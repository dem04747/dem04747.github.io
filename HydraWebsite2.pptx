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83" r:id="rId2"/>
  </p:sldMasterIdLst>
  <p:notesMasterIdLst>
    <p:notesMasterId r:id="rId88"/>
  </p:notesMasterIdLst>
  <p:sldIdLst>
    <p:sldId id="605" r:id="rId3"/>
    <p:sldId id="616" r:id="rId4"/>
    <p:sldId id="649" r:id="rId5"/>
    <p:sldId id="614" r:id="rId6"/>
    <p:sldId id="618" r:id="rId7"/>
    <p:sldId id="615" r:id="rId8"/>
    <p:sldId id="620" r:id="rId9"/>
    <p:sldId id="621" r:id="rId10"/>
    <p:sldId id="619" r:id="rId11"/>
    <p:sldId id="682" r:id="rId12"/>
    <p:sldId id="625" r:id="rId13"/>
    <p:sldId id="637" r:id="rId14"/>
    <p:sldId id="638" r:id="rId15"/>
    <p:sldId id="663" r:id="rId16"/>
    <p:sldId id="656" r:id="rId17"/>
    <p:sldId id="657" r:id="rId18"/>
    <p:sldId id="659" r:id="rId19"/>
    <p:sldId id="660" r:id="rId20"/>
    <p:sldId id="662" r:id="rId21"/>
    <p:sldId id="661" r:id="rId22"/>
    <p:sldId id="664" r:id="rId23"/>
    <p:sldId id="676" r:id="rId24"/>
    <p:sldId id="651" r:id="rId25"/>
    <p:sldId id="654" r:id="rId26"/>
    <p:sldId id="652" r:id="rId27"/>
    <p:sldId id="655" r:id="rId28"/>
    <p:sldId id="699" r:id="rId29"/>
    <p:sldId id="331" r:id="rId30"/>
    <p:sldId id="643" r:id="rId31"/>
    <p:sldId id="665" r:id="rId32"/>
    <p:sldId id="684" r:id="rId33"/>
    <p:sldId id="685" r:id="rId34"/>
    <p:sldId id="671" r:id="rId35"/>
    <p:sldId id="681" r:id="rId36"/>
    <p:sldId id="668" r:id="rId37"/>
    <p:sldId id="670" r:id="rId38"/>
    <p:sldId id="677" r:id="rId39"/>
    <p:sldId id="686" r:id="rId40"/>
    <p:sldId id="690" r:id="rId41"/>
    <p:sldId id="688" r:id="rId42"/>
    <p:sldId id="689" r:id="rId43"/>
    <p:sldId id="695" r:id="rId44"/>
    <p:sldId id="693" r:id="rId45"/>
    <p:sldId id="694" r:id="rId46"/>
    <p:sldId id="692" r:id="rId47"/>
    <p:sldId id="667" r:id="rId48"/>
    <p:sldId id="697" r:id="rId49"/>
    <p:sldId id="698" r:id="rId50"/>
    <p:sldId id="403" r:id="rId51"/>
    <p:sldId id="629" r:id="rId52"/>
    <p:sldId id="518" r:id="rId53"/>
    <p:sldId id="631" r:id="rId54"/>
    <p:sldId id="632" r:id="rId55"/>
    <p:sldId id="634" r:id="rId56"/>
    <p:sldId id="635" r:id="rId57"/>
    <p:sldId id="633" r:id="rId58"/>
    <p:sldId id="636" r:id="rId59"/>
    <p:sldId id="647" r:id="rId60"/>
    <p:sldId id="691" r:id="rId61"/>
    <p:sldId id="673" r:id="rId62"/>
    <p:sldId id="290" r:id="rId63"/>
    <p:sldId id="650" r:id="rId64"/>
    <p:sldId id="617" r:id="rId65"/>
    <p:sldId id="627" r:id="rId66"/>
    <p:sldId id="646" r:id="rId67"/>
    <p:sldId id="645" r:id="rId68"/>
    <p:sldId id="669" r:id="rId69"/>
    <p:sldId id="450" r:id="rId70"/>
    <p:sldId id="457" r:id="rId71"/>
    <p:sldId id="679" r:id="rId72"/>
    <p:sldId id="666" r:id="rId73"/>
    <p:sldId id="534" r:id="rId74"/>
    <p:sldId id="539" r:id="rId75"/>
    <p:sldId id="628" r:id="rId76"/>
    <p:sldId id="680" r:id="rId77"/>
    <p:sldId id="678" r:id="rId78"/>
    <p:sldId id="683" r:id="rId79"/>
    <p:sldId id="687" r:id="rId80"/>
    <p:sldId id="547" r:id="rId81"/>
    <p:sldId id="606" r:id="rId82"/>
    <p:sldId id="562" r:id="rId83"/>
    <p:sldId id="571" r:id="rId84"/>
    <p:sldId id="561" r:id="rId85"/>
    <p:sldId id="648" r:id="rId86"/>
    <p:sldId id="696" r:id="rId8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4572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4572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4572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2BFC4"/>
    <a:srgbClr val="FF0487"/>
    <a:srgbClr val="F07A86"/>
    <a:srgbClr val="C77CFF"/>
    <a:srgbClr val="FFF8C2"/>
    <a:srgbClr val="00EFB2"/>
    <a:srgbClr val="01A9FF"/>
    <a:srgbClr val="A3A3E0"/>
    <a:srgbClr val="397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483" autoAdjust="0"/>
  </p:normalViewPr>
  <p:slideViewPr>
    <p:cSldViewPr snapToGrid="0">
      <p:cViewPr varScale="1">
        <p:scale>
          <a:sx n="115" d="100"/>
          <a:sy n="115" d="100"/>
        </p:scale>
        <p:origin x="6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52" d="100"/>
        <a:sy n="52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-1296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Data:%20PROJECTS:%20%20Scientific%20Meetings:Detroit%20July%2013:Yoshida%20vs%20Martinez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Data:%20PROJECTS:%20%20Scientific%20Meetings:Detroit%20July%2013:Yoshida%20vs%20Martinez.xlsx" TargetMode="External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Data:Users:dem04747:Dropbox:Shared%20AC%20&amp;%20LP:r-group%20and%20revertant%20graph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111111111111105E-2"/>
          <c:y val="9.6533300524934404E-2"/>
          <c:w val="0.67892920972150905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'Sheet1 (2)'!$N$1</c:f>
              <c:strCache>
                <c:ptCount val="1"/>
                <c:pt idx="0">
                  <c:v>Yoshida (Females)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8"/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xVal>
            <c:numRef>
              <c:f>'Sheet1 (2)'!$M$2:$M$136</c:f>
              <c:numCache>
                <c:formatCode>General</c:formatCode>
                <c:ptCount val="135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  <c:pt idx="11">
                  <c:v>27</c:v>
                </c:pt>
                <c:pt idx="12">
                  <c:v>29</c:v>
                </c:pt>
                <c:pt idx="13">
                  <c:v>31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41</c:v>
                </c:pt>
                <c:pt idx="18">
                  <c:v>43</c:v>
                </c:pt>
                <c:pt idx="19">
                  <c:v>45</c:v>
                </c:pt>
                <c:pt idx="20">
                  <c:v>48</c:v>
                </c:pt>
                <c:pt idx="21">
                  <c:v>50</c:v>
                </c:pt>
                <c:pt idx="22">
                  <c:v>52</c:v>
                </c:pt>
                <c:pt idx="23">
                  <c:v>55</c:v>
                </c:pt>
                <c:pt idx="24">
                  <c:v>57</c:v>
                </c:pt>
                <c:pt idx="25">
                  <c:v>59</c:v>
                </c:pt>
                <c:pt idx="26">
                  <c:v>62</c:v>
                </c:pt>
                <c:pt idx="27">
                  <c:v>63</c:v>
                </c:pt>
                <c:pt idx="28">
                  <c:v>64</c:v>
                </c:pt>
                <c:pt idx="29">
                  <c:v>66</c:v>
                </c:pt>
                <c:pt idx="30">
                  <c:v>69</c:v>
                </c:pt>
                <c:pt idx="31">
                  <c:v>71</c:v>
                </c:pt>
                <c:pt idx="32">
                  <c:v>73</c:v>
                </c:pt>
                <c:pt idx="33">
                  <c:v>76</c:v>
                </c:pt>
                <c:pt idx="34">
                  <c:v>78</c:v>
                </c:pt>
                <c:pt idx="35">
                  <c:v>80</c:v>
                </c:pt>
                <c:pt idx="36">
                  <c:v>83</c:v>
                </c:pt>
                <c:pt idx="37">
                  <c:v>85</c:v>
                </c:pt>
                <c:pt idx="38">
                  <c:v>87</c:v>
                </c:pt>
                <c:pt idx="39">
                  <c:v>90</c:v>
                </c:pt>
                <c:pt idx="40">
                  <c:v>92</c:v>
                </c:pt>
                <c:pt idx="41">
                  <c:v>94</c:v>
                </c:pt>
                <c:pt idx="42">
                  <c:v>97</c:v>
                </c:pt>
                <c:pt idx="43">
                  <c:v>99</c:v>
                </c:pt>
                <c:pt idx="44">
                  <c:v>101</c:v>
                </c:pt>
                <c:pt idx="45">
                  <c:v>104</c:v>
                </c:pt>
                <c:pt idx="46">
                  <c:v>106</c:v>
                </c:pt>
                <c:pt idx="47">
                  <c:v>108</c:v>
                </c:pt>
                <c:pt idx="48">
                  <c:v>111</c:v>
                </c:pt>
                <c:pt idx="49">
                  <c:v>113</c:v>
                </c:pt>
                <c:pt idx="50">
                  <c:v>115</c:v>
                </c:pt>
                <c:pt idx="51">
                  <c:v>118</c:v>
                </c:pt>
                <c:pt idx="52">
                  <c:v>120</c:v>
                </c:pt>
                <c:pt idx="53">
                  <c:v>122</c:v>
                </c:pt>
                <c:pt idx="54">
                  <c:v>125</c:v>
                </c:pt>
                <c:pt idx="55">
                  <c:v>127</c:v>
                </c:pt>
                <c:pt idx="56">
                  <c:v>129</c:v>
                </c:pt>
                <c:pt idx="57">
                  <c:v>132</c:v>
                </c:pt>
                <c:pt idx="58">
                  <c:v>134</c:v>
                </c:pt>
                <c:pt idx="59">
                  <c:v>136</c:v>
                </c:pt>
                <c:pt idx="60">
                  <c:v>139</c:v>
                </c:pt>
                <c:pt idx="61">
                  <c:v>141</c:v>
                </c:pt>
                <c:pt idx="62">
                  <c:v>143</c:v>
                </c:pt>
                <c:pt idx="63">
                  <c:v>146</c:v>
                </c:pt>
                <c:pt idx="64">
                  <c:v>148</c:v>
                </c:pt>
                <c:pt idx="65">
                  <c:v>150</c:v>
                </c:pt>
                <c:pt idx="66">
                  <c:v>153</c:v>
                </c:pt>
                <c:pt idx="67">
                  <c:v>155</c:v>
                </c:pt>
                <c:pt idx="68">
                  <c:v>157</c:v>
                </c:pt>
                <c:pt idx="69">
                  <c:v>160</c:v>
                </c:pt>
                <c:pt idx="70">
                  <c:v>162</c:v>
                </c:pt>
                <c:pt idx="71">
                  <c:v>164</c:v>
                </c:pt>
                <c:pt idx="72">
                  <c:v>167</c:v>
                </c:pt>
                <c:pt idx="73">
                  <c:v>169</c:v>
                </c:pt>
                <c:pt idx="74">
                  <c:v>171</c:v>
                </c:pt>
                <c:pt idx="75">
                  <c:v>174</c:v>
                </c:pt>
                <c:pt idx="76">
                  <c:v>176</c:v>
                </c:pt>
                <c:pt idx="77">
                  <c:v>181</c:v>
                </c:pt>
                <c:pt idx="78">
                  <c:v>183</c:v>
                </c:pt>
                <c:pt idx="79">
                  <c:v>185</c:v>
                </c:pt>
                <c:pt idx="80">
                  <c:v>188</c:v>
                </c:pt>
                <c:pt idx="81">
                  <c:v>190</c:v>
                </c:pt>
                <c:pt idx="82">
                  <c:v>192</c:v>
                </c:pt>
                <c:pt idx="83">
                  <c:v>195</c:v>
                </c:pt>
                <c:pt idx="84">
                  <c:v>197</c:v>
                </c:pt>
                <c:pt idx="85">
                  <c:v>199</c:v>
                </c:pt>
                <c:pt idx="86">
                  <c:v>202</c:v>
                </c:pt>
                <c:pt idx="87">
                  <c:v>204</c:v>
                </c:pt>
                <c:pt idx="88">
                  <c:v>206</c:v>
                </c:pt>
                <c:pt idx="89">
                  <c:v>210</c:v>
                </c:pt>
                <c:pt idx="90">
                  <c:v>216</c:v>
                </c:pt>
                <c:pt idx="91">
                  <c:v>218</c:v>
                </c:pt>
                <c:pt idx="92">
                  <c:v>220</c:v>
                </c:pt>
                <c:pt idx="93">
                  <c:v>223</c:v>
                </c:pt>
                <c:pt idx="94">
                  <c:v>225</c:v>
                </c:pt>
                <c:pt idx="95">
                  <c:v>230</c:v>
                </c:pt>
                <c:pt idx="96">
                  <c:v>232</c:v>
                </c:pt>
                <c:pt idx="97">
                  <c:v>237</c:v>
                </c:pt>
                <c:pt idx="98">
                  <c:v>241</c:v>
                </c:pt>
                <c:pt idx="99">
                  <c:v>244</c:v>
                </c:pt>
                <c:pt idx="100">
                  <c:v>246</c:v>
                </c:pt>
                <c:pt idx="101">
                  <c:v>248</c:v>
                </c:pt>
                <c:pt idx="102">
                  <c:v>251</c:v>
                </c:pt>
                <c:pt idx="103">
                  <c:v>253</c:v>
                </c:pt>
                <c:pt idx="104">
                  <c:v>255</c:v>
                </c:pt>
                <c:pt idx="105">
                  <c:v>258</c:v>
                </c:pt>
                <c:pt idx="106">
                  <c:v>260</c:v>
                </c:pt>
                <c:pt idx="107">
                  <c:v>265</c:v>
                </c:pt>
                <c:pt idx="108">
                  <c:v>267</c:v>
                </c:pt>
                <c:pt idx="109">
                  <c:v>269</c:v>
                </c:pt>
                <c:pt idx="110">
                  <c:v>272</c:v>
                </c:pt>
                <c:pt idx="111">
                  <c:v>274</c:v>
                </c:pt>
                <c:pt idx="112">
                  <c:v>276</c:v>
                </c:pt>
                <c:pt idx="113">
                  <c:v>279</c:v>
                </c:pt>
                <c:pt idx="114">
                  <c:v>281</c:v>
                </c:pt>
                <c:pt idx="115">
                  <c:v>283</c:v>
                </c:pt>
                <c:pt idx="116">
                  <c:v>286</c:v>
                </c:pt>
                <c:pt idx="117">
                  <c:v>288</c:v>
                </c:pt>
                <c:pt idx="118">
                  <c:v>290</c:v>
                </c:pt>
                <c:pt idx="119">
                  <c:v>293</c:v>
                </c:pt>
                <c:pt idx="120">
                  <c:v>295</c:v>
                </c:pt>
                <c:pt idx="121">
                  <c:v>297</c:v>
                </c:pt>
                <c:pt idx="122">
                  <c:v>300</c:v>
                </c:pt>
                <c:pt idx="123">
                  <c:v>302</c:v>
                </c:pt>
                <c:pt idx="124">
                  <c:v>304</c:v>
                </c:pt>
                <c:pt idx="125">
                  <c:v>307</c:v>
                </c:pt>
                <c:pt idx="126">
                  <c:v>309</c:v>
                </c:pt>
                <c:pt idx="127">
                  <c:v>311</c:v>
                </c:pt>
                <c:pt idx="128">
                  <c:v>314</c:v>
                </c:pt>
                <c:pt idx="129">
                  <c:v>316</c:v>
                </c:pt>
                <c:pt idx="130">
                  <c:v>318</c:v>
                </c:pt>
                <c:pt idx="131">
                  <c:v>321</c:v>
                </c:pt>
                <c:pt idx="132">
                  <c:v>323</c:v>
                </c:pt>
                <c:pt idx="133">
                  <c:v>325</c:v>
                </c:pt>
                <c:pt idx="134">
                  <c:v>328</c:v>
                </c:pt>
              </c:numCache>
            </c:numRef>
          </c:xVal>
          <c:yVal>
            <c:numRef>
              <c:f>'Sheet1 (2)'!$N$2:$N$136</c:f>
              <c:numCache>
                <c:formatCode>General</c:formatCode>
                <c:ptCount val="135"/>
                <c:pt idx="0" formatCode="0.00">
                  <c:v>1</c:v>
                </c:pt>
                <c:pt idx="8" formatCode="0.00">
                  <c:v>1</c:v>
                </c:pt>
                <c:pt idx="17" formatCode="0.00">
                  <c:v>1</c:v>
                </c:pt>
                <c:pt idx="26" formatCode="0.00">
                  <c:v>1</c:v>
                </c:pt>
                <c:pt idx="36" formatCode="0.00">
                  <c:v>0.95945945945945899</c:v>
                </c:pt>
                <c:pt idx="45" formatCode="0.00">
                  <c:v>0.89864864864864902</c:v>
                </c:pt>
                <c:pt idx="54" formatCode="0.00">
                  <c:v>0.71621621621621601</c:v>
                </c:pt>
                <c:pt idx="63" formatCode="0.00">
                  <c:v>0.21621621621621601</c:v>
                </c:pt>
                <c:pt idx="72" formatCode="0.00">
                  <c:v>1.35135135135135E-2</c:v>
                </c:pt>
                <c:pt idx="80" formatCode="0.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5E-974F-88E9-7CC2C947B632}"/>
            </c:ext>
          </c:extLst>
        </c:ser>
        <c:ser>
          <c:idx val="1"/>
          <c:order val="1"/>
          <c:tx>
            <c:strRef>
              <c:f>'Sheet1 (2)'!$O$1</c:f>
              <c:strCache>
                <c:ptCount val="1"/>
                <c:pt idx="0">
                  <c:v>Yoshida (males)</c:v>
                </c:pt>
              </c:strCache>
            </c:strRef>
          </c:tx>
          <c:spPr>
            <a:ln w="28575">
              <a:noFill/>
            </a:ln>
          </c:spPr>
          <c:marker>
            <c:symbol val="plus"/>
            <c:size val="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'Sheet1 (2)'!$M$2:$M$136</c:f>
              <c:numCache>
                <c:formatCode>General</c:formatCode>
                <c:ptCount val="135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  <c:pt idx="11">
                  <c:v>27</c:v>
                </c:pt>
                <c:pt idx="12">
                  <c:v>29</c:v>
                </c:pt>
                <c:pt idx="13">
                  <c:v>31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41</c:v>
                </c:pt>
                <c:pt idx="18">
                  <c:v>43</c:v>
                </c:pt>
                <c:pt idx="19">
                  <c:v>45</c:v>
                </c:pt>
                <c:pt idx="20">
                  <c:v>48</c:v>
                </c:pt>
                <c:pt idx="21">
                  <c:v>50</c:v>
                </c:pt>
                <c:pt idx="22">
                  <c:v>52</c:v>
                </c:pt>
                <c:pt idx="23">
                  <c:v>55</c:v>
                </c:pt>
                <c:pt idx="24">
                  <c:v>57</c:v>
                </c:pt>
                <c:pt idx="25">
                  <c:v>59</c:v>
                </c:pt>
                <c:pt idx="26">
                  <c:v>62</c:v>
                </c:pt>
                <c:pt idx="27">
                  <c:v>63</c:v>
                </c:pt>
                <c:pt idx="28">
                  <c:v>64</c:v>
                </c:pt>
                <c:pt idx="29">
                  <c:v>66</c:v>
                </c:pt>
                <c:pt idx="30">
                  <c:v>69</c:v>
                </c:pt>
                <c:pt idx="31">
                  <c:v>71</c:v>
                </c:pt>
                <c:pt idx="32">
                  <c:v>73</c:v>
                </c:pt>
                <c:pt idx="33">
                  <c:v>76</c:v>
                </c:pt>
                <c:pt idx="34">
                  <c:v>78</c:v>
                </c:pt>
                <c:pt idx="35">
                  <c:v>80</c:v>
                </c:pt>
                <c:pt idx="36">
                  <c:v>83</c:v>
                </c:pt>
                <c:pt idx="37">
                  <c:v>85</c:v>
                </c:pt>
                <c:pt idx="38">
                  <c:v>87</c:v>
                </c:pt>
                <c:pt idx="39">
                  <c:v>90</c:v>
                </c:pt>
                <c:pt idx="40">
                  <c:v>92</c:v>
                </c:pt>
                <c:pt idx="41">
                  <c:v>94</c:v>
                </c:pt>
                <c:pt idx="42">
                  <c:v>97</c:v>
                </c:pt>
                <c:pt idx="43">
                  <c:v>99</c:v>
                </c:pt>
                <c:pt idx="44">
                  <c:v>101</c:v>
                </c:pt>
                <c:pt idx="45">
                  <c:v>104</c:v>
                </c:pt>
                <c:pt idx="46">
                  <c:v>106</c:v>
                </c:pt>
                <c:pt idx="47">
                  <c:v>108</c:v>
                </c:pt>
                <c:pt idx="48">
                  <c:v>111</c:v>
                </c:pt>
                <c:pt idx="49">
                  <c:v>113</c:v>
                </c:pt>
                <c:pt idx="50">
                  <c:v>115</c:v>
                </c:pt>
                <c:pt idx="51">
                  <c:v>118</c:v>
                </c:pt>
                <c:pt idx="52">
                  <c:v>120</c:v>
                </c:pt>
                <c:pt idx="53">
                  <c:v>122</c:v>
                </c:pt>
                <c:pt idx="54">
                  <c:v>125</c:v>
                </c:pt>
                <c:pt idx="55">
                  <c:v>127</c:v>
                </c:pt>
                <c:pt idx="56">
                  <c:v>129</c:v>
                </c:pt>
                <c:pt idx="57">
                  <c:v>132</c:v>
                </c:pt>
                <c:pt idx="58">
                  <c:v>134</c:v>
                </c:pt>
                <c:pt idx="59">
                  <c:v>136</c:v>
                </c:pt>
                <c:pt idx="60">
                  <c:v>139</c:v>
                </c:pt>
                <c:pt idx="61">
                  <c:v>141</c:v>
                </c:pt>
                <c:pt idx="62">
                  <c:v>143</c:v>
                </c:pt>
                <c:pt idx="63">
                  <c:v>146</c:v>
                </c:pt>
                <c:pt idx="64">
                  <c:v>148</c:v>
                </c:pt>
                <c:pt idx="65">
                  <c:v>150</c:v>
                </c:pt>
                <c:pt idx="66">
                  <c:v>153</c:v>
                </c:pt>
                <c:pt idx="67">
                  <c:v>155</c:v>
                </c:pt>
                <c:pt idx="68">
                  <c:v>157</c:v>
                </c:pt>
                <c:pt idx="69">
                  <c:v>160</c:v>
                </c:pt>
                <c:pt idx="70">
                  <c:v>162</c:v>
                </c:pt>
                <c:pt idx="71">
                  <c:v>164</c:v>
                </c:pt>
                <c:pt idx="72">
                  <c:v>167</c:v>
                </c:pt>
                <c:pt idx="73">
                  <c:v>169</c:v>
                </c:pt>
                <c:pt idx="74">
                  <c:v>171</c:v>
                </c:pt>
                <c:pt idx="75">
                  <c:v>174</c:v>
                </c:pt>
                <c:pt idx="76">
                  <c:v>176</c:v>
                </c:pt>
                <c:pt idx="77">
                  <c:v>181</c:v>
                </c:pt>
                <c:pt idx="78">
                  <c:v>183</c:v>
                </c:pt>
                <c:pt idx="79">
                  <c:v>185</c:v>
                </c:pt>
                <c:pt idx="80">
                  <c:v>188</c:v>
                </c:pt>
                <c:pt idx="81">
                  <c:v>190</c:v>
                </c:pt>
                <c:pt idx="82">
                  <c:v>192</c:v>
                </c:pt>
                <c:pt idx="83">
                  <c:v>195</c:v>
                </c:pt>
                <c:pt idx="84">
                  <c:v>197</c:v>
                </c:pt>
                <c:pt idx="85">
                  <c:v>199</c:v>
                </c:pt>
                <c:pt idx="86">
                  <c:v>202</c:v>
                </c:pt>
                <c:pt idx="87">
                  <c:v>204</c:v>
                </c:pt>
                <c:pt idx="88">
                  <c:v>206</c:v>
                </c:pt>
                <c:pt idx="89">
                  <c:v>210</c:v>
                </c:pt>
                <c:pt idx="90">
                  <c:v>216</c:v>
                </c:pt>
                <c:pt idx="91">
                  <c:v>218</c:v>
                </c:pt>
                <c:pt idx="92">
                  <c:v>220</c:v>
                </c:pt>
                <c:pt idx="93">
                  <c:v>223</c:v>
                </c:pt>
                <c:pt idx="94">
                  <c:v>225</c:v>
                </c:pt>
                <c:pt idx="95">
                  <c:v>230</c:v>
                </c:pt>
                <c:pt idx="96">
                  <c:v>232</c:v>
                </c:pt>
                <c:pt idx="97">
                  <c:v>237</c:v>
                </c:pt>
                <c:pt idx="98">
                  <c:v>241</c:v>
                </c:pt>
                <c:pt idx="99">
                  <c:v>244</c:v>
                </c:pt>
                <c:pt idx="100">
                  <c:v>246</c:v>
                </c:pt>
                <c:pt idx="101">
                  <c:v>248</c:v>
                </c:pt>
                <c:pt idx="102">
                  <c:v>251</c:v>
                </c:pt>
                <c:pt idx="103">
                  <c:v>253</c:v>
                </c:pt>
                <c:pt idx="104">
                  <c:v>255</c:v>
                </c:pt>
                <c:pt idx="105">
                  <c:v>258</c:v>
                </c:pt>
                <c:pt idx="106">
                  <c:v>260</c:v>
                </c:pt>
                <c:pt idx="107">
                  <c:v>265</c:v>
                </c:pt>
                <c:pt idx="108">
                  <c:v>267</c:v>
                </c:pt>
                <c:pt idx="109">
                  <c:v>269</c:v>
                </c:pt>
                <c:pt idx="110">
                  <c:v>272</c:v>
                </c:pt>
                <c:pt idx="111">
                  <c:v>274</c:v>
                </c:pt>
                <c:pt idx="112">
                  <c:v>276</c:v>
                </c:pt>
                <c:pt idx="113">
                  <c:v>279</c:v>
                </c:pt>
                <c:pt idx="114">
                  <c:v>281</c:v>
                </c:pt>
                <c:pt idx="115">
                  <c:v>283</c:v>
                </c:pt>
                <c:pt idx="116">
                  <c:v>286</c:v>
                </c:pt>
                <c:pt idx="117">
                  <c:v>288</c:v>
                </c:pt>
                <c:pt idx="118">
                  <c:v>290</c:v>
                </c:pt>
                <c:pt idx="119">
                  <c:v>293</c:v>
                </c:pt>
                <c:pt idx="120">
                  <c:v>295</c:v>
                </c:pt>
                <c:pt idx="121">
                  <c:v>297</c:v>
                </c:pt>
                <c:pt idx="122">
                  <c:v>300</c:v>
                </c:pt>
                <c:pt idx="123">
                  <c:v>302</c:v>
                </c:pt>
                <c:pt idx="124">
                  <c:v>304</c:v>
                </c:pt>
                <c:pt idx="125">
                  <c:v>307</c:v>
                </c:pt>
                <c:pt idx="126">
                  <c:v>309</c:v>
                </c:pt>
                <c:pt idx="127">
                  <c:v>311</c:v>
                </c:pt>
                <c:pt idx="128">
                  <c:v>314</c:v>
                </c:pt>
                <c:pt idx="129">
                  <c:v>316</c:v>
                </c:pt>
                <c:pt idx="130">
                  <c:v>318</c:v>
                </c:pt>
                <c:pt idx="131">
                  <c:v>321</c:v>
                </c:pt>
                <c:pt idx="132">
                  <c:v>323</c:v>
                </c:pt>
                <c:pt idx="133">
                  <c:v>325</c:v>
                </c:pt>
                <c:pt idx="134">
                  <c:v>328</c:v>
                </c:pt>
              </c:numCache>
            </c:numRef>
          </c:xVal>
          <c:yVal>
            <c:numRef>
              <c:f>'Sheet1 (2)'!$O$2:$O$136</c:f>
              <c:numCache>
                <c:formatCode>General</c:formatCode>
                <c:ptCount val="135"/>
                <c:pt idx="0" formatCode="0.00">
                  <c:v>1</c:v>
                </c:pt>
                <c:pt idx="8" formatCode="0.00">
                  <c:v>1</c:v>
                </c:pt>
                <c:pt idx="17" formatCode="0.00">
                  <c:v>1</c:v>
                </c:pt>
                <c:pt idx="26" formatCode="0.00">
                  <c:v>1</c:v>
                </c:pt>
                <c:pt idx="36" formatCode="0.00">
                  <c:v>1</c:v>
                </c:pt>
                <c:pt idx="45" formatCode="0.00">
                  <c:v>0.96666666666666701</c:v>
                </c:pt>
                <c:pt idx="54" formatCode="0.00">
                  <c:v>0.78666666666666696</c:v>
                </c:pt>
                <c:pt idx="63" formatCode="0.00">
                  <c:v>0.36666666666666697</c:v>
                </c:pt>
                <c:pt idx="72" formatCode="0.00">
                  <c:v>3.3333333333333298E-2</c:v>
                </c:pt>
                <c:pt idx="80" formatCode="0.00">
                  <c:v>6.6666666666666697E-3</c:v>
                </c:pt>
                <c:pt idx="89" formatCode="0.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85E-974F-88E9-7CC2C947B6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09219696"/>
        <c:axId val="2109794208"/>
      </c:scatterChart>
      <c:valAx>
        <c:axId val="21092196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latin typeface="Myriad Pro"/>
                  </a:defRPr>
                </a:pPr>
                <a:r>
                  <a:rPr lang="en-US" sz="1400" dirty="0">
                    <a:latin typeface="Myriad Pro"/>
                  </a:rPr>
                  <a:t>Days After Induction (10°C)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 anchor="ctr" anchorCtr="1"/>
          <a:lstStyle/>
          <a:p>
            <a:pPr>
              <a:defRPr sz="1200">
                <a:latin typeface="Myriad Pro"/>
              </a:defRPr>
            </a:pPr>
            <a:endParaRPr lang="en-US"/>
          </a:p>
        </c:txPr>
        <c:crossAx val="2109794208"/>
        <c:crosses val="autoZero"/>
        <c:crossBetween val="midCat"/>
      </c:valAx>
      <c:valAx>
        <c:axId val="210979420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>
                    <a:latin typeface="Myriad Pro"/>
                  </a:defRPr>
                </a:pPr>
                <a:r>
                  <a:rPr lang="en-US" sz="1400">
                    <a:latin typeface="Myriad Pro"/>
                  </a:rPr>
                  <a:t>Fraction Alive</a:t>
                </a:r>
              </a:p>
            </c:rich>
          </c:tx>
          <c:layout>
            <c:manualLayout>
              <c:xMode val="edge"/>
              <c:yMode val="edge"/>
              <c:x val="8.3333333333333297E-3"/>
              <c:y val="0.36179401574803099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yriad Pro"/>
              </a:defRPr>
            </a:pPr>
            <a:endParaRPr lang="en-US"/>
          </a:p>
        </c:txPr>
        <c:crossAx val="210921969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7511928109133299"/>
          <c:y val="0.36089918693257"/>
          <c:w val="0.22488075932521001"/>
          <c:h val="0.19736739053363"/>
        </c:manualLayout>
      </c:layout>
      <c:overlay val="0"/>
      <c:txPr>
        <a:bodyPr/>
        <a:lstStyle/>
        <a:p>
          <a:pPr>
            <a:defRPr sz="1400">
              <a:latin typeface="Myriad Pro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6111111111111105E-2"/>
          <c:y val="9.6533300524934404E-2"/>
          <c:w val="0.67892920972150905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'Sheet1 (2)'!$N$1</c:f>
              <c:strCache>
                <c:ptCount val="1"/>
                <c:pt idx="0">
                  <c:v>Yoshida (Females)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8"/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xVal>
            <c:numRef>
              <c:f>'Sheet1 (2)'!$M$2:$M$136</c:f>
              <c:numCache>
                <c:formatCode>General</c:formatCode>
                <c:ptCount val="135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  <c:pt idx="11">
                  <c:v>27</c:v>
                </c:pt>
                <c:pt idx="12">
                  <c:v>29</c:v>
                </c:pt>
                <c:pt idx="13">
                  <c:v>31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41</c:v>
                </c:pt>
                <c:pt idx="18">
                  <c:v>43</c:v>
                </c:pt>
                <c:pt idx="19">
                  <c:v>45</c:v>
                </c:pt>
                <c:pt idx="20">
                  <c:v>48</c:v>
                </c:pt>
                <c:pt idx="21">
                  <c:v>50</c:v>
                </c:pt>
                <c:pt idx="22">
                  <c:v>52</c:v>
                </c:pt>
                <c:pt idx="23">
                  <c:v>55</c:v>
                </c:pt>
                <c:pt idx="24">
                  <c:v>57</c:v>
                </c:pt>
                <c:pt idx="25">
                  <c:v>59</c:v>
                </c:pt>
                <c:pt idx="26">
                  <c:v>62</c:v>
                </c:pt>
                <c:pt idx="27">
                  <c:v>63</c:v>
                </c:pt>
                <c:pt idx="28">
                  <c:v>64</c:v>
                </c:pt>
                <c:pt idx="29">
                  <c:v>66</c:v>
                </c:pt>
                <c:pt idx="30">
                  <c:v>69</c:v>
                </c:pt>
                <c:pt idx="31">
                  <c:v>71</c:v>
                </c:pt>
                <c:pt idx="32">
                  <c:v>73</c:v>
                </c:pt>
                <c:pt idx="33">
                  <c:v>76</c:v>
                </c:pt>
                <c:pt idx="34">
                  <c:v>78</c:v>
                </c:pt>
                <c:pt idx="35">
                  <c:v>80</c:v>
                </c:pt>
                <c:pt idx="36">
                  <c:v>83</c:v>
                </c:pt>
                <c:pt idx="37">
                  <c:v>85</c:v>
                </c:pt>
                <c:pt idx="38">
                  <c:v>87</c:v>
                </c:pt>
                <c:pt idx="39">
                  <c:v>90</c:v>
                </c:pt>
                <c:pt idx="40">
                  <c:v>92</c:v>
                </c:pt>
                <c:pt idx="41">
                  <c:v>94</c:v>
                </c:pt>
                <c:pt idx="42">
                  <c:v>97</c:v>
                </c:pt>
                <c:pt idx="43">
                  <c:v>99</c:v>
                </c:pt>
                <c:pt idx="44">
                  <c:v>101</c:v>
                </c:pt>
                <c:pt idx="45">
                  <c:v>104</c:v>
                </c:pt>
                <c:pt idx="46">
                  <c:v>106</c:v>
                </c:pt>
                <c:pt idx="47">
                  <c:v>108</c:v>
                </c:pt>
                <c:pt idx="48">
                  <c:v>111</c:v>
                </c:pt>
                <c:pt idx="49">
                  <c:v>113</c:v>
                </c:pt>
                <c:pt idx="50">
                  <c:v>115</c:v>
                </c:pt>
                <c:pt idx="51">
                  <c:v>118</c:v>
                </c:pt>
                <c:pt idx="52">
                  <c:v>120</c:v>
                </c:pt>
                <c:pt idx="53">
                  <c:v>122</c:v>
                </c:pt>
                <c:pt idx="54">
                  <c:v>125</c:v>
                </c:pt>
                <c:pt idx="55">
                  <c:v>127</c:v>
                </c:pt>
                <c:pt idx="56">
                  <c:v>129</c:v>
                </c:pt>
                <c:pt idx="57">
                  <c:v>132</c:v>
                </c:pt>
                <c:pt idx="58">
                  <c:v>134</c:v>
                </c:pt>
                <c:pt idx="59">
                  <c:v>136</c:v>
                </c:pt>
                <c:pt idx="60">
                  <c:v>139</c:v>
                </c:pt>
                <c:pt idx="61">
                  <c:v>141</c:v>
                </c:pt>
                <c:pt idx="62">
                  <c:v>143</c:v>
                </c:pt>
                <c:pt idx="63">
                  <c:v>146</c:v>
                </c:pt>
                <c:pt idx="64">
                  <c:v>148</c:v>
                </c:pt>
                <c:pt idx="65">
                  <c:v>150</c:v>
                </c:pt>
                <c:pt idx="66">
                  <c:v>153</c:v>
                </c:pt>
                <c:pt idx="67">
                  <c:v>155</c:v>
                </c:pt>
                <c:pt idx="68">
                  <c:v>157</c:v>
                </c:pt>
                <c:pt idx="69">
                  <c:v>160</c:v>
                </c:pt>
                <c:pt idx="70">
                  <c:v>162</c:v>
                </c:pt>
                <c:pt idx="71">
                  <c:v>164</c:v>
                </c:pt>
                <c:pt idx="72">
                  <c:v>167</c:v>
                </c:pt>
                <c:pt idx="73">
                  <c:v>169</c:v>
                </c:pt>
                <c:pt idx="74">
                  <c:v>171</c:v>
                </c:pt>
                <c:pt idx="75">
                  <c:v>174</c:v>
                </c:pt>
                <c:pt idx="76">
                  <c:v>176</c:v>
                </c:pt>
                <c:pt idx="77">
                  <c:v>181</c:v>
                </c:pt>
                <c:pt idx="78">
                  <c:v>183</c:v>
                </c:pt>
                <c:pt idx="79">
                  <c:v>185</c:v>
                </c:pt>
                <c:pt idx="80">
                  <c:v>188</c:v>
                </c:pt>
                <c:pt idx="81">
                  <c:v>190</c:v>
                </c:pt>
                <c:pt idx="82">
                  <c:v>192</c:v>
                </c:pt>
                <c:pt idx="83">
                  <c:v>195</c:v>
                </c:pt>
                <c:pt idx="84">
                  <c:v>197</c:v>
                </c:pt>
                <c:pt idx="85">
                  <c:v>199</c:v>
                </c:pt>
                <c:pt idx="86">
                  <c:v>202</c:v>
                </c:pt>
                <c:pt idx="87">
                  <c:v>204</c:v>
                </c:pt>
                <c:pt idx="88">
                  <c:v>206</c:v>
                </c:pt>
                <c:pt idx="89">
                  <c:v>210</c:v>
                </c:pt>
                <c:pt idx="90">
                  <c:v>216</c:v>
                </c:pt>
                <c:pt idx="91">
                  <c:v>218</c:v>
                </c:pt>
                <c:pt idx="92">
                  <c:v>220</c:v>
                </c:pt>
                <c:pt idx="93">
                  <c:v>223</c:v>
                </c:pt>
                <c:pt idx="94">
                  <c:v>225</c:v>
                </c:pt>
                <c:pt idx="95">
                  <c:v>230</c:v>
                </c:pt>
                <c:pt idx="96">
                  <c:v>232</c:v>
                </c:pt>
                <c:pt idx="97">
                  <c:v>237</c:v>
                </c:pt>
                <c:pt idx="98">
                  <c:v>241</c:v>
                </c:pt>
                <c:pt idx="99">
                  <c:v>244</c:v>
                </c:pt>
                <c:pt idx="100">
                  <c:v>246</c:v>
                </c:pt>
                <c:pt idx="101">
                  <c:v>248</c:v>
                </c:pt>
                <c:pt idx="102">
                  <c:v>251</c:v>
                </c:pt>
                <c:pt idx="103">
                  <c:v>253</c:v>
                </c:pt>
                <c:pt idx="104">
                  <c:v>255</c:v>
                </c:pt>
                <c:pt idx="105">
                  <c:v>258</c:v>
                </c:pt>
                <c:pt idx="106">
                  <c:v>260</c:v>
                </c:pt>
                <c:pt idx="107">
                  <c:v>265</c:v>
                </c:pt>
                <c:pt idx="108">
                  <c:v>267</c:v>
                </c:pt>
                <c:pt idx="109">
                  <c:v>269</c:v>
                </c:pt>
                <c:pt idx="110">
                  <c:v>272</c:v>
                </c:pt>
                <c:pt idx="111">
                  <c:v>274</c:v>
                </c:pt>
                <c:pt idx="112">
                  <c:v>276</c:v>
                </c:pt>
                <c:pt idx="113">
                  <c:v>279</c:v>
                </c:pt>
                <c:pt idx="114">
                  <c:v>281</c:v>
                </c:pt>
                <c:pt idx="115">
                  <c:v>283</c:v>
                </c:pt>
                <c:pt idx="116">
                  <c:v>286</c:v>
                </c:pt>
                <c:pt idx="117">
                  <c:v>288</c:v>
                </c:pt>
                <c:pt idx="118">
                  <c:v>290</c:v>
                </c:pt>
                <c:pt idx="119">
                  <c:v>293</c:v>
                </c:pt>
                <c:pt idx="120">
                  <c:v>295</c:v>
                </c:pt>
                <c:pt idx="121">
                  <c:v>297</c:v>
                </c:pt>
                <c:pt idx="122">
                  <c:v>300</c:v>
                </c:pt>
                <c:pt idx="123">
                  <c:v>302</c:v>
                </c:pt>
                <c:pt idx="124">
                  <c:v>304</c:v>
                </c:pt>
                <c:pt idx="125">
                  <c:v>307</c:v>
                </c:pt>
                <c:pt idx="126">
                  <c:v>309</c:v>
                </c:pt>
                <c:pt idx="127">
                  <c:v>311</c:v>
                </c:pt>
                <c:pt idx="128">
                  <c:v>314</c:v>
                </c:pt>
                <c:pt idx="129">
                  <c:v>316</c:v>
                </c:pt>
                <c:pt idx="130">
                  <c:v>318</c:v>
                </c:pt>
                <c:pt idx="131">
                  <c:v>321</c:v>
                </c:pt>
                <c:pt idx="132">
                  <c:v>323</c:v>
                </c:pt>
                <c:pt idx="133">
                  <c:v>325</c:v>
                </c:pt>
                <c:pt idx="134">
                  <c:v>328</c:v>
                </c:pt>
              </c:numCache>
            </c:numRef>
          </c:xVal>
          <c:yVal>
            <c:numRef>
              <c:f>'Sheet1 (2)'!$N$2:$N$136</c:f>
              <c:numCache>
                <c:formatCode>General</c:formatCode>
                <c:ptCount val="135"/>
                <c:pt idx="0" formatCode="0.00">
                  <c:v>1</c:v>
                </c:pt>
                <c:pt idx="8" formatCode="0.00">
                  <c:v>1</c:v>
                </c:pt>
                <c:pt idx="17" formatCode="0.00">
                  <c:v>1</c:v>
                </c:pt>
                <c:pt idx="26" formatCode="0.00">
                  <c:v>1</c:v>
                </c:pt>
                <c:pt idx="36" formatCode="0.00">
                  <c:v>0.95945945945945899</c:v>
                </c:pt>
                <c:pt idx="45" formatCode="0.00">
                  <c:v>0.89864864864864902</c:v>
                </c:pt>
                <c:pt idx="54" formatCode="0.00">
                  <c:v>0.71621621621621601</c:v>
                </c:pt>
                <c:pt idx="63" formatCode="0.00">
                  <c:v>0.21621621621621601</c:v>
                </c:pt>
                <c:pt idx="72" formatCode="0.00">
                  <c:v>1.35135135135135E-2</c:v>
                </c:pt>
                <c:pt idx="80" formatCode="0.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E9-E745-AB98-663333A289DD}"/>
            </c:ext>
          </c:extLst>
        </c:ser>
        <c:ser>
          <c:idx val="1"/>
          <c:order val="1"/>
          <c:tx>
            <c:strRef>
              <c:f>'Sheet1 (2)'!$O$1</c:f>
              <c:strCache>
                <c:ptCount val="1"/>
                <c:pt idx="0">
                  <c:v>Yoshida (males)</c:v>
                </c:pt>
              </c:strCache>
            </c:strRef>
          </c:tx>
          <c:spPr>
            <a:ln w="28575">
              <a:noFill/>
            </a:ln>
          </c:spPr>
          <c:marker>
            <c:symbol val="plus"/>
            <c:size val="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'Sheet1 (2)'!$M$2:$M$136</c:f>
              <c:numCache>
                <c:formatCode>General</c:formatCode>
                <c:ptCount val="135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  <c:pt idx="11">
                  <c:v>27</c:v>
                </c:pt>
                <c:pt idx="12">
                  <c:v>29</c:v>
                </c:pt>
                <c:pt idx="13">
                  <c:v>31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41</c:v>
                </c:pt>
                <c:pt idx="18">
                  <c:v>43</c:v>
                </c:pt>
                <c:pt idx="19">
                  <c:v>45</c:v>
                </c:pt>
                <c:pt idx="20">
                  <c:v>48</c:v>
                </c:pt>
                <c:pt idx="21">
                  <c:v>50</c:v>
                </c:pt>
                <c:pt idx="22">
                  <c:v>52</c:v>
                </c:pt>
                <c:pt idx="23">
                  <c:v>55</c:v>
                </c:pt>
                <c:pt idx="24">
                  <c:v>57</c:v>
                </c:pt>
                <c:pt idx="25">
                  <c:v>59</c:v>
                </c:pt>
                <c:pt idx="26">
                  <c:v>62</c:v>
                </c:pt>
                <c:pt idx="27">
                  <c:v>63</c:v>
                </c:pt>
                <c:pt idx="28">
                  <c:v>64</c:v>
                </c:pt>
                <c:pt idx="29">
                  <c:v>66</c:v>
                </c:pt>
                <c:pt idx="30">
                  <c:v>69</c:v>
                </c:pt>
                <c:pt idx="31">
                  <c:v>71</c:v>
                </c:pt>
                <c:pt idx="32">
                  <c:v>73</c:v>
                </c:pt>
                <c:pt idx="33">
                  <c:v>76</c:v>
                </c:pt>
                <c:pt idx="34">
                  <c:v>78</c:v>
                </c:pt>
                <c:pt idx="35">
                  <c:v>80</c:v>
                </c:pt>
                <c:pt idx="36">
                  <c:v>83</c:v>
                </c:pt>
                <c:pt idx="37">
                  <c:v>85</c:v>
                </c:pt>
                <c:pt idx="38">
                  <c:v>87</c:v>
                </c:pt>
                <c:pt idx="39">
                  <c:v>90</c:v>
                </c:pt>
                <c:pt idx="40">
                  <c:v>92</c:v>
                </c:pt>
                <c:pt idx="41">
                  <c:v>94</c:v>
                </c:pt>
                <c:pt idx="42">
                  <c:v>97</c:v>
                </c:pt>
                <c:pt idx="43">
                  <c:v>99</c:v>
                </c:pt>
                <c:pt idx="44">
                  <c:v>101</c:v>
                </c:pt>
                <c:pt idx="45">
                  <c:v>104</c:v>
                </c:pt>
                <c:pt idx="46">
                  <c:v>106</c:v>
                </c:pt>
                <c:pt idx="47">
                  <c:v>108</c:v>
                </c:pt>
                <c:pt idx="48">
                  <c:v>111</c:v>
                </c:pt>
                <c:pt idx="49">
                  <c:v>113</c:v>
                </c:pt>
                <c:pt idx="50">
                  <c:v>115</c:v>
                </c:pt>
                <c:pt idx="51">
                  <c:v>118</c:v>
                </c:pt>
                <c:pt idx="52">
                  <c:v>120</c:v>
                </c:pt>
                <c:pt idx="53">
                  <c:v>122</c:v>
                </c:pt>
                <c:pt idx="54">
                  <c:v>125</c:v>
                </c:pt>
                <c:pt idx="55">
                  <c:v>127</c:v>
                </c:pt>
                <c:pt idx="56">
                  <c:v>129</c:v>
                </c:pt>
                <c:pt idx="57">
                  <c:v>132</c:v>
                </c:pt>
                <c:pt idx="58">
                  <c:v>134</c:v>
                </c:pt>
                <c:pt idx="59">
                  <c:v>136</c:v>
                </c:pt>
                <c:pt idx="60">
                  <c:v>139</c:v>
                </c:pt>
                <c:pt idx="61">
                  <c:v>141</c:v>
                </c:pt>
                <c:pt idx="62">
                  <c:v>143</c:v>
                </c:pt>
                <c:pt idx="63">
                  <c:v>146</c:v>
                </c:pt>
                <c:pt idx="64">
                  <c:v>148</c:v>
                </c:pt>
                <c:pt idx="65">
                  <c:v>150</c:v>
                </c:pt>
                <c:pt idx="66">
                  <c:v>153</c:v>
                </c:pt>
                <c:pt idx="67">
                  <c:v>155</c:v>
                </c:pt>
                <c:pt idx="68">
                  <c:v>157</c:v>
                </c:pt>
                <c:pt idx="69">
                  <c:v>160</c:v>
                </c:pt>
                <c:pt idx="70">
                  <c:v>162</c:v>
                </c:pt>
                <c:pt idx="71">
                  <c:v>164</c:v>
                </c:pt>
                <c:pt idx="72">
                  <c:v>167</c:v>
                </c:pt>
                <c:pt idx="73">
                  <c:v>169</c:v>
                </c:pt>
                <c:pt idx="74">
                  <c:v>171</c:v>
                </c:pt>
                <c:pt idx="75">
                  <c:v>174</c:v>
                </c:pt>
                <c:pt idx="76">
                  <c:v>176</c:v>
                </c:pt>
                <c:pt idx="77">
                  <c:v>181</c:v>
                </c:pt>
                <c:pt idx="78">
                  <c:v>183</c:v>
                </c:pt>
                <c:pt idx="79">
                  <c:v>185</c:v>
                </c:pt>
                <c:pt idx="80">
                  <c:v>188</c:v>
                </c:pt>
                <c:pt idx="81">
                  <c:v>190</c:v>
                </c:pt>
                <c:pt idx="82">
                  <c:v>192</c:v>
                </c:pt>
                <c:pt idx="83">
                  <c:v>195</c:v>
                </c:pt>
                <c:pt idx="84">
                  <c:v>197</c:v>
                </c:pt>
                <c:pt idx="85">
                  <c:v>199</c:v>
                </c:pt>
                <c:pt idx="86">
                  <c:v>202</c:v>
                </c:pt>
                <c:pt idx="87">
                  <c:v>204</c:v>
                </c:pt>
                <c:pt idx="88">
                  <c:v>206</c:v>
                </c:pt>
                <c:pt idx="89">
                  <c:v>210</c:v>
                </c:pt>
                <c:pt idx="90">
                  <c:v>216</c:v>
                </c:pt>
                <c:pt idx="91">
                  <c:v>218</c:v>
                </c:pt>
                <c:pt idx="92">
                  <c:v>220</c:v>
                </c:pt>
                <c:pt idx="93">
                  <c:v>223</c:v>
                </c:pt>
                <c:pt idx="94">
                  <c:v>225</c:v>
                </c:pt>
                <c:pt idx="95">
                  <c:v>230</c:v>
                </c:pt>
                <c:pt idx="96">
                  <c:v>232</c:v>
                </c:pt>
                <c:pt idx="97">
                  <c:v>237</c:v>
                </c:pt>
                <c:pt idx="98">
                  <c:v>241</c:v>
                </c:pt>
                <c:pt idx="99">
                  <c:v>244</c:v>
                </c:pt>
                <c:pt idx="100">
                  <c:v>246</c:v>
                </c:pt>
                <c:pt idx="101">
                  <c:v>248</c:v>
                </c:pt>
                <c:pt idx="102">
                  <c:v>251</c:v>
                </c:pt>
                <c:pt idx="103">
                  <c:v>253</c:v>
                </c:pt>
                <c:pt idx="104">
                  <c:v>255</c:v>
                </c:pt>
                <c:pt idx="105">
                  <c:v>258</c:v>
                </c:pt>
                <c:pt idx="106">
                  <c:v>260</c:v>
                </c:pt>
                <c:pt idx="107">
                  <c:v>265</c:v>
                </c:pt>
                <c:pt idx="108">
                  <c:v>267</c:v>
                </c:pt>
                <c:pt idx="109">
                  <c:v>269</c:v>
                </c:pt>
                <c:pt idx="110">
                  <c:v>272</c:v>
                </c:pt>
                <c:pt idx="111">
                  <c:v>274</c:v>
                </c:pt>
                <c:pt idx="112">
                  <c:v>276</c:v>
                </c:pt>
                <c:pt idx="113">
                  <c:v>279</c:v>
                </c:pt>
                <c:pt idx="114">
                  <c:v>281</c:v>
                </c:pt>
                <c:pt idx="115">
                  <c:v>283</c:v>
                </c:pt>
                <c:pt idx="116">
                  <c:v>286</c:v>
                </c:pt>
                <c:pt idx="117">
                  <c:v>288</c:v>
                </c:pt>
                <c:pt idx="118">
                  <c:v>290</c:v>
                </c:pt>
                <c:pt idx="119">
                  <c:v>293</c:v>
                </c:pt>
                <c:pt idx="120">
                  <c:v>295</c:v>
                </c:pt>
                <c:pt idx="121">
                  <c:v>297</c:v>
                </c:pt>
                <c:pt idx="122">
                  <c:v>300</c:v>
                </c:pt>
                <c:pt idx="123">
                  <c:v>302</c:v>
                </c:pt>
                <c:pt idx="124">
                  <c:v>304</c:v>
                </c:pt>
                <c:pt idx="125">
                  <c:v>307</c:v>
                </c:pt>
                <c:pt idx="126">
                  <c:v>309</c:v>
                </c:pt>
                <c:pt idx="127">
                  <c:v>311</c:v>
                </c:pt>
                <c:pt idx="128">
                  <c:v>314</c:v>
                </c:pt>
                <c:pt idx="129">
                  <c:v>316</c:v>
                </c:pt>
                <c:pt idx="130">
                  <c:v>318</c:v>
                </c:pt>
                <c:pt idx="131">
                  <c:v>321</c:v>
                </c:pt>
                <c:pt idx="132">
                  <c:v>323</c:v>
                </c:pt>
                <c:pt idx="133">
                  <c:v>325</c:v>
                </c:pt>
                <c:pt idx="134">
                  <c:v>328</c:v>
                </c:pt>
              </c:numCache>
            </c:numRef>
          </c:xVal>
          <c:yVal>
            <c:numRef>
              <c:f>'Sheet1 (2)'!$O$2:$O$136</c:f>
              <c:numCache>
                <c:formatCode>General</c:formatCode>
                <c:ptCount val="135"/>
                <c:pt idx="0" formatCode="0.00">
                  <c:v>1</c:v>
                </c:pt>
                <c:pt idx="8" formatCode="0.00">
                  <c:v>1</c:v>
                </c:pt>
                <c:pt idx="17" formatCode="0.00">
                  <c:v>1</c:v>
                </c:pt>
                <c:pt idx="26" formatCode="0.00">
                  <c:v>1</c:v>
                </c:pt>
                <c:pt idx="36" formatCode="0.00">
                  <c:v>1</c:v>
                </c:pt>
                <c:pt idx="45" formatCode="0.00">
                  <c:v>0.96666666666666701</c:v>
                </c:pt>
                <c:pt idx="54" formatCode="0.00">
                  <c:v>0.78666666666666696</c:v>
                </c:pt>
                <c:pt idx="63" formatCode="0.00">
                  <c:v>0.36666666666666697</c:v>
                </c:pt>
                <c:pt idx="72" formatCode="0.00">
                  <c:v>3.3333333333333298E-2</c:v>
                </c:pt>
                <c:pt idx="80" formatCode="0.00">
                  <c:v>6.6666666666666697E-3</c:v>
                </c:pt>
                <c:pt idx="89" formatCode="0.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E9-E745-AB98-663333A289DD}"/>
            </c:ext>
          </c:extLst>
        </c:ser>
        <c:ser>
          <c:idx val="2"/>
          <c:order val="2"/>
          <c:tx>
            <c:strRef>
              <c:f>'Sheet1 (2)'!$P$1</c:f>
              <c:strCache>
                <c:ptCount val="1"/>
                <c:pt idx="0">
                  <c:v>Martínez (males)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4"/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xVal>
            <c:numRef>
              <c:f>'Sheet1 (2)'!$M$2:$M$136</c:f>
              <c:numCache>
                <c:formatCode>General</c:formatCode>
                <c:ptCount val="135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  <c:pt idx="11">
                  <c:v>27</c:v>
                </c:pt>
                <c:pt idx="12">
                  <c:v>29</c:v>
                </c:pt>
                <c:pt idx="13">
                  <c:v>31</c:v>
                </c:pt>
                <c:pt idx="14">
                  <c:v>34</c:v>
                </c:pt>
                <c:pt idx="15">
                  <c:v>36</c:v>
                </c:pt>
                <c:pt idx="16">
                  <c:v>38</c:v>
                </c:pt>
                <c:pt idx="17">
                  <c:v>41</c:v>
                </c:pt>
                <c:pt idx="18">
                  <c:v>43</c:v>
                </c:pt>
                <c:pt idx="19">
                  <c:v>45</c:v>
                </c:pt>
                <c:pt idx="20">
                  <c:v>48</c:v>
                </c:pt>
                <c:pt idx="21">
                  <c:v>50</c:v>
                </c:pt>
                <c:pt idx="22">
                  <c:v>52</c:v>
                </c:pt>
                <c:pt idx="23">
                  <c:v>55</c:v>
                </c:pt>
                <c:pt idx="24">
                  <c:v>57</c:v>
                </c:pt>
                <c:pt idx="25">
                  <c:v>59</c:v>
                </c:pt>
                <c:pt idx="26">
                  <c:v>62</c:v>
                </c:pt>
                <c:pt idx="27">
                  <c:v>63</c:v>
                </c:pt>
                <c:pt idx="28">
                  <c:v>64</c:v>
                </c:pt>
                <c:pt idx="29">
                  <c:v>66</c:v>
                </c:pt>
                <c:pt idx="30">
                  <c:v>69</c:v>
                </c:pt>
                <c:pt idx="31">
                  <c:v>71</c:v>
                </c:pt>
                <c:pt idx="32">
                  <c:v>73</c:v>
                </c:pt>
                <c:pt idx="33">
                  <c:v>76</c:v>
                </c:pt>
                <c:pt idx="34">
                  <c:v>78</c:v>
                </c:pt>
                <c:pt idx="35">
                  <c:v>80</c:v>
                </c:pt>
                <c:pt idx="36">
                  <c:v>83</c:v>
                </c:pt>
                <c:pt idx="37">
                  <c:v>85</c:v>
                </c:pt>
                <c:pt idx="38">
                  <c:v>87</c:v>
                </c:pt>
                <c:pt idx="39">
                  <c:v>90</c:v>
                </c:pt>
                <c:pt idx="40">
                  <c:v>92</c:v>
                </c:pt>
                <c:pt idx="41">
                  <c:v>94</c:v>
                </c:pt>
                <c:pt idx="42">
                  <c:v>97</c:v>
                </c:pt>
                <c:pt idx="43">
                  <c:v>99</c:v>
                </c:pt>
                <c:pt idx="44">
                  <c:v>101</c:v>
                </c:pt>
                <c:pt idx="45">
                  <c:v>104</c:v>
                </c:pt>
                <c:pt idx="46">
                  <c:v>106</c:v>
                </c:pt>
                <c:pt idx="47">
                  <c:v>108</c:v>
                </c:pt>
                <c:pt idx="48">
                  <c:v>111</c:v>
                </c:pt>
                <c:pt idx="49">
                  <c:v>113</c:v>
                </c:pt>
                <c:pt idx="50">
                  <c:v>115</c:v>
                </c:pt>
                <c:pt idx="51">
                  <c:v>118</c:v>
                </c:pt>
                <c:pt idx="52">
                  <c:v>120</c:v>
                </c:pt>
                <c:pt idx="53">
                  <c:v>122</c:v>
                </c:pt>
                <c:pt idx="54">
                  <c:v>125</c:v>
                </c:pt>
                <c:pt idx="55">
                  <c:v>127</c:v>
                </c:pt>
                <c:pt idx="56">
                  <c:v>129</c:v>
                </c:pt>
                <c:pt idx="57">
                  <c:v>132</c:v>
                </c:pt>
                <c:pt idx="58">
                  <c:v>134</c:v>
                </c:pt>
                <c:pt idx="59">
                  <c:v>136</c:v>
                </c:pt>
                <c:pt idx="60">
                  <c:v>139</c:v>
                </c:pt>
                <c:pt idx="61">
                  <c:v>141</c:v>
                </c:pt>
                <c:pt idx="62">
                  <c:v>143</c:v>
                </c:pt>
                <c:pt idx="63">
                  <c:v>146</c:v>
                </c:pt>
                <c:pt idx="64">
                  <c:v>148</c:v>
                </c:pt>
                <c:pt idx="65">
                  <c:v>150</c:v>
                </c:pt>
                <c:pt idx="66">
                  <c:v>153</c:v>
                </c:pt>
                <c:pt idx="67">
                  <c:v>155</c:v>
                </c:pt>
                <c:pt idx="68">
                  <c:v>157</c:v>
                </c:pt>
                <c:pt idx="69">
                  <c:v>160</c:v>
                </c:pt>
                <c:pt idx="70">
                  <c:v>162</c:v>
                </c:pt>
                <c:pt idx="71">
                  <c:v>164</c:v>
                </c:pt>
                <c:pt idx="72">
                  <c:v>167</c:v>
                </c:pt>
                <c:pt idx="73">
                  <c:v>169</c:v>
                </c:pt>
                <c:pt idx="74">
                  <c:v>171</c:v>
                </c:pt>
                <c:pt idx="75">
                  <c:v>174</c:v>
                </c:pt>
                <c:pt idx="76">
                  <c:v>176</c:v>
                </c:pt>
                <c:pt idx="77">
                  <c:v>181</c:v>
                </c:pt>
                <c:pt idx="78">
                  <c:v>183</c:v>
                </c:pt>
                <c:pt idx="79">
                  <c:v>185</c:v>
                </c:pt>
                <c:pt idx="80">
                  <c:v>188</c:v>
                </c:pt>
                <c:pt idx="81">
                  <c:v>190</c:v>
                </c:pt>
                <c:pt idx="82">
                  <c:v>192</c:v>
                </c:pt>
                <c:pt idx="83">
                  <c:v>195</c:v>
                </c:pt>
                <c:pt idx="84">
                  <c:v>197</c:v>
                </c:pt>
                <c:pt idx="85">
                  <c:v>199</c:v>
                </c:pt>
                <c:pt idx="86">
                  <c:v>202</c:v>
                </c:pt>
                <c:pt idx="87">
                  <c:v>204</c:v>
                </c:pt>
                <c:pt idx="88">
                  <c:v>206</c:v>
                </c:pt>
                <c:pt idx="89">
                  <c:v>210</c:v>
                </c:pt>
                <c:pt idx="90">
                  <c:v>216</c:v>
                </c:pt>
                <c:pt idx="91">
                  <c:v>218</c:v>
                </c:pt>
                <c:pt idx="92">
                  <c:v>220</c:v>
                </c:pt>
                <c:pt idx="93">
                  <c:v>223</c:v>
                </c:pt>
                <c:pt idx="94">
                  <c:v>225</c:v>
                </c:pt>
                <c:pt idx="95">
                  <c:v>230</c:v>
                </c:pt>
                <c:pt idx="96">
                  <c:v>232</c:v>
                </c:pt>
                <c:pt idx="97">
                  <c:v>237</c:v>
                </c:pt>
                <c:pt idx="98">
                  <c:v>241</c:v>
                </c:pt>
                <c:pt idx="99">
                  <c:v>244</c:v>
                </c:pt>
                <c:pt idx="100">
                  <c:v>246</c:v>
                </c:pt>
                <c:pt idx="101">
                  <c:v>248</c:v>
                </c:pt>
                <c:pt idx="102">
                  <c:v>251</c:v>
                </c:pt>
                <c:pt idx="103">
                  <c:v>253</c:v>
                </c:pt>
                <c:pt idx="104">
                  <c:v>255</c:v>
                </c:pt>
                <c:pt idx="105">
                  <c:v>258</c:v>
                </c:pt>
                <c:pt idx="106">
                  <c:v>260</c:v>
                </c:pt>
                <c:pt idx="107">
                  <c:v>265</c:v>
                </c:pt>
                <c:pt idx="108">
                  <c:v>267</c:v>
                </c:pt>
                <c:pt idx="109">
                  <c:v>269</c:v>
                </c:pt>
                <c:pt idx="110">
                  <c:v>272</c:v>
                </c:pt>
                <c:pt idx="111">
                  <c:v>274</c:v>
                </c:pt>
                <c:pt idx="112">
                  <c:v>276</c:v>
                </c:pt>
                <c:pt idx="113">
                  <c:v>279</c:v>
                </c:pt>
                <c:pt idx="114">
                  <c:v>281</c:v>
                </c:pt>
                <c:pt idx="115">
                  <c:v>283</c:v>
                </c:pt>
                <c:pt idx="116">
                  <c:v>286</c:v>
                </c:pt>
                <c:pt idx="117">
                  <c:v>288</c:v>
                </c:pt>
                <c:pt idx="118">
                  <c:v>290</c:v>
                </c:pt>
                <c:pt idx="119">
                  <c:v>293</c:v>
                </c:pt>
                <c:pt idx="120">
                  <c:v>295</c:v>
                </c:pt>
                <c:pt idx="121">
                  <c:v>297</c:v>
                </c:pt>
                <c:pt idx="122">
                  <c:v>300</c:v>
                </c:pt>
                <c:pt idx="123">
                  <c:v>302</c:v>
                </c:pt>
                <c:pt idx="124">
                  <c:v>304</c:v>
                </c:pt>
                <c:pt idx="125">
                  <c:v>307</c:v>
                </c:pt>
                <c:pt idx="126">
                  <c:v>309</c:v>
                </c:pt>
                <c:pt idx="127">
                  <c:v>311</c:v>
                </c:pt>
                <c:pt idx="128">
                  <c:v>314</c:v>
                </c:pt>
                <c:pt idx="129">
                  <c:v>316</c:v>
                </c:pt>
                <c:pt idx="130">
                  <c:v>318</c:v>
                </c:pt>
                <c:pt idx="131">
                  <c:v>321</c:v>
                </c:pt>
                <c:pt idx="132">
                  <c:v>323</c:v>
                </c:pt>
                <c:pt idx="133">
                  <c:v>325</c:v>
                </c:pt>
                <c:pt idx="134">
                  <c:v>328</c:v>
                </c:pt>
              </c:numCache>
            </c:numRef>
          </c:xVal>
          <c:yVal>
            <c:numRef>
              <c:f>'Sheet1 (2)'!$P$2:$P$136</c:f>
              <c:numCache>
                <c:formatCode>0.00</c:formatCode>
                <c:ptCount val="13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0.99333333333333296</c:v>
                </c:pt>
                <c:pt idx="8">
                  <c:v>0.99333333333333296</c:v>
                </c:pt>
                <c:pt idx="9">
                  <c:v>0.99333333333333296</c:v>
                </c:pt>
                <c:pt idx="10">
                  <c:v>0.99333333333333296</c:v>
                </c:pt>
                <c:pt idx="11">
                  <c:v>0.99333333333333296</c:v>
                </c:pt>
                <c:pt idx="12">
                  <c:v>0.99333333333333296</c:v>
                </c:pt>
                <c:pt idx="13">
                  <c:v>0.98666666666666702</c:v>
                </c:pt>
                <c:pt idx="14">
                  <c:v>0.98</c:v>
                </c:pt>
                <c:pt idx="15">
                  <c:v>0.98</c:v>
                </c:pt>
                <c:pt idx="16">
                  <c:v>0.98</c:v>
                </c:pt>
                <c:pt idx="17">
                  <c:v>0.98</c:v>
                </c:pt>
                <c:pt idx="18">
                  <c:v>0.98</c:v>
                </c:pt>
                <c:pt idx="19">
                  <c:v>0.98</c:v>
                </c:pt>
                <c:pt idx="20">
                  <c:v>0.98</c:v>
                </c:pt>
                <c:pt idx="21">
                  <c:v>0.98</c:v>
                </c:pt>
                <c:pt idx="22">
                  <c:v>0.98</c:v>
                </c:pt>
                <c:pt idx="23">
                  <c:v>0.98</c:v>
                </c:pt>
                <c:pt idx="24">
                  <c:v>0.98</c:v>
                </c:pt>
                <c:pt idx="25">
                  <c:v>0.98</c:v>
                </c:pt>
                <c:pt idx="26">
                  <c:v>0.98</c:v>
                </c:pt>
                <c:pt idx="27">
                  <c:v>0.98</c:v>
                </c:pt>
                <c:pt idx="28">
                  <c:v>0.98</c:v>
                </c:pt>
                <c:pt idx="29">
                  <c:v>0.98</c:v>
                </c:pt>
                <c:pt idx="30">
                  <c:v>0.96666666666666701</c:v>
                </c:pt>
                <c:pt idx="31">
                  <c:v>0.95333333333333303</c:v>
                </c:pt>
                <c:pt idx="32">
                  <c:v>0.95333333333333303</c:v>
                </c:pt>
                <c:pt idx="33">
                  <c:v>0.94666666666666699</c:v>
                </c:pt>
                <c:pt idx="34">
                  <c:v>0.92</c:v>
                </c:pt>
                <c:pt idx="35">
                  <c:v>0.90666666666666695</c:v>
                </c:pt>
                <c:pt idx="36">
                  <c:v>0.90666666666666695</c:v>
                </c:pt>
                <c:pt idx="37">
                  <c:v>0.88666666666666705</c:v>
                </c:pt>
                <c:pt idx="38">
                  <c:v>0.86666666666666703</c:v>
                </c:pt>
                <c:pt idx="39">
                  <c:v>0.84666666666666701</c:v>
                </c:pt>
                <c:pt idx="40">
                  <c:v>0.82666666666666699</c:v>
                </c:pt>
                <c:pt idx="41">
                  <c:v>0.82</c:v>
                </c:pt>
                <c:pt idx="42">
                  <c:v>0.8</c:v>
                </c:pt>
                <c:pt idx="43">
                  <c:v>0.76666666666666705</c:v>
                </c:pt>
                <c:pt idx="44">
                  <c:v>0.76</c:v>
                </c:pt>
                <c:pt idx="45">
                  <c:v>0.74666666666666703</c:v>
                </c:pt>
                <c:pt idx="46">
                  <c:v>0.72</c:v>
                </c:pt>
                <c:pt idx="47">
                  <c:v>0.72</c:v>
                </c:pt>
                <c:pt idx="48">
                  <c:v>0.71333333333333304</c:v>
                </c:pt>
                <c:pt idx="49">
                  <c:v>0.71333333333333304</c:v>
                </c:pt>
                <c:pt idx="50">
                  <c:v>0.71333333333333304</c:v>
                </c:pt>
                <c:pt idx="51">
                  <c:v>0.69333333333333302</c:v>
                </c:pt>
                <c:pt idx="52">
                  <c:v>0.68666666666666698</c:v>
                </c:pt>
                <c:pt idx="53">
                  <c:v>0.68</c:v>
                </c:pt>
                <c:pt idx="54">
                  <c:v>0.67333333333333301</c:v>
                </c:pt>
                <c:pt idx="55">
                  <c:v>0.66</c:v>
                </c:pt>
                <c:pt idx="56">
                  <c:v>0.66</c:v>
                </c:pt>
                <c:pt idx="57">
                  <c:v>0.64</c:v>
                </c:pt>
                <c:pt idx="58">
                  <c:v>0.62666666666666704</c:v>
                </c:pt>
                <c:pt idx="59">
                  <c:v>0.62</c:v>
                </c:pt>
                <c:pt idx="60">
                  <c:v>0.61333333333333295</c:v>
                </c:pt>
                <c:pt idx="61">
                  <c:v>0.6</c:v>
                </c:pt>
                <c:pt idx="62">
                  <c:v>0.57999999999999996</c:v>
                </c:pt>
                <c:pt idx="63">
                  <c:v>0.55333333333333301</c:v>
                </c:pt>
                <c:pt idx="64">
                  <c:v>0.46666666666666701</c:v>
                </c:pt>
                <c:pt idx="65">
                  <c:v>0.43333333333333302</c:v>
                </c:pt>
                <c:pt idx="66">
                  <c:v>0.43333333333333302</c:v>
                </c:pt>
                <c:pt idx="67">
                  <c:v>0.43333333333333302</c:v>
                </c:pt>
                <c:pt idx="68">
                  <c:v>0.43333333333333302</c:v>
                </c:pt>
                <c:pt idx="69">
                  <c:v>0.42</c:v>
                </c:pt>
                <c:pt idx="70">
                  <c:v>0.40666666666666701</c:v>
                </c:pt>
                <c:pt idx="71">
                  <c:v>0.40666666666666701</c:v>
                </c:pt>
                <c:pt idx="72">
                  <c:v>0.40666666666666701</c:v>
                </c:pt>
                <c:pt idx="73">
                  <c:v>0.40666666666666701</c:v>
                </c:pt>
                <c:pt idx="74">
                  <c:v>0.40666666666666701</c:v>
                </c:pt>
                <c:pt idx="75">
                  <c:v>0.40666666666666701</c:v>
                </c:pt>
                <c:pt idx="76">
                  <c:v>0.40666666666666701</c:v>
                </c:pt>
                <c:pt idx="77">
                  <c:v>0.40666666666666701</c:v>
                </c:pt>
                <c:pt idx="78">
                  <c:v>0.40666666666666701</c:v>
                </c:pt>
                <c:pt idx="79">
                  <c:v>0.40666666666666701</c:v>
                </c:pt>
                <c:pt idx="80">
                  <c:v>0.40666666666666701</c:v>
                </c:pt>
                <c:pt idx="81">
                  <c:v>0.40666666666666701</c:v>
                </c:pt>
                <c:pt idx="82">
                  <c:v>0.40666666666666701</c:v>
                </c:pt>
                <c:pt idx="83">
                  <c:v>0.39333333333333298</c:v>
                </c:pt>
                <c:pt idx="84">
                  <c:v>0.39333333333333298</c:v>
                </c:pt>
                <c:pt idx="85">
                  <c:v>0.38666666666666699</c:v>
                </c:pt>
                <c:pt idx="86">
                  <c:v>0.37333333333333302</c:v>
                </c:pt>
                <c:pt idx="87">
                  <c:v>0.37333333333333302</c:v>
                </c:pt>
                <c:pt idx="88">
                  <c:v>0.36666666666666697</c:v>
                </c:pt>
                <c:pt idx="89">
                  <c:v>0.36666666666666697</c:v>
                </c:pt>
                <c:pt idx="90">
                  <c:v>0.36666666666666697</c:v>
                </c:pt>
                <c:pt idx="91">
                  <c:v>0.36666666666666697</c:v>
                </c:pt>
                <c:pt idx="92">
                  <c:v>0.36666666666666697</c:v>
                </c:pt>
                <c:pt idx="93">
                  <c:v>0.36666666666666697</c:v>
                </c:pt>
                <c:pt idx="94">
                  <c:v>0.36666666666666697</c:v>
                </c:pt>
                <c:pt idx="95">
                  <c:v>0.36666666666666697</c:v>
                </c:pt>
                <c:pt idx="96">
                  <c:v>0.36666666666666697</c:v>
                </c:pt>
                <c:pt idx="97">
                  <c:v>0.36666666666666697</c:v>
                </c:pt>
                <c:pt idx="98">
                  <c:v>0.36666666666666697</c:v>
                </c:pt>
                <c:pt idx="99">
                  <c:v>0.36666666666666697</c:v>
                </c:pt>
                <c:pt idx="100">
                  <c:v>0.36666666666666697</c:v>
                </c:pt>
                <c:pt idx="101">
                  <c:v>0.36666666666666697</c:v>
                </c:pt>
                <c:pt idx="102">
                  <c:v>0.36</c:v>
                </c:pt>
                <c:pt idx="103">
                  <c:v>0.36</c:v>
                </c:pt>
                <c:pt idx="104">
                  <c:v>0.36</c:v>
                </c:pt>
                <c:pt idx="105">
                  <c:v>0.36</c:v>
                </c:pt>
                <c:pt idx="106">
                  <c:v>0.36</c:v>
                </c:pt>
                <c:pt idx="107">
                  <c:v>0.36</c:v>
                </c:pt>
                <c:pt idx="108">
                  <c:v>0.36</c:v>
                </c:pt>
                <c:pt idx="109">
                  <c:v>0.36</c:v>
                </c:pt>
                <c:pt idx="110">
                  <c:v>0.36</c:v>
                </c:pt>
                <c:pt idx="111">
                  <c:v>0.36</c:v>
                </c:pt>
                <c:pt idx="112">
                  <c:v>0.36</c:v>
                </c:pt>
                <c:pt idx="113">
                  <c:v>0.36</c:v>
                </c:pt>
                <c:pt idx="114">
                  <c:v>0.36</c:v>
                </c:pt>
                <c:pt idx="115">
                  <c:v>0.36</c:v>
                </c:pt>
                <c:pt idx="116">
                  <c:v>0.36</c:v>
                </c:pt>
                <c:pt idx="117">
                  <c:v>0.36</c:v>
                </c:pt>
                <c:pt idx="118">
                  <c:v>0.36</c:v>
                </c:pt>
                <c:pt idx="119">
                  <c:v>0.36</c:v>
                </c:pt>
                <c:pt idx="120">
                  <c:v>0.36</c:v>
                </c:pt>
                <c:pt idx="121">
                  <c:v>0.36</c:v>
                </c:pt>
                <c:pt idx="122">
                  <c:v>0.36</c:v>
                </c:pt>
                <c:pt idx="123">
                  <c:v>0.36</c:v>
                </c:pt>
                <c:pt idx="124">
                  <c:v>0.36</c:v>
                </c:pt>
                <c:pt idx="125">
                  <c:v>0.36</c:v>
                </c:pt>
                <c:pt idx="126">
                  <c:v>0.36</c:v>
                </c:pt>
                <c:pt idx="127">
                  <c:v>0.36</c:v>
                </c:pt>
                <c:pt idx="128">
                  <c:v>0.36</c:v>
                </c:pt>
                <c:pt idx="129">
                  <c:v>0.36</c:v>
                </c:pt>
                <c:pt idx="130">
                  <c:v>0.36</c:v>
                </c:pt>
                <c:pt idx="131">
                  <c:v>0.36</c:v>
                </c:pt>
                <c:pt idx="132">
                  <c:v>0.36</c:v>
                </c:pt>
                <c:pt idx="133">
                  <c:v>0.36</c:v>
                </c:pt>
                <c:pt idx="134">
                  <c:v>0.36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5E9-E745-AB98-663333A28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9192368"/>
        <c:axId val="2079197552"/>
      </c:scatterChart>
      <c:valAx>
        <c:axId val="20791923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latin typeface="Myriad Pro"/>
                  </a:defRPr>
                </a:pPr>
                <a:r>
                  <a:rPr lang="en-US" sz="1400" dirty="0">
                    <a:latin typeface="Myriad Pro"/>
                  </a:rPr>
                  <a:t>Days After Induction (10°C)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 anchor="ctr" anchorCtr="1"/>
          <a:lstStyle/>
          <a:p>
            <a:pPr>
              <a:defRPr sz="1200">
                <a:latin typeface="Myriad Pro"/>
              </a:defRPr>
            </a:pPr>
            <a:endParaRPr lang="en-US"/>
          </a:p>
        </c:txPr>
        <c:crossAx val="2079197552"/>
        <c:crosses val="autoZero"/>
        <c:crossBetween val="midCat"/>
      </c:valAx>
      <c:valAx>
        <c:axId val="207919755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>
                    <a:latin typeface="Myriad Pro"/>
                  </a:defRPr>
                </a:pPr>
                <a:r>
                  <a:rPr lang="en-US" sz="1400">
                    <a:latin typeface="Myriad Pro"/>
                  </a:rPr>
                  <a:t>Fraction Alive</a:t>
                </a:r>
              </a:p>
            </c:rich>
          </c:tx>
          <c:layout>
            <c:manualLayout>
              <c:xMode val="edge"/>
              <c:yMode val="edge"/>
              <c:x val="8.3333333333333297E-3"/>
              <c:y val="0.36179401574803099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yriad Pro"/>
              </a:defRPr>
            </a:pPr>
            <a:endParaRPr lang="en-US"/>
          </a:p>
        </c:txPr>
        <c:crossAx val="207919236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7511924067478999"/>
          <c:y val="0.36343012062190799"/>
          <c:w val="0.22488075932521001"/>
          <c:h val="0.28088820228178601"/>
        </c:manualLayout>
      </c:layout>
      <c:overlay val="0"/>
      <c:txPr>
        <a:bodyPr/>
        <a:lstStyle/>
        <a:p>
          <a:pPr>
            <a:defRPr sz="1400">
              <a:latin typeface="Myriad Pro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539120642589305E-2"/>
          <c:y val="2.93463658926746E-2"/>
          <c:w val="0.88153228820707297"/>
          <c:h val="0.82712343644474096"/>
        </c:manualLayout>
      </c:layout>
      <c:scatterChart>
        <c:scatterStyle val="lineMarker"/>
        <c:varyColors val="0"/>
        <c:ser>
          <c:idx val="0"/>
          <c:order val="0"/>
          <c:tx>
            <c:v>Revertant Hydra</c:v>
          </c:tx>
          <c:spPr>
            <a:ln w="28575">
              <a:noFill/>
            </a:ln>
          </c:spPr>
          <c:marker>
            <c:symbol val="circle"/>
            <c:size val="7"/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errBars>
            <c:errDir val="y"/>
            <c:errBarType val="both"/>
            <c:errValType val="cust"/>
            <c:noEndCap val="1"/>
            <c:plus>
              <c:numRef>
                <c:f>'Natural revertant testes'!$D$2:$D$53</c:f>
                <c:numCache>
                  <c:formatCode>General</c:formatCode>
                  <c:ptCount val="52"/>
                  <c:pt idx="3">
                    <c:v>0.40978261291970702</c:v>
                  </c:pt>
                  <c:pt idx="4">
                    <c:v>0.51139224753114298</c:v>
                  </c:pt>
                  <c:pt idx="5">
                    <c:v>0.537996779307789</c:v>
                  </c:pt>
                  <c:pt idx="6">
                    <c:v>0.59570304599948298</c:v>
                  </c:pt>
                  <c:pt idx="7">
                    <c:v>0.72978596996478695</c:v>
                  </c:pt>
                  <c:pt idx="8">
                    <c:v>0.79035072633210501</c:v>
                  </c:pt>
                  <c:pt idx="9">
                    <c:v>0.847935076084954</c:v>
                  </c:pt>
                  <c:pt idx="10">
                    <c:v>1.131440315290011</c:v>
                  </c:pt>
                  <c:pt idx="11">
                    <c:v>1.3107228382811511</c:v>
                  </c:pt>
                  <c:pt idx="12">
                    <c:v>1.466618825984537</c:v>
                  </c:pt>
                  <c:pt idx="13">
                    <c:v>1.4785344179202149</c:v>
                  </c:pt>
                  <c:pt idx="14">
                    <c:v>1.331657260935377</c:v>
                  </c:pt>
                  <c:pt idx="15">
                    <c:v>1.297155957176314</c:v>
                  </c:pt>
                  <c:pt idx="16">
                    <c:v>1.324476406841496</c:v>
                  </c:pt>
                  <c:pt idx="17">
                    <c:v>1.2284843545843831</c:v>
                  </c:pt>
                  <c:pt idx="18">
                    <c:v>1.1327042279097079</c:v>
                  </c:pt>
                  <c:pt idx="19">
                    <c:v>0.96279048754499996</c:v>
                  </c:pt>
                  <c:pt idx="20">
                    <c:v>0.99030682903384804</c:v>
                  </c:pt>
                  <c:pt idx="21">
                    <c:v>1.07493684660865</c:v>
                  </c:pt>
                  <c:pt idx="22">
                    <c:v>1.13818501388474</c:v>
                  </c:pt>
                  <c:pt idx="23">
                    <c:v>1.268961667187509</c:v>
                  </c:pt>
                  <c:pt idx="24">
                    <c:v>1.2738724612210399</c:v>
                  </c:pt>
                  <c:pt idx="25">
                    <c:v>1.2556578420773941</c:v>
                  </c:pt>
                  <c:pt idx="26">
                    <c:v>1.259696895304399</c:v>
                  </c:pt>
                  <c:pt idx="27">
                    <c:v>1.2335895985465319</c:v>
                  </c:pt>
                  <c:pt idx="28">
                    <c:v>1.03993697159665</c:v>
                  </c:pt>
                  <c:pt idx="29">
                    <c:v>0.974122273815347</c:v>
                  </c:pt>
                  <c:pt idx="30">
                    <c:v>0.84434266323410001</c:v>
                  </c:pt>
                  <c:pt idx="31">
                    <c:v>0.73574670867256198</c:v>
                  </c:pt>
                  <c:pt idx="32">
                    <c:v>0.57708142891658298</c:v>
                  </c:pt>
                  <c:pt idx="33">
                    <c:v>0.51037380380734998</c:v>
                  </c:pt>
                  <c:pt idx="34">
                    <c:v>0.34117127971290201</c:v>
                  </c:pt>
                  <c:pt idx="35">
                    <c:v>0.29056226789630302</c:v>
                  </c:pt>
                  <c:pt idx="36">
                    <c:v>0.237166133773142</c:v>
                  </c:pt>
                  <c:pt idx="37">
                    <c:v>0.295839281850311</c:v>
                  </c:pt>
                  <c:pt idx="38">
                    <c:v>0.39808809996560801</c:v>
                  </c:pt>
                  <c:pt idx="39">
                    <c:v>0.46560652973787398</c:v>
                  </c:pt>
                  <c:pt idx="40">
                    <c:v>0.40710076072586099</c:v>
                  </c:pt>
                  <c:pt idx="41">
                    <c:v>0.33915868971413599</c:v>
                  </c:pt>
                  <c:pt idx="42">
                    <c:v>0.26637052135797601</c:v>
                  </c:pt>
                  <c:pt idx="43">
                    <c:v>0.28480327652189202</c:v>
                  </c:pt>
                  <c:pt idx="44">
                    <c:v>0.22641509433962301</c:v>
                  </c:pt>
                  <c:pt idx="45">
                    <c:v>0.245283018867925</c:v>
                  </c:pt>
                  <c:pt idx="46">
                    <c:v>0.113207547169811</c:v>
                  </c:pt>
                  <c:pt idx="47">
                    <c:v>3.77358490566038E-2</c:v>
                  </c:pt>
                  <c:pt idx="48">
                    <c:v>0</c:v>
                  </c:pt>
                  <c:pt idx="49">
                    <c:v>0</c:v>
                  </c:pt>
                  <c:pt idx="50">
                    <c:v>9.4339622641509399E-2</c:v>
                  </c:pt>
                  <c:pt idx="51">
                    <c:v>0.15094339622641501</c:v>
                  </c:pt>
                </c:numCache>
              </c:numRef>
            </c:plus>
            <c:minus>
              <c:numRef>
                <c:f>'Natural revertant testes'!$D$2:$D$53</c:f>
                <c:numCache>
                  <c:formatCode>General</c:formatCode>
                  <c:ptCount val="52"/>
                  <c:pt idx="3">
                    <c:v>0.40978261291970702</c:v>
                  </c:pt>
                  <c:pt idx="4">
                    <c:v>0.51139224753114298</c:v>
                  </c:pt>
                  <c:pt idx="5">
                    <c:v>0.537996779307789</c:v>
                  </c:pt>
                  <c:pt idx="6">
                    <c:v>0.59570304599948298</c:v>
                  </c:pt>
                  <c:pt idx="7">
                    <c:v>0.72978596996478695</c:v>
                  </c:pt>
                  <c:pt idx="8">
                    <c:v>0.79035072633210501</c:v>
                  </c:pt>
                  <c:pt idx="9">
                    <c:v>0.847935076084954</c:v>
                  </c:pt>
                  <c:pt idx="10">
                    <c:v>1.131440315290011</c:v>
                  </c:pt>
                  <c:pt idx="11">
                    <c:v>1.3107228382811511</c:v>
                  </c:pt>
                  <c:pt idx="12">
                    <c:v>1.466618825984537</c:v>
                  </c:pt>
                  <c:pt idx="13">
                    <c:v>1.4785344179202149</c:v>
                  </c:pt>
                  <c:pt idx="14">
                    <c:v>1.331657260935377</c:v>
                  </c:pt>
                  <c:pt idx="15">
                    <c:v>1.297155957176314</c:v>
                  </c:pt>
                  <c:pt idx="16">
                    <c:v>1.324476406841496</c:v>
                  </c:pt>
                  <c:pt idx="17">
                    <c:v>1.2284843545843831</c:v>
                  </c:pt>
                  <c:pt idx="18">
                    <c:v>1.1327042279097079</c:v>
                  </c:pt>
                  <c:pt idx="19">
                    <c:v>0.96279048754499996</c:v>
                  </c:pt>
                  <c:pt idx="20">
                    <c:v>0.99030682903384804</c:v>
                  </c:pt>
                  <c:pt idx="21">
                    <c:v>1.07493684660865</c:v>
                  </c:pt>
                  <c:pt idx="22">
                    <c:v>1.13818501388474</c:v>
                  </c:pt>
                  <c:pt idx="23">
                    <c:v>1.268961667187509</c:v>
                  </c:pt>
                  <c:pt idx="24">
                    <c:v>1.2738724612210399</c:v>
                  </c:pt>
                  <c:pt idx="25">
                    <c:v>1.2556578420773941</c:v>
                  </c:pt>
                  <c:pt idx="26">
                    <c:v>1.259696895304399</c:v>
                  </c:pt>
                  <c:pt idx="27">
                    <c:v>1.2335895985465319</c:v>
                  </c:pt>
                  <c:pt idx="28">
                    <c:v>1.03993697159665</c:v>
                  </c:pt>
                  <c:pt idx="29">
                    <c:v>0.974122273815347</c:v>
                  </c:pt>
                  <c:pt idx="30">
                    <c:v>0.84434266323410001</c:v>
                  </c:pt>
                  <c:pt idx="31">
                    <c:v>0.73574670867256198</c:v>
                  </c:pt>
                  <c:pt idx="32">
                    <c:v>0.57708142891658298</c:v>
                  </c:pt>
                  <c:pt idx="33">
                    <c:v>0.51037380380734998</c:v>
                  </c:pt>
                  <c:pt idx="34">
                    <c:v>0.34117127971290201</c:v>
                  </c:pt>
                  <c:pt idx="35">
                    <c:v>0.29056226789630302</c:v>
                  </c:pt>
                  <c:pt idx="36">
                    <c:v>0.237166133773142</c:v>
                  </c:pt>
                  <c:pt idx="37">
                    <c:v>0.295839281850311</c:v>
                  </c:pt>
                  <c:pt idx="38">
                    <c:v>0.39808809996560801</c:v>
                  </c:pt>
                  <c:pt idx="39">
                    <c:v>0.46560652973787398</c:v>
                  </c:pt>
                  <c:pt idx="40">
                    <c:v>0.40710076072586099</c:v>
                  </c:pt>
                  <c:pt idx="41">
                    <c:v>0.33915868971413599</c:v>
                  </c:pt>
                  <c:pt idx="42">
                    <c:v>0.26637052135797601</c:v>
                  </c:pt>
                  <c:pt idx="43">
                    <c:v>0.28480327652189202</c:v>
                  </c:pt>
                  <c:pt idx="44">
                    <c:v>0.22641509433962301</c:v>
                  </c:pt>
                  <c:pt idx="45">
                    <c:v>0.245283018867925</c:v>
                  </c:pt>
                  <c:pt idx="46">
                    <c:v>0.113207547169811</c:v>
                  </c:pt>
                  <c:pt idx="47">
                    <c:v>3.77358490566038E-2</c:v>
                  </c:pt>
                  <c:pt idx="48">
                    <c:v>0</c:v>
                  </c:pt>
                  <c:pt idx="49">
                    <c:v>0</c:v>
                  </c:pt>
                  <c:pt idx="50">
                    <c:v>9.4339622641509399E-2</c:v>
                  </c:pt>
                  <c:pt idx="51">
                    <c:v>0.15094339622641501</c:v>
                  </c:pt>
                </c:numCache>
              </c:numRef>
            </c:minus>
          </c:errBars>
          <c:xVal>
            <c:numRef>
              <c:f>'Natural revertant testes'!$A$2:$A$53</c:f>
              <c:numCache>
                <c:formatCode>General</c:formatCode>
                <c:ptCount val="5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</c:numCache>
            </c:numRef>
          </c:xVal>
          <c:yVal>
            <c:numRef>
              <c:f>'Natural revertant testes'!$B$2:$B$53</c:f>
              <c:numCache>
                <c:formatCode>General</c:formatCode>
                <c:ptCount val="52"/>
                <c:pt idx="3">
                  <c:v>4.1509433962263964</c:v>
                </c:pt>
                <c:pt idx="4">
                  <c:v>6.7169811320754667</c:v>
                </c:pt>
                <c:pt idx="5">
                  <c:v>8.0754716981132102</c:v>
                </c:pt>
                <c:pt idx="6">
                  <c:v>9</c:v>
                </c:pt>
                <c:pt idx="7">
                  <c:v>10.245283018867919</c:v>
                </c:pt>
                <c:pt idx="8">
                  <c:v>10.67924528301887</c:v>
                </c:pt>
                <c:pt idx="9">
                  <c:v>11.67924528301887</c:v>
                </c:pt>
                <c:pt idx="10">
                  <c:v>13.811320754716981</c:v>
                </c:pt>
                <c:pt idx="11">
                  <c:v>15.15094339622642</c:v>
                </c:pt>
                <c:pt idx="12">
                  <c:v>16.867924528301891</c:v>
                </c:pt>
                <c:pt idx="13">
                  <c:v>15.15094339622642</c:v>
                </c:pt>
                <c:pt idx="14">
                  <c:v>12.490566037735849</c:v>
                </c:pt>
                <c:pt idx="15">
                  <c:v>10.77358490566038</c:v>
                </c:pt>
                <c:pt idx="16">
                  <c:v>9.3962264150943398</c:v>
                </c:pt>
                <c:pt idx="17">
                  <c:v>7.2264150943396217</c:v>
                </c:pt>
                <c:pt idx="18">
                  <c:v>6</c:v>
                </c:pt>
                <c:pt idx="19">
                  <c:v>5.2075471698113196</c:v>
                </c:pt>
                <c:pt idx="20">
                  <c:v>4.9433962264150946</c:v>
                </c:pt>
                <c:pt idx="21">
                  <c:v>5.0943396226415096</c:v>
                </c:pt>
                <c:pt idx="22">
                  <c:v>5.2641509433961646</c:v>
                </c:pt>
                <c:pt idx="23">
                  <c:v>5.3396226415094361</c:v>
                </c:pt>
                <c:pt idx="24">
                  <c:v>5.2641509433961646</c:v>
                </c:pt>
                <c:pt idx="25">
                  <c:v>5.1132075471698064</c:v>
                </c:pt>
                <c:pt idx="26">
                  <c:v>5.1132075471698064</c:v>
                </c:pt>
                <c:pt idx="27">
                  <c:v>4.9622641509433949</c:v>
                </c:pt>
                <c:pt idx="28">
                  <c:v>4.0943396226415096</c:v>
                </c:pt>
                <c:pt idx="29">
                  <c:v>3.528301886792454</c:v>
                </c:pt>
                <c:pt idx="30">
                  <c:v>4.1509433962263964</c:v>
                </c:pt>
                <c:pt idx="31">
                  <c:v>2.3396226415094339</c:v>
                </c:pt>
                <c:pt idx="32">
                  <c:v>1.7547169811320751</c:v>
                </c:pt>
                <c:pt idx="33">
                  <c:v>1.3396226415094341</c:v>
                </c:pt>
                <c:pt idx="34">
                  <c:v>0.84905660377358505</c:v>
                </c:pt>
                <c:pt idx="35">
                  <c:v>0.60377358490566002</c:v>
                </c:pt>
                <c:pt idx="36">
                  <c:v>0.43396226415094302</c:v>
                </c:pt>
                <c:pt idx="37">
                  <c:v>0.52830188679245305</c:v>
                </c:pt>
                <c:pt idx="38">
                  <c:v>0.71698113207547198</c:v>
                </c:pt>
                <c:pt idx="39">
                  <c:v>0.83018867924528295</c:v>
                </c:pt>
                <c:pt idx="40">
                  <c:v>0.71698113207547198</c:v>
                </c:pt>
                <c:pt idx="41">
                  <c:v>0.56603773584905703</c:v>
                </c:pt>
                <c:pt idx="42">
                  <c:v>0.320754716981132</c:v>
                </c:pt>
                <c:pt idx="43">
                  <c:v>0.320754716981132</c:v>
                </c:pt>
                <c:pt idx="44">
                  <c:v>0.22641509433962301</c:v>
                </c:pt>
                <c:pt idx="45">
                  <c:v>0.245283018867925</c:v>
                </c:pt>
                <c:pt idx="46">
                  <c:v>0.113207547169811</c:v>
                </c:pt>
                <c:pt idx="47">
                  <c:v>3.77358490566038E-2</c:v>
                </c:pt>
                <c:pt idx="48">
                  <c:v>0</c:v>
                </c:pt>
                <c:pt idx="49">
                  <c:v>0</c:v>
                </c:pt>
                <c:pt idx="50">
                  <c:v>9.4339622641509399E-2</c:v>
                </c:pt>
                <c:pt idx="51">
                  <c:v>0.15094339622641501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871-BC43-A10A-90893A3FE087}"/>
            </c:ext>
          </c:extLst>
        </c:ser>
        <c:ser>
          <c:idx val="1"/>
          <c:order val="1"/>
          <c:tx>
            <c:v>Aging Hydra</c:v>
          </c:tx>
          <c:spPr>
            <a:ln w="28575">
              <a:noFill/>
            </a:ln>
          </c:spPr>
          <c:marker>
            <c:symbol val="circle"/>
            <c:size val="7"/>
            <c:spPr>
              <a:solidFill>
                <a:srgbClr val="FF6600"/>
              </a:solidFill>
              <a:ln>
                <a:solidFill>
                  <a:srgbClr val="FF6600"/>
                </a:solidFill>
              </a:ln>
            </c:spPr>
          </c:marker>
          <c:errBars>
            <c:errDir val="y"/>
            <c:errBarType val="both"/>
            <c:errValType val="cust"/>
            <c:noEndCap val="1"/>
            <c:plus>
              <c:numRef>
                <c:f>'Natural revertant testes'!$E$2:$E$53</c:f>
                <c:numCache>
                  <c:formatCode>General</c:formatCode>
                  <c:ptCount val="52"/>
                  <c:pt idx="3">
                    <c:v>0.36979469291410599</c:v>
                  </c:pt>
                  <c:pt idx="4">
                    <c:v>0.419601417866378</c:v>
                  </c:pt>
                  <c:pt idx="5">
                    <c:v>0.43547974362630898</c:v>
                  </c:pt>
                  <c:pt idx="6">
                    <c:v>0.47866235535542501</c:v>
                  </c:pt>
                  <c:pt idx="7">
                    <c:v>0.61817018076078001</c:v>
                  </c:pt>
                  <c:pt idx="8">
                    <c:v>0.74918708550897595</c:v>
                  </c:pt>
                  <c:pt idx="9">
                    <c:v>0.78471448235205399</c:v>
                  </c:pt>
                  <c:pt idx="10">
                    <c:v>0.99683491652279399</c:v>
                  </c:pt>
                  <c:pt idx="11">
                    <c:v>1.161191738746093</c:v>
                  </c:pt>
                  <c:pt idx="12">
                    <c:v>1.296571947758473</c:v>
                  </c:pt>
                  <c:pt idx="13">
                    <c:v>1.3839415781129261</c:v>
                  </c:pt>
                  <c:pt idx="14">
                    <c:v>1.2312028091301099</c:v>
                  </c:pt>
                  <c:pt idx="15">
                    <c:v>1.28922449004669</c:v>
                  </c:pt>
                  <c:pt idx="16">
                    <c:v>1.339634430791947</c:v>
                  </c:pt>
                  <c:pt idx="17">
                    <c:v>0.87480473167325701</c:v>
                  </c:pt>
                  <c:pt idx="18">
                    <c:v>0.81215513271539397</c:v>
                  </c:pt>
                  <c:pt idx="19">
                    <c:v>0.86421002907798605</c:v>
                  </c:pt>
                  <c:pt idx="20">
                    <c:v>0.91039086364585398</c:v>
                  </c:pt>
                  <c:pt idx="21">
                    <c:v>0.93735748423663701</c:v>
                  </c:pt>
                  <c:pt idx="22">
                    <c:v>1.957890020745122</c:v>
                  </c:pt>
                  <c:pt idx="23">
                    <c:v>1.6896562584161721</c:v>
                  </c:pt>
                  <c:pt idx="24">
                    <c:v>1.8313223355266099</c:v>
                  </c:pt>
                  <c:pt idx="25">
                    <c:v>1.3577692789888809</c:v>
                  </c:pt>
                  <c:pt idx="26">
                    <c:v>1.9395630337539329</c:v>
                  </c:pt>
                  <c:pt idx="27">
                    <c:v>1.9448169387297269</c:v>
                  </c:pt>
                  <c:pt idx="28">
                    <c:v>1.0658585374094951</c:v>
                  </c:pt>
                  <c:pt idx="29">
                    <c:v>0</c:v>
                  </c:pt>
                </c:numCache>
              </c:numRef>
            </c:plus>
            <c:minus>
              <c:numRef>
                <c:f>'Natural revertant testes'!$E$2:$E$53</c:f>
                <c:numCache>
                  <c:formatCode>General</c:formatCode>
                  <c:ptCount val="52"/>
                  <c:pt idx="3">
                    <c:v>0.36979469291410599</c:v>
                  </c:pt>
                  <c:pt idx="4">
                    <c:v>0.419601417866378</c:v>
                  </c:pt>
                  <c:pt idx="5">
                    <c:v>0.43547974362630898</c:v>
                  </c:pt>
                  <c:pt idx="6">
                    <c:v>0.47866235535542501</c:v>
                  </c:pt>
                  <c:pt idx="7">
                    <c:v>0.61817018076078001</c:v>
                  </c:pt>
                  <c:pt idx="8">
                    <c:v>0.74918708550897595</c:v>
                  </c:pt>
                  <c:pt idx="9">
                    <c:v>0.78471448235205399</c:v>
                  </c:pt>
                  <c:pt idx="10">
                    <c:v>0.99683491652279399</c:v>
                  </c:pt>
                  <c:pt idx="11">
                    <c:v>1.161191738746093</c:v>
                  </c:pt>
                  <c:pt idx="12">
                    <c:v>1.296571947758473</c:v>
                  </c:pt>
                  <c:pt idx="13">
                    <c:v>1.3839415781129261</c:v>
                  </c:pt>
                  <c:pt idx="14">
                    <c:v>1.2312028091301099</c:v>
                  </c:pt>
                  <c:pt idx="15">
                    <c:v>1.28922449004669</c:v>
                  </c:pt>
                  <c:pt idx="16">
                    <c:v>1.339634430791947</c:v>
                  </c:pt>
                  <c:pt idx="17">
                    <c:v>0.87480473167325701</c:v>
                  </c:pt>
                  <c:pt idx="18">
                    <c:v>0.81215513271539397</c:v>
                  </c:pt>
                  <c:pt idx="19">
                    <c:v>0.86421002907798605</c:v>
                  </c:pt>
                  <c:pt idx="20">
                    <c:v>0.91039086364585398</c:v>
                  </c:pt>
                  <c:pt idx="21">
                    <c:v>0.93735748423663701</c:v>
                  </c:pt>
                  <c:pt idx="22">
                    <c:v>1.957890020745122</c:v>
                  </c:pt>
                  <c:pt idx="23">
                    <c:v>1.6896562584161721</c:v>
                  </c:pt>
                  <c:pt idx="24">
                    <c:v>1.8313223355266099</c:v>
                  </c:pt>
                  <c:pt idx="25">
                    <c:v>1.3577692789888809</c:v>
                  </c:pt>
                  <c:pt idx="26">
                    <c:v>1.9395630337539329</c:v>
                  </c:pt>
                  <c:pt idx="27">
                    <c:v>1.9448169387297269</c:v>
                  </c:pt>
                  <c:pt idx="28">
                    <c:v>1.0658585374094951</c:v>
                  </c:pt>
                  <c:pt idx="29">
                    <c:v>0</c:v>
                  </c:pt>
                </c:numCache>
              </c:numRef>
            </c:minus>
          </c:errBars>
          <c:xVal>
            <c:numRef>
              <c:f>'Natural revertant testes'!$A$2:$A$53</c:f>
              <c:numCache>
                <c:formatCode>General</c:formatCode>
                <c:ptCount val="5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</c:numCache>
            </c:numRef>
          </c:xVal>
          <c:yVal>
            <c:numRef>
              <c:f>'Natural revertant testes'!$C$2:$C$53</c:f>
              <c:numCache>
                <c:formatCode>General</c:formatCode>
                <c:ptCount val="52"/>
                <c:pt idx="3">
                  <c:v>6.6179775280898072</c:v>
                </c:pt>
                <c:pt idx="4">
                  <c:v>9.7865168539325822</c:v>
                </c:pt>
                <c:pt idx="5">
                  <c:v>11.91011235955056</c:v>
                </c:pt>
                <c:pt idx="6">
                  <c:v>12.921348314606741</c:v>
                </c:pt>
                <c:pt idx="7">
                  <c:v>13.1123595505618</c:v>
                </c:pt>
                <c:pt idx="8">
                  <c:v>11.02247191011236</c:v>
                </c:pt>
                <c:pt idx="9">
                  <c:v>8.6292134831460476</c:v>
                </c:pt>
                <c:pt idx="10">
                  <c:v>8.6091954022988482</c:v>
                </c:pt>
                <c:pt idx="11">
                  <c:v>7.4523809523809446</c:v>
                </c:pt>
                <c:pt idx="12">
                  <c:v>7.397435897435817</c:v>
                </c:pt>
                <c:pt idx="13">
                  <c:v>7.0428571428571427</c:v>
                </c:pt>
                <c:pt idx="14">
                  <c:v>5.9838709677419351</c:v>
                </c:pt>
                <c:pt idx="15">
                  <c:v>5.6545454545453762</c:v>
                </c:pt>
                <c:pt idx="16">
                  <c:v>5.0599999999999996</c:v>
                </c:pt>
                <c:pt idx="17">
                  <c:v>3.1041666666666661</c:v>
                </c:pt>
                <c:pt idx="18">
                  <c:v>2.333333333333333</c:v>
                </c:pt>
                <c:pt idx="19">
                  <c:v>2.35</c:v>
                </c:pt>
                <c:pt idx="20">
                  <c:v>2.1428571428571428</c:v>
                </c:pt>
                <c:pt idx="21">
                  <c:v>2.2692307692307701</c:v>
                </c:pt>
                <c:pt idx="22">
                  <c:v>5.3333333333333321</c:v>
                </c:pt>
                <c:pt idx="23">
                  <c:v>4.7777777777777777</c:v>
                </c:pt>
                <c:pt idx="24">
                  <c:v>5.1428571428571406</c:v>
                </c:pt>
                <c:pt idx="25">
                  <c:v>2.714285714285714</c:v>
                </c:pt>
                <c:pt idx="26">
                  <c:v>3</c:v>
                </c:pt>
                <c:pt idx="27">
                  <c:v>2.8571428571428572</c:v>
                </c:pt>
                <c:pt idx="28">
                  <c:v>1.571428571428571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871-BC43-A10A-90893A3FE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1389856"/>
        <c:axId val="2111396192"/>
      </c:scatterChart>
      <c:valAx>
        <c:axId val="21113898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>
                    <a:latin typeface="Myriad Pro"/>
                    <a:cs typeface="Myriad Pro"/>
                  </a:defRPr>
                </a:pPr>
                <a:r>
                  <a:rPr lang="en-US" sz="1400" b="1" dirty="0">
                    <a:latin typeface="Myriad Pro"/>
                    <a:cs typeface="Myriad Pro"/>
                  </a:rPr>
                  <a:t>Weeks After Induction</a:t>
                </a:r>
                <a:r>
                  <a:rPr lang="en-US" sz="1400" b="1" baseline="0" dirty="0">
                    <a:latin typeface="Myriad Pro"/>
                    <a:cs typeface="Myriad Pro"/>
                  </a:rPr>
                  <a:t> (</a:t>
                </a:r>
                <a:r>
                  <a:rPr lang="en-US" sz="1400" b="1" dirty="0">
                    <a:latin typeface="Myriad Pro"/>
                    <a:cs typeface="Myriad Pro"/>
                  </a:rPr>
                  <a:t>10 </a:t>
                </a:r>
                <a:r>
                  <a:rPr lang="en-US" sz="1400" b="1" i="0" u="none" strike="noStrike" baseline="0" dirty="0">
                    <a:latin typeface="Myriad Pro"/>
                    <a:cs typeface="Myriad Pro"/>
                  </a:rPr>
                  <a:t>° </a:t>
                </a:r>
                <a:r>
                  <a:rPr lang="en-US" sz="1400" b="1" dirty="0">
                    <a:latin typeface="Myriad Pro"/>
                    <a:cs typeface="Myriad Pro"/>
                  </a:rPr>
                  <a:t>C)</a:t>
                </a:r>
              </a:p>
            </c:rich>
          </c:tx>
          <c:layout>
            <c:manualLayout>
              <c:xMode val="edge"/>
              <c:yMode val="edge"/>
              <c:x val="0.36710905891393197"/>
              <c:y val="0.92850179134670796"/>
            </c:manualLayout>
          </c:layout>
          <c:overlay val="0"/>
          <c:spPr>
            <a:ln>
              <a:noFill/>
            </a:ln>
          </c:spPr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yriad Pro"/>
                <a:cs typeface="Myriad Pro"/>
              </a:defRPr>
            </a:pPr>
            <a:endParaRPr lang="en-US"/>
          </a:p>
        </c:txPr>
        <c:crossAx val="2111396192"/>
        <c:crosses val="autoZero"/>
        <c:crossBetween val="midCat"/>
      </c:valAx>
      <c:valAx>
        <c:axId val="2111396192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1">
                    <a:latin typeface="Myriad Pro"/>
                    <a:cs typeface="Myriad Pro"/>
                  </a:defRPr>
                </a:pPr>
                <a:r>
                  <a:rPr lang="en-US" sz="1400" b="1">
                    <a:latin typeface="Myriad Pro"/>
                    <a:cs typeface="Myriad Pro"/>
                  </a:rPr>
                  <a:t>Averrage Number of Testes</a:t>
                </a:r>
              </a:p>
            </c:rich>
          </c:tx>
          <c:layout>
            <c:manualLayout>
              <c:xMode val="edge"/>
              <c:yMode val="edge"/>
              <c:x val="1.40006559200499E-2"/>
              <c:y val="0.21563045846081799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yriad Pro"/>
                <a:cs typeface="Myriad Pro"/>
              </a:defRPr>
            </a:pPr>
            <a:endParaRPr lang="en-US"/>
          </a:p>
        </c:txPr>
        <c:crossAx val="211138985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30758166098485601"/>
          <c:y val="3.4783531163971003E-2"/>
          <c:w val="0.62575953525198802"/>
          <c:h val="9.8136907458326497E-2"/>
        </c:manualLayout>
      </c:layout>
      <c:overlay val="0"/>
      <c:txPr>
        <a:bodyPr/>
        <a:lstStyle/>
        <a:p>
          <a:pPr>
            <a:defRPr sz="1400">
              <a:latin typeface="Myriad Pro"/>
              <a:cs typeface="Myriad Pro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872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FE57379-6A69-954A-917D-F10575B591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312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DDBAEE-661D-F74D-85AA-8D400A3EF10F}" type="slidenum">
              <a:rPr lang="en-US"/>
              <a:pPr/>
              <a:t>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081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57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08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2FD6-1536-A82A-21D0-0EF9633AD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92CC7-99ED-599D-9691-6A63D75F3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26F46-1AEF-6AF8-E248-CFBF3582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Nearly 15% of the ~20,000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C. elegans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genes are contained in operons, multigene clusters controlled by a single promoter. The vast majority of these are of a type where the genes in the cluster are ~100 bp apart and the pre-mRNA is processed by 3' end formation accompanied by trans-splicing. A spliced leader, SL2, is specialized for operon processing. Here we summarize current knowledge on several variations on this theme including: (1) hybrid operons, which have additional promoters between genes; (2) operons with exceptionally long (&gt; 1 kb) intercistronic regions; (3) operons with a second 3' end formation site close to the trans-splice site; (4) alternative operons, in which the exons are sometimes spliced as a single gene and sometimes as two genes; (5) SL1-type operons, which use SL1 instead of SL2 to trans-splice and in which there is no intercistronic space; (6) operons that make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dicistronic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mRNAs; and (7) non-operon gene clusters, in which either two genes use a single exon as the 3' end of one and the 5' end of the next, or the 3' UTR of one gene serves as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outron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of the next. Each of these variations is relatively infrequent, but together they show a remarkable variety of tight-linkage gene arrangements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C. elegans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genome.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40F50-123E-39FF-D086-53676A2A3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78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9753-76BF-D172-542B-8639E453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26824-1A8F-C2B5-AD9D-BF90D3C1B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E0E4E-3FDB-C662-C464-3C75C911A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0021E-71BC-0CC3-1109-44C75BDD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98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E312-7048-8228-F8DD-E74C39C9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01CB7-FC33-D15A-833A-9C8D2EABE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6A468-1935-EF59-0277-982E84250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593BE-4305-29A4-7147-5F01E5BDC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45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Nearly 15% of the ~20,000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C. elegans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genes are contained in operons, multigene clusters controlled by a single promoter. The vast majority of these are of a type where the genes in the cluster are ~100 bp apart and the pre-mRNA is processed by 3' end formation accompanied by trans-splicing. A spliced leader, SL2, is specialized for operon processing. Here we summarize current knowledge on several variations on this theme including: (1) hybrid operons, which have additional promoters between genes; (2) operons with exceptionally long (&gt; 1 kb) intercistronic regions; (3) operons with a second 3' end formation site close to the trans-splice site; (4) alternative operons, in which the exons are sometimes spliced as a single gene and sometimes as two genes; (5) SL1-type operons, which use SL1 instead of SL2 to trans-splice and in which there is no intercistronic space; (6) operons that make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dicistronic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mRNAs; and (7) non-operon gene clusters, in which either two genes use a single exon as the 3' end of one and the 5' end of the next, or the 3' UTR of one gene serves as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outron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of the next. Each of these variations is relatively infrequent, but together they show a remarkable variety of tight-linkage gene arrangements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C. elegans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genome.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9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5E8859-9C04-0F4D-B161-0E5537F3762B}" type="slidenum">
              <a:rPr lang="en-US"/>
              <a:pPr/>
              <a:t>68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870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5E8859-9C04-0F4D-B161-0E5537F3762B}" type="slidenum">
              <a:rPr lang="en-US"/>
              <a:pPr/>
              <a:t>69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2965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FE5A-FD45-3589-8AEC-827FAE1A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E6C3B-D7A1-E10A-7838-63D224142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76EB1-167E-B90F-EFB0-956F21D57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0357F-56E6-4AAD-8BD1-6C375F9AB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E57379-6A69-954A-917D-F10575B5916F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74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B899B-B181-5548-83CB-F1A22A96A8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B6FFE-5E51-C54B-A1A8-439B0DE7FA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DC1D8-4DEE-FF43-9B6B-C8E6D6226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5979E-8B1F-9B46-85A9-9CE21AD157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3C318-717D-2D40-BC06-0A6BDE4FB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4F315-B7BB-A941-9217-4FB8CBF8B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1051F-2B17-3A4E-8535-F1303C7780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03E0F-AC85-D340-B3AF-40DE620D76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455C6-E9B3-134A-972B-2D292204B9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8FECA-C0DD-C943-A12D-B7164EC511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A3F29F-8924-FD4C-9FB0-3A42A7E54D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F13D-E3E1-CB6B-1277-5445F2F61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151A3-6376-C97D-E996-8873A3775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017D-AD97-7572-8AAB-A8141BA9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7003B-F405-0AD9-63B7-FAEEBBF0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30A50-F0CA-D653-EB1B-7D4A7A95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18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6C33-E6CB-1BE4-3EF5-DB894C73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1DF5-7E02-3E14-C464-132FFD45B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9C734-5C17-4D0A-C073-7646A943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14353-DF05-8236-9A53-D135A943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6082-36CA-A0EF-59AA-82C79FF6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86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0285-BA52-B133-F00D-5EE16257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8CB7C-C480-E671-6E3C-20B3719E8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0E66B-7CFE-A7C3-0123-F855EFF2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4568-4DDE-9EE5-B852-F93C0D1F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A7793-4F43-91D6-6EA5-9E8A4F1E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47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A034-912C-17DA-5FD3-83E1E661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C3976-DDDA-081F-D982-2F7DFB8CB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0797D-4E31-6E6C-8D1A-00B73BA71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94840-89BD-9D7E-2C0A-C9E02FCC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4753D-284D-BA7B-8C0A-150ADC6C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677C1-B103-792F-530A-9B2EF45E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10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775B-206B-3912-6FC4-068ADD34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8FF68-9717-1000-7AE0-FE35DC72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F6417-5058-F208-BA54-A334C7562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7155A-AE08-DC7C-3AB3-AC9C5FE0C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4338A-446B-89BC-2C1D-EE4D2E9CE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1F9B5-9561-073A-B35A-FBBB3CCD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C533-3519-D300-CC00-195DF399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EEBA5-64D3-7747-B43D-C8195D88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69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FFA4-88B1-D840-0CA0-C44E4D35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8434F-D839-C76E-0D14-16877476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6E0BB-8BB7-3333-9306-9BC9869B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1245F-800B-D30E-4CF4-D93A6CB5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27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7CF3D-E53C-C54A-D05E-026F0C442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4A6B-99E4-436F-1C8A-990989E0B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FDFD0-23F4-B38B-681C-F408BC16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66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D9AC-AE3B-A24B-AE69-A5DF9E77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4B3D8-82E4-49B4-7990-B7B5168B7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E4920-ACB9-C0EC-B050-1ADBC26A7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F0763-8333-7EB5-FB75-5D20166B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7E17C-D07D-0D64-4F43-60AE951D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D7A68-9C70-C813-CF45-D803304E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0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B595-196F-DEBA-C5C4-1B4B6E91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8BBCB-7F47-38A1-4D0B-49C448B29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E8607-3D81-0623-351D-44A86728E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0D9E1-C191-2CC8-C85E-7B11477C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5F5C7-03E3-AE6C-9887-4D8927D4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515B1-35A0-C9FC-15C4-C35563B4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35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3E03-91D3-3A18-C938-2C784180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AE05B-D3E4-E1A9-DC53-7950A07AC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0522B-B00D-D044-35D9-A7EB0E850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9A77F-787C-A220-E696-BB867984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7292B-DDE4-7528-49E9-DA34CE85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75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26ED9-E8C0-3488-4FDE-C8740FB1E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30584-A56F-7429-6689-D18D99401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FA998-31EF-0C2F-F3F8-D6145831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57D7-DD2B-BC79-A725-29B45A45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F86D8-7D40-9B0D-5EA1-0E09B164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3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  <a:lumOff val="25000"/>
                <a:alpha val="86000"/>
              </a:schemeClr>
            </a:gs>
            <a:gs pos="100000">
              <a:schemeClr val="bg1">
                <a:lumMod val="85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0">
                <a:latin typeface="Time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charset="0"/>
              </a:defRPr>
            </a:lvl1pPr>
          </a:lstStyle>
          <a:p>
            <a:pPr>
              <a:defRPr/>
            </a:pPr>
            <a:fld id="{7681D491-8BE8-7246-A5DE-25B420DD4C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pitchFamily="-111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pitchFamily="-111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pitchFamily="-111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pitchFamily="-111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C895A-7692-C861-FD73-DC19FD58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2BCB8-8C83-47D1-6089-D0B16EBB1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D3BB4-AC2C-E7D7-5F81-DF4149BA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179BF-13D3-D341-94BC-A0C7AC466A6C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23721-13C9-530F-F815-2451D7861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F455F-FC70-4093-8E5B-23E9B65CF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D7108-35E4-C842-85E9-6165584F4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7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aniel.martinez@pomona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Microsoft_Excel_97_-_2004_Worksheet.xls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ideo" Target="NUL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26"/>
          <p:cNvSpPr txBox="1">
            <a:spLocks noChangeArrowheads="1"/>
          </p:cNvSpPr>
          <p:nvPr/>
        </p:nvSpPr>
        <p:spPr bwMode="auto">
          <a:xfrm>
            <a:off x="1016811" y="5577797"/>
            <a:ext cx="760286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2800" b="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Daniel Martínez               </a:t>
            </a:r>
            <a:r>
              <a:rPr lang="en-US" sz="160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    </a:t>
            </a:r>
            <a:r>
              <a:rPr lang="en-US" sz="2400" dirty="0" err="1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Simakov's</a:t>
            </a:r>
            <a:r>
              <a:rPr lang="en-US" sz="240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 Lab</a:t>
            </a:r>
          </a:p>
          <a:p>
            <a:pPr>
              <a:defRPr/>
            </a:pPr>
            <a:r>
              <a:rPr lang="en-US" sz="1600" b="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Pomona College                                                </a:t>
            </a:r>
            <a:r>
              <a:rPr lang="en-US" sz="160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Uni Wien</a:t>
            </a:r>
          </a:p>
          <a:p>
            <a:pPr>
              <a:defRPr/>
            </a:pPr>
            <a:r>
              <a:rPr lang="en-US" sz="1600" b="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  <a:hlinkClick r:id="rId3"/>
              </a:rPr>
              <a:t>daniel.martinez@pomona.edu</a:t>
            </a:r>
            <a:r>
              <a:rPr lang="en-US" sz="1600" b="0" dirty="0">
                <a:solidFill>
                  <a:schemeClr val="tx2"/>
                </a:solidFill>
                <a:latin typeface="Myriad Pro"/>
                <a:ea typeface="Arial" charset="0"/>
                <a:cs typeface="Myriad Pro"/>
              </a:rPr>
              <a:t>                          11 Nov  2024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8269" y="5577795"/>
            <a:ext cx="589547" cy="1024416"/>
          </a:xfrm>
          <a:prstGeom prst="rect">
            <a:avLst/>
          </a:prstGeom>
        </p:spPr>
      </p:pic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1556292" y="1021096"/>
            <a:ext cx="687246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r>
              <a:rPr lang="en-US" sz="4000" b="0" dirty="0"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4000" b="0" dirty="0" err="1">
                <a:latin typeface="Myriad Pro"/>
                <a:ea typeface="Arial" charset="0"/>
                <a:cs typeface="Myriad Pro"/>
              </a:rPr>
              <a:t>lirosoma</a:t>
            </a:r>
            <a:endParaRPr lang="en-US" sz="4000" b="0" i="1" dirty="0">
              <a:latin typeface="Myriad Pro"/>
              <a:ea typeface="Arial" charset="0"/>
              <a:cs typeface="Myriad Pro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174E44F-32A4-094A-9D59-3D9CFB4895BB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8052" y="1936375"/>
            <a:ext cx="2303463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9" descr="hydra_picture new.jpg">
            <a:extLst>
              <a:ext uri="{FF2B5EF4-FFF2-40B4-BE49-F238E27FC236}">
                <a16:creationId xmlns:a16="http://schemas.microsoft.com/office/drawing/2014/main" id="{2C4C9635-4A5B-4948-B992-45B508918FD3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787959" y="1936375"/>
            <a:ext cx="2635523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410A658C-6894-EB46-8330-D5EA9F8398FC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1587608" y="3778799"/>
            <a:ext cx="1806558" cy="161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89B53801-B8D7-234E-ABC6-EF93B63FAD5B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63758" y="1916004"/>
            <a:ext cx="1847850" cy="183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9D6197-D685-B34E-BE19-4385FA518DC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3095" y="5618202"/>
            <a:ext cx="1015663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1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ChangeArrowheads="1"/>
          </p:cNvSpPr>
          <p:nvPr/>
        </p:nvSpPr>
        <p:spPr bwMode="auto">
          <a:xfrm>
            <a:off x="1117795" y="137180"/>
            <a:ext cx="77277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an "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aplanulatan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" (Suborder 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Aplanulata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)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3CBAAA-3538-ED43-B660-103877EF6FB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600" y="760915"/>
            <a:ext cx="8362950" cy="5516344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09BFAC5B-2B15-DB49-A72B-BFFD1F7AC5C2}"/>
              </a:ext>
            </a:extLst>
          </p:cNvPr>
          <p:cNvSpPr/>
          <p:nvPr/>
        </p:nvSpPr>
        <p:spPr bwMode="auto">
          <a:xfrm>
            <a:off x="8055127" y="1531111"/>
            <a:ext cx="593574" cy="1114703"/>
          </a:xfrm>
          <a:custGeom>
            <a:avLst/>
            <a:gdLst>
              <a:gd name="connsiteX0" fmla="*/ 186831 w 646355"/>
              <a:gd name="connsiteY0" fmla="*/ 70716 h 1156586"/>
              <a:gd name="connsiteX1" fmla="*/ 108571 w 646355"/>
              <a:gd name="connsiteY1" fmla="*/ 672078 h 1156586"/>
              <a:gd name="connsiteX2" fmla="*/ 26193 w 646355"/>
              <a:gd name="connsiteY2" fmla="*/ 1153992 h 1156586"/>
              <a:gd name="connsiteX3" fmla="*/ 606960 w 646355"/>
              <a:gd name="connsiteY3" fmla="*/ 828597 h 1156586"/>
              <a:gd name="connsiteX4" fmla="*/ 549296 w 646355"/>
              <a:gd name="connsiteY4" fmla="*/ 95429 h 1156586"/>
              <a:gd name="connsiteX5" fmla="*/ 186831 w 646355"/>
              <a:gd name="connsiteY5" fmla="*/ 70716 h 115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6355" h="1156586">
                <a:moveTo>
                  <a:pt x="186831" y="70716"/>
                </a:moveTo>
                <a:cubicBezTo>
                  <a:pt x="113377" y="166824"/>
                  <a:pt x="135344" y="491532"/>
                  <a:pt x="108571" y="672078"/>
                </a:cubicBezTo>
                <a:cubicBezTo>
                  <a:pt x="81798" y="852624"/>
                  <a:pt x="-56872" y="1127906"/>
                  <a:pt x="26193" y="1153992"/>
                </a:cubicBezTo>
                <a:cubicBezTo>
                  <a:pt x="109258" y="1180079"/>
                  <a:pt x="519776" y="1005024"/>
                  <a:pt x="606960" y="828597"/>
                </a:cubicBezTo>
                <a:cubicBezTo>
                  <a:pt x="694144" y="652170"/>
                  <a:pt x="619317" y="220369"/>
                  <a:pt x="549296" y="95429"/>
                </a:cubicBezTo>
                <a:cubicBezTo>
                  <a:pt x="479275" y="-29511"/>
                  <a:pt x="260285" y="-25392"/>
                  <a:pt x="186831" y="70716"/>
                </a:cubicBez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329980-EA2E-524D-BE3E-6771421A4292}"/>
              </a:ext>
            </a:extLst>
          </p:cNvPr>
          <p:cNvSpPr/>
          <p:nvPr/>
        </p:nvSpPr>
        <p:spPr>
          <a:xfrm>
            <a:off x="5745661" y="5685120"/>
            <a:ext cx="30346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dirty="0" err="1">
                <a:latin typeface="-apple-system"/>
              </a:rPr>
              <a:t>Leclère</a:t>
            </a:r>
            <a:r>
              <a:rPr lang="en-US" sz="1200" b="0" dirty="0">
                <a:latin typeface="-apple-system"/>
              </a:rPr>
              <a:t> et al. 2019. The genome of the jellyfish </a:t>
            </a:r>
            <a:r>
              <a:rPr lang="en-US" sz="1200" b="0" i="1" dirty="0" err="1">
                <a:latin typeface="-apple-system"/>
              </a:rPr>
              <a:t>Clytia</a:t>
            </a:r>
            <a:r>
              <a:rPr lang="en-US" sz="1200" b="0" i="1" dirty="0">
                <a:latin typeface="-apple-system"/>
              </a:rPr>
              <a:t> </a:t>
            </a:r>
            <a:r>
              <a:rPr lang="en-US" sz="1200" b="0" i="1" dirty="0" err="1">
                <a:latin typeface="-apple-system"/>
              </a:rPr>
              <a:t>hemisphaerica</a:t>
            </a:r>
            <a:r>
              <a:rPr lang="en-US" sz="1200" b="0" i="1" dirty="0">
                <a:latin typeface="-apple-system"/>
              </a:rPr>
              <a:t> </a:t>
            </a:r>
            <a:r>
              <a:rPr lang="en-US" sz="1200" b="0" dirty="0">
                <a:latin typeface="-apple-system"/>
              </a:rPr>
              <a:t>and the evolution of the cnidarian life-cycle. </a:t>
            </a:r>
            <a:r>
              <a:rPr lang="en-US" sz="1200" b="0" i="1" dirty="0">
                <a:latin typeface="-apple-system"/>
              </a:rPr>
              <a:t>Nature Ecology &amp; Evolution</a:t>
            </a:r>
            <a:r>
              <a:rPr lang="en-US" sz="1200" dirty="0">
                <a:latin typeface="-apple-system"/>
              </a:rPr>
              <a:t> 3</a:t>
            </a:r>
            <a:r>
              <a:rPr lang="en-US" sz="1200" b="0" dirty="0">
                <a:latin typeface="-apple-system"/>
              </a:rPr>
              <a:t>, 801–810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3F0542-732F-C642-B792-6E2839E9F15C}"/>
              </a:ext>
            </a:extLst>
          </p:cNvPr>
          <p:cNvSpPr/>
          <p:nvPr/>
        </p:nvSpPr>
        <p:spPr>
          <a:xfrm>
            <a:off x="772576" y="6178172"/>
            <a:ext cx="32971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Collins et al. 2006. 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Syst Biol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:97-115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F31EB6-143E-9940-834C-A5DC4318B9D5}"/>
              </a:ext>
            </a:extLst>
          </p:cNvPr>
          <p:cNvGrpSpPr/>
          <p:nvPr/>
        </p:nvGrpSpPr>
        <p:grpSpPr>
          <a:xfrm>
            <a:off x="638114" y="1586899"/>
            <a:ext cx="6196415" cy="4869644"/>
            <a:chOff x="638112" y="1683884"/>
            <a:chExt cx="6196415" cy="486964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CFA9B6-6792-DB41-8532-1ACB6DF0F91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8112" y="2756652"/>
              <a:ext cx="5052932" cy="3796876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srgbClr val="0070C0">
                  <a:alpha val="40000"/>
                </a:srgbClr>
              </a:outerShdw>
            </a:effectLst>
          </p:spPr>
        </p:pic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95A1CE-32F6-1F4C-8230-5D58D61B2E09}"/>
                </a:ext>
              </a:extLst>
            </p:cNvPr>
            <p:cNvSpPr/>
            <p:nvPr/>
          </p:nvSpPr>
          <p:spPr bwMode="auto">
            <a:xfrm>
              <a:off x="6080131" y="1683884"/>
              <a:ext cx="754396" cy="1059968"/>
            </a:xfrm>
            <a:custGeom>
              <a:avLst/>
              <a:gdLst>
                <a:gd name="connsiteX0" fmla="*/ 186831 w 646355"/>
                <a:gd name="connsiteY0" fmla="*/ 70716 h 1156586"/>
                <a:gd name="connsiteX1" fmla="*/ 108571 w 646355"/>
                <a:gd name="connsiteY1" fmla="*/ 672078 h 1156586"/>
                <a:gd name="connsiteX2" fmla="*/ 26193 w 646355"/>
                <a:gd name="connsiteY2" fmla="*/ 1153992 h 1156586"/>
                <a:gd name="connsiteX3" fmla="*/ 606960 w 646355"/>
                <a:gd name="connsiteY3" fmla="*/ 828597 h 1156586"/>
                <a:gd name="connsiteX4" fmla="*/ 549296 w 646355"/>
                <a:gd name="connsiteY4" fmla="*/ 95429 h 1156586"/>
                <a:gd name="connsiteX5" fmla="*/ 186831 w 646355"/>
                <a:gd name="connsiteY5" fmla="*/ 70716 h 1156586"/>
                <a:gd name="connsiteX0" fmla="*/ 186831 w 867838"/>
                <a:gd name="connsiteY0" fmla="*/ 42534 h 1128404"/>
                <a:gd name="connsiteX1" fmla="*/ 108571 w 867838"/>
                <a:gd name="connsiteY1" fmla="*/ 643896 h 1128404"/>
                <a:gd name="connsiteX2" fmla="*/ 26193 w 867838"/>
                <a:gd name="connsiteY2" fmla="*/ 1125810 h 1128404"/>
                <a:gd name="connsiteX3" fmla="*/ 606960 w 867838"/>
                <a:gd name="connsiteY3" fmla="*/ 800415 h 1128404"/>
                <a:gd name="connsiteX4" fmla="*/ 854798 w 867838"/>
                <a:gd name="connsiteY4" fmla="*/ 131934 h 1128404"/>
                <a:gd name="connsiteX5" fmla="*/ 186831 w 867838"/>
                <a:gd name="connsiteY5" fmla="*/ 42534 h 1128404"/>
                <a:gd name="connsiteX0" fmla="*/ 405399 w 863675"/>
                <a:gd name="connsiteY0" fmla="*/ 45112 h 1121726"/>
                <a:gd name="connsiteX1" fmla="*/ 113425 w 863675"/>
                <a:gd name="connsiteY1" fmla="*/ 637218 h 1121726"/>
                <a:gd name="connsiteX2" fmla="*/ 31047 w 863675"/>
                <a:gd name="connsiteY2" fmla="*/ 1119132 h 1121726"/>
                <a:gd name="connsiteX3" fmla="*/ 611814 w 863675"/>
                <a:gd name="connsiteY3" fmla="*/ 793737 h 1121726"/>
                <a:gd name="connsiteX4" fmla="*/ 859652 w 863675"/>
                <a:gd name="connsiteY4" fmla="*/ 125256 h 1121726"/>
                <a:gd name="connsiteX5" fmla="*/ 405399 w 863675"/>
                <a:gd name="connsiteY5" fmla="*/ 45112 h 1121726"/>
                <a:gd name="connsiteX0" fmla="*/ 394719 w 852995"/>
                <a:gd name="connsiteY0" fmla="*/ 45793 h 1122142"/>
                <a:gd name="connsiteX1" fmla="*/ 156173 w 852995"/>
                <a:gd name="connsiteY1" fmla="*/ 647155 h 1122142"/>
                <a:gd name="connsiteX2" fmla="*/ 20367 w 852995"/>
                <a:gd name="connsiteY2" fmla="*/ 1119813 h 1122142"/>
                <a:gd name="connsiteX3" fmla="*/ 601134 w 852995"/>
                <a:gd name="connsiteY3" fmla="*/ 794418 h 1122142"/>
                <a:gd name="connsiteX4" fmla="*/ 848972 w 852995"/>
                <a:gd name="connsiteY4" fmla="*/ 125937 h 1122142"/>
                <a:gd name="connsiteX5" fmla="*/ 394719 w 852995"/>
                <a:gd name="connsiteY5" fmla="*/ 45793 h 1122142"/>
                <a:gd name="connsiteX0" fmla="*/ 320818 w 854651"/>
                <a:gd name="connsiteY0" fmla="*/ 61957 h 1087397"/>
                <a:gd name="connsiteX1" fmla="*/ 155128 w 854651"/>
                <a:gd name="connsiteY1" fmla="*/ 612410 h 1087397"/>
                <a:gd name="connsiteX2" fmla="*/ 19322 w 854651"/>
                <a:gd name="connsiteY2" fmla="*/ 1085068 h 1087397"/>
                <a:gd name="connsiteX3" fmla="*/ 600089 w 854651"/>
                <a:gd name="connsiteY3" fmla="*/ 759673 h 1087397"/>
                <a:gd name="connsiteX4" fmla="*/ 847927 w 854651"/>
                <a:gd name="connsiteY4" fmla="*/ 91192 h 1087397"/>
                <a:gd name="connsiteX5" fmla="*/ 320818 w 854651"/>
                <a:gd name="connsiteY5" fmla="*/ 61957 h 1087397"/>
                <a:gd name="connsiteX0" fmla="*/ 320818 w 831105"/>
                <a:gd name="connsiteY0" fmla="*/ 53013 h 1078453"/>
                <a:gd name="connsiteX1" fmla="*/ 155128 w 831105"/>
                <a:gd name="connsiteY1" fmla="*/ 603466 h 1078453"/>
                <a:gd name="connsiteX2" fmla="*/ 19322 w 831105"/>
                <a:gd name="connsiteY2" fmla="*/ 1076124 h 1078453"/>
                <a:gd name="connsiteX3" fmla="*/ 600089 w 831105"/>
                <a:gd name="connsiteY3" fmla="*/ 750729 h 1078453"/>
                <a:gd name="connsiteX4" fmla="*/ 823642 w 831105"/>
                <a:gd name="connsiteY4" fmla="*/ 100761 h 1078453"/>
                <a:gd name="connsiteX5" fmla="*/ 320818 w 831105"/>
                <a:gd name="connsiteY5" fmla="*/ 53013 h 1078453"/>
                <a:gd name="connsiteX0" fmla="*/ 320818 w 803086"/>
                <a:gd name="connsiteY0" fmla="*/ 71989 h 1097429"/>
                <a:gd name="connsiteX1" fmla="*/ 155128 w 803086"/>
                <a:gd name="connsiteY1" fmla="*/ 622442 h 1097429"/>
                <a:gd name="connsiteX2" fmla="*/ 19322 w 803086"/>
                <a:gd name="connsiteY2" fmla="*/ 1095100 h 1097429"/>
                <a:gd name="connsiteX3" fmla="*/ 600089 w 803086"/>
                <a:gd name="connsiteY3" fmla="*/ 769705 h 1097429"/>
                <a:gd name="connsiteX4" fmla="*/ 794499 w 803086"/>
                <a:gd name="connsiteY4" fmla="*/ 82712 h 1097429"/>
                <a:gd name="connsiteX5" fmla="*/ 320818 w 803086"/>
                <a:gd name="connsiteY5" fmla="*/ 71989 h 1097429"/>
                <a:gd name="connsiteX0" fmla="*/ 369861 w 852129"/>
                <a:gd name="connsiteY0" fmla="*/ 71989 h 1103528"/>
                <a:gd name="connsiteX1" fmla="*/ 204171 w 852129"/>
                <a:gd name="connsiteY1" fmla="*/ 622442 h 1103528"/>
                <a:gd name="connsiteX2" fmla="*/ 68365 w 852129"/>
                <a:gd name="connsiteY2" fmla="*/ 1095100 h 1103528"/>
                <a:gd name="connsiteX3" fmla="*/ 649132 w 852129"/>
                <a:gd name="connsiteY3" fmla="*/ 769705 h 1103528"/>
                <a:gd name="connsiteX4" fmla="*/ 843542 w 852129"/>
                <a:gd name="connsiteY4" fmla="*/ 82712 h 1103528"/>
                <a:gd name="connsiteX5" fmla="*/ 369861 w 852129"/>
                <a:gd name="connsiteY5" fmla="*/ 71989 h 1103528"/>
                <a:gd name="connsiteX0" fmla="*/ 365669 w 847937"/>
                <a:gd name="connsiteY0" fmla="*/ 71989 h 1076799"/>
                <a:gd name="connsiteX1" fmla="*/ 199979 w 847937"/>
                <a:gd name="connsiteY1" fmla="*/ 622442 h 1076799"/>
                <a:gd name="connsiteX2" fmla="*/ 69029 w 847937"/>
                <a:gd name="connsiteY2" fmla="*/ 1067331 h 1076799"/>
                <a:gd name="connsiteX3" fmla="*/ 644940 w 847937"/>
                <a:gd name="connsiteY3" fmla="*/ 769705 h 1076799"/>
                <a:gd name="connsiteX4" fmla="*/ 839350 w 847937"/>
                <a:gd name="connsiteY4" fmla="*/ 82712 h 1076799"/>
                <a:gd name="connsiteX5" fmla="*/ 365669 w 847937"/>
                <a:gd name="connsiteY5" fmla="*/ 71989 h 1076799"/>
                <a:gd name="connsiteX0" fmla="*/ 365669 w 847937"/>
                <a:gd name="connsiteY0" fmla="*/ 82601 h 1087411"/>
                <a:gd name="connsiteX1" fmla="*/ 199979 w 847937"/>
                <a:gd name="connsiteY1" fmla="*/ 633054 h 1087411"/>
                <a:gd name="connsiteX2" fmla="*/ 69029 w 847937"/>
                <a:gd name="connsiteY2" fmla="*/ 1077943 h 1087411"/>
                <a:gd name="connsiteX3" fmla="*/ 644940 w 847937"/>
                <a:gd name="connsiteY3" fmla="*/ 780317 h 1087411"/>
                <a:gd name="connsiteX4" fmla="*/ 839350 w 847937"/>
                <a:gd name="connsiteY4" fmla="*/ 93324 h 1087411"/>
                <a:gd name="connsiteX5" fmla="*/ 365669 w 847937"/>
                <a:gd name="connsiteY5" fmla="*/ 82601 h 1087411"/>
                <a:gd name="connsiteX0" fmla="*/ 365669 w 862443"/>
                <a:gd name="connsiteY0" fmla="*/ 110943 h 1115753"/>
                <a:gd name="connsiteX1" fmla="*/ 199979 w 862443"/>
                <a:gd name="connsiteY1" fmla="*/ 661396 h 1115753"/>
                <a:gd name="connsiteX2" fmla="*/ 69029 w 862443"/>
                <a:gd name="connsiteY2" fmla="*/ 1106285 h 1115753"/>
                <a:gd name="connsiteX3" fmla="*/ 644940 w 862443"/>
                <a:gd name="connsiteY3" fmla="*/ 808659 h 1115753"/>
                <a:gd name="connsiteX4" fmla="*/ 839350 w 862443"/>
                <a:gd name="connsiteY4" fmla="*/ 121666 h 1115753"/>
                <a:gd name="connsiteX5" fmla="*/ 365669 w 862443"/>
                <a:gd name="connsiteY5" fmla="*/ 110943 h 1115753"/>
                <a:gd name="connsiteX0" fmla="*/ 365669 w 862442"/>
                <a:gd name="connsiteY0" fmla="*/ 125804 h 1130614"/>
                <a:gd name="connsiteX1" fmla="*/ 199979 w 862442"/>
                <a:gd name="connsiteY1" fmla="*/ 676257 h 1130614"/>
                <a:gd name="connsiteX2" fmla="*/ 69029 w 862442"/>
                <a:gd name="connsiteY2" fmla="*/ 1121146 h 1130614"/>
                <a:gd name="connsiteX3" fmla="*/ 644940 w 862442"/>
                <a:gd name="connsiteY3" fmla="*/ 823520 h 1130614"/>
                <a:gd name="connsiteX4" fmla="*/ 839350 w 862442"/>
                <a:gd name="connsiteY4" fmla="*/ 136527 h 1130614"/>
                <a:gd name="connsiteX5" fmla="*/ 365669 w 862442"/>
                <a:gd name="connsiteY5" fmla="*/ 125804 h 1130614"/>
                <a:gd name="connsiteX0" fmla="*/ 365669 w 862442"/>
                <a:gd name="connsiteY0" fmla="*/ 110944 h 1115754"/>
                <a:gd name="connsiteX1" fmla="*/ 199979 w 862442"/>
                <a:gd name="connsiteY1" fmla="*/ 661397 h 1115754"/>
                <a:gd name="connsiteX2" fmla="*/ 69029 w 862442"/>
                <a:gd name="connsiteY2" fmla="*/ 1106286 h 1115754"/>
                <a:gd name="connsiteX3" fmla="*/ 644940 w 862442"/>
                <a:gd name="connsiteY3" fmla="*/ 808660 h 1115754"/>
                <a:gd name="connsiteX4" fmla="*/ 839350 w 862442"/>
                <a:gd name="connsiteY4" fmla="*/ 121667 h 1115754"/>
                <a:gd name="connsiteX5" fmla="*/ 365669 w 862442"/>
                <a:gd name="connsiteY5" fmla="*/ 110944 h 1115754"/>
                <a:gd name="connsiteX0" fmla="*/ 370917 w 867690"/>
                <a:gd name="connsiteY0" fmla="*/ 110944 h 1115754"/>
                <a:gd name="connsiteX1" fmla="*/ 205227 w 867690"/>
                <a:gd name="connsiteY1" fmla="*/ 661397 h 1115754"/>
                <a:gd name="connsiteX2" fmla="*/ 74277 w 867690"/>
                <a:gd name="connsiteY2" fmla="*/ 1106286 h 1115754"/>
                <a:gd name="connsiteX3" fmla="*/ 650188 w 867690"/>
                <a:gd name="connsiteY3" fmla="*/ 808660 h 1115754"/>
                <a:gd name="connsiteX4" fmla="*/ 844598 w 867690"/>
                <a:gd name="connsiteY4" fmla="*/ 121667 h 1115754"/>
                <a:gd name="connsiteX5" fmla="*/ 370917 w 867690"/>
                <a:gd name="connsiteY5" fmla="*/ 110944 h 1115754"/>
                <a:gd name="connsiteX0" fmla="*/ 324705 w 821478"/>
                <a:gd name="connsiteY0" fmla="*/ 101744 h 1099793"/>
                <a:gd name="connsiteX1" fmla="*/ 134730 w 821478"/>
                <a:gd name="connsiteY1" fmla="*/ 652197 h 1099793"/>
                <a:gd name="connsiteX2" fmla="*/ 28065 w 821478"/>
                <a:gd name="connsiteY2" fmla="*/ 1097086 h 1099793"/>
                <a:gd name="connsiteX3" fmla="*/ 603976 w 821478"/>
                <a:gd name="connsiteY3" fmla="*/ 799460 h 1099793"/>
                <a:gd name="connsiteX4" fmla="*/ 798386 w 821478"/>
                <a:gd name="connsiteY4" fmla="*/ 112467 h 1099793"/>
                <a:gd name="connsiteX5" fmla="*/ 324705 w 821478"/>
                <a:gd name="connsiteY5" fmla="*/ 101744 h 1099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1478" h="1099793">
                  <a:moveTo>
                    <a:pt x="324705" y="101744"/>
                  </a:moveTo>
                  <a:cubicBezTo>
                    <a:pt x="214096" y="191699"/>
                    <a:pt x="218169" y="481678"/>
                    <a:pt x="134730" y="652197"/>
                  </a:cubicBezTo>
                  <a:cubicBezTo>
                    <a:pt x="51291" y="822716"/>
                    <a:pt x="-50143" y="1072542"/>
                    <a:pt x="28065" y="1097086"/>
                  </a:cubicBezTo>
                  <a:cubicBezTo>
                    <a:pt x="106273" y="1121630"/>
                    <a:pt x="516792" y="975887"/>
                    <a:pt x="603976" y="799460"/>
                  </a:cubicBezTo>
                  <a:cubicBezTo>
                    <a:pt x="691160" y="623033"/>
                    <a:pt x="888644" y="302803"/>
                    <a:pt x="798386" y="112467"/>
                  </a:cubicBezTo>
                  <a:cubicBezTo>
                    <a:pt x="708128" y="-77869"/>
                    <a:pt x="435314" y="11789"/>
                    <a:pt x="324705" y="101744"/>
                  </a:cubicBezTo>
                  <a:close/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094544C-CC0D-AA4F-BED6-A1C22144E928}"/>
                </a:ext>
              </a:extLst>
            </p:cNvPr>
            <p:cNvCxnSpPr/>
            <p:nvPr/>
          </p:nvCxnSpPr>
          <p:spPr bwMode="auto">
            <a:xfrm flipV="1">
              <a:off x="5620701" y="2742797"/>
              <a:ext cx="459430" cy="18288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D7504F0-DF5D-AD40-B6EE-B41D295144A2}"/>
              </a:ext>
            </a:extLst>
          </p:cNvPr>
          <p:cNvGrpSpPr/>
          <p:nvPr/>
        </p:nvGrpSpPr>
        <p:grpSpPr>
          <a:xfrm>
            <a:off x="391445" y="720082"/>
            <a:ext cx="2029723" cy="1925733"/>
            <a:chOff x="391443" y="720080"/>
            <a:chExt cx="2029723" cy="192573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116D4A7-DA98-464F-8FAB-EAB16A96BC38}"/>
                </a:ext>
              </a:extLst>
            </p:cNvPr>
            <p:cNvSpPr/>
            <p:nvPr/>
          </p:nvSpPr>
          <p:spPr bwMode="auto">
            <a:xfrm>
              <a:off x="638112" y="1041713"/>
              <a:ext cx="1445331" cy="1604100"/>
            </a:xfrm>
            <a:prstGeom prst="rect">
              <a:avLst/>
            </a:prstGeom>
            <a:noFill/>
            <a:ln w="2857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209D5D-7D70-3D41-8015-C2A4CA897E08}"/>
                </a:ext>
              </a:extLst>
            </p:cNvPr>
            <p:cNvSpPr txBox="1"/>
            <p:nvPr/>
          </p:nvSpPr>
          <p:spPr>
            <a:xfrm>
              <a:off x="391443" y="720080"/>
              <a:ext cx="20297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432FF"/>
                  </a:solidFill>
                </a:rPr>
                <a:t>Nematostella</a:t>
              </a:r>
              <a:r>
                <a:rPr lang="en-US" dirty="0">
                  <a:solidFill>
                    <a:srgbClr val="0432FF"/>
                  </a:solidFill>
                </a:rPr>
                <a:t> + corals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866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97B1C-48B8-5A35-3D2A-94086FC6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>
            <a:extLst>
              <a:ext uri="{FF2B5EF4-FFF2-40B4-BE49-F238E27FC236}">
                <a16:creationId xmlns:a16="http://schemas.microsoft.com/office/drawing/2014/main" id="{28701F58-93CE-75E5-102F-1124202E8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795" y="137180"/>
            <a:ext cx="77277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an "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aplanulatan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" (Suborder 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Aplanulata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A291A5-455B-F3EA-0944-6E6172FB8E01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82B28DD-8B3D-0BCB-B98F-B663042A8DD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600" y="760915"/>
            <a:ext cx="8362950" cy="5516344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69C89E3B-2BFC-B9D7-763A-BEE85BAD5A92}"/>
              </a:ext>
            </a:extLst>
          </p:cNvPr>
          <p:cNvSpPr/>
          <p:nvPr/>
        </p:nvSpPr>
        <p:spPr bwMode="auto">
          <a:xfrm>
            <a:off x="8055127" y="1531111"/>
            <a:ext cx="593574" cy="1114703"/>
          </a:xfrm>
          <a:custGeom>
            <a:avLst/>
            <a:gdLst>
              <a:gd name="connsiteX0" fmla="*/ 186831 w 646355"/>
              <a:gd name="connsiteY0" fmla="*/ 70716 h 1156586"/>
              <a:gd name="connsiteX1" fmla="*/ 108571 w 646355"/>
              <a:gd name="connsiteY1" fmla="*/ 672078 h 1156586"/>
              <a:gd name="connsiteX2" fmla="*/ 26193 w 646355"/>
              <a:gd name="connsiteY2" fmla="*/ 1153992 h 1156586"/>
              <a:gd name="connsiteX3" fmla="*/ 606960 w 646355"/>
              <a:gd name="connsiteY3" fmla="*/ 828597 h 1156586"/>
              <a:gd name="connsiteX4" fmla="*/ 549296 w 646355"/>
              <a:gd name="connsiteY4" fmla="*/ 95429 h 1156586"/>
              <a:gd name="connsiteX5" fmla="*/ 186831 w 646355"/>
              <a:gd name="connsiteY5" fmla="*/ 70716 h 115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6355" h="1156586">
                <a:moveTo>
                  <a:pt x="186831" y="70716"/>
                </a:moveTo>
                <a:cubicBezTo>
                  <a:pt x="113377" y="166824"/>
                  <a:pt x="135344" y="491532"/>
                  <a:pt x="108571" y="672078"/>
                </a:cubicBezTo>
                <a:cubicBezTo>
                  <a:pt x="81798" y="852624"/>
                  <a:pt x="-56872" y="1127906"/>
                  <a:pt x="26193" y="1153992"/>
                </a:cubicBezTo>
                <a:cubicBezTo>
                  <a:pt x="109258" y="1180079"/>
                  <a:pt x="519776" y="1005024"/>
                  <a:pt x="606960" y="828597"/>
                </a:cubicBezTo>
                <a:cubicBezTo>
                  <a:pt x="694144" y="652170"/>
                  <a:pt x="619317" y="220369"/>
                  <a:pt x="549296" y="95429"/>
                </a:cubicBezTo>
                <a:cubicBezTo>
                  <a:pt x="479275" y="-29511"/>
                  <a:pt x="260285" y="-25392"/>
                  <a:pt x="186831" y="70716"/>
                </a:cubicBez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426A9-CC92-F00B-4F12-1351784DD357}"/>
              </a:ext>
            </a:extLst>
          </p:cNvPr>
          <p:cNvSpPr/>
          <p:nvPr/>
        </p:nvSpPr>
        <p:spPr>
          <a:xfrm>
            <a:off x="772576" y="6178172"/>
            <a:ext cx="32971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Collins et al. 2006. 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Syst Biol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:97-115 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07A386-8D34-60C4-8321-2665086F938C}"/>
              </a:ext>
            </a:extLst>
          </p:cNvPr>
          <p:cNvGrpSpPr/>
          <p:nvPr/>
        </p:nvGrpSpPr>
        <p:grpSpPr>
          <a:xfrm>
            <a:off x="391445" y="720082"/>
            <a:ext cx="2029723" cy="1925733"/>
            <a:chOff x="391443" y="720080"/>
            <a:chExt cx="2029723" cy="192573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CC48A3-9467-6BC0-4AE9-0BC6219B15BC}"/>
                </a:ext>
              </a:extLst>
            </p:cNvPr>
            <p:cNvSpPr/>
            <p:nvPr/>
          </p:nvSpPr>
          <p:spPr bwMode="auto">
            <a:xfrm>
              <a:off x="638112" y="1041713"/>
              <a:ext cx="1445331" cy="1604100"/>
            </a:xfrm>
            <a:prstGeom prst="rect">
              <a:avLst/>
            </a:prstGeom>
            <a:noFill/>
            <a:ln w="2857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544492-81BE-BB3D-64DF-74432BCE6938}"/>
                </a:ext>
              </a:extLst>
            </p:cNvPr>
            <p:cNvSpPr txBox="1"/>
            <p:nvPr/>
          </p:nvSpPr>
          <p:spPr>
            <a:xfrm>
              <a:off x="391443" y="720080"/>
              <a:ext cx="20297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432FF"/>
                  </a:solidFill>
                </a:rPr>
                <a:t>Nematostella</a:t>
              </a:r>
              <a:r>
                <a:rPr lang="en-US" dirty="0">
                  <a:solidFill>
                    <a:srgbClr val="0432FF"/>
                  </a:solidFill>
                </a:rPr>
                <a:t> + corals</a:t>
              </a: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A9E9BED-51A4-821A-A9B4-5F1FAE3F14C4}"/>
              </a:ext>
            </a:extLst>
          </p:cNvPr>
          <p:cNvSpPr/>
          <p:nvPr/>
        </p:nvSpPr>
        <p:spPr bwMode="auto">
          <a:xfrm>
            <a:off x="7561491" y="1544966"/>
            <a:ext cx="593574" cy="1114703"/>
          </a:xfrm>
          <a:custGeom>
            <a:avLst/>
            <a:gdLst>
              <a:gd name="connsiteX0" fmla="*/ 186831 w 646355"/>
              <a:gd name="connsiteY0" fmla="*/ 70716 h 1156586"/>
              <a:gd name="connsiteX1" fmla="*/ 108571 w 646355"/>
              <a:gd name="connsiteY1" fmla="*/ 672078 h 1156586"/>
              <a:gd name="connsiteX2" fmla="*/ 26193 w 646355"/>
              <a:gd name="connsiteY2" fmla="*/ 1153992 h 1156586"/>
              <a:gd name="connsiteX3" fmla="*/ 606960 w 646355"/>
              <a:gd name="connsiteY3" fmla="*/ 828597 h 1156586"/>
              <a:gd name="connsiteX4" fmla="*/ 549296 w 646355"/>
              <a:gd name="connsiteY4" fmla="*/ 95429 h 1156586"/>
              <a:gd name="connsiteX5" fmla="*/ 186831 w 646355"/>
              <a:gd name="connsiteY5" fmla="*/ 70716 h 1156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6355" h="1156586">
                <a:moveTo>
                  <a:pt x="186831" y="70716"/>
                </a:moveTo>
                <a:cubicBezTo>
                  <a:pt x="113377" y="166824"/>
                  <a:pt x="135344" y="491532"/>
                  <a:pt x="108571" y="672078"/>
                </a:cubicBezTo>
                <a:cubicBezTo>
                  <a:pt x="81798" y="852624"/>
                  <a:pt x="-56872" y="1127906"/>
                  <a:pt x="26193" y="1153992"/>
                </a:cubicBezTo>
                <a:cubicBezTo>
                  <a:pt x="109258" y="1180079"/>
                  <a:pt x="519776" y="1005024"/>
                  <a:pt x="606960" y="828597"/>
                </a:cubicBezTo>
                <a:cubicBezTo>
                  <a:pt x="694144" y="652170"/>
                  <a:pt x="619317" y="220369"/>
                  <a:pt x="549296" y="95429"/>
                </a:cubicBezTo>
                <a:cubicBezTo>
                  <a:pt x="479275" y="-29511"/>
                  <a:pt x="260285" y="-25392"/>
                  <a:pt x="186831" y="70716"/>
                </a:cubicBezTo>
                <a:close/>
              </a:path>
            </a:pathLst>
          </a:cu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81B42F-7414-9956-3F22-964F3D1776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6300" y="3274236"/>
            <a:ext cx="7772400" cy="344658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4E62C9-47DA-4F98-3626-DF55B42ECD32}"/>
              </a:ext>
            </a:extLst>
          </p:cNvPr>
          <p:cNvCxnSpPr>
            <a:cxnSpLocks/>
          </p:cNvCxnSpPr>
          <p:nvPr/>
        </p:nvCxnSpPr>
        <p:spPr bwMode="auto">
          <a:xfrm flipV="1">
            <a:off x="6369269" y="2585296"/>
            <a:ext cx="1284804" cy="11879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2612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3784207B-D0DC-D34A-B01A-030DBF837DE7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41944" y="943489"/>
            <a:ext cx="5735606" cy="579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66EF48-5E62-B34B-B8FC-F5C4008E0E16}"/>
              </a:ext>
            </a:extLst>
          </p:cNvPr>
          <p:cNvSpPr/>
          <p:nvPr/>
        </p:nvSpPr>
        <p:spPr bwMode="auto">
          <a:xfrm>
            <a:off x="5099030" y="3065973"/>
            <a:ext cx="2203212" cy="775779"/>
          </a:xfrm>
          <a:prstGeom prst="rect">
            <a:avLst/>
          </a:prstGeom>
          <a:solidFill>
            <a:srgbClr val="FF6600">
              <a:alpha val="3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900" dirty="0"/>
          </a:p>
        </p:txBody>
      </p:sp>
      <p:sp>
        <p:nvSpPr>
          <p:cNvPr id="31748" name="Rectangle 11"/>
          <p:cNvSpPr>
            <a:spLocks noChangeArrowheads="1"/>
          </p:cNvSpPr>
          <p:nvPr/>
        </p:nvSpPr>
        <p:spPr bwMode="auto">
          <a:xfrm>
            <a:off x="6572493" y="1125210"/>
            <a:ext cx="20762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/>
            <a:r>
              <a:rPr lang="en-US" b="0" dirty="0">
                <a:ea typeface="Arial" charset="0"/>
                <a:cs typeface="Arial" charset="0"/>
              </a:rPr>
              <a:t>Nawrocki et al. 2013. </a:t>
            </a:r>
          </a:p>
          <a:p>
            <a:pPr algn="r"/>
            <a:r>
              <a:rPr lang="en-US" b="0" i="1" dirty="0">
                <a:ea typeface="Arial" charset="0"/>
                <a:cs typeface="Arial" charset="0"/>
              </a:rPr>
              <a:t>Mol </a:t>
            </a:r>
            <a:r>
              <a:rPr lang="en-US" b="0" i="1" dirty="0" err="1">
                <a:ea typeface="Arial" charset="0"/>
                <a:cs typeface="Arial" charset="0"/>
              </a:rPr>
              <a:t>Phyl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i="1" dirty="0" err="1">
                <a:ea typeface="Arial" charset="0"/>
                <a:cs typeface="Arial" charset="0"/>
              </a:rPr>
              <a:t>Evol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dirty="0">
                <a:ea typeface="Arial" charset="0"/>
                <a:cs typeface="Arial" charset="0"/>
              </a:rPr>
              <a:t>67: 60-71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526" y="137180"/>
            <a:ext cx="50922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in the Family 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Hydridae</a:t>
            </a:r>
            <a:endParaRPr lang="en-US" sz="2800" b="0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3DA642-E714-B343-8441-93B6BD6D6F4E}"/>
              </a:ext>
            </a:extLst>
          </p:cNvPr>
          <p:cNvGrpSpPr/>
          <p:nvPr/>
        </p:nvGrpSpPr>
        <p:grpSpPr>
          <a:xfrm>
            <a:off x="689756" y="3184940"/>
            <a:ext cx="6921163" cy="3137681"/>
            <a:chOff x="611296" y="2895691"/>
            <a:chExt cx="6921163" cy="313768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573C3F9-F4F1-864E-B271-C19455A2509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4921" y="3206186"/>
              <a:ext cx="2189808" cy="260297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96DF4E-C3A2-874A-A713-6E51711C7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1122" y="2895691"/>
              <a:ext cx="156805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en-US" b="0" dirty="0" err="1">
                  <a:ea typeface="Arial" charset="0"/>
                  <a:cs typeface="Arial" charset="0"/>
                </a:rPr>
                <a:t>Ectopleura</a:t>
              </a:r>
              <a:r>
                <a:rPr lang="en-US" b="0" dirty="0">
                  <a:ea typeface="Arial" charset="0"/>
                  <a:cs typeface="Arial" charset="0"/>
                </a:rPr>
                <a:t> larynx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5CC9DB-EF0F-4449-A05E-2ACEBB1F8B10}"/>
                </a:ext>
              </a:extLst>
            </p:cNvPr>
            <p:cNvSpPr/>
            <p:nvPr/>
          </p:nvSpPr>
          <p:spPr bwMode="auto">
            <a:xfrm>
              <a:off x="6385656" y="5478953"/>
              <a:ext cx="1146803" cy="231441"/>
            </a:xfrm>
            <a:prstGeom prst="rect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9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81437DB-8A68-FA4A-BCAF-49E5DA05F2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09047" y="5056909"/>
              <a:ext cx="2747816" cy="537764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8BA0A9-0A36-EB4E-9C3E-A3DABCEF5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296" y="5756373"/>
              <a:ext cx="281198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 b="0" dirty="0">
                  <a:solidFill>
                    <a:srgbClr val="5B61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 et al. 2018. </a:t>
              </a:r>
              <a:r>
                <a:rPr lang="en-US" sz="1200" b="0" i="1" dirty="0" err="1">
                  <a:solidFill>
                    <a:srgbClr val="5B61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sz="1200" b="0" i="1" dirty="0">
                  <a:solidFill>
                    <a:srgbClr val="5B61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Lett </a:t>
              </a:r>
              <a:r>
                <a:rPr lang="en-US" sz="1200" dirty="0">
                  <a:solidFill>
                    <a:srgbClr val="5B61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b="0" dirty="0">
                  <a:solidFill>
                    <a:srgbClr val="5B61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:442-455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787C3C9-A388-F34D-8BB3-1DFB79B4D949}"/>
              </a:ext>
            </a:extLst>
          </p:cNvPr>
          <p:cNvGrpSpPr/>
          <p:nvPr/>
        </p:nvGrpSpPr>
        <p:grpSpPr>
          <a:xfrm>
            <a:off x="399615" y="799983"/>
            <a:ext cx="3703165" cy="2375100"/>
            <a:chOff x="399613" y="799983"/>
            <a:chExt cx="3703165" cy="2375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514CE6-BF19-0C42-A1D4-AA1893BFDBE3}"/>
                </a:ext>
              </a:extLst>
            </p:cNvPr>
            <p:cNvGrpSpPr/>
            <p:nvPr/>
          </p:nvGrpSpPr>
          <p:grpSpPr>
            <a:xfrm>
              <a:off x="399613" y="799983"/>
              <a:ext cx="3703165" cy="2375100"/>
              <a:chOff x="457488" y="881008"/>
              <a:chExt cx="3703165" cy="23751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FECFDAE-F1EC-234F-9CD8-3FDA2E478F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57488" y="881008"/>
                <a:ext cx="3214998" cy="2012677"/>
              </a:xfrm>
              <a:prstGeom prst="rect">
                <a:avLst/>
              </a:prstGeom>
            </p:spPr>
          </p:pic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6BC36DEB-9A05-EB4B-8FEF-DAB72C199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600" y="2896416"/>
                <a:ext cx="3678053" cy="3596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FFFF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1pPr>
                <a:lvl2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2pPr>
                <a:lvl3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3pPr>
                <a:lvl4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4pPr>
                <a:lvl5pPr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5pPr>
                <a:lvl6pPr marL="15367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charset="0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6pPr>
                <a:lvl7pPr marL="19939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charset="0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7pPr>
                <a:lvl8pPr marL="24511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charset="0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8pPr>
                <a:lvl9pPr marL="2908300" indent="-21590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  <a:buFont typeface="Wingdings" charset="0"/>
                  <a:tabLst>
                    <a:tab pos="723900" algn="l"/>
                    <a:tab pos="1447800" algn="l"/>
                    <a:tab pos="2171700" algn="l"/>
                    <a:tab pos="2895600" algn="l"/>
                    <a:tab pos="3619500" algn="l"/>
                  </a:tabLst>
                  <a:defRPr sz="2400">
                    <a:solidFill>
                      <a:srgbClr val="000000"/>
                    </a:solidFill>
                    <a:latin typeface="Times New Roman" charset="0"/>
                    <a:ea typeface="ＭＳ Ｐゴシック" charset="0"/>
                    <a:cs typeface="msgothic" charset="0"/>
                  </a:defRPr>
                </a:lvl9pPr>
              </a:lstStyle>
              <a:p>
                <a:r>
                  <a:rPr lang="en-GB" sz="1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Wong et al. 2019. PNAS </a:t>
                </a:r>
                <a:r>
                  <a:rPr lang="en-GB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116 </a:t>
                </a:r>
                <a:r>
                  <a:rPr lang="en-GB" sz="1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(46): 22915–22917 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5943AF-5098-8448-A5A8-D4E8F2947E83}"/>
                </a:ext>
              </a:extLst>
            </p:cNvPr>
            <p:cNvSpPr/>
            <p:nvPr/>
          </p:nvSpPr>
          <p:spPr bwMode="auto">
            <a:xfrm>
              <a:off x="1794881" y="1664943"/>
              <a:ext cx="1118213" cy="176104"/>
            </a:xfrm>
            <a:prstGeom prst="rect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677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0532" y="137180"/>
            <a:ext cx="43202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How many Hydra species?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1EF911D7-71C2-6E44-8AC6-CEEF29F11F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189901"/>
              </p:ext>
            </p:extLst>
          </p:nvPr>
        </p:nvGraphicFramePr>
        <p:xfrm>
          <a:off x="-376238" y="763588"/>
          <a:ext cx="7181851" cy="533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663700" imgH="1231900" progId="Excel.Sheet.8">
                  <p:embed/>
                </p:oleObj>
              </mc:Choice>
              <mc:Fallback>
                <p:oleObj name="Worksheet" r:id="rId2" imgW="1663700" imgH="1231900" progId="Excel.Sheet.8">
                  <p:embed/>
                  <p:pic>
                    <p:nvPicPr>
                      <p:cNvPr id="184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76238" y="763588"/>
                        <a:ext cx="7181851" cy="533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B440968-E070-1F43-9D18-07F5317DF4F8}"/>
              </a:ext>
            </a:extLst>
          </p:cNvPr>
          <p:cNvSpPr/>
          <p:nvPr/>
        </p:nvSpPr>
        <p:spPr>
          <a:xfrm>
            <a:off x="357911" y="3718459"/>
            <a:ext cx="10615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Ewer 1948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DCED3-83E6-F545-B88E-C5CA57A6B159}"/>
              </a:ext>
            </a:extLst>
          </p:cNvPr>
          <p:cNvSpPr/>
          <p:nvPr/>
        </p:nvSpPr>
        <p:spPr>
          <a:xfrm>
            <a:off x="2355115" y="5696250"/>
            <a:ext cx="13580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Grayson 1971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F24001-B88A-AB43-94D7-F9CFADCFE37B}"/>
              </a:ext>
            </a:extLst>
          </p:cNvPr>
          <p:cNvSpPr/>
          <p:nvPr/>
        </p:nvSpPr>
        <p:spPr>
          <a:xfrm>
            <a:off x="4440046" y="6107808"/>
            <a:ext cx="1438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Campbell 1987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1581587" y="1401065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 Box 3">
            <a:extLst>
              <a:ext uri="{FF2B5EF4-FFF2-40B4-BE49-F238E27FC236}">
                <a16:creationId xmlns:a16="http://schemas.microsoft.com/office/drawing/2014/main" id="{996373AF-4BEE-994E-B057-B804EEF9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87" y="794796"/>
            <a:ext cx="8707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</a:rPr>
              <a:t>34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7677976B-F71D-8742-BD2D-B40A38E98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472" y="794796"/>
            <a:ext cx="8707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rgbClr val="FF9B0D"/>
                </a:solidFill>
              </a:rPr>
              <a:t>54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AE79CC77-8E22-BD44-8F91-9873C4608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279" y="801880"/>
            <a:ext cx="8707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rgbClr val="E3579D"/>
                </a:solidFill>
              </a:rPr>
              <a:t>28</a:t>
            </a:r>
            <a:endParaRPr lang="en-US" sz="4800" dirty="0">
              <a:solidFill>
                <a:srgbClr val="FAFFAA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4A6B14-8673-1041-B034-3C1B486E79F2}"/>
              </a:ext>
            </a:extLst>
          </p:cNvPr>
          <p:cNvGrpSpPr/>
          <p:nvPr/>
        </p:nvGrpSpPr>
        <p:grpSpPr>
          <a:xfrm>
            <a:off x="5646123" y="731037"/>
            <a:ext cx="3486924" cy="5843172"/>
            <a:chOff x="5646123" y="731037"/>
            <a:chExt cx="3486924" cy="5843172"/>
          </a:xfrm>
        </p:grpSpPr>
        <p:sp>
          <p:nvSpPr>
            <p:cNvPr id="21" name="Text Box 213">
              <a:extLst>
                <a:ext uri="{FF2B5EF4-FFF2-40B4-BE49-F238E27FC236}">
                  <a16:creationId xmlns:a16="http://schemas.microsoft.com/office/drawing/2014/main" id="{7DF75F46-45D0-D042-A23C-812175E0A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9" y="3731952"/>
              <a:ext cx="295452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</a:t>
              </a:r>
              <a:r>
                <a:rPr lang="en-US" sz="1200" b="0" i="1" dirty="0" err="1">
                  <a:latin typeface="Myriad Pro"/>
                  <a:cs typeface="Myriad Pro"/>
                </a:rPr>
                <a:t>hymanae</a:t>
              </a:r>
              <a:r>
                <a:rPr lang="en-US" sz="1200" b="0" i="1" dirty="0">
                  <a:latin typeface="Myriad Pro"/>
                  <a:cs typeface="Myriad Pro"/>
                </a:rPr>
                <a:t> </a:t>
              </a:r>
              <a:r>
                <a:rPr lang="en-US" sz="1200" b="0" dirty="0">
                  <a:latin typeface="Myriad Pro"/>
                  <a:cs typeface="Myriad Pro"/>
                </a:rPr>
                <a:t>Hadley &amp; Forrest 1959</a:t>
              </a:r>
            </a:p>
          </p:txBody>
        </p:sp>
        <p:sp>
          <p:nvSpPr>
            <p:cNvPr id="22" name="Text Box 234">
              <a:extLst>
                <a:ext uri="{FF2B5EF4-FFF2-40B4-BE49-F238E27FC236}">
                  <a16:creationId xmlns:a16="http://schemas.microsoft.com/office/drawing/2014/main" id="{F09623C9-8022-9A40-9DA5-ABD4ECF19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2482682"/>
              <a:ext cx="295452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</a:t>
              </a:r>
              <a:r>
                <a:rPr lang="en-US" sz="1200" b="0" i="1" dirty="0" err="1">
                  <a:latin typeface="Myriad Pro"/>
                  <a:cs typeface="Myriad Pro"/>
                </a:rPr>
                <a:t>circumcincta</a:t>
              </a:r>
              <a:r>
                <a:rPr lang="en-US" sz="1200" b="0" i="1" dirty="0">
                  <a:latin typeface="Myriad Pro"/>
                  <a:cs typeface="Myriad Pro"/>
                </a:rPr>
                <a:t> </a:t>
              </a:r>
              <a:r>
                <a:rPr lang="en-US" sz="1200" b="0" dirty="0">
                  <a:latin typeface="Myriad Pro"/>
                  <a:cs typeface="Myriad Pro"/>
                </a:rPr>
                <a:t>Schulze 1914</a:t>
              </a:r>
              <a:endParaRPr lang="en-US" sz="1200" b="0" i="1" dirty="0">
                <a:latin typeface="Myriad Pro"/>
                <a:cs typeface="Myriad Pro"/>
              </a:endParaRPr>
            </a:p>
          </p:txBody>
        </p:sp>
        <p:sp>
          <p:nvSpPr>
            <p:cNvPr id="23" name="Text Box 252">
              <a:extLst>
                <a:ext uri="{FF2B5EF4-FFF2-40B4-BE49-F238E27FC236}">
                  <a16:creationId xmlns:a16="http://schemas.microsoft.com/office/drawing/2014/main" id="{A031A9CF-E91A-DB44-B5AC-5EEFEA6A1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1839815"/>
              <a:ext cx="282061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</a:t>
              </a:r>
              <a:r>
                <a:rPr lang="en-US" sz="1200" b="0" i="1" dirty="0" err="1">
                  <a:latin typeface="Myriad Pro"/>
                  <a:cs typeface="Myriad Pro"/>
                </a:rPr>
                <a:t>utahensis</a:t>
              </a:r>
              <a:r>
                <a:rPr lang="en-US" sz="1200" b="0" i="1" dirty="0">
                  <a:latin typeface="Myriad Pro"/>
                  <a:cs typeface="Myriad Pro"/>
                </a:rPr>
                <a:t> </a:t>
              </a:r>
              <a:r>
                <a:rPr lang="en-US" sz="1200" b="0" dirty="0">
                  <a:latin typeface="Myriad Pro"/>
                  <a:cs typeface="Myriad Pro"/>
                </a:rPr>
                <a:t>Hyman 1931</a:t>
              </a:r>
            </a:p>
          </p:txBody>
        </p:sp>
        <p:sp>
          <p:nvSpPr>
            <p:cNvPr id="24" name="Text Box 287">
              <a:extLst>
                <a:ext uri="{FF2B5EF4-FFF2-40B4-BE49-F238E27FC236}">
                  <a16:creationId xmlns:a16="http://schemas.microsoft.com/office/drawing/2014/main" id="{CBAC1EE5-BAE1-E743-83A0-527C91C88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3048045"/>
              <a:ext cx="258721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</a:t>
              </a:r>
              <a:r>
                <a:rPr lang="en-US" sz="1200" b="0" i="1" dirty="0" err="1">
                  <a:latin typeface="Myriad Pro"/>
                  <a:cs typeface="Myriad Pro"/>
                </a:rPr>
                <a:t>oxycnida</a:t>
              </a:r>
              <a:r>
                <a:rPr lang="en-US" sz="1200" b="0" i="1" dirty="0">
                  <a:latin typeface="Myriad Pro"/>
                  <a:cs typeface="Myriad Pro"/>
                </a:rPr>
                <a:t> </a:t>
              </a:r>
              <a:r>
                <a:rPr lang="en-US" sz="1200" b="0" dirty="0">
                  <a:latin typeface="Myriad Pro"/>
                  <a:cs typeface="Myriad Pro"/>
                </a:rPr>
                <a:t>Schulze 1914</a:t>
              </a:r>
            </a:p>
          </p:txBody>
        </p:sp>
        <p:sp>
          <p:nvSpPr>
            <p:cNvPr id="25" name="Text Box 305">
              <a:extLst>
                <a:ext uri="{FF2B5EF4-FFF2-40B4-BE49-F238E27FC236}">
                  <a16:creationId xmlns:a16="http://schemas.microsoft.com/office/drawing/2014/main" id="{8F91AB7B-92D3-054A-86DB-B5AC42043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2268393"/>
              <a:ext cx="25872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canadensis </a:t>
              </a:r>
              <a:r>
                <a:rPr lang="en-US" sz="1200" b="0" dirty="0">
                  <a:latin typeface="Myriad Pro"/>
                  <a:cs typeface="Myriad Pro"/>
                </a:rPr>
                <a:t>Rowan 1930</a:t>
              </a:r>
            </a:p>
          </p:txBody>
        </p:sp>
        <p:sp>
          <p:nvSpPr>
            <p:cNvPr id="26" name="Text Box 213">
              <a:extLst>
                <a:ext uri="{FF2B5EF4-FFF2-40B4-BE49-F238E27FC236}">
                  <a16:creationId xmlns:a16="http://schemas.microsoft.com/office/drawing/2014/main" id="{691FC4D7-6640-434E-AA4E-60C0212F7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731037"/>
              <a:ext cx="283270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solidFill>
                    <a:srgbClr val="000000"/>
                  </a:solidFill>
                  <a:latin typeface="Myriad Pro"/>
                  <a:cs typeface="Myriad Pro"/>
                </a:rPr>
                <a:t>Hydra </a:t>
              </a:r>
              <a:r>
                <a:rPr lang="en-US" sz="1200" b="0" i="1" dirty="0" err="1">
                  <a:solidFill>
                    <a:srgbClr val="000000"/>
                  </a:solidFill>
                  <a:latin typeface="Myriad Pro"/>
                  <a:cs typeface="Myriad Pro"/>
                </a:rPr>
                <a:t>viridissima</a:t>
              </a:r>
              <a:r>
                <a:rPr lang="en-US" sz="1200" b="0" i="1" dirty="0">
                  <a:solidFill>
                    <a:srgbClr val="000000"/>
                  </a:solidFill>
                  <a:latin typeface="Myriad Pro"/>
                  <a:cs typeface="Myriad Pro"/>
                </a:rPr>
                <a:t> 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cs typeface="Myriad Pro"/>
                </a:rPr>
                <a:t>Pallas 1766</a:t>
              </a:r>
            </a:p>
          </p:txBody>
        </p:sp>
        <p:sp>
          <p:nvSpPr>
            <p:cNvPr id="27" name="Text Box 252">
              <a:extLst>
                <a:ext uri="{FF2B5EF4-FFF2-40B4-BE49-F238E27FC236}">
                  <a16:creationId xmlns:a16="http://schemas.microsoft.com/office/drawing/2014/main" id="{A0734A4C-4E61-B04D-9DBA-81BD66E24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1420889"/>
              <a:ext cx="241618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</a:t>
              </a:r>
              <a:r>
                <a:rPr lang="en-US" sz="1200" b="0" i="1" dirty="0" err="1">
                  <a:latin typeface="Myriad Pro"/>
                  <a:cs typeface="Myriad Pro"/>
                </a:rPr>
                <a:t>oligactis</a:t>
              </a:r>
              <a:r>
                <a:rPr lang="en-US" sz="1200" b="0" i="1" dirty="0">
                  <a:latin typeface="Myriad Pro"/>
                  <a:cs typeface="Myriad Pro"/>
                </a:rPr>
                <a:t> 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cs typeface="Myriad Pro"/>
                </a:rPr>
                <a:t>Pallas 1766</a:t>
              </a:r>
              <a:endParaRPr lang="en-US" sz="1200" b="0" i="1" dirty="0">
                <a:latin typeface="Myriad Pro"/>
                <a:cs typeface="Myriad Pro"/>
              </a:endParaRPr>
            </a:p>
          </p:txBody>
        </p:sp>
        <p:sp>
          <p:nvSpPr>
            <p:cNvPr id="28" name="Text Box 252">
              <a:extLst>
                <a:ext uri="{FF2B5EF4-FFF2-40B4-BE49-F238E27FC236}">
                  <a16:creationId xmlns:a16="http://schemas.microsoft.com/office/drawing/2014/main" id="{83C2705E-6A00-9F48-836F-E8248016E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18" y="2054104"/>
              <a:ext cx="269649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 dirty="0">
                  <a:latin typeface="Myriad Pro"/>
                  <a:cs typeface="Myriad Pro"/>
                </a:rPr>
                <a:t>Hydra vulgaris 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cs typeface="Myriad Pro"/>
                </a:rPr>
                <a:t>Pallas 1766</a:t>
              </a:r>
              <a:endParaRPr lang="en-US" sz="1200" b="0" i="1" dirty="0">
                <a:latin typeface="Myriad Pro"/>
                <a:cs typeface="Myriad Pro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18EBA26-B1A3-084E-BC2A-D3E63E1E3A5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64637" y="882914"/>
              <a:ext cx="49053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C191E99-AD7D-9D4D-91A7-2E3168FA78B3}"/>
                </a:ext>
              </a:extLst>
            </p:cNvPr>
            <p:cNvCxnSpPr>
              <a:cxnSpLocks/>
              <a:stCxn id="22" idx="1"/>
            </p:cNvCxnSpPr>
            <p:nvPr/>
          </p:nvCxnSpPr>
          <p:spPr bwMode="auto">
            <a:xfrm flipH="1" flipV="1">
              <a:off x="5665326" y="2564654"/>
              <a:ext cx="513192" cy="5652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A9D8605-FA11-0D43-A4A0-3D9B90298F2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816777" y="3892441"/>
              <a:ext cx="33839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ABA12F-B427-2249-BCA0-616AF85D657F}"/>
                </a:ext>
              </a:extLst>
            </p:cNvPr>
            <p:cNvSpPr/>
            <p:nvPr/>
          </p:nvSpPr>
          <p:spPr>
            <a:xfrm>
              <a:off x="6328054" y="6266432"/>
              <a:ext cx="176522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Martínez et al 2010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E6D359D-7FC5-9248-88A2-DD6B4593F18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64637" y="1579818"/>
              <a:ext cx="49053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0842A42-63C9-214E-B11C-1CE6D674CD9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64637" y="2008458"/>
              <a:ext cx="49053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F02BDD3-BB6A-C64F-A9BB-2CE2246FFC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64637" y="2418894"/>
              <a:ext cx="49053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B84D848-838E-FE4E-ABF6-A5F23A08159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664637" y="3186544"/>
              <a:ext cx="49053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0CCAD62-DB57-7B4D-9178-2315D2DE4E5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46123" y="2124127"/>
              <a:ext cx="513192" cy="5652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" name="Text Box 5">
              <a:extLst>
                <a:ext uri="{FF2B5EF4-FFF2-40B4-BE49-F238E27FC236}">
                  <a16:creationId xmlns:a16="http://schemas.microsoft.com/office/drawing/2014/main" id="{11AE51B3-6199-A74A-A9EE-DA9479DB4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1101" y="794794"/>
              <a:ext cx="527709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4800" dirty="0">
                  <a:solidFill>
                    <a:srgbClr val="00B050"/>
                  </a:solidFill>
                </a:rPr>
                <a:t>8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84F955B-04BC-E548-BAE4-BE55F6A8465F}"/>
              </a:ext>
            </a:extLst>
          </p:cNvPr>
          <p:cNvGrpSpPr/>
          <p:nvPr/>
        </p:nvGrpSpPr>
        <p:grpSpPr>
          <a:xfrm>
            <a:off x="5664639" y="5227522"/>
            <a:ext cx="2794465" cy="941802"/>
            <a:chOff x="5664637" y="5227522"/>
            <a:chExt cx="2794465" cy="94180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71BCB3A-DA4B-AF47-85B0-6B446687ECE2}"/>
                </a:ext>
              </a:extLst>
            </p:cNvPr>
            <p:cNvGrpSpPr/>
            <p:nvPr/>
          </p:nvGrpSpPr>
          <p:grpSpPr>
            <a:xfrm>
              <a:off x="5664637" y="5892325"/>
              <a:ext cx="2794465" cy="276999"/>
              <a:chOff x="5664637" y="5892325"/>
              <a:chExt cx="2794465" cy="276999"/>
            </a:xfrm>
          </p:grpSpPr>
          <p:sp>
            <p:nvSpPr>
              <p:cNvPr id="39" name="Text Box 213">
                <a:extLst>
                  <a:ext uri="{FF2B5EF4-FFF2-40B4-BE49-F238E27FC236}">
                    <a16:creationId xmlns:a16="http://schemas.microsoft.com/office/drawing/2014/main" id="{C3DF24EC-1E7B-4447-9FCB-B706645FD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8518" y="5892325"/>
                <a:ext cx="2280584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 b="0" i="1" dirty="0">
                    <a:latin typeface="Myriad Pro"/>
                    <a:cs typeface="Myriad Pro"/>
                  </a:rPr>
                  <a:t>Hydra </a:t>
                </a:r>
                <a:r>
                  <a:rPr lang="en-US" sz="1200" b="0" i="1" dirty="0" err="1">
                    <a:latin typeface="Myriad Pro"/>
                    <a:cs typeface="Myriad Pro"/>
                  </a:rPr>
                  <a:t>lirosoma</a:t>
                </a:r>
                <a:r>
                  <a:rPr lang="en-US" sz="1200" b="0" i="1" dirty="0">
                    <a:latin typeface="Myriad Pro"/>
                    <a:cs typeface="Myriad Pro"/>
                  </a:rPr>
                  <a:t> </a:t>
                </a:r>
                <a:r>
                  <a:rPr lang="en-US" sz="1200" b="0" dirty="0">
                    <a:latin typeface="Myriad Pro"/>
                    <a:cs typeface="Myriad Pro"/>
                  </a:rPr>
                  <a:t>Campbell 1987</a:t>
                </a: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24153A47-352C-4544-9288-809E422D21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664637" y="6040360"/>
                <a:ext cx="490535" cy="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52" name="Text Box 5">
              <a:extLst>
                <a:ext uri="{FF2B5EF4-FFF2-40B4-BE49-F238E27FC236}">
                  <a16:creationId xmlns:a16="http://schemas.microsoft.com/office/drawing/2014/main" id="{94FCC74D-15B0-214B-A56D-9A20FDE85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7933" y="5227522"/>
              <a:ext cx="527709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4800" dirty="0">
                  <a:solidFill>
                    <a:srgbClr val="FF9B0D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107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A303DB5-704D-3E40-8169-C5DA1C3E7731}"/>
              </a:ext>
            </a:extLst>
          </p:cNvPr>
          <p:cNvGrpSpPr/>
          <p:nvPr/>
        </p:nvGrpSpPr>
        <p:grpSpPr>
          <a:xfrm>
            <a:off x="1086644" y="829797"/>
            <a:ext cx="6958012" cy="4943475"/>
            <a:chOff x="1042988" y="1166813"/>
            <a:chExt cx="6958012" cy="4943475"/>
          </a:xfrm>
        </p:grpSpPr>
        <p:pic>
          <p:nvPicPr>
            <p:cNvPr id="28" name="Picture 3">
              <a:extLst>
                <a:ext uri="{FF2B5EF4-FFF2-40B4-BE49-F238E27FC236}">
                  <a16:creationId xmlns:a16="http://schemas.microsoft.com/office/drawing/2014/main" id="{68451DAF-59DC-8546-B622-CEEA799BA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042988" y="1166813"/>
              <a:ext cx="6958012" cy="4943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" name="Text Box 5">
              <a:extLst>
                <a:ext uri="{FF2B5EF4-FFF2-40B4-BE49-F238E27FC236}">
                  <a16:creationId xmlns:a16="http://schemas.microsoft.com/office/drawing/2014/main" id="{7E08310D-8866-3A43-836E-597BB313E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7125" y="4608513"/>
              <a:ext cx="12985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/>
                <a:t>stenotele</a:t>
              </a:r>
            </a:p>
          </p:txBody>
        </p:sp>
        <p:sp>
          <p:nvSpPr>
            <p:cNvPr id="33" name="Text Box 6">
              <a:extLst>
                <a:ext uri="{FF2B5EF4-FFF2-40B4-BE49-F238E27FC236}">
                  <a16:creationId xmlns:a16="http://schemas.microsoft.com/office/drawing/2014/main" id="{73A7A88B-875E-254F-AE29-02A858E9E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125" y="1547813"/>
              <a:ext cx="18081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/>
                <a:t>desmonemes</a:t>
              </a:r>
            </a:p>
          </p:txBody>
        </p:sp>
        <p:sp>
          <p:nvSpPr>
            <p:cNvPr id="36" name="Text Box 7">
              <a:extLst>
                <a:ext uri="{FF2B5EF4-FFF2-40B4-BE49-F238E27FC236}">
                  <a16:creationId xmlns:a16="http://schemas.microsoft.com/office/drawing/2014/main" id="{838BEC5D-F807-CF47-A54D-E4C4BC4F4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125" y="2411413"/>
              <a:ext cx="1722438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 err="1"/>
                <a:t>holotrichous</a:t>
              </a:r>
              <a:endParaRPr lang="en-US" sz="2000" dirty="0"/>
            </a:p>
            <a:p>
              <a:r>
                <a:rPr lang="en-US" sz="2000" dirty="0"/>
                <a:t>isorhiza</a:t>
              </a:r>
            </a:p>
          </p:txBody>
        </p:sp>
        <p:sp>
          <p:nvSpPr>
            <p:cNvPr id="37" name="Line 8">
              <a:extLst>
                <a:ext uri="{FF2B5EF4-FFF2-40B4-BE49-F238E27FC236}">
                  <a16:creationId xmlns:a16="http://schemas.microsoft.com/office/drawing/2014/main" id="{9B9D48F4-9260-0F49-A9D2-81ED7FE02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300" y="3276600"/>
              <a:ext cx="368300" cy="431800"/>
            </a:xfrm>
            <a:prstGeom prst="line">
              <a:avLst/>
            </a:prstGeom>
            <a:noFill/>
            <a:ln w="38100">
              <a:solidFill>
                <a:srgbClr val="FF120A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Text Box 9">
              <a:extLst>
                <a:ext uri="{FF2B5EF4-FFF2-40B4-BE49-F238E27FC236}">
                  <a16:creationId xmlns:a16="http://schemas.microsoft.com/office/drawing/2014/main" id="{9DAAB67C-1C68-4B47-B0D1-8150582D1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625" y="2500313"/>
              <a:ext cx="132715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/>
                <a:t>atrichous</a:t>
              </a:r>
            </a:p>
            <a:p>
              <a:r>
                <a:rPr lang="en-US" sz="2000"/>
                <a:t>isorhiza</a:t>
              </a:r>
            </a:p>
          </p:txBody>
        </p:sp>
        <p:sp>
          <p:nvSpPr>
            <p:cNvPr id="26" name="Rectangle 2">
              <a:extLst>
                <a:ext uri="{FF2B5EF4-FFF2-40B4-BE49-F238E27FC236}">
                  <a16:creationId xmlns:a16="http://schemas.microsoft.com/office/drawing/2014/main" id="{BB1F2D27-51E5-014F-8516-21EF758F9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5649" y="5686425"/>
              <a:ext cx="204152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0" dirty="0"/>
                <a:t>Peter </a:t>
              </a:r>
              <a:r>
                <a:rPr lang="en-US" b="0" dirty="0" err="1"/>
                <a:t>Schuchert</a:t>
              </a:r>
              <a:r>
                <a:rPr lang="en-US" b="0" dirty="0"/>
                <a:t> (2005)</a:t>
              </a:r>
              <a:endParaRPr lang="en-US" b="0" dirty="0">
                <a:latin typeface="Helvetica" charset="0"/>
              </a:endParaRPr>
            </a:p>
          </p:txBody>
        </p:sp>
      </p:grpSp>
      <p:sp>
        <p:nvSpPr>
          <p:cNvPr id="39" name="Rectangle 5">
            <a:extLst>
              <a:ext uri="{FF2B5EF4-FFF2-40B4-BE49-F238E27FC236}">
                <a16:creationId xmlns:a16="http://schemas.microsoft.com/office/drawing/2014/main" id="{718E0FEF-F5A9-1242-9873-6D8B1E2E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329" y="137180"/>
            <a:ext cx="33684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Hydra Nematocysts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DD12E4-2D17-034A-BDC2-50CF1098B078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BD75C1CA-C2E8-A0A8-9DF8-998607C428A5}"/>
              </a:ext>
            </a:extLst>
          </p:cNvPr>
          <p:cNvSpPr/>
          <p:nvPr/>
        </p:nvSpPr>
        <p:spPr bwMode="auto">
          <a:xfrm>
            <a:off x="4069196" y="2425234"/>
            <a:ext cx="1678781" cy="1399309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3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056" y="137180"/>
            <a:ext cx="51207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Campbell's key &amp; hydra groups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939B3F59-60E3-004D-B20F-68C91B8A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57" y="808685"/>
            <a:ext cx="31591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0" dirty="0">
                <a:ea typeface="Arial" charset="0"/>
                <a:cs typeface="Arial" charset="0"/>
              </a:rPr>
              <a:t>Figure adapted from Campbell, 1983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CBD488F9-73E6-354A-9543-8230C70AE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1888827"/>
            <a:ext cx="381000" cy="546100"/>
          </a:xfrm>
          <a:prstGeom prst="ellipse">
            <a:avLst/>
          </a:prstGeom>
          <a:solidFill>
            <a:srgbClr val="C0C0C0">
              <a:alpha val="76077"/>
            </a:srgbClr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7F9DEE9C-53F2-DF48-B886-76628205C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100" y="1845965"/>
            <a:ext cx="241300" cy="546100"/>
          </a:xfrm>
          <a:prstGeom prst="ellipse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A5BBCEC7-DAE1-D240-BF42-43D139735D66}"/>
              </a:ext>
            </a:extLst>
          </p:cNvPr>
          <p:cNvGrpSpPr>
            <a:grpSpLocks/>
          </p:cNvGrpSpPr>
          <p:nvPr/>
        </p:nvGrpSpPr>
        <p:grpSpPr bwMode="auto">
          <a:xfrm>
            <a:off x="4184650" y="3404892"/>
            <a:ext cx="973138" cy="498475"/>
            <a:chOff x="553" y="3390"/>
            <a:chExt cx="613" cy="314"/>
          </a:xfrm>
        </p:grpSpPr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5E4D3FCF-2E63-C044-9B81-4B074C139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" y="3434"/>
              <a:ext cx="216" cy="232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160BCA77-641C-4143-A07D-54312FC89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" y="3518"/>
              <a:ext cx="254" cy="89"/>
            </a:xfrm>
            <a:custGeom>
              <a:avLst/>
              <a:gdLst>
                <a:gd name="T0" fmla="*/ 237 w 254"/>
                <a:gd name="T1" fmla="*/ 3 h 89"/>
                <a:gd name="T2" fmla="*/ 136 w 254"/>
                <a:gd name="T3" fmla="*/ 24 h 89"/>
                <a:gd name="T4" fmla="*/ 25 w 254"/>
                <a:gd name="T5" fmla="*/ 68 h 89"/>
                <a:gd name="T6" fmla="*/ 2 w 254"/>
                <a:gd name="T7" fmla="*/ 87 h 89"/>
                <a:gd name="T8" fmla="*/ 36 w 254"/>
                <a:gd name="T9" fmla="*/ 81 h 89"/>
                <a:gd name="T10" fmla="*/ 147 w 254"/>
                <a:gd name="T11" fmla="*/ 49 h 89"/>
                <a:gd name="T12" fmla="*/ 239 w 254"/>
                <a:gd name="T13" fmla="*/ 47 h 89"/>
                <a:gd name="T14" fmla="*/ 237 w 254"/>
                <a:gd name="T15" fmla="*/ 3 h 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54"/>
                <a:gd name="T25" fmla="*/ 0 h 89"/>
                <a:gd name="T26" fmla="*/ 254 w 254"/>
                <a:gd name="T27" fmla="*/ 89 h 8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54" h="89">
                  <a:moveTo>
                    <a:pt x="237" y="3"/>
                  </a:moveTo>
                  <a:cubicBezTo>
                    <a:pt x="219" y="0"/>
                    <a:pt x="171" y="13"/>
                    <a:pt x="136" y="24"/>
                  </a:cubicBezTo>
                  <a:cubicBezTo>
                    <a:pt x="102" y="35"/>
                    <a:pt x="47" y="58"/>
                    <a:pt x="25" y="68"/>
                  </a:cubicBezTo>
                  <a:cubicBezTo>
                    <a:pt x="3" y="78"/>
                    <a:pt x="0" y="85"/>
                    <a:pt x="2" y="87"/>
                  </a:cubicBezTo>
                  <a:cubicBezTo>
                    <a:pt x="4" y="89"/>
                    <a:pt x="12" y="87"/>
                    <a:pt x="36" y="81"/>
                  </a:cubicBezTo>
                  <a:cubicBezTo>
                    <a:pt x="60" y="75"/>
                    <a:pt x="113" y="55"/>
                    <a:pt x="147" y="49"/>
                  </a:cubicBezTo>
                  <a:cubicBezTo>
                    <a:pt x="181" y="43"/>
                    <a:pt x="224" y="55"/>
                    <a:pt x="239" y="47"/>
                  </a:cubicBezTo>
                  <a:cubicBezTo>
                    <a:pt x="254" y="39"/>
                    <a:pt x="237" y="12"/>
                    <a:pt x="237" y="3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A111545-53DB-B04D-A482-04C0E4AB6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3522"/>
              <a:ext cx="232" cy="83"/>
            </a:xfrm>
            <a:custGeom>
              <a:avLst/>
              <a:gdLst>
                <a:gd name="T0" fmla="*/ 6 w 232"/>
                <a:gd name="T1" fmla="*/ 3 h 83"/>
                <a:gd name="T2" fmla="*/ 107 w 232"/>
                <a:gd name="T3" fmla="*/ 24 h 83"/>
                <a:gd name="T4" fmla="*/ 213 w 232"/>
                <a:gd name="T5" fmla="*/ 62 h 83"/>
                <a:gd name="T6" fmla="*/ 221 w 232"/>
                <a:gd name="T7" fmla="*/ 78 h 83"/>
                <a:gd name="T8" fmla="*/ 207 w 232"/>
                <a:gd name="T9" fmla="*/ 81 h 83"/>
                <a:gd name="T10" fmla="*/ 157 w 232"/>
                <a:gd name="T11" fmla="*/ 67 h 83"/>
                <a:gd name="T12" fmla="*/ 98 w 232"/>
                <a:gd name="T13" fmla="*/ 54 h 83"/>
                <a:gd name="T14" fmla="*/ 15 w 232"/>
                <a:gd name="T15" fmla="*/ 49 h 83"/>
                <a:gd name="T16" fmla="*/ 6 w 232"/>
                <a:gd name="T17" fmla="*/ 3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2"/>
                <a:gd name="T28" fmla="*/ 0 h 83"/>
                <a:gd name="T29" fmla="*/ 232 w 232"/>
                <a:gd name="T30" fmla="*/ 83 h 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2" h="83">
                  <a:moveTo>
                    <a:pt x="6" y="3"/>
                  </a:moveTo>
                  <a:cubicBezTo>
                    <a:pt x="24" y="0"/>
                    <a:pt x="73" y="14"/>
                    <a:pt x="107" y="24"/>
                  </a:cubicBezTo>
                  <a:cubicBezTo>
                    <a:pt x="141" y="34"/>
                    <a:pt x="194" y="53"/>
                    <a:pt x="213" y="62"/>
                  </a:cubicBezTo>
                  <a:cubicBezTo>
                    <a:pt x="232" y="71"/>
                    <a:pt x="222" y="75"/>
                    <a:pt x="221" y="78"/>
                  </a:cubicBezTo>
                  <a:cubicBezTo>
                    <a:pt x="220" y="81"/>
                    <a:pt x="218" y="83"/>
                    <a:pt x="207" y="81"/>
                  </a:cubicBezTo>
                  <a:cubicBezTo>
                    <a:pt x="196" y="79"/>
                    <a:pt x="175" y="71"/>
                    <a:pt x="157" y="67"/>
                  </a:cubicBezTo>
                  <a:cubicBezTo>
                    <a:pt x="139" y="63"/>
                    <a:pt x="122" y="57"/>
                    <a:pt x="98" y="54"/>
                  </a:cubicBezTo>
                  <a:cubicBezTo>
                    <a:pt x="74" y="51"/>
                    <a:pt x="30" y="58"/>
                    <a:pt x="15" y="49"/>
                  </a:cubicBezTo>
                  <a:cubicBezTo>
                    <a:pt x="0" y="40"/>
                    <a:pt x="8" y="13"/>
                    <a:pt x="6" y="3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6D8061A-E0D5-AC4E-824E-CF697C9CA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3390"/>
              <a:ext cx="35" cy="56"/>
            </a:xfrm>
            <a:custGeom>
              <a:avLst/>
              <a:gdLst>
                <a:gd name="T0" fmla="*/ 0 w 35"/>
                <a:gd name="T1" fmla="*/ 53 h 56"/>
                <a:gd name="T2" fmla="*/ 8 w 35"/>
                <a:gd name="T3" fmla="*/ 8 h 56"/>
                <a:gd name="T4" fmla="*/ 19 w 35"/>
                <a:gd name="T5" fmla="*/ 2 h 56"/>
                <a:gd name="T6" fmla="*/ 29 w 35"/>
                <a:gd name="T7" fmla="*/ 13 h 56"/>
                <a:gd name="T8" fmla="*/ 35 w 35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6FC47F5-A70D-FD49-B1E6-BDC4BE3A5F3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53" y="3648"/>
              <a:ext cx="35" cy="56"/>
            </a:xfrm>
            <a:custGeom>
              <a:avLst/>
              <a:gdLst>
                <a:gd name="T0" fmla="*/ 0 w 35"/>
                <a:gd name="T1" fmla="*/ 53 h 56"/>
                <a:gd name="T2" fmla="*/ 8 w 35"/>
                <a:gd name="T3" fmla="*/ 8 h 56"/>
                <a:gd name="T4" fmla="*/ 19 w 35"/>
                <a:gd name="T5" fmla="*/ 2 h 56"/>
                <a:gd name="T6" fmla="*/ 29 w 35"/>
                <a:gd name="T7" fmla="*/ 13 h 56"/>
                <a:gd name="T8" fmla="*/ 35 w 35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CA5D3F25-51E5-F74B-A003-A2231399D9C0}"/>
              </a:ext>
            </a:extLst>
          </p:cNvPr>
          <p:cNvGrpSpPr>
            <a:grpSpLocks/>
          </p:cNvGrpSpPr>
          <p:nvPr/>
        </p:nvGrpSpPr>
        <p:grpSpPr bwMode="auto">
          <a:xfrm>
            <a:off x="7981950" y="3346154"/>
            <a:ext cx="596900" cy="492125"/>
            <a:chOff x="839" y="3526"/>
            <a:chExt cx="376" cy="310"/>
          </a:xfrm>
        </p:grpSpPr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14C54F87-278E-EE47-A133-6901525A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" y="3570"/>
              <a:ext cx="216" cy="232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141918CE-0E54-4D42-AE17-B4DA25F2C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3526"/>
              <a:ext cx="35" cy="56"/>
            </a:xfrm>
            <a:custGeom>
              <a:avLst/>
              <a:gdLst>
                <a:gd name="T0" fmla="*/ 0 w 35"/>
                <a:gd name="T1" fmla="*/ 53 h 56"/>
                <a:gd name="T2" fmla="*/ 8 w 35"/>
                <a:gd name="T3" fmla="*/ 8 h 56"/>
                <a:gd name="T4" fmla="*/ 19 w 35"/>
                <a:gd name="T5" fmla="*/ 2 h 56"/>
                <a:gd name="T6" fmla="*/ 29 w 35"/>
                <a:gd name="T7" fmla="*/ 13 h 56"/>
                <a:gd name="T8" fmla="*/ 35 w 35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138736D1-4767-A54B-8D0E-F0A9E379196D}"/>
                </a:ext>
              </a:extLst>
            </p:cNvPr>
            <p:cNvSpPr>
              <a:spLocks/>
            </p:cNvSpPr>
            <p:nvPr/>
          </p:nvSpPr>
          <p:spPr bwMode="auto">
            <a:xfrm rot="1883184" flipV="1">
              <a:off x="914" y="3747"/>
              <a:ext cx="34" cy="76"/>
            </a:xfrm>
            <a:custGeom>
              <a:avLst/>
              <a:gdLst>
                <a:gd name="T0" fmla="*/ 0 w 35"/>
                <a:gd name="T1" fmla="*/ 453 h 56"/>
                <a:gd name="T2" fmla="*/ 8 w 35"/>
                <a:gd name="T3" fmla="*/ 68 h 56"/>
                <a:gd name="T4" fmla="*/ 17 w 35"/>
                <a:gd name="T5" fmla="*/ 19 h 56"/>
                <a:gd name="T6" fmla="*/ 22 w 35"/>
                <a:gd name="T7" fmla="*/ 113 h 56"/>
                <a:gd name="T8" fmla="*/ 28 w 35"/>
                <a:gd name="T9" fmla="*/ 47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A0F06DEC-5805-034C-9207-B4AA4BFF2DC6}"/>
                </a:ext>
              </a:extLst>
            </p:cNvPr>
            <p:cNvSpPr>
              <a:spLocks/>
            </p:cNvSpPr>
            <p:nvPr/>
          </p:nvSpPr>
          <p:spPr bwMode="auto">
            <a:xfrm rot="-4640475">
              <a:off x="855" y="3624"/>
              <a:ext cx="42" cy="74"/>
            </a:xfrm>
            <a:custGeom>
              <a:avLst/>
              <a:gdLst>
                <a:gd name="T0" fmla="*/ 0 w 35"/>
                <a:gd name="T1" fmla="*/ 375 h 56"/>
                <a:gd name="T2" fmla="*/ 29 w 35"/>
                <a:gd name="T3" fmla="*/ 59 h 56"/>
                <a:gd name="T4" fmla="*/ 71 w 35"/>
                <a:gd name="T5" fmla="*/ 16 h 56"/>
                <a:gd name="T6" fmla="*/ 103 w 35"/>
                <a:gd name="T7" fmla="*/ 87 h 56"/>
                <a:gd name="T8" fmla="*/ 124 w 35"/>
                <a:gd name="T9" fmla="*/ 39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0B85DD35-525F-1846-B526-84836A3C01E2}"/>
                </a:ext>
              </a:extLst>
            </p:cNvPr>
            <p:cNvSpPr>
              <a:spLocks/>
            </p:cNvSpPr>
            <p:nvPr/>
          </p:nvSpPr>
          <p:spPr bwMode="auto">
            <a:xfrm rot="19527545" flipV="1">
              <a:off x="1088" y="3750"/>
              <a:ext cx="34" cy="86"/>
            </a:xfrm>
            <a:custGeom>
              <a:avLst/>
              <a:gdLst>
                <a:gd name="T0" fmla="*/ 0 w 35"/>
                <a:gd name="T1" fmla="*/ 1057 h 56"/>
                <a:gd name="T2" fmla="*/ 8 w 35"/>
                <a:gd name="T3" fmla="*/ 155 h 56"/>
                <a:gd name="T4" fmla="*/ 17 w 35"/>
                <a:gd name="T5" fmla="*/ 43 h 56"/>
                <a:gd name="T6" fmla="*/ 22 w 35"/>
                <a:gd name="T7" fmla="*/ 269 h 56"/>
                <a:gd name="T8" fmla="*/ 28 w 35"/>
                <a:gd name="T9" fmla="*/ 113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9B09A75F-BFF9-B842-92C5-8E79180C8989}"/>
                </a:ext>
              </a:extLst>
            </p:cNvPr>
            <p:cNvSpPr>
              <a:spLocks/>
            </p:cNvSpPr>
            <p:nvPr/>
          </p:nvSpPr>
          <p:spPr bwMode="auto">
            <a:xfrm rot="4231888">
              <a:off x="1141" y="3575"/>
              <a:ext cx="33" cy="115"/>
            </a:xfrm>
            <a:custGeom>
              <a:avLst/>
              <a:gdLst>
                <a:gd name="T0" fmla="*/ 0 w 35"/>
                <a:gd name="T1" fmla="*/ 8186 h 56"/>
                <a:gd name="T2" fmla="*/ 8 w 35"/>
                <a:gd name="T3" fmla="*/ 1214 h 56"/>
                <a:gd name="T4" fmla="*/ 12 w 35"/>
                <a:gd name="T5" fmla="*/ 288 h 56"/>
                <a:gd name="T6" fmla="*/ 20 w 35"/>
                <a:gd name="T7" fmla="*/ 2006 h 56"/>
                <a:gd name="T8" fmla="*/ 23 w 35"/>
                <a:gd name="T9" fmla="*/ 862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TextBox 21">
            <a:extLst>
              <a:ext uri="{FF2B5EF4-FFF2-40B4-BE49-F238E27FC236}">
                <a16:creationId xmlns:a16="http://schemas.microsoft.com/office/drawing/2014/main" id="{91BB5745-AE7B-8148-8B6E-98E7DA05E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2096792"/>
            <a:ext cx="2159566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VIRIDISSIMA GROUP</a:t>
            </a:r>
          </a:p>
          <a:p>
            <a:r>
              <a:rPr lang="en-US" sz="1600" b="0" dirty="0"/>
              <a:t>(Genus </a:t>
            </a:r>
            <a:r>
              <a:rPr lang="en-US" sz="1600" b="0" i="1" dirty="0" err="1"/>
              <a:t>Chlorohydra</a:t>
            </a:r>
            <a:r>
              <a:rPr lang="en-US" sz="1600" b="0" dirty="0"/>
              <a:t>)</a:t>
            </a:r>
          </a:p>
          <a:p>
            <a:r>
              <a:rPr lang="en-US" sz="1600" b="0" i="1" dirty="0"/>
              <a:t>    H. </a:t>
            </a:r>
            <a:r>
              <a:rPr lang="en-US" sz="1600" b="0" i="1" dirty="0" err="1"/>
              <a:t>viridissima</a:t>
            </a:r>
            <a:endParaRPr lang="en-US" sz="1600" b="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30381E-28A9-A84A-A83A-0BCD2D380B40}"/>
              </a:ext>
            </a:extLst>
          </p:cNvPr>
          <p:cNvSpPr txBox="1"/>
          <p:nvPr/>
        </p:nvSpPr>
        <p:spPr>
          <a:xfrm>
            <a:off x="1668455" y="2955992"/>
            <a:ext cx="1585912" cy="1385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8F2"/>
                </a:solidFill>
              </a:rPr>
              <a:t>BAUERI GROUP</a:t>
            </a:r>
          </a:p>
          <a:p>
            <a:pPr marL="119063">
              <a:defRPr/>
            </a:pPr>
            <a:r>
              <a:rPr lang="en-US" b="0" i="1" dirty="0"/>
              <a:t>H. </a:t>
            </a:r>
            <a:r>
              <a:rPr lang="en-US" b="0" i="1" dirty="0" err="1"/>
              <a:t>americana</a:t>
            </a:r>
            <a:endParaRPr lang="en-US" b="0" i="1" dirty="0"/>
          </a:p>
          <a:p>
            <a:pPr marL="119063">
              <a:defRPr/>
            </a:pPr>
            <a:r>
              <a:rPr lang="en-US" b="0" i="1" dirty="0"/>
              <a:t>H. </a:t>
            </a:r>
            <a:r>
              <a:rPr lang="en-US" b="0" i="1" dirty="0" err="1"/>
              <a:t>hymanae</a:t>
            </a:r>
            <a:endParaRPr lang="en-US" b="0" i="1" dirty="0"/>
          </a:p>
          <a:p>
            <a:pPr marL="119063">
              <a:defRPr/>
            </a:pPr>
            <a:r>
              <a:rPr lang="en-US" b="0" i="1" dirty="0"/>
              <a:t>H. minima</a:t>
            </a:r>
          </a:p>
          <a:p>
            <a:pPr marL="119063">
              <a:defRPr/>
            </a:pPr>
            <a:r>
              <a:rPr lang="en-US" b="0" i="1" dirty="0"/>
              <a:t>H. </a:t>
            </a:r>
            <a:r>
              <a:rPr lang="en-US" b="0" i="1" dirty="0" err="1"/>
              <a:t>utahensis</a:t>
            </a:r>
            <a:endParaRPr lang="en-US" b="0" i="1" dirty="0"/>
          </a:p>
          <a:p>
            <a:pPr marL="119063">
              <a:defRPr/>
            </a:pPr>
            <a:r>
              <a:rPr lang="en-US" b="0" i="1" dirty="0"/>
              <a:t>H. </a:t>
            </a:r>
            <a:r>
              <a:rPr lang="en-US" b="0" i="1" dirty="0" err="1"/>
              <a:t>braueri</a:t>
            </a:r>
            <a:endParaRPr lang="en-US" b="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2D0554-929E-AA48-AF9A-AE05224F08C4}"/>
              </a:ext>
            </a:extLst>
          </p:cNvPr>
          <p:cNvSpPr txBox="1"/>
          <p:nvPr/>
        </p:nvSpPr>
        <p:spPr>
          <a:xfrm>
            <a:off x="4083013" y="5431805"/>
            <a:ext cx="2044149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6117"/>
                </a:solidFill>
              </a:rPr>
              <a:t>OLIGACTIS GROUP</a:t>
            </a:r>
          </a:p>
          <a:p>
            <a:pPr>
              <a:defRPr/>
            </a:pPr>
            <a:r>
              <a:rPr lang="en-US" b="0" dirty="0"/>
              <a:t>(Genus </a:t>
            </a:r>
            <a:r>
              <a:rPr lang="en-US" b="0" i="1" dirty="0" err="1"/>
              <a:t>Pelmatohydra</a:t>
            </a:r>
            <a:r>
              <a:rPr lang="en-US" b="0" dirty="0"/>
              <a:t>)</a:t>
            </a:r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oligactis</a:t>
            </a:r>
            <a:endParaRPr lang="en-US" b="0" i="1" dirty="0"/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canadensis</a:t>
            </a:r>
            <a:endParaRPr lang="en-US" b="0" i="1" dirty="0"/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oxycnida</a:t>
            </a:r>
            <a:endParaRPr lang="en-US" b="0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830F20-F63F-4840-B567-981B057D8CAA}"/>
              </a:ext>
            </a:extLst>
          </p:cNvPr>
          <p:cNvSpPr txBox="1"/>
          <p:nvPr/>
        </p:nvSpPr>
        <p:spPr>
          <a:xfrm>
            <a:off x="6525605" y="5431805"/>
            <a:ext cx="1817687" cy="1169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7ED0E3"/>
                </a:solidFill>
              </a:rPr>
              <a:t>VULGARIS GROUP</a:t>
            </a:r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littoralis</a:t>
            </a:r>
            <a:endParaRPr lang="en-US" b="0" i="1" dirty="0"/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rutgerensis</a:t>
            </a:r>
            <a:endParaRPr lang="en-US" b="0" i="1" dirty="0"/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carnea</a:t>
            </a:r>
            <a:endParaRPr lang="en-US" b="0" i="1" dirty="0"/>
          </a:p>
          <a:p>
            <a:pPr marL="287338">
              <a:defRPr/>
            </a:pPr>
            <a:r>
              <a:rPr lang="en-US" b="0" i="1" dirty="0"/>
              <a:t>H. </a:t>
            </a:r>
            <a:r>
              <a:rPr lang="en-US" b="0" i="1" dirty="0" err="1"/>
              <a:t>cauliculata</a:t>
            </a:r>
            <a:endParaRPr lang="en-US" b="0" i="1" dirty="0"/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003A4D20-97F3-2D4B-966C-63F519FED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2" y="2426992"/>
            <a:ext cx="28749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Holotrichous</a:t>
            </a:r>
            <a:r>
              <a:rPr lang="en-US" dirty="0"/>
              <a:t> isorhizas </a:t>
            </a:r>
          </a:p>
          <a:p>
            <a:pPr algn="ctr"/>
            <a:r>
              <a:rPr lang="en-US" b="0" dirty="0"/>
              <a:t>"broadly oval" (width &gt; ½ length)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DC126F00-C61F-9944-AB63-EE08B7748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467" y="3943392"/>
            <a:ext cx="287496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two (lateral) bud tentacles arise before the others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isorhizas with spaghetti-like tubule (only </a:t>
            </a:r>
            <a:r>
              <a:rPr lang="en-US" b="0" i="1" dirty="0"/>
              <a:t>H. </a:t>
            </a:r>
            <a:r>
              <a:rPr lang="en-US" b="0" i="1" dirty="0" err="1"/>
              <a:t>oligactis</a:t>
            </a:r>
            <a:r>
              <a:rPr lang="en-US" b="0" dirty="0"/>
              <a:t>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stenoteles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of uniform size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smooth, spherical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embryothecae</a:t>
            </a:r>
            <a:endParaRPr lang="en-US" b="0" dirty="0"/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D5493487-3DFD-254D-8BB8-FC241ABB6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47" y="3935117"/>
            <a:ext cx="2681287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bud tentacles arise nearly simultaneously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isorhizas with coiled tubule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stenoteles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variable in size (14–20 µm)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spherical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embryothecae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with spines</a:t>
            </a:r>
          </a:p>
          <a:p>
            <a:pPr marL="114300" indent="-114300"/>
            <a:endParaRPr lang="en-US" b="0" dirty="0"/>
          </a:p>
          <a:p>
            <a:endParaRPr lang="en-US" b="0" dirty="0"/>
          </a:p>
        </p:txBody>
      </p:sp>
      <p:grpSp>
        <p:nvGrpSpPr>
          <p:cNvPr id="31" name="Group 52">
            <a:extLst>
              <a:ext uri="{FF2B5EF4-FFF2-40B4-BE49-F238E27FC236}">
                <a16:creationId xmlns:a16="http://schemas.microsoft.com/office/drawing/2014/main" id="{3C46BFF4-D77C-EC4D-917C-8815267D5EA4}"/>
              </a:ext>
            </a:extLst>
          </p:cNvPr>
          <p:cNvGrpSpPr>
            <a:grpSpLocks/>
          </p:cNvGrpSpPr>
          <p:nvPr/>
        </p:nvGrpSpPr>
        <p:grpSpPr bwMode="auto">
          <a:xfrm>
            <a:off x="5181602" y="3374727"/>
            <a:ext cx="2684463" cy="533400"/>
            <a:chOff x="2429934" y="4274386"/>
            <a:chExt cx="3158066" cy="2734857"/>
          </a:xfrm>
        </p:grpSpPr>
        <p:cxnSp>
          <p:nvCxnSpPr>
            <p:cNvPr id="32" name="Straight Connector 53">
              <a:extLst>
                <a:ext uri="{FF2B5EF4-FFF2-40B4-BE49-F238E27FC236}">
                  <a16:creationId xmlns:a16="http://schemas.microsoft.com/office/drawing/2014/main" id="{F010FB84-D096-1343-836D-273206B366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1101332" y="5634215"/>
              <a:ext cx="2732783" cy="17273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3" name="Straight Connector 54">
              <a:extLst>
                <a:ext uri="{FF2B5EF4-FFF2-40B4-BE49-F238E27FC236}">
                  <a16:creationId xmlns:a16="http://schemas.microsoft.com/office/drawing/2014/main" id="{B3BC1F33-37B4-CC4D-879B-CFA28501A0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224410" y="5607735"/>
              <a:ext cx="2668012" cy="1313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4" name="Straight Connector 55">
              <a:extLst>
                <a:ext uri="{FF2B5EF4-FFF2-40B4-BE49-F238E27FC236}">
                  <a16:creationId xmlns:a16="http://schemas.microsoft.com/office/drawing/2014/main" id="{898B616F-89B0-1F47-9AFF-D5E880C640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9934" y="4293395"/>
              <a:ext cx="3158066" cy="1588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</p:grpSp>
      <p:grpSp>
        <p:nvGrpSpPr>
          <p:cNvPr id="35" name="Group 60">
            <a:extLst>
              <a:ext uri="{FF2B5EF4-FFF2-40B4-BE49-F238E27FC236}">
                <a16:creationId xmlns:a16="http://schemas.microsoft.com/office/drawing/2014/main" id="{7E1D83AF-537B-6A43-8DB0-F43657C26929}"/>
              </a:ext>
            </a:extLst>
          </p:cNvPr>
          <p:cNvGrpSpPr>
            <a:grpSpLocks/>
          </p:cNvGrpSpPr>
          <p:nvPr/>
        </p:nvGrpSpPr>
        <p:grpSpPr bwMode="auto">
          <a:xfrm>
            <a:off x="3751263" y="2068217"/>
            <a:ext cx="2794000" cy="1316037"/>
            <a:chOff x="2429934" y="4264965"/>
            <a:chExt cx="3158066" cy="3574439"/>
          </a:xfrm>
        </p:grpSpPr>
        <p:cxnSp>
          <p:nvCxnSpPr>
            <p:cNvPr id="36" name="Straight Connector 61">
              <a:extLst>
                <a:ext uri="{FF2B5EF4-FFF2-40B4-BE49-F238E27FC236}">
                  <a16:creationId xmlns:a16="http://schemas.microsoft.com/office/drawing/2014/main" id="{2DB18B50-D209-B448-8F29-6532EF9C8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1912279" y="4811380"/>
              <a:ext cx="1099782" cy="6951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7" name="Straight Connector 62">
              <a:extLst>
                <a:ext uri="{FF2B5EF4-FFF2-40B4-BE49-F238E27FC236}">
                  <a16:creationId xmlns:a16="http://schemas.microsoft.com/office/drawing/2014/main" id="{09581D62-82E5-8E44-A38A-435F3721BB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777837" y="6057076"/>
              <a:ext cx="3562861" cy="1795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8" name="Straight Connector 63">
              <a:extLst>
                <a:ext uri="{FF2B5EF4-FFF2-40B4-BE49-F238E27FC236}">
                  <a16:creationId xmlns:a16="http://schemas.microsoft.com/office/drawing/2014/main" id="{17800926-19E4-754B-94EE-966FE7B347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9934" y="4293395"/>
              <a:ext cx="3158066" cy="1588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</p:grpSp>
      <p:sp>
        <p:nvSpPr>
          <p:cNvPr id="39" name="TextBox 26">
            <a:extLst>
              <a:ext uri="{FF2B5EF4-FFF2-40B4-BE49-F238E27FC236}">
                <a16:creationId xmlns:a16="http://schemas.microsoft.com/office/drawing/2014/main" id="{92A3517B-E0A8-5F47-B4A6-3ABEDFEC7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065" y="2426990"/>
            <a:ext cx="2992437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Holotrichous</a:t>
            </a:r>
            <a:r>
              <a:rPr lang="en-US" dirty="0"/>
              <a:t> </a:t>
            </a:r>
            <a:r>
              <a:rPr lang="en-US" dirty="0" err="1"/>
              <a:t>isorhizas</a:t>
            </a:r>
            <a:r>
              <a:rPr lang="en-US" dirty="0"/>
              <a:t> </a:t>
            </a:r>
          </a:p>
          <a:p>
            <a:pPr algn="ctr"/>
            <a:r>
              <a:rPr lang="en-US" b="0" dirty="0"/>
              <a:t>"narrowly oval" (width &lt; ½ length)</a:t>
            </a:r>
          </a:p>
        </p:txBody>
      </p:sp>
      <p:grpSp>
        <p:nvGrpSpPr>
          <p:cNvPr id="40" name="Group 44">
            <a:extLst>
              <a:ext uri="{FF2B5EF4-FFF2-40B4-BE49-F238E27FC236}">
                <a16:creationId xmlns:a16="http://schemas.microsoft.com/office/drawing/2014/main" id="{87A2E5FD-7D3B-3546-B563-8C2D702E33C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676414"/>
            <a:ext cx="5323974" cy="1420376"/>
            <a:chOff x="685800" y="1111687"/>
            <a:chExt cx="5323974" cy="1420376"/>
          </a:xfrm>
        </p:grpSpPr>
        <p:cxnSp>
          <p:nvCxnSpPr>
            <p:cNvPr id="41" name="Straight Connector 61">
              <a:extLst>
                <a:ext uri="{FF2B5EF4-FFF2-40B4-BE49-F238E27FC236}">
                  <a16:creationId xmlns:a16="http://schemas.microsoft.com/office/drawing/2014/main" id="{55839F01-5A4F-D546-8C7D-35FB894EAA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097005" y="1435153"/>
              <a:ext cx="228706" cy="1588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grpSp>
          <p:nvGrpSpPr>
            <p:cNvPr id="42" name="Group 43">
              <a:extLst>
                <a:ext uri="{FF2B5EF4-FFF2-40B4-BE49-F238E27FC236}">
                  <a16:creationId xmlns:a16="http://schemas.microsoft.com/office/drawing/2014/main" id="{3B6FC42E-794C-354A-B9CD-4D5DBEAAF9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1111687"/>
              <a:ext cx="5323974" cy="1420376"/>
              <a:chOff x="685800" y="1111687"/>
              <a:chExt cx="5323974" cy="1420376"/>
            </a:xfrm>
          </p:grpSpPr>
          <p:grpSp>
            <p:nvGrpSpPr>
              <p:cNvPr id="43" name="Group 43">
                <a:extLst>
                  <a:ext uri="{FF2B5EF4-FFF2-40B4-BE49-F238E27FC236}">
                    <a16:creationId xmlns:a16="http://schemas.microsoft.com/office/drawing/2014/main" id="{5BD2EFBE-4193-B84E-A56B-FD7EC3D412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2400" y="1524000"/>
                <a:ext cx="3817938" cy="1008063"/>
                <a:chOff x="2429934" y="4274389"/>
                <a:chExt cx="3158066" cy="2734856"/>
              </a:xfrm>
            </p:grpSpPr>
            <p:cxnSp>
              <p:nvCxnSpPr>
                <p:cNvPr id="47" name="Straight Connector 32">
                  <a:extLst>
                    <a:ext uri="{FF2B5EF4-FFF2-40B4-BE49-F238E27FC236}">
                      <a16:creationId xmlns:a16="http://schemas.microsoft.com/office/drawing/2014/main" id="{F68F186F-B68A-774A-991D-0B25639E4BB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1091371" y="5634218"/>
                  <a:ext cx="2732781" cy="17273"/>
                </a:xfrm>
                <a:prstGeom prst="line">
                  <a:avLst/>
                </a:prstGeom>
                <a:noFill/>
                <a:ln w="50800">
                  <a:solidFill>
                    <a:srgbClr val="A230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48" name="Straight Connector 33">
                  <a:extLst>
                    <a:ext uri="{FF2B5EF4-FFF2-40B4-BE49-F238E27FC236}">
                      <a16:creationId xmlns:a16="http://schemas.microsoft.com/office/drawing/2014/main" id="{C5B2C20E-6031-3F44-B924-057BF3C9851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232892" y="5607737"/>
                  <a:ext cx="2668010" cy="1313"/>
                </a:xfrm>
                <a:prstGeom prst="line">
                  <a:avLst/>
                </a:prstGeom>
                <a:noFill/>
                <a:ln w="50800">
                  <a:solidFill>
                    <a:srgbClr val="A230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49" name="Straight Connector 42">
                  <a:extLst>
                    <a:ext uri="{FF2B5EF4-FFF2-40B4-BE49-F238E27FC236}">
                      <a16:creationId xmlns:a16="http://schemas.microsoft.com/office/drawing/2014/main" id="{AD1ED5EC-B73F-884B-AE69-E61478A65AE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429934" y="4293395"/>
                  <a:ext cx="3158066" cy="1588"/>
                </a:xfrm>
                <a:prstGeom prst="line">
                  <a:avLst/>
                </a:prstGeom>
                <a:noFill/>
                <a:ln w="50800">
                  <a:solidFill>
                    <a:srgbClr val="A230FF"/>
                  </a:solidFill>
                  <a:round/>
                  <a:headEnd/>
                  <a:tailEnd/>
                </a:ln>
              </p:spPr>
            </p:cxnSp>
          </p:grpSp>
          <p:sp>
            <p:nvSpPr>
              <p:cNvPr id="44" name="TextBox 19">
                <a:extLst>
                  <a:ext uri="{FF2B5EF4-FFF2-40B4-BE49-F238E27FC236}">
                    <a16:creationId xmlns:a16="http://schemas.microsoft.com/office/drawing/2014/main" id="{AD667559-40CA-D04A-B359-5BFBA32A71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" y="1811338"/>
                <a:ext cx="1548822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Hydra are green</a:t>
                </a:r>
              </a:p>
            </p:txBody>
          </p:sp>
          <p:sp>
            <p:nvSpPr>
              <p:cNvPr id="45" name="TextBox 20">
                <a:extLst>
                  <a:ext uri="{FF2B5EF4-FFF2-40B4-BE49-F238E27FC236}">
                    <a16:creationId xmlns:a16="http://schemas.microsoft.com/office/drawing/2014/main" id="{6A18FCA3-CD47-814A-B78F-AD6E111A9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2938" y="1811338"/>
                <a:ext cx="1556836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Hydra not green</a:t>
                </a:r>
              </a:p>
            </p:txBody>
          </p:sp>
          <p:sp>
            <p:nvSpPr>
              <p:cNvPr id="46" name="TextBox 20">
                <a:extLst>
                  <a:ext uri="{FF2B5EF4-FFF2-40B4-BE49-F238E27FC236}">
                    <a16:creationId xmlns:a16="http://schemas.microsoft.com/office/drawing/2014/main" id="{7595F1ED-838D-8E4F-A693-C2028DD255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238" y="1111687"/>
                <a:ext cx="593432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</p:grpSp>
      </p:grpSp>
      <p:sp>
        <p:nvSpPr>
          <p:cNvPr id="50" name="Rectangle 234">
            <a:extLst>
              <a:ext uri="{FF2B5EF4-FFF2-40B4-BE49-F238E27FC236}">
                <a16:creationId xmlns:a16="http://schemas.microsoft.com/office/drawing/2014/main" id="{AB5F5AF3-B2CC-144D-86D3-8143AAFDC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31" y="5048349"/>
            <a:ext cx="328211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Do Campbell’</a:t>
            </a:r>
            <a:r>
              <a:rPr lang="en-US" altLang="ja-JP" sz="1800" b="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</a:p>
          <a:p>
            <a:r>
              <a:rPr lang="en-US" altLang="ja-JP" sz="1800" b="0" dirty="0">
                <a:latin typeface="Arial" panose="020B0604020202020204" pitchFamily="34" charset="0"/>
                <a:cs typeface="Arial" panose="020B0604020202020204" pitchFamily="34" charset="0"/>
              </a:rPr>
              <a:t>groups represent </a:t>
            </a:r>
          </a:p>
          <a:p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monophyletic groups?</a:t>
            </a:r>
          </a:p>
        </p:txBody>
      </p:sp>
      <p:sp>
        <p:nvSpPr>
          <p:cNvPr id="51" name="Rectangle 234">
            <a:extLst>
              <a:ext uri="{FF2B5EF4-FFF2-40B4-BE49-F238E27FC236}">
                <a16:creationId xmlns:a16="http://schemas.microsoft.com/office/drawing/2014/main" id="{9799B722-8FA0-CE40-834F-2396A5459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2" y="6070639"/>
            <a:ext cx="30957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b="0" dirty="0"/>
              <a:t>How are the groups related?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4810B0-E7F4-D444-952C-97A9DD6AC5BD}"/>
              </a:ext>
            </a:extLst>
          </p:cNvPr>
          <p:cNvSpPr/>
          <p:nvPr/>
        </p:nvSpPr>
        <p:spPr>
          <a:xfrm>
            <a:off x="744224" y="4304846"/>
            <a:ext cx="23639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 err="1">
                <a:latin typeface="Helvetica" pitchFamily="2" charset="0"/>
              </a:rPr>
              <a:t>embryothecae</a:t>
            </a:r>
            <a:r>
              <a:rPr lang="en-US" b="0" dirty="0">
                <a:latin typeface="Helvetica" pitchFamily="2" charset="0"/>
              </a:rPr>
              <a:t> flattened against the substratum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C21AE84-EA45-7D4C-8CBF-7199E468A896}"/>
              </a:ext>
            </a:extLst>
          </p:cNvPr>
          <p:cNvGrpSpPr/>
          <p:nvPr/>
        </p:nvGrpSpPr>
        <p:grpSpPr>
          <a:xfrm>
            <a:off x="8631238" y="3352553"/>
            <a:ext cx="241300" cy="546100"/>
            <a:chOff x="8274275" y="1056342"/>
            <a:chExt cx="241300" cy="546100"/>
          </a:xfrm>
        </p:grpSpPr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26E4D346-100A-E64E-8E4B-0E4E5F735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4275" y="1056342"/>
              <a:ext cx="241300" cy="546100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0417F84-73F0-0B4A-89FE-4864460C8780}"/>
                </a:ext>
              </a:extLst>
            </p:cNvPr>
            <p:cNvSpPr/>
            <p:nvPr/>
          </p:nvSpPr>
          <p:spPr bwMode="auto">
            <a:xfrm rot="608384">
              <a:off x="8294558" y="1137803"/>
              <a:ext cx="169444" cy="423193"/>
            </a:xfrm>
            <a:custGeom>
              <a:avLst/>
              <a:gdLst>
                <a:gd name="connsiteX0" fmla="*/ 125427 w 156662"/>
                <a:gd name="connsiteY0" fmla="*/ 0 h 342685"/>
                <a:gd name="connsiteX1" fmla="*/ 0 w 156662"/>
                <a:gd name="connsiteY1" fmla="*/ 60690 h 342685"/>
                <a:gd name="connsiteX2" fmla="*/ 125427 w 156662"/>
                <a:gd name="connsiteY2" fmla="*/ 56644 h 342685"/>
                <a:gd name="connsiteX3" fmla="*/ 28322 w 156662"/>
                <a:gd name="connsiteY3" fmla="*/ 105196 h 342685"/>
                <a:gd name="connsiteX4" fmla="*/ 133519 w 156662"/>
                <a:gd name="connsiteY4" fmla="*/ 109242 h 342685"/>
                <a:gd name="connsiteX5" fmla="*/ 32369 w 156662"/>
                <a:gd name="connsiteY5" fmla="*/ 149702 h 342685"/>
                <a:gd name="connsiteX6" fmla="*/ 89013 w 156662"/>
                <a:gd name="connsiteY6" fmla="*/ 157794 h 342685"/>
                <a:gd name="connsiteX7" fmla="*/ 97105 w 156662"/>
                <a:gd name="connsiteY7" fmla="*/ 186116 h 342685"/>
                <a:gd name="connsiteX8" fmla="*/ 137565 w 156662"/>
                <a:gd name="connsiteY8" fmla="*/ 178024 h 342685"/>
                <a:gd name="connsiteX9" fmla="*/ 133519 w 156662"/>
                <a:gd name="connsiteY9" fmla="*/ 149702 h 342685"/>
                <a:gd name="connsiteX10" fmla="*/ 84967 w 156662"/>
                <a:gd name="connsiteY10" fmla="*/ 161840 h 342685"/>
                <a:gd name="connsiteX11" fmla="*/ 44507 w 156662"/>
                <a:gd name="connsiteY11" fmla="*/ 190162 h 342685"/>
                <a:gd name="connsiteX12" fmla="*/ 97105 w 156662"/>
                <a:gd name="connsiteY12" fmla="*/ 190162 h 342685"/>
                <a:gd name="connsiteX13" fmla="*/ 125427 w 156662"/>
                <a:gd name="connsiteY13" fmla="*/ 186116 h 342685"/>
                <a:gd name="connsiteX14" fmla="*/ 153749 w 156662"/>
                <a:gd name="connsiteY14" fmla="*/ 186116 h 342685"/>
                <a:gd name="connsiteX15" fmla="*/ 121381 w 156662"/>
                <a:gd name="connsiteY15" fmla="*/ 238715 h 342685"/>
                <a:gd name="connsiteX16" fmla="*/ 72829 w 156662"/>
                <a:gd name="connsiteY16" fmla="*/ 202300 h 342685"/>
                <a:gd name="connsiteX17" fmla="*/ 52599 w 156662"/>
                <a:gd name="connsiteY17" fmla="*/ 198254 h 342685"/>
                <a:gd name="connsiteX18" fmla="*/ 76875 w 156662"/>
                <a:gd name="connsiteY18" fmla="*/ 242761 h 342685"/>
                <a:gd name="connsiteX19" fmla="*/ 105197 w 156662"/>
                <a:gd name="connsiteY19" fmla="*/ 198254 h 342685"/>
                <a:gd name="connsiteX20" fmla="*/ 125427 w 156662"/>
                <a:gd name="connsiteY20" fmla="*/ 194208 h 342685"/>
                <a:gd name="connsiteX21" fmla="*/ 137565 w 156662"/>
                <a:gd name="connsiteY21" fmla="*/ 238715 h 342685"/>
                <a:gd name="connsiteX22" fmla="*/ 121381 w 156662"/>
                <a:gd name="connsiteY22" fmla="*/ 291313 h 342685"/>
                <a:gd name="connsiteX23" fmla="*/ 89013 w 156662"/>
                <a:gd name="connsiteY23" fmla="*/ 271083 h 342685"/>
                <a:gd name="connsiteX24" fmla="*/ 72829 w 156662"/>
                <a:gd name="connsiteY24" fmla="*/ 242761 h 342685"/>
                <a:gd name="connsiteX25" fmla="*/ 56645 w 156662"/>
                <a:gd name="connsiteY25" fmla="*/ 242761 h 342685"/>
                <a:gd name="connsiteX26" fmla="*/ 68783 w 156662"/>
                <a:gd name="connsiteY26" fmla="*/ 291313 h 342685"/>
                <a:gd name="connsiteX27" fmla="*/ 97105 w 156662"/>
                <a:gd name="connsiteY27" fmla="*/ 303451 h 342685"/>
                <a:gd name="connsiteX28" fmla="*/ 129473 w 156662"/>
                <a:gd name="connsiteY28" fmla="*/ 327727 h 342685"/>
                <a:gd name="connsiteX29" fmla="*/ 137565 w 156662"/>
                <a:gd name="connsiteY29" fmla="*/ 299405 h 342685"/>
                <a:gd name="connsiteX30" fmla="*/ 109243 w 156662"/>
                <a:gd name="connsiteY30" fmla="*/ 238715 h 342685"/>
                <a:gd name="connsiteX31" fmla="*/ 84967 w 156662"/>
                <a:gd name="connsiteY31" fmla="*/ 226577 h 342685"/>
                <a:gd name="connsiteX32" fmla="*/ 121381 w 156662"/>
                <a:gd name="connsiteY32" fmla="*/ 194208 h 342685"/>
                <a:gd name="connsiteX33" fmla="*/ 153749 w 156662"/>
                <a:gd name="connsiteY33" fmla="*/ 186116 h 342685"/>
                <a:gd name="connsiteX34" fmla="*/ 153749 w 156662"/>
                <a:gd name="connsiteY34" fmla="*/ 258945 h 342685"/>
                <a:gd name="connsiteX35" fmla="*/ 141611 w 156662"/>
                <a:gd name="connsiteY35" fmla="*/ 311543 h 342685"/>
                <a:gd name="connsiteX36" fmla="*/ 109243 w 156662"/>
                <a:gd name="connsiteY36" fmla="*/ 339865 h 342685"/>
                <a:gd name="connsiteX37" fmla="*/ 80921 w 156662"/>
                <a:gd name="connsiteY37" fmla="*/ 242761 h 342685"/>
                <a:gd name="connsiteX38" fmla="*/ 76875 w 156662"/>
                <a:gd name="connsiteY38" fmla="*/ 214439 h 342685"/>
                <a:gd name="connsiteX39" fmla="*/ 52599 w 156662"/>
                <a:gd name="connsiteY39" fmla="*/ 206346 h 342685"/>
                <a:gd name="connsiteX40" fmla="*/ 52599 w 156662"/>
                <a:gd name="connsiteY40" fmla="*/ 250853 h 342685"/>
                <a:gd name="connsiteX41" fmla="*/ 76875 w 156662"/>
                <a:gd name="connsiteY41" fmla="*/ 303451 h 342685"/>
                <a:gd name="connsiteX42" fmla="*/ 117335 w 156662"/>
                <a:gd name="connsiteY42" fmla="*/ 275129 h 34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6662" h="342685">
                  <a:moveTo>
                    <a:pt x="125427" y="0"/>
                  </a:moveTo>
                  <a:cubicBezTo>
                    <a:pt x="62713" y="25624"/>
                    <a:pt x="0" y="51249"/>
                    <a:pt x="0" y="60690"/>
                  </a:cubicBezTo>
                  <a:cubicBezTo>
                    <a:pt x="0" y="70131"/>
                    <a:pt x="120707" y="49226"/>
                    <a:pt x="125427" y="56644"/>
                  </a:cubicBezTo>
                  <a:cubicBezTo>
                    <a:pt x="130147" y="64062"/>
                    <a:pt x="26973" y="96430"/>
                    <a:pt x="28322" y="105196"/>
                  </a:cubicBezTo>
                  <a:cubicBezTo>
                    <a:pt x="29671" y="113962"/>
                    <a:pt x="132845" y="101824"/>
                    <a:pt x="133519" y="109242"/>
                  </a:cubicBezTo>
                  <a:cubicBezTo>
                    <a:pt x="134193" y="116660"/>
                    <a:pt x="39787" y="141610"/>
                    <a:pt x="32369" y="149702"/>
                  </a:cubicBezTo>
                  <a:cubicBezTo>
                    <a:pt x="24951" y="157794"/>
                    <a:pt x="78224" y="151725"/>
                    <a:pt x="89013" y="157794"/>
                  </a:cubicBezTo>
                  <a:cubicBezTo>
                    <a:pt x="99802" y="163863"/>
                    <a:pt x="89013" y="182744"/>
                    <a:pt x="97105" y="186116"/>
                  </a:cubicBezTo>
                  <a:cubicBezTo>
                    <a:pt x="105197" y="189488"/>
                    <a:pt x="131496" y="184093"/>
                    <a:pt x="137565" y="178024"/>
                  </a:cubicBezTo>
                  <a:cubicBezTo>
                    <a:pt x="143634" y="171955"/>
                    <a:pt x="142285" y="152399"/>
                    <a:pt x="133519" y="149702"/>
                  </a:cubicBezTo>
                  <a:cubicBezTo>
                    <a:pt x="124753" y="147005"/>
                    <a:pt x="99802" y="155097"/>
                    <a:pt x="84967" y="161840"/>
                  </a:cubicBezTo>
                  <a:cubicBezTo>
                    <a:pt x="70132" y="168583"/>
                    <a:pt x="42484" y="185442"/>
                    <a:pt x="44507" y="190162"/>
                  </a:cubicBezTo>
                  <a:cubicBezTo>
                    <a:pt x="46530" y="194882"/>
                    <a:pt x="83618" y="190836"/>
                    <a:pt x="97105" y="190162"/>
                  </a:cubicBezTo>
                  <a:cubicBezTo>
                    <a:pt x="110592" y="189488"/>
                    <a:pt x="115986" y="186790"/>
                    <a:pt x="125427" y="186116"/>
                  </a:cubicBezTo>
                  <a:cubicBezTo>
                    <a:pt x="134868" y="185442"/>
                    <a:pt x="154423" y="177350"/>
                    <a:pt x="153749" y="186116"/>
                  </a:cubicBezTo>
                  <a:cubicBezTo>
                    <a:pt x="153075" y="194882"/>
                    <a:pt x="134868" y="236018"/>
                    <a:pt x="121381" y="238715"/>
                  </a:cubicBezTo>
                  <a:cubicBezTo>
                    <a:pt x="107894" y="241412"/>
                    <a:pt x="84293" y="209043"/>
                    <a:pt x="72829" y="202300"/>
                  </a:cubicBezTo>
                  <a:cubicBezTo>
                    <a:pt x="61365" y="195557"/>
                    <a:pt x="51925" y="191511"/>
                    <a:pt x="52599" y="198254"/>
                  </a:cubicBezTo>
                  <a:cubicBezTo>
                    <a:pt x="53273" y="204997"/>
                    <a:pt x="68109" y="242761"/>
                    <a:pt x="76875" y="242761"/>
                  </a:cubicBezTo>
                  <a:cubicBezTo>
                    <a:pt x="85641" y="242761"/>
                    <a:pt x="105197" y="198254"/>
                    <a:pt x="105197" y="198254"/>
                  </a:cubicBezTo>
                  <a:cubicBezTo>
                    <a:pt x="113289" y="190162"/>
                    <a:pt x="120032" y="187465"/>
                    <a:pt x="125427" y="194208"/>
                  </a:cubicBezTo>
                  <a:cubicBezTo>
                    <a:pt x="130822" y="200951"/>
                    <a:pt x="138239" y="222531"/>
                    <a:pt x="137565" y="238715"/>
                  </a:cubicBezTo>
                  <a:cubicBezTo>
                    <a:pt x="136891" y="254899"/>
                    <a:pt x="129473" y="285918"/>
                    <a:pt x="121381" y="291313"/>
                  </a:cubicBezTo>
                  <a:cubicBezTo>
                    <a:pt x="113289" y="296708"/>
                    <a:pt x="97105" y="279175"/>
                    <a:pt x="89013" y="271083"/>
                  </a:cubicBezTo>
                  <a:cubicBezTo>
                    <a:pt x="80921" y="262991"/>
                    <a:pt x="72829" y="242761"/>
                    <a:pt x="72829" y="242761"/>
                  </a:cubicBezTo>
                  <a:cubicBezTo>
                    <a:pt x="67435" y="238041"/>
                    <a:pt x="57319" y="234669"/>
                    <a:pt x="56645" y="242761"/>
                  </a:cubicBezTo>
                  <a:cubicBezTo>
                    <a:pt x="55971" y="250853"/>
                    <a:pt x="62040" y="281198"/>
                    <a:pt x="68783" y="291313"/>
                  </a:cubicBezTo>
                  <a:cubicBezTo>
                    <a:pt x="75526" y="301428"/>
                    <a:pt x="97105" y="303451"/>
                    <a:pt x="97105" y="303451"/>
                  </a:cubicBezTo>
                  <a:cubicBezTo>
                    <a:pt x="107220" y="309520"/>
                    <a:pt x="122730" y="328401"/>
                    <a:pt x="129473" y="327727"/>
                  </a:cubicBezTo>
                  <a:cubicBezTo>
                    <a:pt x="136216" y="327053"/>
                    <a:pt x="140937" y="314240"/>
                    <a:pt x="137565" y="299405"/>
                  </a:cubicBezTo>
                  <a:cubicBezTo>
                    <a:pt x="134193" y="284570"/>
                    <a:pt x="118009" y="250853"/>
                    <a:pt x="109243" y="238715"/>
                  </a:cubicBezTo>
                  <a:cubicBezTo>
                    <a:pt x="100477" y="226577"/>
                    <a:pt x="82944" y="233995"/>
                    <a:pt x="84967" y="226577"/>
                  </a:cubicBezTo>
                  <a:cubicBezTo>
                    <a:pt x="86990" y="219159"/>
                    <a:pt x="109917" y="200951"/>
                    <a:pt x="121381" y="194208"/>
                  </a:cubicBezTo>
                  <a:cubicBezTo>
                    <a:pt x="132845" y="187465"/>
                    <a:pt x="148354" y="175327"/>
                    <a:pt x="153749" y="186116"/>
                  </a:cubicBezTo>
                  <a:cubicBezTo>
                    <a:pt x="159144" y="196906"/>
                    <a:pt x="155772" y="238041"/>
                    <a:pt x="153749" y="258945"/>
                  </a:cubicBezTo>
                  <a:cubicBezTo>
                    <a:pt x="151726" y="279849"/>
                    <a:pt x="149029" y="298056"/>
                    <a:pt x="141611" y="311543"/>
                  </a:cubicBezTo>
                  <a:cubicBezTo>
                    <a:pt x="134193" y="325030"/>
                    <a:pt x="119358" y="351328"/>
                    <a:pt x="109243" y="339865"/>
                  </a:cubicBezTo>
                  <a:cubicBezTo>
                    <a:pt x="99128" y="328402"/>
                    <a:pt x="86316" y="263665"/>
                    <a:pt x="80921" y="242761"/>
                  </a:cubicBezTo>
                  <a:cubicBezTo>
                    <a:pt x="75526" y="221857"/>
                    <a:pt x="76875" y="214439"/>
                    <a:pt x="76875" y="214439"/>
                  </a:cubicBezTo>
                  <a:cubicBezTo>
                    <a:pt x="72155" y="208370"/>
                    <a:pt x="56645" y="200277"/>
                    <a:pt x="52599" y="206346"/>
                  </a:cubicBezTo>
                  <a:cubicBezTo>
                    <a:pt x="48553" y="212415"/>
                    <a:pt x="48553" y="234669"/>
                    <a:pt x="52599" y="250853"/>
                  </a:cubicBezTo>
                  <a:cubicBezTo>
                    <a:pt x="56645" y="267037"/>
                    <a:pt x="66086" y="299405"/>
                    <a:pt x="76875" y="303451"/>
                  </a:cubicBezTo>
                  <a:cubicBezTo>
                    <a:pt x="87664" y="307497"/>
                    <a:pt x="102499" y="291313"/>
                    <a:pt x="117335" y="275129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6E72FD4-D034-3043-80A5-186E5D2190B6}"/>
              </a:ext>
            </a:extLst>
          </p:cNvPr>
          <p:cNvGrpSpPr/>
          <p:nvPr/>
        </p:nvGrpSpPr>
        <p:grpSpPr>
          <a:xfrm>
            <a:off x="3799936" y="3380981"/>
            <a:ext cx="241300" cy="546100"/>
            <a:chOff x="7329390" y="969798"/>
            <a:chExt cx="241300" cy="546100"/>
          </a:xfrm>
        </p:grpSpPr>
        <p:sp>
          <p:nvSpPr>
            <p:cNvPr id="53" name="Oval 6">
              <a:extLst>
                <a:ext uri="{FF2B5EF4-FFF2-40B4-BE49-F238E27FC236}">
                  <a16:creationId xmlns:a16="http://schemas.microsoft.com/office/drawing/2014/main" id="{C822A3DE-3563-6E48-B6C6-5676B88BB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9390" y="969798"/>
              <a:ext cx="241300" cy="546100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DDF7D3C-EB0A-BA4B-BC1E-34E0FF26CB5B}"/>
                </a:ext>
              </a:extLst>
            </p:cNvPr>
            <p:cNvSpPr/>
            <p:nvPr/>
          </p:nvSpPr>
          <p:spPr bwMode="auto">
            <a:xfrm>
              <a:off x="7399890" y="1013030"/>
              <a:ext cx="109004" cy="479173"/>
            </a:xfrm>
            <a:custGeom>
              <a:avLst/>
              <a:gdLst>
                <a:gd name="connsiteX0" fmla="*/ 32439 w 49416"/>
                <a:gd name="connsiteY0" fmla="*/ 436 h 479173"/>
                <a:gd name="connsiteX1" fmla="*/ 48623 w 49416"/>
                <a:gd name="connsiteY1" fmla="*/ 186553 h 479173"/>
                <a:gd name="connsiteX2" fmla="*/ 44577 w 49416"/>
                <a:gd name="connsiteY2" fmla="*/ 320071 h 479173"/>
                <a:gd name="connsiteX3" fmla="*/ 24347 w 49416"/>
                <a:gd name="connsiteY3" fmla="*/ 477866 h 479173"/>
                <a:gd name="connsiteX4" fmla="*/ 71 w 49416"/>
                <a:gd name="connsiteY4" fmla="*/ 388854 h 479173"/>
                <a:gd name="connsiteX5" fmla="*/ 32439 w 49416"/>
                <a:gd name="connsiteY5" fmla="*/ 275565 h 479173"/>
                <a:gd name="connsiteX6" fmla="*/ 20301 w 49416"/>
                <a:gd name="connsiteY6" fmla="*/ 138000 h 479173"/>
                <a:gd name="connsiteX7" fmla="*/ 32439 w 49416"/>
                <a:gd name="connsiteY7" fmla="*/ 436 h 47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416" h="479173">
                  <a:moveTo>
                    <a:pt x="32439" y="436"/>
                  </a:moveTo>
                  <a:cubicBezTo>
                    <a:pt x="37159" y="8528"/>
                    <a:pt x="46600" y="133281"/>
                    <a:pt x="48623" y="186553"/>
                  </a:cubicBezTo>
                  <a:cubicBezTo>
                    <a:pt x="50646" y="239825"/>
                    <a:pt x="48623" y="271519"/>
                    <a:pt x="44577" y="320071"/>
                  </a:cubicBezTo>
                  <a:cubicBezTo>
                    <a:pt x="40531" y="368623"/>
                    <a:pt x="31765" y="466402"/>
                    <a:pt x="24347" y="477866"/>
                  </a:cubicBezTo>
                  <a:cubicBezTo>
                    <a:pt x="16929" y="489330"/>
                    <a:pt x="-1278" y="422571"/>
                    <a:pt x="71" y="388854"/>
                  </a:cubicBezTo>
                  <a:cubicBezTo>
                    <a:pt x="1420" y="355137"/>
                    <a:pt x="29067" y="317374"/>
                    <a:pt x="32439" y="275565"/>
                  </a:cubicBezTo>
                  <a:cubicBezTo>
                    <a:pt x="35811" y="233756"/>
                    <a:pt x="21650" y="177111"/>
                    <a:pt x="20301" y="138000"/>
                  </a:cubicBezTo>
                  <a:cubicBezTo>
                    <a:pt x="18952" y="98889"/>
                    <a:pt x="27719" y="-7656"/>
                    <a:pt x="32439" y="436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B0A5E92-BD2C-E048-B34F-BAB2D63ABDCE}"/>
                </a:ext>
              </a:extLst>
            </p:cNvPr>
            <p:cNvSpPr/>
            <p:nvPr/>
          </p:nvSpPr>
          <p:spPr bwMode="auto">
            <a:xfrm>
              <a:off x="7366340" y="1032782"/>
              <a:ext cx="131687" cy="413289"/>
            </a:xfrm>
            <a:custGeom>
              <a:avLst/>
              <a:gdLst>
                <a:gd name="connsiteX0" fmla="*/ 4 w 131687"/>
                <a:gd name="connsiteY0" fmla="*/ 45101 h 413289"/>
                <a:gd name="connsiteX1" fmla="*/ 109246 w 131687"/>
                <a:gd name="connsiteY1" fmla="*/ 77470 h 413289"/>
                <a:gd name="connsiteX2" fmla="*/ 4050 w 131687"/>
                <a:gd name="connsiteY2" fmla="*/ 126022 h 413289"/>
                <a:gd name="connsiteX3" fmla="*/ 32372 w 131687"/>
                <a:gd name="connsiteY3" fmla="*/ 150298 h 413289"/>
                <a:gd name="connsiteX4" fmla="*/ 105200 w 131687"/>
                <a:gd name="connsiteY4" fmla="*/ 138160 h 413289"/>
                <a:gd name="connsiteX5" fmla="*/ 121384 w 131687"/>
                <a:gd name="connsiteY5" fmla="*/ 198850 h 413289"/>
                <a:gd name="connsiteX6" fmla="*/ 4050 w 131687"/>
                <a:gd name="connsiteY6" fmla="*/ 190758 h 413289"/>
                <a:gd name="connsiteX7" fmla="*/ 44510 w 131687"/>
                <a:gd name="connsiteY7" fmla="*/ 247402 h 413289"/>
                <a:gd name="connsiteX8" fmla="*/ 129476 w 131687"/>
                <a:gd name="connsiteY8" fmla="*/ 235264 h 413289"/>
                <a:gd name="connsiteX9" fmla="*/ 101154 w 131687"/>
                <a:gd name="connsiteY9" fmla="*/ 287863 h 413289"/>
                <a:gd name="connsiteX10" fmla="*/ 40464 w 131687"/>
                <a:gd name="connsiteY10" fmla="*/ 352599 h 413289"/>
                <a:gd name="connsiteX11" fmla="*/ 36418 w 131687"/>
                <a:gd name="connsiteY11" fmla="*/ 304047 h 413289"/>
                <a:gd name="connsiteX12" fmla="*/ 48556 w 131687"/>
                <a:gd name="connsiteY12" fmla="*/ 595 h 413289"/>
                <a:gd name="connsiteX13" fmla="*/ 72832 w 131687"/>
                <a:gd name="connsiteY13" fmla="*/ 231218 h 413289"/>
                <a:gd name="connsiteX14" fmla="*/ 101154 w 131687"/>
                <a:gd name="connsiteY14" fmla="*/ 397105 h 413289"/>
                <a:gd name="connsiteX15" fmla="*/ 101154 w 131687"/>
                <a:gd name="connsiteY15" fmla="*/ 105792 h 413289"/>
                <a:gd name="connsiteX16" fmla="*/ 84970 w 131687"/>
                <a:gd name="connsiteY16" fmla="*/ 8687 h 413289"/>
                <a:gd name="connsiteX17" fmla="*/ 4 w 131687"/>
                <a:gd name="connsiteY17" fmla="*/ 105792 h 413289"/>
                <a:gd name="connsiteX18" fmla="*/ 80924 w 131687"/>
                <a:gd name="connsiteY18" fmla="*/ 380921 h 413289"/>
                <a:gd name="connsiteX19" fmla="*/ 89016 w 131687"/>
                <a:gd name="connsiteY19" fmla="*/ 397105 h 413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1687" h="413289">
                  <a:moveTo>
                    <a:pt x="4" y="45101"/>
                  </a:moveTo>
                  <a:cubicBezTo>
                    <a:pt x="54288" y="54542"/>
                    <a:pt x="108572" y="63983"/>
                    <a:pt x="109246" y="77470"/>
                  </a:cubicBezTo>
                  <a:cubicBezTo>
                    <a:pt x="109920" y="90957"/>
                    <a:pt x="16862" y="113884"/>
                    <a:pt x="4050" y="126022"/>
                  </a:cubicBezTo>
                  <a:cubicBezTo>
                    <a:pt x="-8762" y="138160"/>
                    <a:pt x="15514" y="148275"/>
                    <a:pt x="32372" y="150298"/>
                  </a:cubicBezTo>
                  <a:cubicBezTo>
                    <a:pt x="49230" y="152321"/>
                    <a:pt x="90365" y="130068"/>
                    <a:pt x="105200" y="138160"/>
                  </a:cubicBezTo>
                  <a:cubicBezTo>
                    <a:pt x="120035" y="146252"/>
                    <a:pt x="138242" y="190084"/>
                    <a:pt x="121384" y="198850"/>
                  </a:cubicBezTo>
                  <a:cubicBezTo>
                    <a:pt x="104526" y="207616"/>
                    <a:pt x="16862" y="182666"/>
                    <a:pt x="4050" y="190758"/>
                  </a:cubicBezTo>
                  <a:cubicBezTo>
                    <a:pt x="-8762" y="198850"/>
                    <a:pt x="23606" y="239984"/>
                    <a:pt x="44510" y="247402"/>
                  </a:cubicBezTo>
                  <a:cubicBezTo>
                    <a:pt x="65414" y="254820"/>
                    <a:pt x="120035" y="228521"/>
                    <a:pt x="129476" y="235264"/>
                  </a:cubicBezTo>
                  <a:cubicBezTo>
                    <a:pt x="138917" y="242007"/>
                    <a:pt x="115989" y="268307"/>
                    <a:pt x="101154" y="287863"/>
                  </a:cubicBezTo>
                  <a:cubicBezTo>
                    <a:pt x="86319" y="307419"/>
                    <a:pt x="51253" y="349902"/>
                    <a:pt x="40464" y="352599"/>
                  </a:cubicBezTo>
                  <a:cubicBezTo>
                    <a:pt x="29675" y="355296"/>
                    <a:pt x="35069" y="362714"/>
                    <a:pt x="36418" y="304047"/>
                  </a:cubicBezTo>
                  <a:cubicBezTo>
                    <a:pt x="37767" y="245380"/>
                    <a:pt x="42487" y="12733"/>
                    <a:pt x="48556" y="595"/>
                  </a:cubicBezTo>
                  <a:cubicBezTo>
                    <a:pt x="54625" y="-11543"/>
                    <a:pt x="64066" y="165133"/>
                    <a:pt x="72832" y="231218"/>
                  </a:cubicBezTo>
                  <a:cubicBezTo>
                    <a:pt x="81598" y="297303"/>
                    <a:pt x="96434" y="418009"/>
                    <a:pt x="101154" y="397105"/>
                  </a:cubicBezTo>
                  <a:cubicBezTo>
                    <a:pt x="105874" y="376201"/>
                    <a:pt x="103851" y="170528"/>
                    <a:pt x="101154" y="105792"/>
                  </a:cubicBezTo>
                  <a:cubicBezTo>
                    <a:pt x="98457" y="41056"/>
                    <a:pt x="101828" y="8687"/>
                    <a:pt x="84970" y="8687"/>
                  </a:cubicBezTo>
                  <a:cubicBezTo>
                    <a:pt x="68112" y="8687"/>
                    <a:pt x="678" y="43753"/>
                    <a:pt x="4" y="105792"/>
                  </a:cubicBezTo>
                  <a:cubicBezTo>
                    <a:pt x="-670" y="167831"/>
                    <a:pt x="80924" y="380921"/>
                    <a:pt x="80924" y="380921"/>
                  </a:cubicBezTo>
                  <a:cubicBezTo>
                    <a:pt x="95759" y="429473"/>
                    <a:pt x="92387" y="413289"/>
                    <a:pt x="89016" y="397105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7" name="Rectangle 234">
            <a:extLst>
              <a:ext uri="{FF2B5EF4-FFF2-40B4-BE49-F238E27FC236}">
                <a16:creationId xmlns:a16="http://schemas.microsoft.com/office/drawing/2014/main" id="{6CB01538-EB1E-3945-9FF1-AC422D8DC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681" y="5326971"/>
            <a:ext cx="102085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4000" b="0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5912CCA-E3F8-D56D-9885-E2B72481D805}"/>
              </a:ext>
            </a:extLst>
          </p:cNvPr>
          <p:cNvSpPr/>
          <p:nvPr/>
        </p:nvSpPr>
        <p:spPr bwMode="auto">
          <a:xfrm>
            <a:off x="1060811" y="4030650"/>
            <a:ext cx="554707" cy="239700"/>
          </a:xfrm>
          <a:custGeom>
            <a:avLst/>
            <a:gdLst>
              <a:gd name="connsiteX0" fmla="*/ 7814 w 751171"/>
              <a:gd name="connsiteY0" fmla="*/ 213291 h 225724"/>
              <a:gd name="connsiteX1" fmla="*/ 379074 w 751171"/>
              <a:gd name="connsiteY1" fmla="*/ 160 h 225724"/>
              <a:gd name="connsiteX2" fmla="*/ 743459 w 751171"/>
              <a:gd name="connsiteY2" fmla="*/ 178915 h 225724"/>
              <a:gd name="connsiteX3" fmla="*/ 7814 w 751171"/>
              <a:gd name="connsiteY3" fmla="*/ 213291 h 22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171" h="225724">
                <a:moveTo>
                  <a:pt x="7814" y="213291"/>
                </a:moveTo>
                <a:cubicBezTo>
                  <a:pt x="-52917" y="183499"/>
                  <a:pt x="256467" y="5889"/>
                  <a:pt x="379074" y="160"/>
                </a:cubicBezTo>
                <a:cubicBezTo>
                  <a:pt x="501681" y="-5569"/>
                  <a:pt x="803044" y="143393"/>
                  <a:pt x="743459" y="178915"/>
                </a:cubicBezTo>
                <a:cubicBezTo>
                  <a:pt x="683874" y="214437"/>
                  <a:pt x="68545" y="243083"/>
                  <a:pt x="7814" y="213291"/>
                </a:cubicBezTo>
                <a:close/>
              </a:path>
            </a:pathLst>
          </a:custGeom>
          <a:solidFill>
            <a:srgbClr val="FFF8C2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3335A6-64C5-3F85-A88A-7067BA03AF84}"/>
              </a:ext>
            </a:extLst>
          </p:cNvPr>
          <p:cNvSpPr/>
          <p:nvPr/>
        </p:nvSpPr>
        <p:spPr bwMode="auto">
          <a:xfrm>
            <a:off x="3108218" y="4982412"/>
            <a:ext cx="329362" cy="329362"/>
          </a:xfrm>
          <a:prstGeom prst="ellipse">
            <a:avLst/>
          </a:prstGeom>
          <a:pattFill prst="lgConfetti">
            <a:fgClr>
              <a:srgbClr val="FFF8C2"/>
            </a:fgClr>
            <a:bgClr>
              <a:schemeClr val="bg1"/>
            </a:bgClr>
          </a:patt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FCCCED7-A4A0-8146-9FA3-3F9A83971C9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45477" y="5307812"/>
            <a:ext cx="420583" cy="4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4" grpId="0"/>
      <p:bldP spid="25" grpId="0"/>
      <p:bldP spid="26" grpId="0"/>
      <p:bldP spid="27" grpId="0"/>
      <p:bldP spid="28" grpId="0"/>
      <p:bldP spid="39" grpId="0" animBg="1"/>
      <p:bldP spid="50" grpId="0"/>
      <p:bldP spid="51" grpId="0"/>
      <p:bldP spid="52" grpId="0"/>
      <p:bldP spid="67" grpId="0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096" y="137180"/>
            <a:ext cx="42707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How many hydra species?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7F9F0AA-F818-EA42-8A70-2C4074C90872}"/>
              </a:ext>
            </a:extLst>
          </p:cNvPr>
          <p:cNvGrpSpPr/>
          <p:nvPr/>
        </p:nvGrpSpPr>
        <p:grpSpPr>
          <a:xfrm>
            <a:off x="511085" y="1985962"/>
            <a:ext cx="8223433" cy="4305300"/>
            <a:chOff x="603250" y="1790700"/>
            <a:chExt cx="8223433" cy="43053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F4293B5-E0EA-664A-94B6-7B9776FE4E81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603250" y="1790700"/>
              <a:ext cx="8223433" cy="43053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1C5B22-763C-0E45-B944-8AF7026AD5D6}"/>
                </a:ext>
              </a:extLst>
            </p:cNvPr>
            <p:cNvGrpSpPr/>
            <p:nvPr/>
          </p:nvGrpSpPr>
          <p:grpSpPr>
            <a:xfrm>
              <a:off x="2820376" y="5134216"/>
              <a:ext cx="284052" cy="307777"/>
              <a:chOff x="2820376" y="5134216"/>
              <a:chExt cx="284052" cy="307777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4851C48-62CB-8344-B121-30445B878772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66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55DB963-997A-AE4D-AC96-2FB7EA24A420}"/>
                  </a:ext>
                </a:extLst>
              </p:cNvPr>
              <p:cNvSpPr txBox="1"/>
              <p:nvPr/>
            </p:nvSpPr>
            <p:spPr>
              <a:xfrm>
                <a:off x="2820376" y="513421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820D0DE-8240-9140-AA13-DAF4675036E3}"/>
                </a:ext>
              </a:extLst>
            </p:cNvPr>
            <p:cNvGrpSpPr/>
            <p:nvPr/>
          </p:nvGrpSpPr>
          <p:grpSpPr>
            <a:xfrm>
              <a:off x="2496526" y="5060703"/>
              <a:ext cx="284052" cy="307777"/>
              <a:chOff x="2814026" y="5136903"/>
              <a:chExt cx="284052" cy="307777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9F72E87-3EAD-224B-9F87-590B63F78404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66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C764004-2974-4C4A-B2BC-2551577639B9}"/>
                  </a:ext>
                </a:extLst>
              </p:cNvPr>
              <p:cNvSpPr txBox="1"/>
              <p:nvPr/>
            </p:nvSpPr>
            <p:spPr>
              <a:xfrm>
                <a:off x="2814026" y="51369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0DC9CD-91BE-EE46-9097-C78E4826885A}"/>
                </a:ext>
              </a:extLst>
            </p:cNvPr>
            <p:cNvGrpSpPr/>
            <p:nvPr/>
          </p:nvGrpSpPr>
          <p:grpSpPr>
            <a:xfrm>
              <a:off x="7323014" y="5098803"/>
              <a:ext cx="284052" cy="307777"/>
              <a:chOff x="2811339" y="5136903"/>
              <a:chExt cx="284052" cy="30777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952A734-F362-F744-9AA8-2FE5D1B0E7DC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008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0279BFA-89B1-A54C-9C35-7004A3817B6A}"/>
                  </a:ext>
                </a:extLst>
              </p:cNvPr>
              <p:cNvSpPr txBox="1"/>
              <p:nvPr/>
            </p:nvSpPr>
            <p:spPr>
              <a:xfrm>
                <a:off x="2811339" y="51369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EA24221-620B-4E44-9DDA-4972B0B5EADD}"/>
                </a:ext>
              </a:extLst>
            </p:cNvPr>
            <p:cNvGrpSpPr/>
            <p:nvPr/>
          </p:nvGrpSpPr>
          <p:grpSpPr>
            <a:xfrm>
              <a:off x="8025747" y="5268136"/>
              <a:ext cx="284052" cy="307777"/>
              <a:chOff x="2811339" y="5136903"/>
              <a:chExt cx="284052" cy="307777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4A9AB64-6A7B-0346-AA48-796204598682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008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852C9B-BDBE-0F45-8F07-1C9E31255A86}"/>
                  </a:ext>
                </a:extLst>
              </p:cNvPr>
              <p:cNvSpPr txBox="1"/>
              <p:nvPr/>
            </p:nvSpPr>
            <p:spPr>
              <a:xfrm>
                <a:off x="2811339" y="51369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59D7E68-6FC3-9C44-925E-37DB702A6D2F}"/>
                </a:ext>
              </a:extLst>
            </p:cNvPr>
            <p:cNvGrpSpPr/>
            <p:nvPr/>
          </p:nvGrpSpPr>
          <p:grpSpPr>
            <a:xfrm>
              <a:off x="7678613" y="4573869"/>
              <a:ext cx="284052" cy="307777"/>
              <a:chOff x="2811339" y="5136903"/>
              <a:chExt cx="284052" cy="307777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562AF4AE-02EF-964C-B174-6AB1E23431C1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008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7BAC75-B729-5244-B70E-18F826D8F966}"/>
                  </a:ext>
                </a:extLst>
              </p:cNvPr>
              <p:cNvSpPr txBox="1"/>
              <p:nvPr/>
            </p:nvSpPr>
            <p:spPr>
              <a:xfrm>
                <a:off x="2811339" y="51369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16D8AB8-605F-7A4F-8051-47539D95E5F1}"/>
                </a:ext>
              </a:extLst>
            </p:cNvPr>
            <p:cNvGrpSpPr/>
            <p:nvPr/>
          </p:nvGrpSpPr>
          <p:grpSpPr>
            <a:xfrm>
              <a:off x="4734330" y="5038884"/>
              <a:ext cx="284052" cy="307777"/>
              <a:chOff x="2804989" y="5119317"/>
              <a:chExt cx="284052" cy="307777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1F7C17E-6DCB-C34D-A584-21A288B46510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FF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56F64E8-81D8-8145-96BE-E0DE9EA0C131}"/>
                  </a:ext>
                </a:extLst>
              </p:cNvPr>
              <p:cNvSpPr txBox="1"/>
              <p:nvPr/>
            </p:nvSpPr>
            <p:spPr>
              <a:xfrm>
                <a:off x="2804989" y="511931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B14093-021C-C340-9E7A-EA972AB89B8C}"/>
                </a:ext>
              </a:extLst>
            </p:cNvPr>
            <p:cNvGrpSpPr/>
            <p:nvPr/>
          </p:nvGrpSpPr>
          <p:grpSpPr>
            <a:xfrm>
              <a:off x="5194705" y="4701358"/>
              <a:ext cx="284052" cy="307777"/>
              <a:chOff x="2804989" y="5131041"/>
              <a:chExt cx="284052" cy="307777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B7F4E1B-BF73-604F-9721-8CD20FDDD5A8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FF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7BCB9A9-786C-B648-8006-53272CB91F5B}"/>
                  </a:ext>
                </a:extLst>
              </p:cNvPr>
              <p:cNvSpPr txBox="1"/>
              <p:nvPr/>
            </p:nvSpPr>
            <p:spPr>
              <a:xfrm>
                <a:off x="2804989" y="513104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02C6BFB-BC2A-784C-A2E2-2E562DB982C9}"/>
                </a:ext>
              </a:extLst>
            </p:cNvPr>
            <p:cNvGrpSpPr/>
            <p:nvPr/>
          </p:nvGrpSpPr>
          <p:grpSpPr>
            <a:xfrm>
              <a:off x="6402263" y="4034119"/>
              <a:ext cx="284052" cy="307777"/>
              <a:chOff x="2811339" y="5133728"/>
              <a:chExt cx="284052" cy="307777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F2DB9D4-1593-A64D-9D7E-41D4B2CE846C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C74566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16D0414-3FD4-BB45-82FD-337EC3B1C611}"/>
                  </a:ext>
                </a:extLst>
              </p:cNvPr>
              <p:cNvSpPr txBox="1"/>
              <p:nvPr/>
            </p:nvSpPr>
            <p:spPr>
              <a:xfrm>
                <a:off x="2811339" y="513372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1FD07CE-C003-2442-8453-FADE9F049657}"/>
                </a:ext>
              </a:extLst>
            </p:cNvPr>
            <p:cNvGrpSpPr/>
            <p:nvPr/>
          </p:nvGrpSpPr>
          <p:grpSpPr>
            <a:xfrm>
              <a:off x="7281738" y="3529294"/>
              <a:ext cx="284052" cy="307777"/>
              <a:chOff x="2811339" y="5133728"/>
              <a:chExt cx="284052" cy="307777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3526FA5-5582-384D-BA85-E91ED38ED0DC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C74566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62E5B08-CE97-F542-93C3-179E4C08E291}"/>
                  </a:ext>
                </a:extLst>
              </p:cNvPr>
              <p:cNvSpPr txBox="1"/>
              <p:nvPr/>
            </p:nvSpPr>
            <p:spPr>
              <a:xfrm>
                <a:off x="2811339" y="513372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BBE367A-D4B2-6545-A791-59B3E0A54EB9}"/>
                </a:ext>
              </a:extLst>
            </p:cNvPr>
            <p:cNvGrpSpPr/>
            <p:nvPr/>
          </p:nvGrpSpPr>
          <p:grpSpPr>
            <a:xfrm>
              <a:off x="2340951" y="4085002"/>
              <a:ext cx="284052" cy="307777"/>
              <a:chOff x="2814026" y="5148627"/>
              <a:chExt cx="284052" cy="307777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EA369BE-3EC9-914B-A16D-15E3AC8294B6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3366FF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6846D39-4C18-FD4D-A4AA-ED21C59D4AEA}"/>
                  </a:ext>
                </a:extLst>
              </p:cNvPr>
              <p:cNvSpPr txBox="1"/>
              <p:nvPr/>
            </p:nvSpPr>
            <p:spPr>
              <a:xfrm>
                <a:off x="2814026" y="514862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2D9DA3-92FE-CB49-A1E0-00C08E7310E4}"/>
                </a:ext>
              </a:extLst>
            </p:cNvPr>
            <p:cNvGrpSpPr/>
            <p:nvPr/>
          </p:nvGrpSpPr>
          <p:grpSpPr>
            <a:xfrm>
              <a:off x="1785814" y="3673716"/>
              <a:ext cx="284052" cy="307777"/>
              <a:chOff x="2811339" y="5127866"/>
              <a:chExt cx="284052" cy="307777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A372379-D563-C444-871E-2A09A55718A5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D04DEC-0033-E94A-80E8-63AFBAD057F8}"/>
                  </a:ext>
                </a:extLst>
              </p:cNvPr>
              <p:cNvSpPr txBox="1"/>
              <p:nvPr/>
            </p:nvSpPr>
            <p:spPr>
              <a:xfrm>
                <a:off x="2811339" y="512786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14203C-5600-5445-ACCC-BE6AF75DACBA}"/>
                </a:ext>
              </a:extLst>
            </p:cNvPr>
            <p:cNvGrpSpPr/>
            <p:nvPr/>
          </p:nvGrpSpPr>
          <p:grpSpPr>
            <a:xfrm>
              <a:off x="2158265" y="3543053"/>
              <a:ext cx="383438" cy="307777"/>
              <a:chOff x="2771040" y="5136903"/>
              <a:chExt cx="383438" cy="307777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E16D1A5-8A79-DF4B-9B37-3D4B26EA74E1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31951E1-2B58-F645-B8BF-7E6A68E3F345}"/>
                  </a:ext>
                </a:extLst>
              </p:cNvPr>
              <p:cNvSpPr txBox="1"/>
              <p:nvPr/>
            </p:nvSpPr>
            <p:spPr>
              <a:xfrm>
                <a:off x="2771040" y="5136903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36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52A13BB-6428-7D4C-8C30-8750B41F8F06}"/>
                </a:ext>
              </a:extLst>
            </p:cNvPr>
            <p:cNvGrpSpPr/>
            <p:nvPr/>
          </p:nvGrpSpPr>
          <p:grpSpPr>
            <a:xfrm>
              <a:off x="833802" y="2461518"/>
              <a:ext cx="1050935" cy="782887"/>
              <a:chOff x="2056177" y="4658618"/>
              <a:chExt cx="1050935" cy="78288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C9A89C6-2166-9242-89E8-D79076D7FDCA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F0CFD37-389F-A04C-812C-F51517F211BF}"/>
                  </a:ext>
                </a:extLst>
              </p:cNvPr>
              <p:cNvSpPr txBox="1"/>
              <p:nvPr/>
            </p:nvSpPr>
            <p:spPr>
              <a:xfrm>
                <a:off x="2823060" y="513372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512A1DC-5C70-F345-B04D-EEE6CA3E3683}"/>
                  </a:ext>
                </a:extLst>
              </p:cNvPr>
              <p:cNvSpPr/>
              <p:nvPr/>
            </p:nvSpPr>
            <p:spPr bwMode="auto">
              <a:xfrm>
                <a:off x="2129367" y="4696883"/>
                <a:ext cx="215900" cy="2159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AC1A6B-47B3-FD4A-A31E-574A7B067F57}"/>
                  </a:ext>
                </a:extLst>
              </p:cNvPr>
              <p:cNvSpPr txBox="1"/>
              <p:nvPr/>
            </p:nvSpPr>
            <p:spPr>
              <a:xfrm>
                <a:off x="2056177" y="4658618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90E4A53-E189-3540-A40C-AB988754CF8B}"/>
                </a:ext>
              </a:extLst>
            </p:cNvPr>
            <p:cNvGrpSpPr/>
            <p:nvPr/>
          </p:nvGrpSpPr>
          <p:grpSpPr>
            <a:xfrm>
              <a:off x="4468201" y="2600566"/>
              <a:ext cx="284052" cy="307777"/>
              <a:chOff x="2817201" y="5137391"/>
              <a:chExt cx="284052" cy="307777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DC92552-63D7-AA4A-B0A3-1C213D64BEA4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08A038-1078-5F42-8425-B709584943FD}"/>
                  </a:ext>
                </a:extLst>
              </p:cNvPr>
              <p:cNvSpPr txBox="1"/>
              <p:nvPr/>
            </p:nvSpPr>
            <p:spPr>
              <a:xfrm>
                <a:off x="2817201" y="513739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6B17E8A-667B-3646-8C26-7C0A0B34352F}"/>
                </a:ext>
              </a:extLst>
            </p:cNvPr>
            <p:cNvGrpSpPr/>
            <p:nvPr/>
          </p:nvGrpSpPr>
          <p:grpSpPr>
            <a:xfrm>
              <a:off x="4017351" y="2625966"/>
              <a:ext cx="284052" cy="307777"/>
              <a:chOff x="2817201" y="5137391"/>
              <a:chExt cx="284052" cy="30777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B6F8D0F-452F-9844-B262-737C6D787CB7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20333A-DE8D-3F41-9C35-A4614DD6E78A}"/>
                  </a:ext>
                </a:extLst>
              </p:cNvPr>
              <p:cNvSpPr txBox="1"/>
              <p:nvPr/>
            </p:nvSpPr>
            <p:spPr>
              <a:xfrm>
                <a:off x="2817201" y="513739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CF871C2-D13F-1945-92F3-D20120DC3EDE}"/>
                </a:ext>
              </a:extLst>
            </p:cNvPr>
            <p:cNvGrpSpPr/>
            <p:nvPr/>
          </p:nvGrpSpPr>
          <p:grpSpPr>
            <a:xfrm>
              <a:off x="3750651" y="2378316"/>
              <a:ext cx="284052" cy="307777"/>
              <a:chOff x="2817201" y="5137391"/>
              <a:chExt cx="284052" cy="307777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DE43A26-B9C3-A047-8563-4B3F4B952040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73DDCD3-24DE-814F-901E-E71588863084}"/>
                  </a:ext>
                </a:extLst>
              </p:cNvPr>
              <p:cNvSpPr txBox="1"/>
              <p:nvPr/>
            </p:nvSpPr>
            <p:spPr>
              <a:xfrm>
                <a:off x="2817201" y="513739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4C20CCE-D418-CC4B-BF71-5550CBB769C1}"/>
                </a:ext>
              </a:extLst>
            </p:cNvPr>
            <p:cNvGrpSpPr/>
            <p:nvPr/>
          </p:nvGrpSpPr>
          <p:grpSpPr>
            <a:xfrm>
              <a:off x="4040064" y="2997441"/>
              <a:ext cx="284052" cy="307777"/>
              <a:chOff x="2811339" y="5137391"/>
              <a:chExt cx="284052" cy="30777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46A30BE-8F2E-074E-B42A-506CF5CB60DD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470ACC8-63AF-4C4B-B65A-05D8C3230D9D}"/>
                  </a:ext>
                </a:extLst>
              </p:cNvPr>
              <p:cNvSpPr txBox="1"/>
              <p:nvPr/>
            </p:nvSpPr>
            <p:spPr>
              <a:xfrm>
                <a:off x="2811339" y="513739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7CA8BB7-D32C-2E4F-9000-71018DE9F7DB}"/>
                </a:ext>
              </a:extLst>
            </p:cNvPr>
            <p:cNvGrpSpPr/>
            <p:nvPr/>
          </p:nvGrpSpPr>
          <p:grpSpPr>
            <a:xfrm>
              <a:off x="4206628" y="3321291"/>
              <a:ext cx="383438" cy="307777"/>
              <a:chOff x="2768353" y="5134216"/>
              <a:chExt cx="383438" cy="30777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2F3CC05-487E-4F40-8ED0-3021F9BC98E9}"/>
                  </a:ext>
                </a:extLst>
              </p:cNvPr>
              <p:cNvSpPr/>
              <p:nvPr/>
            </p:nvSpPr>
            <p:spPr bwMode="auto">
              <a:xfrm>
                <a:off x="2844800" y="5187950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C27BAF-5F2D-6C40-AC8D-50BF4C1F33A2}"/>
                  </a:ext>
                </a:extLst>
              </p:cNvPr>
              <p:cNvSpPr txBox="1"/>
              <p:nvPr/>
            </p:nvSpPr>
            <p:spPr>
              <a:xfrm>
                <a:off x="2768353" y="5134216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7FCB96-F6FB-584C-A739-3C9844B6AEF2}"/>
              </a:ext>
            </a:extLst>
          </p:cNvPr>
          <p:cNvGrpSpPr/>
          <p:nvPr/>
        </p:nvGrpSpPr>
        <p:grpSpPr>
          <a:xfrm>
            <a:off x="634908" y="3200929"/>
            <a:ext cx="6465356" cy="2948516"/>
            <a:chOff x="727075" y="3005667"/>
            <a:chExt cx="6465356" cy="2948516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9DF6F72-3B15-114A-8979-DACE477A81E3}"/>
                </a:ext>
              </a:extLst>
            </p:cNvPr>
            <p:cNvSpPr/>
            <p:nvPr/>
          </p:nvSpPr>
          <p:spPr bwMode="auto">
            <a:xfrm>
              <a:off x="1997075" y="3285067"/>
              <a:ext cx="215900" cy="2159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09F2F60-E39E-2D44-A9B3-AB97D4A63C7C}"/>
                </a:ext>
              </a:extLst>
            </p:cNvPr>
            <p:cNvGrpSpPr/>
            <p:nvPr/>
          </p:nvGrpSpPr>
          <p:grpSpPr>
            <a:xfrm>
              <a:off x="727075" y="3005667"/>
              <a:ext cx="6465356" cy="2948516"/>
              <a:chOff x="727075" y="3005667"/>
              <a:chExt cx="6465356" cy="2948516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25A43FF-3663-FF46-A3F4-AF7FA3CEE91D}"/>
                  </a:ext>
                </a:extLst>
              </p:cNvPr>
              <p:cNvSpPr/>
              <p:nvPr/>
            </p:nvSpPr>
            <p:spPr bwMode="auto">
              <a:xfrm>
                <a:off x="727075" y="3979333"/>
                <a:ext cx="215900" cy="21590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5F237F04-A181-B345-9765-EFD3A96C8668}"/>
                  </a:ext>
                </a:extLst>
              </p:cNvPr>
              <p:cNvSpPr/>
              <p:nvPr/>
            </p:nvSpPr>
            <p:spPr bwMode="auto">
              <a:xfrm>
                <a:off x="2527299" y="4654550"/>
                <a:ext cx="215900" cy="215900"/>
              </a:xfrm>
              <a:prstGeom prst="ellipse">
                <a:avLst/>
              </a:prstGeom>
              <a:solidFill>
                <a:srgbClr val="FF66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DE23095-3164-CF4B-BB88-6057557A3F1C}"/>
                  </a:ext>
                </a:extLst>
              </p:cNvPr>
              <p:cNvSpPr/>
              <p:nvPr/>
            </p:nvSpPr>
            <p:spPr bwMode="auto">
              <a:xfrm>
                <a:off x="6976531" y="3532715"/>
                <a:ext cx="215900" cy="215900"/>
              </a:xfrm>
              <a:prstGeom prst="ellipse">
                <a:avLst/>
              </a:prstGeom>
              <a:solidFill>
                <a:srgbClr val="C74566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A932689-7282-E94C-97DF-64BD5741C243}"/>
                  </a:ext>
                </a:extLst>
              </p:cNvPr>
              <p:cNvSpPr/>
              <p:nvPr/>
            </p:nvSpPr>
            <p:spPr bwMode="auto">
              <a:xfrm>
                <a:off x="4640792" y="3005667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8D928C18-4781-F24C-B5A6-07CAD4E75EDD}"/>
                  </a:ext>
                </a:extLst>
              </p:cNvPr>
              <p:cNvSpPr/>
              <p:nvPr/>
            </p:nvSpPr>
            <p:spPr bwMode="auto">
              <a:xfrm>
                <a:off x="2518832" y="4332816"/>
                <a:ext cx="215900" cy="215900"/>
              </a:xfrm>
              <a:prstGeom prst="ellipse">
                <a:avLst/>
              </a:prstGeom>
              <a:solidFill>
                <a:srgbClr val="FF66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36AD5D40-59E3-9849-8E60-2A216FEA3053}"/>
                  </a:ext>
                </a:extLst>
              </p:cNvPr>
              <p:cNvSpPr/>
              <p:nvPr/>
            </p:nvSpPr>
            <p:spPr bwMode="auto">
              <a:xfrm>
                <a:off x="4446059" y="3175000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4EEE3CF-6594-8140-8C17-8AB2632FFF17}"/>
                  </a:ext>
                </a:extLst>
              </p:cNvPr>
              <p:cNvSpPr/>
              <p:nvPr/>
            </p:nvSpPr>
            <p:spPr bwMode="auto">
              <a:xfrm>
                <a:off x="2637365" y="5738283"/>
                <a:ext cx="215900" cy="215900"/>
              </a:xfrm>
              <a:prstGeom prst="ellipse">
                <a:avLst/>
              </a:prstGeom>
              <a:solidFill>
                <a:srgbClr val="FF66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FFB9087-AF69-0749-B090-33B9232D5CC7}"/>
                  </a:ext>
                </a:extLst>
              </p:cNvPr>
              <p:cNvSpPr/>
              <p:nvPr/>
            </p:nvSpPr>
            <p:spPr bwMode="auto">
              <a:xfrm>
                <a:off x="4073086" y="3482975"/>
                <a:ext cx="215900" cy="215900"/>
              </a:xfrm>
              <a:prstGeom prst="ellipse">
                <a:avLst/>
              </a:prstGeom>
              <a:solidFill>
                <a:srgbClr val="F531D3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357678C-D482-9149-87AE-7BAD6552F7E0}"/>
                  </a:ext>
                </a:extLst>
              </p:cNvPr>
              <p:cNvSpPr/>
              <p:nvPr/>
            </p:nvSpPr>
            <p:spPr bwMode="auto">
              <a:xfrm>
                <a:off x="4934792" y="4501091"/>
                <a:ext cx="215900" cy="215900"/>
              </a:xfrm>
              <a:prstGeom prst="ellipse">
                <a:avLst/>
              </a:prstGeom>
              <a:solidFill>
                <a:srgbClr val="FFFF00">
                  <a:alpha val="50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/>
              </a:p>
            </p:txBody>
          </p:sp>
        </p:grp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D5C3635-CFAD-8A47-A8EA-2ED0EAA6B0BC}"/>
                </a:ext>
              </a:extLst>
            </p:cNvPr>
            <p:cNvSpPr/>
            <p:nvPr/>
          </p:nvSpPr>
          <p:spPr bwMode="auto">
            <a:xfrm>
              <a:off x="1584525" y="3369791"/>
              <a:ext cx="215900" cy="2159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80" name="Rectangle 5">
            <a:extLst>
              <a:ext uri="{FF2B5EF4-FFF2-40B4-BE49-F238E27FC236}">
                <a16:creationId xmlns:a16="http://schemas.microsoft.com/office/drawing/2014/main" id="{220C0A11-78EA-EB4F-BE44-6A81B6B6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5" y="803389"/>
            <a:ext cx="630332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Collected 101 strains collected from all continents except Antarctica</a:t>
            </a:r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93140F20-54E0-F149-8D94-C74CEA7B8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5" y="1191267"/>
            <a:ext cx="50456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Identified the hydra morphologically (Dick Campbell) </a:t>
            </a:r>
          </a:p>
        </p:txBody>
      </p:sp>
      <p:sp>
        <p:nvSpPr>
          <p:cNvPr id="82" name="Rectangle 5">
            <a:extLst>
              <a:ext uri="{FF2B5EF4-FFF2-40B4-BE49-F238E27FC236}">
                <a16:creationId xmlns:a16="http://schemas.microsoft.com/office/drawing/2014/main" id="{49FD51A4-E6A4-5E4A-B6A2-4A30CFBC4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281" y="1552129"/>
            <a:ext cx="785945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Build phylogeny using molecular markers (nuclear; ITS; mitochondrial: 16S and CO1) </a:t>
            </a:r>
          </a:p>
        </p:txBody>
      </p:sp>
    </p:spTree>
    <p:extLst>
      <p:ext uri="{BB962C8B-B14F-4D97-AF65-F5344CB8AC3E}">
        <p14:creationId xmlns:p14="http://schemas.microsoft.com/office/powerpoint/2010/main" val="5294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E31072-A969-38DB-9AED-6285D4E250AC}"/>
              </a:ext>
            </a:extLst>
          </p:cNvPr>
          <p:cNvPicPr>
            <a:picLocks noChangeAspect="1"/>
          </p:cNvPicPr>
          <p:nvPr/>
        </p:nvPicPr>
        <p:blipFill>
          <a:blip/>
          <a:srcRect l="10377" t="10031" r="10484" b="14796"/>
          <a:stretch/>
        </p:blipFill>
        <p:spPr>
          <a:xfrm>
            <a:off x="229403" y="836596"/>
            <a:ext cx="4070717" cy="5471718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827" y="137180"/>
            <a:ext cx="42689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How many hydra species?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B8A99DF-FE23-3148-A7D2-00AC5BB0D966}"/>
              </a:ext>
            </a:extLst>
          </p:cNvPr>
          <p:cNvGrpSpPr/>
          <p:nvPr/>
        </p:nvGrpSpPr>
        <p:grpSpPr>
          <a:xfrm>
            <a:off x="4169287" y="1051801"/>
            <a:ext cx="5116503" cy="4884737"/>
            <a:chOff x="4166042" y="1537091"/>
            <a:chExt cx="5116503" cy="4884737"/>
          </a:xfrm>
        </p:grpSpPr>
        <p:grpSp>
          <p:nvGrpSpPr>
            <p:cNvPr id="13" name="Group 455">
              <a:extLst>
                <a:ext uri="{FF2B5EF4-FFF2-40B4-BE49-F238E27FC236}">
                  <a16:creationId xmlns:a16="http://schemas.microsoft.com/office/drawing/2014/main" id="{CCF59476-8F27-844D-94F2-4DDA2407F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68" y="1537091"/>
              <a:ext cx="4013777" cy="4884737"/>
              <a:chOff x="3917515" y="1080644"/>
              <a:chExt cx="3035602" cy="3694561"/>
            </a:xfrm>
          </p:grpSpPr>
          <p:sp>
            <p:nvSpPr>
              <p:cNvPr id="14" name="Text Box 213">
                <a:extLst>
                  <a:ext uri="{FF2B5EF4-FFF2-40B4-BE49-F238E27FC236}">
                    <a16:creationId xmlns:a16="http://schemas.microsoft.com/office/drawing/2014/main" id="{760DEAE2-50FF-604D-87D0-CCA144FF5F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736507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16" name="Text Box 234">
                <a:extLst>
                  <a:ext uri="{FF2B5EF4-FFF2-40B4-BE49-F238E27FC236}">
                    <a16:creationId xmlns:a16="http://schemas.microsoft.com/office/drawing/2014/main" id="{C4FF3352-4840-0E46-88F5-D402A6F611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96515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17" name="Text Box 243">
                <a:extLst>
                  <a:ext uri="{FF2B5EF4-FFF2-40B4-BE49-F238E27FC236}">
                    <a16:creationId xmlns:a16="http://schemas.microsoft.com/office/drawing/2014/main" id="{C427AB49-EEFC-A948-AD03-AD88E6C51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142777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18" name="Text Box 252">
                <a:extLst>
                  <a:ext uri="{FF2B5EF4-FFF2-40B4-BE49-F238E27FC236}">
                    <a16:creationId xmlns:a16="http://schemas.microsoft.com/office/drawing/2014/main" id="{F8ED2378-598C-BC42-AB10-F3A02A6AE0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1" name="Text Box 287">
                <a:extLst>
                  <a:ext uri="{FF2B5EF4-FFF2-40B4-BE49-F238E27FC236}">
                    <a16:creationId xmlns:a16="http://schemas.microsoft.com/office/drawing/2014/main" id="{67CE2382-4123-4E41-AA69-C31B282E90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44752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2" name="Text Box 305">
                <a:extLst>
                  <a:ext uri="{FF2B5EF4-FFF2-40B4-BE49-F238E27FC236}">
                    <a16:creationId xmlns:a16="http://schemas.microsoft.com/office/drawing/2014/main" id="{519B543A-B4E2-8A49-B6F7-73C3385626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3" name="Group 453">
                <a:extLst>
                  <a:ext uri="{FF2B5EF4-FFF2-40B4-BE49-F238E27FC236}">
                    <a16:creationId xmlns:a16="http://schemas.microsoft.com/office/drawing/2014/main" id="{3B5DD1F4-709D-1A40-AA8E-1C70A3D6AD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5" y="1080644"/>
                <a:ext cx="1378406" cy="3694561"/>
                <a:chOff x="3800788" y="990844"/>
                <a:chExt cx="1857303" cy="4978156"/>
              </a:xfrm>
            </p:grpSpPr>
            <p:grpSp>
              <p:nvGrpSpPr>
                <p:cNvPr id="27" name="Group 450">
                  <a:extLst>
                    <a:ext uri="{FF2B5EF4-FFF2-40B4-BE49-F238E27FC236}">
                      <a16:creationId xmlns:a16="http://schemas.microsoft.com/office/drawing/2014/main" id="{E000FB64-C105-5248-B08C-3FA0A2C18D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8" y="2050925"/>
                  <a:ext cx="1482884" cy="3040233"/>
                  <a:chOff x="2876196" y="2163973"/>
                  <a:chExt cx="2690593" cy="3264576"/>
                </a:xfrm>
              </p:grpSpPr>
              <p:sp>
                <p:nvSpPr>
                  <p:cNvPr id="37" name="Freeform 133">
                    <a:extLst>
                      <a:ext uri="{FF2B5EF4-FFF2-40B4-BE49-F238E27FC236}">
                        <a16:creationId xmlns:a16="http://schemas.microsoft.com/office/drawing/2014/main" id="{9DE4C770-1EE9-5A44-9A3F-5E23D61189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6" y="2474820"/>
                    <a:ext cx="1058335" cy="210061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4">
                    <a:extLst>
                      <a:ext uri="{FF2B5EF4-FFF2-40B4-BE49-F238E27FC236}">
                        <a16:creationId xmlns:a16="http://schemas.microsoft.com/office/drawing/2014/main" id="{8DA939CE-6561-4446-AAFF-33B63D6717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7" y="2163973"/>
                    <a:ext cx="914854" cy="620324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9" name="Freeform 149">
                    <a:extLst>
                      <a:ext uri="{FF2B5EF4-FFF2-40B4-BE49-F238E27FC236}">
                        <a16:creationId xmlns:a16="http://schemas.microsoft.com/office/drawing/2014/main" id="{8F199F9E-6AD5-134F-AEBE-3D6F28CA23F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636406"/>
                    <a:ext cx="387003" cy="302631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0">
                    <a:extLst>
                      <a:ext uri="{FF2B5EF4-FFF2-40B4-BE49-F238E27FC236}">
                        <a16:creationId xmlns:a16="http://schemas.microsoft.com/office/drawing/2014/main" id="{7449BE3E-5593-454E-AE4B-073E9A293B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0769" y="2472267"/>
                    <a:ext cx="501525" cy="242192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63">
                    <a:extLst>
                      <a:ext uri="{FF2B5EF4-FFF2-40B4-BE49-F238E27FC236}">
                        <a16:creationId xmlns:a16="http://schemas.microsoft.com/office/drawing/2014/main" id="{806503F8-6EE1-6E4F-A3DE-C10FFC3FF5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76">
                    <a:extLst>
                      <a:ext uri="{FF2B5EF4-FFF2-40B4-BE49-F238E27FC236}">
                        <a16:creationId xmlns:a16="http://schemas.microsoft.com/office/drawing/2014/main" id="{EF1B14CD-559E-F04F-8277-83BDAF6C14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78">
                    <a:extLst>
                      <a:ext uri="{FF2B5EF4-FFF2-40B4-BE49-F238E27FC236}">
                        <a16:creationId xmlns:a16="http://schemas.microsoft.com/office/drawing/2014/main" id="{76A32728-EABB-3841-ACFE-BDA886F35D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4532" y="3729162"/>
                    <a:ext cx="785853" cy="1699387"/>
                  </a:xfrm>
                  <a:custGeom>
                    <a:avLst/>
                    <a:gdLst>
                      <a:gd name="T0" fmla="*/ 2147483647 w 597"/>
                      <a:gd name="T1" fmla="*/ 0 h 1241"/>
                      <a:gd name="T2" fmla="*/ 0 w 597"/>
                      <a:gd name="T3" fmla="*/ 0 h 1241"/>
                      <a:gd name="T4" fmla="*/ 0 w 597"/>
                      <a:gd name="T5" fmla="*/ 2147483647 h 1241"/>
                      <a:gd name="T6" fmla="*/ 2147483647 w 597"/>
                      <a:gd name="T7" fmla="*/ 2147483647 h 124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97"/>
                      <a:gd name="T13" fmla="*/ 0 h 1241"/>
                      <a:gd name="T14" fmla="*/ 597 w 597"/>
                      <a:gd name="T15" fmla="*/ 1241 h 124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97" h="1241">
                        <a:moveTo>
                          <a:pt x="478" y="0"/>
                        </a:moveTo>
                        <a:lnTo>
                          <a:pt x="0" y="0"/>
                        </a:lnTo>
                        <a:lnTo>
                          <a:pt x="0" y="1241"/>
                        </a:lnTo>
                        <a:lnTo>
                          <a:pt x="597" y="124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8" name="Isosceles Triangle 441">
                  <a:extLst>
                    <a:ext uri="{FF2B5EF4-FFF2-40B4-BE49-F238E27FC236}">
                      <a16:creationId xmlns:a16="http://schemas.microsoft.com/office/drawing/2014/main" id="{2168BB91-46FC-A849-A2C9-85C86B9DF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24837" y="1836603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Isosceles Triangle 442">
                  <a:extLst>
                    <a:ext uri="{FF2B5EF4-FFF2-40B4-BE49-F238E27FC236}">
                      <a16:creationId xmlns:a16="http://schemas.microsoft.com/office/drawing/2014/main" id="{0FB3AA3A-A6E9-CA4D-8917-1D7C38D3E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34408" y="212440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Isosceles Triangle 443">
                  <a:extLst>
                    <a:ext uri="{FF2B5EF4-FFF2-40B4-BE49-F238E27FC236}">
                      <a16:creationId xmlns:a16="http://schemas.microsoft.com/office/drawing/2014/main" id="{A3272289-5D1C-1D46-A64D-472FA2AD5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Isosceles Triangle 444">
                  <a:extLst>
                    <a:ext uri="{FF2B5EF4-FFF2-40B4-BE49-F238E27FC236}">
                      <a16:creationId xmlns:a16="http://schemas.microsoft.com/office/drawing/2014/main" id="{87B4362E-EE73-8546-B21F-516CEAC16A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80061" y="235306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Isosceles Triangle 445">
                  <a:extLst>
                    <a:ext uri="{FF2B5EF4-FFF2-40B4-BE49-F238E27FC236}">
                      <a16:creationId xmlns:a16="http://schemas.microsoft.com/office/drawing/2014/main" id="{622CC7DC-2422-7B41-BC80-6F6C9F2D25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Isosceles Triangle 446">
                  <a:extLst>
                    <a:ext uri="{FF2B5EF4-FFF2-40B4-BE49-F238E27FC236}">
                      <a16:creationId xmlns:a16="http://schemas.microsoft.com/office/drawing/2014/main" id="{801EA2C1-B1CE-6D43-A5B2-F61D0F08B2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Isosceles Triangle 447">
                  <a:extLst>
                    <a:ext uri="{FF2B5EF4-FFF2-40B4-BE49-F238E27FC236}">
                      <a16:creationId xmlns:a16="http://schemas.microsoft.com/office/drawing/2014/main" id="{779B83A0-8724-4F40-9435-54072C080B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8">
                  <a:extLst>
                    <a:ext uri="{FF2B5EF4-FFF2-40B4-BE49-F238E27FC236}">
                      <a16:creationId xmlns:a16="http://schemas.microsoft.com/office/drawing/2014/main" id="{D73A2F67-6BF9-C442-A723-4621D00929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19075" y="4717153"/>
                  <a:ext cx="1837166" cy="666528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6" name="Isosceles Triangle 449">
                  <a:extLst>
                    <a:ext uri="{FF2B5EF4-FFF2-40B4-BE49-F238E27FC236}">
                      <a16:creationId xmlns:a16="http://schemas.microsoft.com/office/drawing/2014/main" id="{C5807B98-F530-434D-88D0-3587CBA973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80782" y="1129021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4" name="Text Box 213">
                <a:extLst>
                  <a:ext uri="{FF2B5EF4-FFF2-40B4-BE49-F238E27FC236}">
                    <a16:creationId xmlns:a16="http://schemas.microsoft.com/office/drawing/2014/main" id="{AF2E15A4-38C8-044A-ACAF-B7B5AE8C1A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194" y="1197919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52">
                <a:extLst>
                  <a:ext uri="{FF2B5EF4-FFF2-40B4-BE49-F238E27FC236}">
                    <a16:creationId xmlns:a16="http://schemas.microsoft.com/office/drawing/2014/main" id="{874DC2BF-EC46-6C4C-9191-1575202D3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779C571D-DAD7-8E4E-B9FF-19AA1DFD6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6207" y="3917225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48" name="Freeform 138">
              <a:extLst>
                <a:ext uri="{FF2B5EF4-FFF2-40B4-BE49-F238E27FC236}">
                  <a16:creationId xmlns:a16="http://schemas.microsoft.com/office/drawing/2014/main" id="{A22B030C-A7FE-EB47-BDCC-47EFF243A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887928"/>
              <a:ext cx="825500" cy="1958975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7DBD18D-3645-5845-8434-CFC4AA90A4F3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5ABC07-EE4B-8D48-8AAE-A88306532C72}"/>
                </a:ext>
              </a:extLst>
            </p:cNvPr>
            <p:cNvSpPr txBox="1"/>
            <p:nvPr/>
          </p:nvSpPr>
          <p:spPr>
            <a:xfrm>
              <a:off x="5264097" y="3685474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44ACA22-F756-7B42-AB92-1C11A5B24A17}"/>
                </a:ext>
              </a:extLst>
            </p:cNvPr>
            <p:cNvSpPr txBox="1"/>
            <p:nvPr/>
          </p:nvSpPr>
          <p:spPr>
            <a:xfrm>
              <a:off x="5350452" y="554873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9A3EBBB-C171-1B45-AFD8-9ED49FD2EFD3}"/>
                </a:ext>
              </a:extLst>
            </p:cNvPr>
            <p:cNvSpPr txBox="1"/>
            <p:nvPr/>
          </p:nvSpPr>
          <p:spPr>
            <a:xfrm>
              <a:off x="4166042" y="1557577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sp>
        <p:nvSpPr>
          <p:cNvPr id="53" name="Rectangle 3">
            <a:extLst>
              <a:ext uri="{FF2B5EF4-FFF2-40B4-BE49-F238E27FC236}">
                <a16:creationId xmlns:a16="http://schemas.microsoft.com/office/drawing/2014/main" id="{B57E8EF3-B674-6549-950B-5E114023A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184" y="6333305"/>
            <a:ext cx="40169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0" dirty="0" err="1">
                <a:ea typeface="Arial" charset="0"/>
                <a:cs typeface="Arial" charset="0"/>
              </a:rPr>
              <a:t>Martínez</a:t>
            </a:r>
            <a:r>
              <a:rPr lang="en-US" b="0" dirty="0">
                <a:ea typeface="Arial" charset="0"/>
                <a:cs typeface="Arial" charset="0"/>
              </a:rPr>
              <a:t> et al. 2010. </a:t>
            </a:r>
            <a:r>
              <a:rPr lang="en-US" b="0" i="1" dirty="0">
                <a:ea typeface="Arial" charset="0"/>
                <a:cs typeface="Arial" charset="0"/>
              </a:rPr>
              <a:t>Mol </a:t>
            </a:r>
            <a:r>
              <a:rPr lang="en-US" b="0" i="1" dirty="0" err="1">
                <a:ea typeface="Arial" charset="0"/>
                <a:cs typeface="Arial" charset="0"/>
              </a:rPr>
              <a:t>Phyl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i="1" dirty="0" err="1">
                <a:ea typeface="Arial" charset="0"/>
                <a:cs typeface="Arial" charset="0"/>
              </a:rPr>
              <a:t>Evol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dirty="0">
                <a:ea typeface="Arial" charset="0"/>
                <a:cs typeface="Arial" charset="0"/>
              </a:rPr>
              <a:t>57: 403-410.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CE53D67-AEC3-BF47-AE79-E0268218B4D3}"/>
              </a:ext>
            </a:extLst>
          </p:cNvPr>
          <p:cNvGrpSpPr/>
          <p:nvPr/>
        </p:nvGrpSpPr>
        <p:grpSpPr>
          <a:xfrm>
            <a:off x="4099309" y="981944"/>
            <a:ext cx="4679370" cy="3049630"/>
            <a:chOff x="4099309" y="981944"/>
            <a:chExt cx="4679370" cy="30496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06C88D-5565-C346-95EB-C8389230BA34}"/>
                </a:ext>
              </a:extLst>
            </p:cNvPr>
            <p:cNvSpPr/>
            <p:nvPr/>
          </p:nvSpPr>
          <p:spPr bwMode="auto">
            <a:xfrm>
              <a:off x="4099309" y="981944"/>
              <a:ext cx="4679370" cy="3049630"/>
            </a:xfrm>
            <a:prstGeom prst="rect">
              <a:avLst/>
            </a:prstGeom>
            <a:solidFill>
              <a:srgbClr val="FFC000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B263CFB-2C26-6847-8CB1-AAA5B0244C05}"/>
                </a:ext>
              </a:extLst>
            </p:cNvPr>
            <p:cNvGrpSpPr/>
            <p:nvPr/>
          </p:nvGrpSpPr>
          <p:grpSpPr>
            <a:xfrm>
              <a:off x="7461705" y="1078520"/>
              <a:ext cx="1254447" cy="787997"/>
              <a:chOff x="-1341868" y="2746655"/>
              <a:chExt cx="1254447" cy="787997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6BAF780-D533-D44B-A419-1A6953D5FA16}"/>
                  </a:ext>
                </a:extLst>
              </p:cNvPr>
              <p:cNvSpPr/>
              <p:nvPr/>
            </p:nvSpPr>
            <p:spPr>
              <a:xfrm>
                <a:off x="-1341868" y="2746655"/>
                <a:ext cx="1254447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Single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165FB6D-93F1-C54F-8114-D1D888D049F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215749" y="3534652"/>
                <a:ext cx="883146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B551A09-22A8-B64F-BA8E-015CD3558E77}"/>
              </a:ext>
            </a:extLst>
          </p:cNvPr>
          <p:cNvGrpSpPr/>
          <p:nvPr/>
        </p:nvGrpSpPr>
        <p:grpSpPr>
          <a:xfrm>
            <a:off x="4097263" y="4106818"/>
            <a:ext cx="4689165" cy="1914587"/>
            <a:chOff x="4118281" y="4106816"/>
            <a:chExt cx="4689165" cy="1914587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7C64D0C-C4DE-9440-A27B-42DD9A39F253}"/>
                </a:ext>
              </a:extLst>
            </p:cNvPr>
            <p:cNvSpPr/>
            <p:nvPr/>
          </p:nvSpPr>
          <p:spPr bwMode="auto">
            <a:xfrm>
              <a:off x="4118281" y="4106816"/>
              <a:ext cx="4679370" cy="1914587"/>
            </a:xfrm>
            <a:prstGeom prst="rect">
              <a:avLst/>
            </a:prstGeom>
            <a:solidFill>
              <a:srgbClr val="FF0487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D628404-6BC9-6D45-B11D-906100738720}"/>
                </a:ext>
              </a:extLst>
            </p:cNvPr>
            <p:cNvGrpSpPr/>
            <p:nvPr/>
          </p:nvGrpSpPr>
          <p:grpSpPr>
            <a:xfrm>
              <a:off x="7481028" y="5109945"/>
              <a:ext cx="1326418" cy="787506"/>
              <a:chOff x="-1287718" y="2820716"/>
              <a:chExt cx="1326418" cy="787506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223A1DA-1F93-9741-AD92-B5E1BB56A057}"/>
                  </a:ext>
                </a:extLst>
              </p:cNvPr>
              <p:cNvSpPr/>
              <p:nvPr/>
            </p:nvSpPr>
            <p:spPr>
              <a:xfrm>
                <a:off x="-1287718" y="2820716"/>
                <a:ext cx="132641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Two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chromosomes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E13BEB9-33C0-AB47-8D78-D23534D9CA8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110649" y="3608222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0FB65F9-2C49-904F-B199-5FF541F8483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624871" y="3608222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64" name="Text Box 5">
            <a:extLst>
              <a:ext uri="{FF2B5EF4-FFF2-40B4-BE49-F238E27FC236}">
                <a16:creationId xmlns:a16="http://schemas.microsoft.com/office/drawing/2014/main" id="{414D4FA6-9981-1A42-938D-DA6FEB73F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782" y="5473260"/>
            <a:ext cx="20281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8 species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5E2D16-13B6-41B1-1828-BCD4A08A2712}"/>
              </a:ext>
            </a:extLst>
          </p:cNvPr>
          <p:cNvPicPr>
            <a:picLocks noChangeAspect="1"/>
          </p:cNvPicPr>
          <p:nvPr/>
        </p:nvPicPr>
        <p:blipFill>
          <a:blip/>
          <a:srcRect l="10540" t="10024" r="8340" b="30966"/>
          <a:stretch/>
        </p:blipFill>
        <p:spPr>
          <a:xfrm>
            <a:off x="4008908" y="1076249"/>
            <a:ext cx="4973183" cy="51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6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5ECCB-80D6-7778-DB63-AAB43CBE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5B20F-C6E3-34A2-1CAC-BAD6CB30515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6"/>
          <a:stretch/>
        </p:blipFill>
        <p:spPr>
          <a:xfrm>
            <a:off x="410207" y="867900"/>
            <a:ext cx="4850835" cy="5852920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5A7E8BB8-90E3-FC21-776E-1CD19C9A2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6734" y="137180"/>
            <a:ext cx="41440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lab strains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0468D7-8B71-BE69-8BEF-89CDD321004F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E169E779-A1BE-CA3E-75F9-49A2F2AA1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684" y="6333305"/>
            <a:ext cx="40169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0" dirty="0" err="1">
                <a:ea typeface="Arial" charset="0"/>
                <a:cs typeface="Arial" charset="0"/>
              </a:rPr>
              <a:t>Martínez</a:t>
            </a:r>
            <a:r>
              <a:rPr lang="en-US" b="0" dirty="0">
                <a:ea typeface="Arial" charset="0"/>
                <a:cs typeface="Arial" charset="0"/>
              </a:rPr>
              <a:t> et al. 2010. </a:t>
            </a:r>
            <a:r>
              <a:rPr lang="en-US" b="0" i="1" dirty="0">
                <a:ea typeface="Arial" charset="0"/>
                <a:cs typeface="Arial" charset="0"/>
              </a:rPr>
              <a:t>Mol </a:t>
            </a:r>
            <a:r>
              <a:rPr lang="en-US" b="0" i="1" dirty="0" err="1">
                <a:ea typeface="Arial" charset="0"/>
                <a:cs typeface="Arial" charset="0"/>
              </a:rPr>
              <a:t>Phyl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i="1" dirty="0" err="1">
                <a:ea typeface="Arial" charset="0"/>
                <a:cs typeface="Arial" charset="0"/>
              </a:rPr>
              <a:t>Evol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dirty="0">
                <a:ea typeface="Arial" charset="0"/>
                <a:cs typeface="Arial" charset="0"/>
              </a:rPr>
              <a:t>57: 403-410.</a:t>
            </a:r>
          </a:p>
        </p:txBody>
      </p:sp>
      <p:sp>
        <p:nvSpPr>
          <p:cNvPr id="65" name="Rectangle 1">
            <a:extLst>
              <a:ext uri="{FF2B5EF4-FFF2-40B4-BE49-F238E27FC236}">
                <a16:creationId xmlns:a16="http://schemas.microsoft.com/office/drawing/2014/main" id="{6898BE9A-D589-966B-3DEF-524C83B16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043" y="1933826"/>
            <a:ext cx="239079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AEP (CA x PA)</a:t>
            </a: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12351997-4B33-AAF6-9FC1-D76782367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041" y="4940526"/>
            <a:ext cx="30131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105 (</a:t>
            </a:r>
            <a:r>
              <a:rPr lang="en-US" sz="2000" b="0" i="1" dirty="0">
                <a:latin typeface="Myriad Pro"/>
                <a:cs typeface="Myriad Pro"/>
              </a:rPr>
              <a:t>H. </a:t>
            </a:r>
            <a:r>
              <a:rPr lang="en-US" sz="2000" b="0" i="1" dirty="0" err="1">
                <a:latin typeface="Myriad Pro"/>
                <a:cs typeface="Myriad Pro"/>
              </a:rPr>
              <a:t>magnipapillata</a:t>
            </a:r>
            <a:r>
              <a:rPr lang="en-US" sz="2000" b="0" dirty="0">
                <a:latin typeface="Myriad Pro"/>
                <a:cs typeface="Myriad Pro"/>
              </a:rPr>
              <a:t>)</a:t>
            </a: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F41DE80A-9D3D-E0B9-6080-B714487B8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043" y="5792088"/>
            <a:ext cx="1004699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Zurich</a:t>
            </a:r>
          </a:p>
        </p:txBody>
      </p:sp>
      <p:sp>
        <p:nvSpPr>
          <p:cNvPr id="68" name="Rectangle 1">
            <a:extLst>
              <a:ext uri="{FF2B5EF4-FFF2-40B4-BE49-F238E27FC236}">
                <a16:creationId xmlns:a16="http://schemas.microsoft.com/office/drawing/2014/main" id="{C5E5AF6C-A330-1466-1819-BAE3905FB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043" y="1029286"/>
            <a:ext cx="1004699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 err="1">
                <a:latin typeface="Myriad Pro"/>
                <a:cs typeface="Myriad Pro"/>
              </a:rPr>
              <a:t>Carnea</a:t>
            </a:r>
            <a:endParaRPr lang="en-US" sz="2000" b="0" dirty="0">
              <a:latin typeface="Myriad Pro"/>
              <a:cs typeface="Myriad Pro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7A6DC1D-7335-FB9D-4421-4495D6C4FF9A}"/>
              </a:ext>
            </a:extLst>
          </p:cNvPr>
          <p:cNvCxnSpPr>
            <a:cxnSpLocks/>
          </p:cNvCxnSpPr>
          <p:nvPr/>
        </p:nvCxnSpPr>
        <p:spPr bwMode="auto">
          <a:xfrm flipH="1">
            <a:off x="3667646" y="1272824"/>
            <a:ext cx="1526880" cy="16986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CC0434E-BCF1-4FE6-8699-D4E7B8D626E0}"/>
              </a:ext>
            </a:extLst>
          </p:cNvPr>
          <p:cNvCxnSpPr>
            <a:cxnSpLocks/>
          </p:cNvCxnSpPr>
          <p:nvPr/>
        </p:nvCxnSpPr>
        <p:spPr bwMode="auto">
          <a:xfrm flipH="1">
            <a:off x="3256511" y="2175465"/>
            <a:ext cx="1866635" cy="37852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2A13E71-0C82-94E5-4F78-102D0BA2C5C2}"/>
              </a:ext>
            </a:extLst>
          </p:cNvPr>
          <p:cNvCxnSpPr>
            <a:cxnSpLocks/>
          </p:cNvCxnSpPr>
          <p:nvPr/>
        </p:nvCxnSpPr>
        <p:spPr bwMode="auto">
          <a:xfrm flipH="1">
            <a:off x="4036710" y="5214255"/>
            <a:ext cx="122433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09D48AB-04BE-82FE-8848-90F3763A782D}"/>
              </a:ext>
            </a:extLst>
          </p:cNvPr>
          <p:cNvCxnSpPr>
            <a:cxnSpLocks/>
          </p:cNvCxnSpPr>
          <p:nvPr/>
        </p:nvCxnSpPr>
        <p:spPr bwMode="auto">
          <a:xfrm flipH="1">
            <a:off x="3597068" y="5981752"/>
            <a:ext cx="166397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B7A88C9-2E78-F832-E829-615F2CF44DD7}"/>
              </a:ext>
            </a:extLst>
          </p:cNvPr>
          <p:cNvGrpSpPr/>
          <p:nvPr/>
        </p:nvGrpSpPr>
        <p:grpSpPr>
          <a:xfrm>
            <a:off x="6708624" y="2420261"/>
            <a:ext cx="2192982" cy="1861978"/>
            <a:chOff x="6773937" y="3486552"/>
            <a:chExt cx="2192982" cy="1861978"/>
          </a:xfrm>
        </p:grpSpPr>
        <p:sp>
          <p:nvSpPr>
            <p:cNvPr id="73" name="Rectangle 1">
              <a:extLst>
                <a:ext uri="{FF2B5EF4-FFF2-40B4-BE49-F238E27FC236}">
                  <a16:creationId xmlns:a16="http://schemas.microsoft.com/office/drawing/2014/main" id="{922DD658-B975-6E93-BD94-D3B45A3F3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851" y="4763755"/>
              <a:ext cx="1942068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600" b="0" dirty="0">
                  <a:latin typeface="Myriad Pro"/>
                  <a:cs typeface="Myriad Pro"/>
                </a:rPr>
                <a:t>PacBio + Nanopore + Omni-C + </a:t>
              </a:r>
              <a:r>
                <a:rPr lang="en-US" sz="1600" b="0" dirty="0" err="1">
                  <a:latin typeface="Myriad Pro"/>
                  <a:cs typeface="Myriad Pro"/>
                </a:rPr>
                <a:t>IsoSeq</a:t>
              </a:r>
              <a:endParaRPr lang="en-US" sz="1600" b="0" dirty="0">
                <a:latin typeface="Myriad Pro"/>
                <a:cs typeface="Myriad Pro"/>
              </a:endParaRP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6FFBB173-4E74-B2FE-6C56-B530B2B600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73937" y="5080226"/>
              <a:ext cx="2509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1FA024F-0762-DC82-E2C0-C99A5EA754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836001" y="4071328"/>
              <a:ext cx="0" cy="7343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41C98D9-4225-AD87-243A-66D9E5C34A12}"/>
                </a:ext>
              </a:extLst>
            </p:cNvPr>
            <p:cNvSpPr/>
            <p:nvPr/>
          </p:nvSpPr>
          <p:spPr>
            <a:xfrm>
              <a:off x="6773937" y="3486552"/>
              <a:ext cx="212750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Myriad Pro"/>
                  <a:cs typeface="Myriad Pro"/>
                </a:rPr>
                <a:t>T2T Assemblies</a:t>
              </a:r>
            </a:p>
            <a:p>
              <a:pPr algn="ctr"/>
              <a:r>
                <a:rPr lang="en-US" sz="1600" b="0" dirty="0">
                  <a:latin typeface="Myriad Pro"/>
                </a:rPr>
                <a:t>(Koto, Tetsuo &amp; Oleg)</a:t>
              </a:r>
              <a:endParaRPr lang="en-US" sz="1600" b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770EC5-3557-7D01-8A69-0D09CE617147}"/>
              </a:ext>
            </a:extLst>
          </p:cNvPr>
          <p:cNvGrpSpPr/>
          <p:nvPr/>
        </p:nvGrpSpPr>
        <p:grpSpPr>
          <a:xfrm>
            <a:off x="4682349" y="2422003"/>
            <a:ext cx="2390793" cy="2533912"/>
            <a:chOff x="4810481" y="2406614"/>
            <a:chExt cx="2390793" cy="253391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ABE432A-4F1C-9978-E05E-5606B763C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481" y="2816263"/>
              <a:ext cx="2390793" cy="160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Rob Steele, UCI </a:t>
              </a:r>
            </a:p>
            <a:p>
              <a:pPr algn="ctr"/>
              <a:r>
                <a:rPr lang="en-US" dirty="0">
                  <a:latin typeface="Myriad Pro"/>
                  <a:cs typeface="Myriad Pro"/>
                </a:rPr>
                <a:t>AEP x105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f AEP_Hym176B x m NE07a 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   f F1 x m AEP_LS6.1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m F2 x f SS1_AEP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m F3 x f 105</a:t>
              </a:r>
            </a:p>
            <a:p>
              <a:pPr algn="ctr"/>
              <a:endParaRPr lang="en-US" b="0" dirty="0">
                <a:latin typeface="Myriad Pro"/>
                <a:cs typeface="Myriad Pro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1807A1B-6C64-AF19-AE61-0AA866EFDAE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05877" y="2406614"/>
              <a:ext cx="0" cy="38738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8364CE1-A7C9-934E-3B62-A7FAD0F59FE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002537" y="4196316"/>
              <a:ext cx="6681" cy="74421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1256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171" y="137180"/>
            <a:ext cx="60066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species origin and distribution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1" name="Group 50">
            <a:extLst>
              <a:ext uri="{FF2B5EF4-FFF2-40B4-BE49-F238E27FC236}">
                <a16:creationId xmlns:a16="http://schemas.microsoft.com/office/drawing/2014/main" id="{B69EEA44-97F1-F94C-BC7C-38107A79229D}"/>
              </a:ext>
            </a:extLst>
          </p:cNvPr>
          <p:cNvGrpSpPr>
            <a:grpSpLocks/>
          </p:cNvGrpSpPr>
          <p:nvPr/>
        </p:nvGrpSpPr>
        <p:grpSpPr bwMode="auto">
          <a:xfrm>
            <a:off x="4157792" y="1448157"/>
            <a:ext cx="4562475" cy="5135562"/>
            <a:chOff x="2752" y="885"/>
            <a:chExt cx="2874" cy="3235"/>
          </a:xfrm>
        </p:grpSpPr>
        <p:pic>
          <p:nvPicPr>
            <p:cNvPr id="112" name="Picture 40" descr="533px-Pangaea_continents">
              <a:extLst>
                <a:ext uri="{FF2B5EF4-FFF2-40B4-BE49-F238E27FC236}">
                  <a16:creationId xmlns:a16="http://schemas.microsoft.com/office/drawing/2014/main" id="{8D33B6AB-1BD5-7E43-A143-1CE1006EC0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2752" y="885"/>
              <a:ext cx="2874" cy="3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" name="Text Box 5">
              <a:extLst>
                <a:ext uri="{FF2B5EF4-FFF2-40B4-BE49-F238E27FC236}">
                  <a16:creationId xmlns:a16="http://schemas.microsoft.com/office/drawing/2014/main" id="{C6A31108-37A0-8E4D-93A9-0AFD4905A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006"/>
              <a:ext cx="63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800" b="0"/>
                <a:t>Pangea</a:t>
              </a:r>
              <a:endParaRPr lang="en-US" sz="2400" b="0"/>
            </a:p>
          </p:txBody>
        </p:sp>
        <p:sp>
          <p:nvSpPr>
            <p:cNvPr id="114" name="Text Box 5">
              <a:extLst>
                <a:ext uri="{FF2B5EF4-FFF2-40B4-BE49-F238E27FC236}">
                  <a16:creationId xmlns:a16="http://schemas.microsoft.com/office/drawing/2014/main" id="{65946DA3-444E-A043-B4CF-F27F580D3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" y="1346"/>
              <a:ext cx="73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b="0" dirty="0" err="1"/>
                <a:t>Laurasia</a:t>
              </a:r>
              <a:endParaRPr lang="en-US" b="0" dirty="0"/>
            </a:p>
          </p:txBody>
        </p:sp>
        <p:sp>
          <p:nvSpPr>
            <p:cNvPr id="115" name="Text Box 5">
              <a:extLst>
                <a:ext uri="{FF2B5EF4-FFF2-40B4-BE49-F238E27FC236}">
                  <a16:creationId xmlns:a16="http://schemas.microsoft.com/office/drawing/2014/main" id="{B3142F1D-5E93-0B4D-BA6A-2DBA0A770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2578"/>
              <a:ext cx="73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b="0"/>
                <a:t>Gondwana</a:t>
              </a:r>
            </a:p>
          </p:txBody>
        </p:sp>
      </p:grpSp>
      <p:grpSp>
        <p:nvGrpSpPr>
          <p:cNvPr id="118" name="Group 19">
            <a:extLst>
              <a:ext uri="{FF2B5EF4-FFF2-40B4-BE49-F238E27FC236}">
                <a16:creationId xmlns:a16="http://schemas.microsoft.com/office/drawing/2014/main" id="{2537010D-D1C8-864D-9ADF-3DF6429336FC}"/>
              </a:ext>
            </a:extLst>
          </p:cNvPr>
          <p:cNvGrpSpPr>
            <a:grpSpLocks/>
          </p:cNvGrpSpPr>
          <p:nvPr/>
        </p:nvGrpSpPr>
        <p:grpSpPr bwMode="auto">
          <a:xfrm>
            <a:off x="5000573" y="4587627"/>
            <a:ext cx="712787" cy="481012"/>
            <a:chOff x="5284329" y="4852671"/>
            <a:chExt cx="713172" cy="481329"/>
          </a:xfrm>
        </p:grpSpPr>
        <p:pic>
          <p:nvPicPr>
            <p:cNvPr id="119" name="Picture 79" descr="hxvir.png">
              <a:extLst>
                <a:ext uri="{FF2B5EF4-FFF2-40B4-BE49-F238E27FC236}">
                  <a16:creationId xmlns:a16="http://schemas.microsoft.com/office/drawing/2014/main" id="{B62668D2-5E4E-1A4F-A45D-947569CA37E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4329" y="4867657"/>
              <a:ext cx="342972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0" name="Picture 80" descr="hxvul.png">
              <a:extLst>
                <a:ext uri="{FF2B5EF4-FFF2-40B4-BE49-F238E27FC236}">
                  <a16:creationId xmlns:a16="http://schemas.microsoft.com/office/drawing/2014/main" id="{6BC88204-A44B-264B-897D-AC5785B8C6B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179" y="4852671"/>
              <a:ext cx="349322" cy="474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1" name="Group 20">
            <a:extLst>
              <a:ext uri="{FF2B5EF4-FFF2-40B4-BE49-F238E27FC236}">
                <a16:creationId xmlns:a16="http://schemas.microsoft.com/office/drawing/2014/main" id="{2722CD75-57E3-274A-91BF-577CD3985159}"/>
              </a:ext>
            </a:extLst>
          </p:cNvPr>
          <p:cNvGrpSpPr>
            <a:grpSpLocks/>
          </p:cNvGrpSpPr>
          <p:nvPr/>
        </p:nvGrpSpPr>
        <p:grpSpPr bwMode="auto">
          <a:xfrm>
            <a:off x="5958160" y="4094708"/>
            <a:ext cx="733425" cy="474662"/>
            <a:chOff x="6078081" y="4020821"/>
            <a:chExt cx="734338" cy="474979"/>
          </a:xfrm>
        </p:grpSpPr>
        <p:pic>
          <p:nvPicPr>
            <p:cNvPr id="122" name="Picture 81" descr="hxvir.png">
              <a:extLst>
                <a:ext uri="{FF2B5EF4-FFF2-40B4-BE49-F238E27FC236}">
                  <a16:creationId xmlns:a16="http://schemas.microsoft.com/office/drawing/2014/main" id="{5BCD01FE-B6A5-0C4B-9477-4D7393D353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8081" y="4029457"/>
              <a:ext cx="342972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" name="Picture 82" descr="hxvul.png">
              <a:extLst>
                <a:ext uri="{FF2B5EF4-FFF2-40B4-BE49-F238E27FC236}">
                  <a16:creationId xmlns:a16="http://schemas.microsoft.com/office/drawing/2014/main" id="{D806BEDA-CDBE-9A4B-A902-142A9D19222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097" y="4020821"/>
              <a:ext cx="349322" cy="474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4" name="Group 21">
            <a:extLst>
              <a:ext uri="{FF2B5EF4-FFF2-40B4-BE49-F238E27FC236}">
                <a16:creationId xmlns:a16="http://schemas.microsoft.com/office/drawing/2014/main" id="{3EA8BFA1-2042-AA46-85B1-AD5E22CCD8C8}"/>
              </a:ext>
            </a:extLst>
          </p:cNvPr>
          <p:cNvGrpSpPr>
            <a:grpSpLocks/>
          </p:cNvGrpSpPr>
          <p:nvPr/>
        </p:nvGrpSpPr>
        <p:grpSpPr bwMode="auto">
          <a:xfrm>
            <a:off x="7004180" y="5364896"/>
            <a:ext cx="650875" cy="474662"/>
            <a:chOff x="7373481" y="5138421"/>
            <a:chExt cx="651788" cy="474979"/>
          </a:xfrm>
        </p:grpSpPr>
        <p:pic>
          <p:nvPicPr>
            <p:cNvPr id="125" name="Picture 83" descr="hxvir.png">
              <a:extLst>
                <a:ext uri="{FF2B5EF4-FFF2-40B4-BE49-F238E27FC236}">
                  <a16:creationId xmlns:a16="http://schemas.microsoft.com/office/drawing/2014/main" id="{21EF2FE9-25E6-4442-89EF-38D5051BADF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3481" y="5147057"/>
              <a:ext cx="342972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6" name="Picture 84" descr="hxvul.png">
              <a:extLst>
                <a:ext uri="{FF2B5EF4-FFF2-40B4-BE49-F238E27FC236}">
                  <a16:creationId xmlns:a16="http://schemas.microsoft.com/office/drawing/2014/main" id="{AC8A59B0-5AEA-3040-8D96-7AE28602A3C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5947" y="5138421"/>
              <a:ext cx="349322" cy="474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7" name="Group 18">
            <a:extLst>
              <a:ext uri="{FF2B5EF4-FFF2-40B4-BE49-F238E27FC236}">
                <a16:creationId xmlns:a16="http://schemas.microsoft.com/office/drawing/2014/main" id="{5A5BA742-5F13-3649-B21B-AC216592F3F7}"/>
              </a:ext>
            </a:extLst>
          </p:cNvPr>
          <p:cNvGrpSpPr>
            <a:grpSpLocks/>
          </p:cNvGrpSpPr>
          <p:nvPr/>
        </p:nvGrpSpPr>
        <p:grpSpPr bwMode="auto">
          <a:xfrm>
            <a:off x="5874021" y="1999445"/>
            <a:ext cx="1534706" cy="527515"/>
            <a:chOff x="5994662" y="1926262"/>
            <a:chExt cx="1534889" cy="527353"/>
          </a:xfrm>
        </p:grpSpPr>
        <p:pic>
          <p:nvPicPr>
            <p:cNvPr id="128" name="Picture 72" descr="hxvir.png">
              <a:extLst>
                <a:ext uri="{FF2B5EF4-FFF2-40B4-BE49-F238E27FC236}">
                  <a16:creationId xmlns:a16="http://schemas.microsoft.com/office/drawing/2014/main" id="{FB9E91A7-DC73-B844-BDF1-F458D6583DF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0505" y="1987272"/>
              <a:ext cx="342972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9" name="Picture 77" descr="hxvul.png">
              <a:extLst>
                <a:ext uri="{FF2B5EF4-FFF2-40B4-BE49-F238E27FC236}">
                  <a16:creationId xmlns:a16="http://schemas.microsoft.com/office/drawing/2014/main" id="{19502BB2-0A88-6343-9A3D-0DD8AEA8710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0229" y="1969811"/>
              <a:ext cx="349322" cy="474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1" name="Picture 87" descr="hxoxy.png">
              <a:extLst>
                <a:ext uri="{FF2B5EF4-FFF2-40B4-BE49-F238E27FC236}">
                  <a16:creationId xmlns:a16="http://schemas.microsoft.com/office/drawing/2014/main" id="{19C62057-02F4-064F-9A6D-31C4C575B29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9602" y="1926262"/>
              <a:ext cx="342974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2" name="Picture 89" descr="hxcir1.png">
              <a:extLst>
                <a:ext uri="{FF2B5EF4-FFF2-40B4-BE49-F238E27FC236}">
                  <a16:creationId xmlns:a16="http://schemas.microsoft.com/office/drawing/2014/main" id="{1547878A-2777-B447-8588-943DD44E469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4662" y="1946657"/>
              <a:ext cx="342972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" name="Picture 91" descr="hxcir2.png">
              <a:extLst>
                <a:ext uri="{FF2B5EF4-FFF2-40B4-BE49-F238E27FC236}">
                  <a16:creationId xmlns:a16="http://schemas.microsoft.com/office/drawing/2014/main" id="{ED4FF5C1-8D4A-CE4F-B14C-146BC31EF6A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357" y="1946657"/>
              <a:ext cx="342971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34" name="Group 17">
            <a:extLst>
              <a:ext uri="{FF2B5EF4-FFF2-40B4-BE49-F238E27FC236}">
                <a16:creationId xmlns:a16="http://schemas.microsoft.com/office/drawing/2014/main" id="{1DE2FE0F-6527-5D41-89DC-AB73495F3DAA}"/>
              </a:ext>
            </a:extLst>
          </p:cNvPr>
          <p:cNvGrpSpPr>
            <a:grpSpLocks/>
          </p:cNvGrpSpPr>
          <p:nvPr/>
        </p:nvGrpSpPr>
        <p:grpSpPr bwMode="auto">
          <a:xfrm>
            <a:off x="4596522" y="2654382"/>
            <a:ext cx="1293512" cy="997533"/>
            <a:chOff x="4797253" y="2594356"/>
            <a:chExt cx="1294499" cy="997285"/>
          </a:xfrm>
        </p:grpSpPr>
        <p:pic>
          <p:nvPicPr>
            <p:cNvPr id="135" name="Picture 71" descr="hxuta.png">
              <a:extLst>
                <a:ext uri="{FF2B5EF4-FFF2-40B4-BE49-F238E27FC236}">
                  <a16:creationId xmlns:a16="http://schemas.microsoft.com/office/drawing/2014/main" id="{62764984-DB60-EB4A-B24D-70B386D210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3297" y="2594356"/>
              <a:ext cx="342973" cy="466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6" name="Picture 76" descr="hxvir.png">
              <a:extLst>
                <a:ext uri="{FF2B5EF4-FFF2-40B4-BE49-F238E27FC236}">
                  <a16:creationId xmlns:a16="http://schemas.microsoft.com/office/drawing/2014/main" id="{153BD641-5ABE-8741-BF4E-9FBB651DCD9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8483" y="3125298"/>
              <a:ext cx="342972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7" name="Picture 78" descr="hxvul.png">
              <a:extLst>
                <a:ext uri="{FF2B5EF4-FFF2-40B4-BE49-F238E27FC236}">
                  <a16:creationId xmlns:a16="http://schemas.microsoft.com/office/drawing/2014/main" id="{7DA45347-AA5F-5145-842A-87C228DE4E8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2430" y="3095361"/>
              <a:ext cx="349322" cy="474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8" name="Picture 86" descr="hxcan4.png">
              <a:extLst>
                <a:ext uri="{FF2B5EF4-FFF2-40B4-BE49-F238E27FC236}">
                  <a16:creationId xmlns:a16="http://schemas.microsoft.com/office/drawing/2014/main" id="{EB839183-C258-A144-9B2A-694D8011B6C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3271" y="3099680"/>
              <a:ext cx="390144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9" name="Picture 88" descr="hxcir2.png">
              <a:extLst>
                <a:ext uri="{FF2B5EF4-FFF2-40B4-BE49-F238E27FC236}">
                  <a16:creationId xmlns:a16="http://schemas.microsoft.com/office/drawing/2014/main" id="{ED1883DE-6E3B-AE4E-BC92-7FFE368AF49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7253" y="2594357"/>
              <a:ext cx="342971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0" name="Picture 90" descr="hxhym.png">
              <a:extLst>
                <a:ext uri="{FF2B5EF4-FFF2-40B4-BE49-F238E27FC236}">
                  <a16:creationId xmlns:a16="http://schemas.microsoft.com/office/drawing/2014/main" id="{0E5CEABD-4BCA-B348-AEB4-8720B528F6C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7372" y="2594357"/>
              <a:ext cx="342971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1" name="Picture 92" descr="hxoxy.png">
              <a:extLst>
                <a:ext uri="{FF2B5EF4-FFF2-40B4-BE49-F238E27FC236}">
                  <a16:creationId xmlns:a16="http://schemas.microsoft.com/office/drawing/2014/main" id="{29409428-2143-8C4C-9B46-751756694A4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9337" y="3099680"/>
              <a:ext cx="342974" cy="466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9" name="Rectangle 5">
            <a:extLst>
              <a:ext uri="{FF2B5EF4-FFF2-40B4-BE49-F238E27FC236}">
                <a16:creationId xmlns:a16="http://schemas.microsoft.com/office/drawing/2014/main" id="{5FE5405B-009C-5147-9BD0-212FEAE77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56" y="737264"/>
            <a:ext cx="85035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may have originated and radiated in Laurasia before colonizing Gondwana-derived continents </a:t>
            </a:r>
            <a:r>
              <a:rPr lang="en-US" b="0" dirty="0">
                <a:solidFill>
                  <a:srgbClr val="000000"/>
                </a:solidFill>
                <a:latin typeface="Myriad Pro"/>
              </a:rPr>
              <a:t>(Martínez et al. 2010. </a:t>
            </a:r>
            <a:r>
              <a:rPr lang="en-US" b="0" i="1" dirty="0">
                <a:solidFill>
                  <a:srgbClr val="000000"/>
                </a:solidFill>
                <a:latin typeface="Myriad Pro"/>
              </a:rPr>
              <a:t>Mol </a:t>
            </a:r>
            <a:r>
              <a:rPr lang="en-US" b="0" i="1" dirty="0" err="1">
                <a:solidFill>
                  <a:srgbClr val="000000"/>
                </a:solidFill>
                <a:latin typeface="Myriad Pro"/>
              </a:rPr>
              <a:t>Phyl</a:t>
            </a:r>
            <a:r>
              <a:rPr lang="en-US" b="0" i="1" dirty="0">
                <a:solidFill>
                  <a:srgbClr val="000000"/>
                </a:solidFill>
                <a:latin typeface="Myriad Pro"/>
              </a:rPr>
              <a:t> </a:t>
            </a:r>
            <a:r>
              <a:rPr lang="en-US" b="0" i="1" dirty="0" err="1">
                <a:solidFill>
                  <a:srgbClr val="000000"/>
                </a:solidFill>
                <a:latin typeface="Myriad Pro"/>
              </a:rPr>
              <a:t>Evol</a:t>
            </a:r>
            <a:r>
              <a:rPr lang="en-US" b="0" i="1" dirty="0">
                <a:solidFill>
                  <a:srgbClr val="000000"/>
                </a:solidFill>
                <a:latin typeface="Myriad Pro"/>
              </a:rPr>
              <a:t> </a:t>
            </a:r>
            <a:r>
              <a:rPr lang="en-US" dirty="0">
                <a:solidFill>
                  <a:srgbClr val="000000"/>
                </a:solidFill>
                <a:latin typeface="Myriad Pro"/>
              </a:rPr>
              <a:t>57</a:t>
            </a:r>
            <a:r>
              <a:rPr lang="en-US" b="0" dirty="0">
                <a:solidFill>
                  <a:srgbClr val="000000"/>
                </a:solidFill>
                <a:latin typeface="Myriad Pro"/>
              </a:rPr>
              <a:t>: 403-410).</a:t>
            </a:r>
            <a:r>
              <a:rPr lang="en-US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F0BEB-B034-A640-B5BD-BE43960919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0370" y="1374587"/>
            <a:ext cx="3318314" cy="3154446"/>
          </a:xfrm>
          <a:prstGeom prst="rect">
            <a:avLst/>
          </a:prstGeom>
        </p:spPr>
      </p:pic>
      <p:grpSp>
        <p:nvGrpSpPr>
          <p:cNvPr id="43" name="Group 51">
            <a:extLst>
              <a:ext uri="{FF2B5EF4-FFF2-40B4-BE49-F238E27FC236}">
                <a16:creationId xmlns:a16="http://schemas.microsoft.com/office/drawing/2014/main" id="{4D597DDE-B0B0-924B-8A0B-33F4D3F6FD6B}"/>
              </a:ext>
            </a:extLst>
          </p:cNvPr>
          <p:cNvGrpSpPr>
            <a:grpSpLocks/>
          </p:cNvGrpSpPr>
          <p:nvPr/>
        </p:nvGrpSpPr>
        <p:grpSpPr bwMode="auto">
          <a:xfrm>
            <a:off x="4493182" y="3378748"/>
            <a:ext cx="3698875" cy="1014413"/>
            <a:chOff x="2976" y="2082"/>
            <a:chExt cx="2330" cy="639"/>
          </a:xfrm>
        </p:grpSpPr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85B336FF-1704-884A-9E63-5C25391D9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4" y="2082"/>
              <a:ext cx="115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6117"/>
                  </a:solidFill>
                </a:rPr>
                <a:t>Early-Middle Jurassic</a:t>
              </a:r>
            </a:p>
            <a:p>
              <a:pPr algn="ctr"/>
              <a:r>
                <a:rPr lang="en-US" sz="1200" b="0" dirty="0">
                  <a:solidFill>
                    <a:srgbClr val="FF6117"/>
                  </a:solidFill>
                </a:rPr>
                <a:t>          (200-164 </a:t>
              </a:r>
              <a:r>
                <a:rPr lang="en-US" sz="1200" b="0" dirty="0" err="1">
                  <a:solidFill>
                    <a:srgbClr val="FF6117"/>
                  </a:solidFill>
                </a:rPr>
                <a:t>mya</a:t>
              </a:r>
              <a:r>
                <a:rPr lang="en-US" sz="1200" b="0" dirty="0">
                  <a:solidFill>
                    <a:srgbClr val="FF6117"/>
                  </a:solidFill>
                </a:rPr>
                <a:t>)</a:t>
              </a:r>
              <a:endParaRPr lang="en-US" sz="1200" b="0" dirty="0">
                <a:solidFill>
                  <a:srgbClr val="DFDFDF"/>
                </a:solidFill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53B77E0F-39BF-A34C-910A-26F1557F6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2176"/>
              <a:ext cx="1152" cy="545"/>
            </a:xfrm>
            <a:custGeom>
              <a:avLst/>
              <a:gdLst>
                <a:gd name="T0" fmla="*/ 1152 w 1152"/>
                <a:gd name="T1" fmla="*/ 0 h 545"/>
                <a:gd name="T2" fmla="*/ 688 w 1152"/>
                <a:gd name="T3" fmla="*/ 200 h 545"/>
                <a:gd name="T4" fmla="*/ 440 w 1152"/>
                <a:gd name="T5" fmla="*/ 504 h 545"/>
                <a:gd name="T6" fmla="*/ 0 w 1152"/>
                <a:gd name="T7" fmla="*/ 448 h 5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2"/>
                <a:gd name="T13" fmla="*/ 0 h 545"/>
                <a:gd name="T14" fmla="*/ 1152 w 1152"/>
                <a:gd name="T15" fmla="*/ 545 h 5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2" h="545">
                  <a:moveTo>
                    <a:pt x="1152" y="0"/>
                  </a:moveTo>
                  <a:cubicBezTo>
                    <a:pt x="979" y="58"/>
                    <a:pt x="807" y="116"/>
                    <a:pt x="688" y="200"/>
                  </a:cubicBezTo>
                  <a:cubicBezTo>
                    <a:pt x="569" y="284"/>
                    <a:pt x="555" y="463"/>
                    <a:pt x="440" y="504"/>
                  </a:cubicBezTo>
                  <a:cubicBezTo>
                    <a:pt x="325" y="545"/>
                    <a:pt x="73" y="457"/>
                    <a:pt x="0" y="448"/>
                  </a:cubicBezTo>
                </a:path>
              </a:pathLst>
            </a:custGeom>
            <a:noFill/>
            <a:ln w="76200">
              <a:solidFill>
                <a:srgbClr val="FF4A0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52">
            <a:extLst>
              <a:ext uri="{FF2B5EF4-FFF2-40B4-BE49-F238E27FC236}">
                <a16:creationId xmlns:a16="http://schemas.microsoft.com/office/drawing/2014/main" id="{B6C5D762-5C97-4A48-BE7D-2E0FE60DECB9}"/>
              </a:ext>
            </a:extLst>
          </p:cNvPr>
          <p:cNvGrpSpPr>
            <a:grpSpLocks/>
          </p:cNvGrpSpPr>
          <p:nvPr/>
        </p:nvGrpSpPr>
        <p:grpSpPr bwMode="auto">
          <a:xfrm>
            <a:off x="4492587" y="4390776"/>
            <a:ext cx="2476500" cy="1905000"/>
            <a:chOff x="3000" y="2720"/>
            <a:chExt cx="1560" cy="1200"/>
          </a:xfrm>
        </p:grpSpPr>
        <p:sp>
          <p:nvSpPr>
            <p:cNvPr id="47" name="Text Box 42">
              <a:extLst>
                <a:ext uri="{FF2B5EF4-FFF2-40B4-BE49-F238E27FC236}">
                  <a16:creationId xmlns:a16="http://schemas.microsoft.com/office/drawing/2014/main" id="{5E280EA6-FAF4-D445-8A1F-147B6420B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" y="3629"/>
              <a:ext cx="95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solidFill>
                    <a:srgbClr val="3B2EFF"/>
                  </a:solidFill>
                </a:rPr>
                <a:t>Early Cretaceous</a:t>
              </a:r>
            </a:p>
            <a:p>
              <a:pPr algn="ctr"/>
              <a:r>
                <a:rPr lang="en-US" sz="1200" b="0" dirty="0">
                  <a:solidFill>
                    <a:srgbClr val="3B2EFF"/>
                  </a:solidFill>
                </a:rPr>
                <a:t>(150-140 </a:t>
              </a:r>
              <a:r>
                <a:rPr lang="en-US" sz="1200" b="0" dirty="0" err="1">
                  <a:solidFill>
                    <a:srgbClr val="3B2EFF"/>
                  </a:solidFill>
                </a:rPr>
                <a:t>mya</a:t>
              </a:r>
              <a:r>
                <a:rPr lang="en-US" sz="1200" b="0" dirty="0">
                  <a:solidFill>
                    <a:srgbClr val="3B2EFF"/>
                  </a:solidFill>
                </a:rPr>
                <a:t>)</a:t>
              </a:r>
              <a:endParaRPr lang="en-US" sz="1200" b="0" dirty="0">
                <a:solidFill>
                  <a:srgbClr val="DFDFDF"/>
                </a:solidFill>
              </a:endParaRPr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A39C303C-4169-9848-AC8B-5B7D0DBE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2720"/>
              <a:ext cx="315" cy="800"/>
            </a:xfrm>
            <a:custGeom>
              <a:avLst/>
              <a:gdLst>
                <a:gd name="T0" fmla="*/ 0 w 315"/>
                <a:gd name="T1" fmla="*/ 0 h 800"/>
                <a:gd name="T2" fmla="*/ 272 w 315"/>
                <a:gd name="T3" fmla="*/ 80 h 800"/>
                <a:gd name="T4" fmla="*/ 256 w 315"/>
                <a:gd name="T5" fmla="*/ 384 h 800"/>
                <a:gd name="T6" fmla="*/ 152 w 315"/>
                <a:gd name="T7" fmla="*/ 800 h 8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5"/>
                <a:gd name="T13" fmla="*/ 0 h 800"/>
                <a:gd name="T14" fmla="*/ 315 w 315"/>
                <a:gd name="T15" fmla="*/ 800 h 8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5" h="800">
                  <a:moveTo>
                    <a:pt x="0" y="0"/>
                  </a:moveTo>
                  <a:cubicBezTo>
                    <a:pt x="114" y="8"/>
                    <a:pt x="229" y="16"/>
                    <a:pt x="272" y="80"/>
                  </a:cubicBezTo>
                  <a:cubicBezTo>
                    <a:pt x="315" y="144"/>
                    <a:pt x="276" y="264"/>
                    <a:pt x="256" y="384"/>
                  </a:cubicBezTo>
                  <a:cubicBezTo>
                    <a:pt x="236" y="504"/>
                    <a:pt x="169" y="731"/>
                    <a:pt x="152" y="800"/>
                  </a:cubicBezTo>
                </a:path>
              </a:pathLst>
            </a:custGeom>
            <a:noFill/>
            <a:ln w="76200">
              <a:solidFill>
                <a:srgbClr val="3B2EFF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6C355419-5916-F144-9B3C-C4CEE5F32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2808"/>
              <a:ext cx="752" cy="760"/>
            </a:xfrm>
            <a:custGeom>
              <a:avLst/>
              <a:gdLst>
                <a:gd name="T0" fmla="*/ 752 w 752"/>
                <a:gd name="T1" fmla="*/ 0 h 760"/>
                <a:gd name="T2" fmla="*/ 600 w 752"/>
                <a:gd name="T3" fmla="*/ 344 h 760"/>
                <a:gd name="T4" fmla="*/ 0 w 752"/>
                <a:gd name="T5" fmla="*/ 760 h 760"/>
                <a:gd name="T6" fmla="*/ 0 60000 65536"/>
                <a:gd name="T7" fmla="*/ 0 60000 65536"/>
                <a:gd name="T8" fmla="*/ 0 60000 65536"/>
                <a:gd name="T9" fmla="*/ 0 w 752"/>
                <a:gd name="T10" fmla="*/ 0 h 760"/>
                <a:gd name="T11" fmla="*/ 752 w 752"/>
                <a:gd name="T12" fmla="*/ 760 h 7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2" h="760">
                  <a:moveTo>
                    <a:pt x="752" y="0"/>
                  </a:moveTo>
                  <a:cubicBezTo>
                    <a:pt x="738" y="108"/>
                    <a:pt x="725" y="217"/>
                    <a:pt x="600" y="344"/>
                  </a:cubicBezTo>
                  <a:cubicBezTo>
                    <a:pt x="475" y="471"/>
                    <a:pt x="237" y="615"/>
                    <a:pt x="0" y="760"/>
                  </a:cubicBezTo>
                </a:path>
              </a:pathLst>
            </a:custGeom>
            <a:noFill/>
            <a:ln w="76200">
              <a:solidFill>
                <a:srgbClr val="3B2EFF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53">
            <a:extLst>
              <a:ext uri="{FF2B5EF4-FFF2-40B4-BE49-F238E27FC236}">
                <a16:creationId xmlns:a16="http://schemas.microsoft.com/office/drawing/2014/main" id="{A59C7485-0846-2D4F-9F62-8C6FA60B2C71}"/>
              </a:ext>
            </a:extLst>
          </p:cNvPr>
          <p:cNvGrpSpPr>
            <a:grpSpLocks/>
          </p:cNvGrpSpPr>
          <p:nvPr/>
        </p:nvGrpSpPr>
        <p:grpSpPr bwMode="auto">
          <a:xfrm>
            <a:off x="3839131" y="1505497"/>
            <a:ext cx="2305050" cy="1946275"/>
            <a:chOff x="2564" y="902"/>
            <a:chExt cx="1452" cy="1226"/>
          </a:xfrm>
        </p:grpSpPr>
        <p:sp>
          <p:nvSpPr>
            <p:cNvPr id="51" name="Text Box 47">
              <a:extLst>
                <a:ext uri="{FF2B5EF4-FFF2-40B4-BE49-F238E27FC236}">
                  <a16:creationId xmlns:a16="http://schemas.microsoft.com/office/drawing/2014/main" id="{83F4D7F8-64EC-A649-B3CC-4E0372340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4" y="902"/>
              <a:ext cx="117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solidFill>
                    <a:srgbClr val="AE498A"/>
                  </a:solidFill>
                </a:rPr>
                <a:t>Early Cenozoic</a:t>
              </a:r>
            </a:p>
            <a:p>
              <a:pPr algn="ctr"/>
              <a:r>
                <a:rPr lang="en-US" sz="1200" b="0" dirty="0">
                  <a:solidFill>
                    <a:srgbClr val="AE498A"/>
                  </a:solidFill>
                </a:rPr>
                <a:t>Paleocene-Oligocene</a:t>
              </a:r>
            </a:p>
            <a:p>
              <a:pPr algn="ctr"/>
              <a:r>
                <a:rPr lang="en-US" sz="1200" b="0" dirty="0">
                  <a:solidFill>
                    <a:srgbClr val="AE498A"/>
                  </a:solidFill>
                </a:rPr>
                <a:t>    (65-23 </a:t>
              </a:r>
              <a:r>
                <a:rPr lang="en-US" sz="1200" b="0" dirty="0" err="1">
                  <a:solidFill>
                    <a:srgbClr val="AE498A"/>
                  </a:solidFill>
                </a:rPr>
                <a:t>mya</a:t>
              </a:r>
              <a:r>
                <a:rPr lang="en-US" sz="1200" b="0" dirty="0">
                  <a:solidFill>
                    <a:srgbClr val="AE498A"/>
                  </a:solidFill>
                </a:rPr>
                <a:t>)</a:t>
              </a:r>
              <a:endParaRPr lang="en-US" sz="1200" b="0" dirty="0">
                <a:solidFill>
                  <a:srgbClr val="DFDFDF"/>
                </a:solidFill>
              </a:endParaRPr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F8F52386-6F44-6E48-A2A3-ADD559D33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568"/>
              <a:ext cx="280" cy="560"/>
            </a:xfrm>
            <a:custGeom>
              <a:avLst/>
              <a:gdLst>
                <a:gd name="T0" fmla="*/ 0 w 280"/>
                <a:gd name="T1" fmla="*/ 0 h 560"/>
                <a:gd name="T2" fmla="*/ 200 w 280"/>
                <a:gd name="T3" fmla="*/ 280 h 560"/>
                <a:gd name="T4" fmla="*/ 280 w 280"/>
                <a:gd name="T5" fmla="*/ 560 h 560"/>
                <a:gd name="T6" fmla="*/ 0 60000 65536"/>
                <a:gd name="T7" fmla="*/ 0 60000 65536"/>
                <a:gd name="T8" fmla="*/ 0 60000 65536"/>
                <a:gd name="T9" fmla="*/ 0 w 280"/>
                <a:gd name="T10" fmla="*/ 0 h 560"/>
                <a:gd name="T11" fmla="*/ 280 w 280"/>
                <a:gd name="T12" fmla="*/ 560 h 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0">
                  <a:moveTo>
                    <a:pt x="0" y="0"/>
                  </a:moveTo>
                  <a:cubicBezTo>
                    <a:pt x="33" y="48"/>
                    <a:pt x="153" y="187"/>
                    <a:pt x="200" y="280"/>
                  </a:cubicBezTo>
                  <a:cubicBezTo>
                    <a:pt x="247" y="373"/>
                    <a:pt x="263" y="502"/>
                    <a:pt x="280" y="560"/>
                  </a:cubicBezTo>
                </a:path>
              </a:pathLst>
            </a:custGeom>
            <a:noFill/>
            <a:ln w="76200">
              <a:solidFill>
                <a:srgbClr val="AE498A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4" name="Picture 55">
            <a:extLst>
              <a:ext uri="{FF2B5EF4-FFF2-40B4-BE49-F238E27FC236}">
                <a16:creationId xmlns:a16="http://schemas.microsoft.com/office/drawing/2014/main" id="{36549BC7-76AA-474D-AFEC-671C24E0004C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6715" y="4746627"/>
            <a:ext cx="3665537" cy="183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" name="Picture 56">
            <a:extLst>
              <a:ext uri="{FF2B5EF4-FFF2-40B4-BE49-F238E27FC236}">
                <a16:creationId xmlns:a16="http://schemas.microsoft.com/office/drawing/2014/main" id="{8C708F9A-4D57-CC43-A226-6BA19A66D553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9888" y="4749800"/>
            <a:ext cx="365601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" name="Picture 57">
            <a:extLst>
              <a:ext uri="{FF2B5EF4-FFF2-40B4-BE49-F238E27FC236}">
                <a16:creationId xmlns:a16="http://schemas.microsoft.com/office/drawing/2014/main" id="{8B069232-A62A-8B44-8920-680860386D56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652" y="4751390"/>
            <a:ext cx="3648075" cy="182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58">
            <a:extLst>
              <a:ext uri="{FF2B5EF4-FFF2-40B4-BE49-F238E27FC236}">
                <a16:creationId xmlns:a16="http://schemas.microsoft.com/office/drawing/2014/main" id="{A0B0165E-6199-6D4F-94A1-42F9DBA110DA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9888" y="4749800"/>
            <a:ext cx="365601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EE7AA7E-B893-954F-900D-A290C6ABA28D}"/>
              </a:ext>
            </a:extLst>
          </p:cNvPr>
          <p:cNvSpPr txBox="1"/>
          <p:nvPr/>
        </p:nvSpPr>
        <p:spPr>
          <a:xfrm>
            <a:off x="4668725" y="3696023"/>
            <a:ext cx="87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A93A"/>
                </a:solidFill>
              </a:rPr>
              <a:t>V </a:t>
            </a:r>
            <a:r>
              <a:rPr lang="en-US" dirty="0">
                <a:solidFill>
                  <a:srgbClr val="D200D2"/>
                </a:solidFill>
              </a:rPr>
              <a:t>B </a:t>
            </a:r>
            <a:r>
              <a:rPr lang="en-US" dirty="0">
                <a:solidFill>
                  <a:srgbClr val="FF6600"/>
                </a:solidFill>
              </a:rPr>
              <a:t>O </a:t>
            </a:r>
            <a:r>
              <a:rPr lang="en-US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B52928-BC49-FB4E-80FA-A1D0FA01347D}"/>
              </a:ext>
            </a:extLst>
          </p:cNvPr>
          <p:cNvSpPr txBox="1"/>
          <p:nvPr/>
        </p:nvSpPr>
        <p:spPr>
          <a:xfrm>
            <a:off x="6468825" y="2735414"/>
            <a:ext cx="87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A93A"/>
                </a:solidFill>
              </a:rPr>
              <a:t>V </a:t>
            </a:r>
            <a:r>
              <a:rPr lang="en-US" dirty="0">
                <a:solidFill>
                  <a:srgbClr val="D200D2"/>
                </a:solidFill>
              </a:rPr>
              <a:t>B </a:t>
            </a:r>
            <a:r>
              <a:rPr lang="en-US" dirty="0">
                <a:solidFill>
                  <a:srgbClr val="FF6600"/>
                </a:solidFill>
              </a:rPr>
              <a:t>O </a:t>
            </a:r>
            <a:r>
              <a:rPr lang="en-US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DDD5C2-8C36-5A4E-9AFD-E295FECADC54}"/>
              </a:ext>
            </a:extLst>
          </p:cNvPr>
          <p:cNvSpPr txBox="1"/>
          <p:nvPr/>
        </p:nvSpPr>
        <p:spPr>
          <a:xfrm>
            <a:off x="6106719" y="4681734"/>
            <a:ext cx="63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A93A"/>
                </a:solidFill>
              </a:rPr>
              <a:t>V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22816B-6897-1143-80F9-A50F833623B6}"/>
              </a:ext>
            </a:extLst>
          </p:cNvPr>
          <p:cNvSpPr txBox="1"/>
          <p:nvPr/>
        </p:nvSpPr>
        <p:spPr>
          <a:xfrm>
            <a:off x="5217489" y="5025337"/>
            <a:ext cx="63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A93A"/>
                </a:solidFill>
              </a:rPr>
              <a:t>V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4ABE6F-AECA-DA49-A686-52BDC877B244}"/>
              </a:ext>
            </a:extLst>
          </p:cNvPr>
          <p:cNvSpPr txBox="1"/>
          <p:nvPr/>
        </p:nvSpPr>
        <p:spPr>
          <a:xfrm>
            <a:off x="6580993" y="5331569"/>
            <a:ext cx="63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7A93A"/>
                </a:solidFill>
              </a:rPr>
              <a:t>V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2E9B60-03DB-0B95-7E87-7F3F82226EA0}"/>
              </a:ext>
            </a:extLst>
          </p:cNvPr>
          <p:cNvGrpSpPr/>
          <p:nvPr/>
        </p:nvGrpSpPr>
        <p:grpSpPr>
          <a:xfrm>
            <a:off x="493659" y="1339408"/>
            <a:ext cx="3495954" cy="3189624"/>
            <a:chOff x="457488" y="881008"/>
            <a:chExt cx="3495954" cy="318962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BA64D0-B36E-806F-A26F-A4FAE9F5FCA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488" y="881008"/>
              <a:ext cx="3495954" cy="2188563"/>
            </a:xfrm>
            <a:prstGeom prst="rect">
              <a:avLst/>
            </a:prstGeom>
          </p:spPr>
        </p:pic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5B62B956-F209-AF9A-D070-F4A6A7C29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600" y="3015689"/>
              <a:ext cx="3440157" cy="1054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9pPr>
            </a:lstStyle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sz="1200" b="0" dirty="0">
                  <a:latin typeface="Arial" panose="020B0604020202020204" pitchFamily="34" charset="0"/>
                  <a:cs typeface="Arial" panose="020B0604020202020204" pitchFamily="34" charset="0"/>
                </a:rPr>
                <a:t>Wong et al. 2019. PNAS </a:t>
              </a:r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116 </a:t>
              </a:r>
              <a:r>
                <a:rPr lang="en-GB" sz="1200" b="0" dirty="0">
                  <a:latin typeface="Arial" panose="020B0604020202020204" pitchFamily="34" charset="0"/>
                  <a:cs typeface="Arial" panose="020B0604020202020204" pitchFamily="34" charset="0"/>
                </a:rPr>
                <a:t>(46): 22915–22917 </a:t>
              </a: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2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58D5BE6-49FB-25F1-53AD-1A2B6500537A}"/>
              </a:ext>
            </a:extLst>
          </p:cNvPr>
          <p:cNvGrpSpPr/>
          <p:nvPr/>
        </p:nvGrpSpPr>
        <p:grpSpPr>
          <a:xfrm>
            <a:off x="6423543" y="3378746"/>
            <a:ext cx="1855757" cy="757048"/>
            <a:chOff x="6423541" y="3378746"/>
            <a:chExt cx="1855757" cy="757048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252AB7A4-5F95-A8AD-1634-7F3D214DF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1619" y="3900243"/>
              <a:ext cx="902649" cy="2304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9pPr>
            </a:lstStyle>
            <a:p>
              <a:r>
                <a:rPr lang="en-GB" sz="1400" b="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215 mya</a:t>
              </a: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506607-078B-A7DD-8A4E-12108031BE22}"/>
                </a:ext>
              </a:extLst>
            </p:cNvPr>
            <p:cNvSpPr/>
            <p:nvPr/>
          </p:nvSpPr>
          <p:spPr bwMode="auto">
            <a:xfrm>
              <a:off x="6423541" y="3378746"/>
              <a:ext cx="1855757" cy="757048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24B272-B3F3-64F6-D508-072C1A47BE84}"/>
              </a:ext>
            </a:extLst>
          </p:cNvPr>
          <p:cNvGrpSpPr/>
          <p:nvPr/>
        </p:nvGrpSpPr>
        <p:grpSpPr>
          <a:xfrm>
            <a:off x="3904315" y="1422307"/>
            <a:ext cx="1855757" cy="997448"/>
            <a:chOff x="6423541" y="3378746"/>
            <a:chExt cx="1855757" cy="785538"/>
          </a:xfrm>
        </p:grpSpPr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491C5D79-8FCB-A2AB-EC7E-421007198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9910" y="3933789"/>
              <a:ext cx="902649" cy="2304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9pPr>
            </a:lstStyle>
            <a:p>
              <a:r>
                <a:rPr lang="en-GB" sz="1400" b="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87 mya</a:t>
              </a: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GB" sz="14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74171FE-4FCF-69AC-54BD-7D4DD1833AA5}"/>
                </a:ext>
              </a:extLst>
            </p:cNvPr>
            <p:cNvSpPr/>
            <p:nvPr/>
          </p:nvSpPr>
          <p:spPr bwMode="auto">
            <a:xfrm>
              <a:off x="6423541" y="3378746"/>
              <a:ext cx="1855757" cy="757048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8DFEE6E-EF25-2C02-DE29-61C62297634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1602" y="1305613"/>
            <a:ext cx="8360812" cy="53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2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6C1056D6-76D0-1748-86DC-52E1EB1DE3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9073" y="906462"/>
            <a:ext cx="3640373" cy="556154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5EACC1E-C58F-944E-BEDD-A456C0FE8A5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202802" y="902226"/>
            <a:ext cx="3878870" cy="5566834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4985FE-6C23-1243-9B7A-5771F4D504F6}"/>
              </a:ext>
            </a:extLst>
          </p:cNvPr>
          <p:cNvCxnSpPr/>
          <p:nvPr/>
        </p:nvCxnSpPr>
        <p:spPr bwMode="auto">
          <a:xfrm>
            <a:off x="-752366" y="931917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709" y="137180"/>
            <a:ext cx="66581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SP. NOV. (Campbell 1987)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AFCA4F9-F9EA-17BE-EC95-209CE04EC6E2}"/>
              </a:ext>
            </a:extLst>
          </p:cNvPr>
          <p:cNvGrpSpPr/>
          <p:nvPr/>
        </p:nvGrpSpPr>
        <p:grpSpPr>
          <a:xfrm>
            <a:off x="482602" y="3310231"/>
            <a:ext cx="5377867" cy="3208682"/>
            <a:chOff x="-1007150" y="4094519"/>
            <a:chExt cx="5377867" cy="32086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5D1974-0BC8-2F8C-9902-F7C1E6EA986B}"/>
                </a:ext>
              </a:extLst>
            </p:cNvPr>
            <p:cNvSpPr/>
            <p:nvPr/>
          </p:nvSpPr>
          <p:spPr bwMode="auto">
            <a:xfrm>
              <a:off x="-1007150" y="4094519"/>
              <a:ext cx="5377867" cy="31323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AB1941-AB43-455E-7FA5-A0813FB56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/>
            <a:srcRect t="2761"/>
            <a:stretch/>
          </p:blipFill>
          <p:spPr>
            <a:xfrm>
              <a:off x="-1007149" y="4170866"/>
              <a:ext cx="5015474" cy="313233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24BDB47-CC5D-D64C-F8B7-C35C4980193A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02527" y="6635930"/>
              <a:ext cx="420583" cy="404407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72A638-476D-EF0E-5A0D-B46372CF6274}"/>
                </a:ext>
              </a:extLst>
            </p:cNvPr>
            <p:cNvSpPr/>
            <p:nvPr/>
          </p:nvSpPr>
          <p:spPr bwMode="auto">
            <a:xfrm>
              <a:off x="53069" y="6710975"/>
              <a:ext cx="329362" cy="329362"/>
            </a:xfrm>
            <a:prstGeom prst="ellipse">
              <a:avLst/>
            </a:prstGeom>
            <a:pattFill prst="lgConfetti">
              <a:fgClr>
                <a:srgbClr val="FFF8C2"/>
              </a:fgClr>
              <a:bgClr>
                <a:schemeClr val="bg1"/>
              </a:bgClr>
            </a:patt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23BF6DC-C5A6-BB45-964E-9032C51B818C}"/>
                </a:ext>
              </a:extLst>
            </p:cNvPr>
            <p:cNvSpPr/>
            <p:nvPr/>
          </p:nvSpPr>
          <p:spPr bwMode="auto">
            <a:xfrm>
              <a:off x="-560458" y="5846590"/>
              <a:ext cx="554707" cy="239700"/>
            </a:xfrm>
            <a:custGeom>
              <a:avLst/>
              <a:gdLst>
                <a:gd name="connsiteX0" fmla="*/ 7814 w 751171"/>
                <a:gd name="connsiteY0" fmla="*/ 213291 h 225724"/>
                <a:gd name="connsiteX1" fmla="*/ 379074 w 751171"/>
                <a:gd name="connsiteY1" fmla="*/ 160 h 225724"/>
                <a:gd name="connsiteX2" fmla="*/ 743459 w 751171"/>
                <a:gd name="connsiteY2" fmla="*/ 178915 h 225724"/>
                <a:gd name="connsiteX3" fmla="*/ 7814 w 751171"/>
                <a:gd name="connsiteY3" fmla="*/ 213291 h 22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1171" h="225724">
                  <a:moveTo>
                    <a:pt x="7814" y="213291"/>
                  </a:moveTo>
                  <a:cubicBezTo>
                    <a:pt x="-52917" y="183499"/>
                    <a:pt x="256467" y="5889"/>
                    <a:pt x="379074" y="160"/>
                  </a:cubicBezTo>
                  <a:cubicBezTo>
                    <a:pt x="501681" y="-5569"/>
                    <a:pt x="803044" y="143393"/>
                    <a:pt x="743459" y="178915"/>
                  </a:cubicBezTo>
                  <a:cubicBezTo>
                    <a:pt x="683874" y="214437"/>
                    <a:pt x="68545" y="243083"/>
                    <a:pt x="7814" y="213291"/>
                  </a:cubicBezTo>
                  <a:close/>
                </a:path>
              </a:pathLst>
            </a:custGeom>
            <a:solidFill>
              <a:srgbClr val="FFF8C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47F3EDF-74AA-FE4D-852A-1ABE16C2668D}"/>
              </a:ext>
            </a:extLst>
          </p:cNvPr>
          <p:cNvGrpSpPr/>
          <p:nvPr/>
        </p:nvGrpSpPr>
        <p:grpSpPr>
          <a:xfrm>
            <a:off x="1292774" y="971662"/>
            <a:ext cx="7524473" cy="5654450"/>
            <a:chOff x="1292772" y="971662"/>
            <a:chExt cx="7524473" cy="56544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8BCC39B-1A8C-4649-A49C-F9B353CA8922}"/>
                </a:ext>
              </a:extLst>
            </p:cNvPr>
            <p:cNvSpPr/>
            <p:nvPr/>
          </p:nvSpPr>
          <p:spPr bwMode="auto">
            <a:xfrm>
              <a:off x="7297800" y="971662"/>
              <a:ext cx="1519445" cy="1400059"/>
            </a:xfrm>
            <a:prstGeom prst="ellipse">
              <a:avLst/>
            </a:prstGeom>
            <a:noFill/>
            <a:ln w="22225" cap="flat" cmpd="sng" algn="ctr">
              <a:solidFill>
                <a:srgbClr val="FF9B0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8E55B84-056D-F54B-9C95-345DA25FB9AD}"/>
                </a:ext>
              </a:extLst>
            </p:cNvPr>
            <p:cNvSpPr/>
            <p:nvPr/>
          </p:nvSpPr>
          <p:spPr bwMode="auto">
            <a:xfrm>
              <a:off x="1292772" y="5500688"/>
              <a:ext cx="4685094" cy="1125424"/>
            </a:xfrm>
            <a:prstGeom prst="ellipse">
              <a:avLst/>
            </a:prstGeom>
            <a:noFill/>
            <a:ln w="22225" cap="flat" cmpd="sng" algn="ctr">
              <a:solidFill>
                <a:srgbClr val="FF9B0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36B406A-CE98-EE44-8387-FA03CEA50FC7}"/>
              </a:ext>
            </a:extLst>
          </p:cNvPr>
          <p:cNvGrpSpPr/>
          <p:nvPr/>
        </p:nvGrpSpPr>
        <p:grpSpPr>
          <a:xfrm>
            <a:off x="1544365" y="1442579"/>
            <a:ext cx="5238108" cy="2894018"/>
            <a:chOff x="1544365" y="1442579"/>
            <a:chExt cx="5238108" cy="289401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962E3-2896-E44C-AB7B-E57335A397EF}"/>
                </a:ext>
              </a:extLst>
            </p:cNvPr>
            <p:cNvSpPr/>
            <p:nvPr/>
          </p:nvSpPr>
          <p:spPr bwMode="auto">
            <a:xfrm>
              <a:off x="6139075" y="1442579"/>
              <a:ext cx="643398" cy="643398"/>
            </a:xfrm>
            <a:prstGeom prst="ellipse">
              <a:avLst/>
            </a:prstGeom>
            <a:noFill/>
            <a:ln w="22225" cap="flat" cmpd="sng" algn="ctr">
              <a:solidFill>
                <a:srgbClr val="FF048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6A1358E-D4F4-E04A-88BA-D170495D79A6}"/>
                </a:ext>
              </a:extLst>
            </p:cNvPr>
            <p:cNvSpPr/>
            <p:nvPr/>
          </p:nvSpPr>
          <p:spPr bwMode="auto">
            <a:xfrm>
              <a:off x="1544365" y="3693199"/>
              <a:ext cx="643398" cy="643398"/>
            </a:xfrm>
            <a:prstGeom prst="ellipse">
              <a:avLst/>
            </a:prstGeom>
            <a:noFill/>
            <a:ln w="22225" cap="flat" cmpd="sng" algn="ctr">
              <a:solidFill>
                <a:srgbClr val="FF048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5539932-0EF6-7A3E-9C62-EA7719C43286}"/>
              </a:ext>
            </a:extLst>
          </p:cNvPr>
          <p:cNvGrpSpPr/>
          <p:nvPr/>
        </p:nvGrpSpPr>
        <p:grpSpPr>
          <a:xfrm>
            <a:off x="1367956" y="674429"/>
            <a:ext cx="6720763" cy="2686711"/>
            <a:chOff x="1367955" y="630883"/>
            <a:chExt cx="6765980" cy="27047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224093-B491-34FD-03EF-776BECBC6B9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7955" y="630883"/>
              <a:ext cx="6765980" cy="2704787"/>
            </a:xfrm>
            <a:prstGeom prst="rect">
              <a:avLst/>
            </a:prstGeom>
          </p:spPr>
        </p:pic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E362253-B180-4235-B768-A38CB3CD8A24}"/>
                </a:ext>
              </a:extLst>
            </p:cNvPr>
            <p:cNvSpPr/>
            <p:nvPr/>
          </p:nvSpPr>
          <p:spPr bwMode="auto">
            <a:xfrm>
              <a:off x="6369269" y="1769472"/>
              <a:ext cx="819807" cy="43562"/>
            </a:xfrm>
            <a:custGeom>
              <a:avLst/>
              <a:gdLst>
                <a:gd name="connsiteX0" fmla="*/ 0 w 819807"/>
                <a:gd name="connsiteY0" fmla="*/ 6776 h 43562"/>
                <a:gd name="connsiteX1" fmla="*/ 231228 w 819807"/>
                <a:gd name="connsiteY1" fmla="*/ 6776 h 43562"/>
                <a:gd name="connsiteX2" fmla="*/ 289034 w 819807"/>
                <a:gd name="connsiteY2" fmla="*/ 17287 h 43562"/>
                <a:gd name="connsiteX3" fmla="*/ 336331 w 819807"/>
                <a:gd name="connsiteY3" fmla="*/ 22542 h 43562"/>
                <a:gd name="connsiteX4" fmla="*/ 362607 w 819807"/>
                <a:gd name="connsiteY4" fmla="*/ 27797 h 43562"/>
                <a:gd name="connsiteX5" fmla="*/ 404648 w 819807"/>
                <a:gd name="connsiteY5" fmla="*/ 33052 h 43562"/>
                <a:gd name="connsiteX6" fmla="*/ 562303 w 819807"/>
                <a:gd name="connsiteY6" fmla="*/ 17287 h 43562"/>
                <a:gd name="connsiteX7" fmla="*/ 572814 w 819807"/>
                <a:gd name="connsiteY7" fmla="*/ 6776 h 43562"/>
                <a:gd name="connsiteX8" fmla="*/ 614855 w 819807"/>
                <a:gd name="connsiteY8" fmla="*/ 12031 h 43562"/>
                <a:gd name="connsiteX9" fmla="*/ 630621 w 819807"/>
                <a:gd name="connsiteY9" fmla="*/ 17287 h 43562"/>
                <a:gd name="connsiteX10" fmla="*/ 819807 w 819807"/>
                <a:gd name="connsiteY10" fmla="*/ 33052 h 43562"/>
                <a:gd name="connsiteX11" fmla="*/ 798786 w 819807"/>
                <a:gd name="connsiteY11" fmla="*/ 43562 h 43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9807" h="43562">
                  <a:moveTo>
                    <a:pt x="0" y="6776"/>
                  </a:moveTo>
                  <a:cubicBezTo>
                    <a:pt x="105888" y="-2850"/>
                    <a:pt x="66908" y="-1650"/>
                    <a:pt x="231228" y="6776"/>
                  </a:cubicBezTo>
                  <a:cubicBezTo>
                    <a:pt x="248094" y="7641"/>
                    <a:pt x="271989" y="14852"/>
                    <a:pt x="289034" y="17287"/>
                  </a:cubicBezTo>
                  <a:cubicBezTo>
                    <a:pt x="304737" y="19530"/>
                    <a:pt x="320628" y="20299"/>
                    <a:pt x="336331" y="22542"/>
                  </a:cubicBezTo>
                  <a:cubicBezTo>
                    <a:pt x="345173" y="23805"/>
                    <a:pt x="353779" y="26439"/>
                    <a:pt x="362607" y="27797"/>
                  </a:cubicBezTo>
                  <a:cubicBezTo>
                    <a:pt x="376566" y="29944"/>
                    <a:pt x="390634" y="31300"/>
                    <a:pt x="404648" y="33052"/>
                  </a:cubicBezTo>
                  <a:cubicBezTo>
                    <a:pt x="457200" y="27797"/>
                    <a:pt x="510122" y="25440"/>
                    <a:pt x="562303" y="17287"/>
                  </a:cubicBezTo>
                  <a:cubicBezTo>
                    <a:pt x="567199" y="16522"/>
                    <a:pt x="567884" y="7269"/>
                    <a:pt x="572814" y="6776"/>
                  </a:cubicBezTo>
                  <a:cubicBezTo>
                    <a:pt x="586867" y="5371"/>
                    <a:pt x="600841" y="10279"/>
                    <a:pt x="614855" y="12031"/>
                  </a:cubicBezTo>
                  <a:cubicBezTo>
                    <a:pt x="620110" y="13783"/>
                    <a:pt x="625247" y="15943"/>
                    <a:pt x="630621" y="17287"/>
                  </a:cubicBezTo>
                  <a:cubicBezTo>
                    <a:pt x="688783" y="31828"/>
                    <a:pt x="778806" y="30407"/>
                    <a:pt x="819807" y="33052"/>
                  </a:cubicBezTo>
                  <a:lnTo>
                    <a:pt x="798786" y="43562"/>
                  </a:ln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A408190-47AE-2081-9F93-9E59E81C3B18}"/>
                </a:ext>
              </a:extLst>
            </p:cNvPr>
            <p:cNvSpPr/>
            <p:nvPr/>
          </p:nvSpPr>
          <p:spPr bwMode="auto">
            <a:xfrm rot="16200000">
              <a:off x="5134171" y="1370487"/>
              <a:ext cx="45719" cy="1627254"/>
            </a:xfrm>
            <a:custGeom>
              <a:avLst/>
              <a:gdLst>
                <a:gd name="connsiteX0" fmla="*/ 43542 w 43542"/>
                <a:gd name="connsiteY0" fmla="*/ 0 h 1338943"/>
                <a:gd name="connsiteX1" fmla="*/ 21771 w 43542"/>
                <a:gd name="connsiteY1" fmla="*/ 87085 h 1338943"/>
                <a:gd name="connsiteX2" fmla="*/ 0 w 43542"/>
                <a:gd name="connsiteY2" fmla="*/ 152400 h 1338943"/>
                <a:gd name="connsiteX3" fmla="*/ 0 w 43542"/>
                <a:gd name="connsiteY3" fmla="*/ 1338943 h 133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42" h="1338943">
                  <a:moveTo>
                    <a:pt x="43542" y="0"/>
                  </a:moveTo>
                  <a:cubicBezTo>
                    <a:pt x="36285" y="29028"/>
                    <a:pt x="29991" y="58315"/>
                    <a:pt x="21771" y="87085"/>
                  </a:cubicBezTo>
                  <a:cubicBezTo>
                    <a:pt x="15466" y="109151"/>
                    <a:pt x="0" y="129451"/>
                    <a:pt x="0" y="152400"/>
                  </a:cubicBezTo>
                  <a:lnTo>
                    <a:pt x="0" y="1338943"/>
                  </a:lnTo>
                </a:path>
              </a:pathLst>
            </a:cu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23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442" y="137180"/>
            <a:ext cx="7549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lives in the Okefenokee Swamp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3215C6C-BBF4-8943-9267-B561CC26C0C2}"/>
              </a:ext>
            </a:extLst>
          </p:cNvPr>
          <p:cNvGrpSpPr/>
          <p:nvPr/>
        </p:nvGrpSpPr>
        <p:grpSpPr>
          <a:xfrm>
            <a:off x="-752365" y="803325"/>
            <a:ext cx="9444737" cy="5697488"/>
            <a:chOff x="-752366" y="803324"/>
            <a:chExt cx="9596279" cy="578890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74985FE-6C23-1243-9B7A-5771F4D504F6}"/>
                </a:ext>
              </a:extLst>
            </p:cNvPr>
            <p:cNvCxnSpPr/>
            <p:nvPr/>
          </p:nvCxnSpPr>
          <p:spPr bwMode="auto">
            <a:xfrm>
              <a:off x="-752366" y="931917"/>
              <a:ext cx="81661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9" name="Picture 8" descr="photo.JPG">
              <a:extLst>
                <a:ext uri="{FF2B5EF4-FFF2-40B4-BE49-F238E27FC236}">
                  <a16:creationId xmlns:a16="http://schemas.microsoft.com/office/drawing/2014/main" id="{325114FC-C2AF-7243-953F-43D995CCB2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2761195" y="4694136"/>
              <a:ext cx="1946177" cy="1850009"/>
            </a:xfrm>
            <a:prstGeom prst="rect">
              <a:avLst/>
            </a:prstGeom>
          </p:spPr>
        </p:pic>
        <p:pic>
          <p:nvPicPr>
            <p:cNvPr id="20" name="Picture 19" descr="P1080457.JPG">
              <a:extLst>
                <a:ext uri="{FF2B5EF4-FFF2-40B4-BE49-F238E27FC236}">
                  <a16:creationId xmlns:a16="http://schemas.microsoft.com/office/drawing/2014/main" id="{CC93D67A-923C-3B47-96FB-BFE081D790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1163" y="4601433"/>
              <a:ext cx="2498600" cy="1990796"/>
            </a:xfrm>
            <a:prstGeom prst="rect">
              <a:avLst/>
            </a:prstGeom>
          </p:spPr>
        </p:pic>
        <p:pic>
          <p:nvPicPr>
            <p:cNvPr id="21" name="Picture 20" descr="photo.JPG">
              <a:extLst>
                <a:ext uri="{FF2B5EF4-FFF2-40B4-BE49-F238E27FC236}">
                  <a16:creationId xmlns:a16="http://schemas.microsoft.com/office/drawing/2014/main" id="{378D6E9F-D33C-D448-B510-7DADB6FD11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03940" y="803324"/>
              <a:ext cx="4439973" cy="285426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14EB909-E94F-B747-894F-76A6948DCD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1163" y="803325"/>
              <a:ext cx="3922777" cy="3842728"/>
            </a:xfrm>
            <a:prstGeom prst="rect">
              <a:avLst/>
            </a:prstGeom>
          </p:spPr>
        </p:pic>
        <p:pic>
          <p:nvPicPr>
            <p:cNvPr id="8" name="Picture 7" descr="photo.JPG">
              <a:extLst>
                <a:ext uri="{FF2B5EF4-FFF2-40B4-BE49-F238E27FC236}">
                  <a16:creationId xmlns:a16="http://schemas.microsoft.com/office/drawing/2014/main" id="{74344D28-F8DB-0847-ADF7-9E6CFFC3A9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03940" y="3262249"/>
              <a:ext cx="4439973" cy="3329980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BCC500B-CF13-F7BB-CF20-7505F3D74258}"/>
              </a:ext>
            </a:extLst>
          </p:cNvPr>
          <p:cNvSpPr/>
          <p:nvPr/>
        </p:nvSpPr>
        <p:spPr bwMode="auto">
          <a:xfrm>
            <a:off x="1547743" y="1946850"/>
            <a:ext cx="1534110" cy="1503916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B9B02-6D97-B2D7-3B97-B36E9B8D275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6205" y="819115"/>
            <a:ext cx="1769124" cy="1610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32DD5F-1F95-3B36-2665-57D8642BC8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286" y="801001"/>
            <a:ext cx="4960489" cy="37203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762B7EE-8253-72F7-6AE5-49E20A66421C}"/>
              </a:ext>
            </a:extLst>
          </p:cNvPr>
          <p:cNvGrpSpPr/>
          <p:nvPr/>
        </p:nvGrpSpPr>
        <p:grpSpPr>
          <a:xfrm>
            <a:off x="3638903" y="3382134"/>
            <a:ext cx="5053468" cy="3118681"/>
            <a:chOff x="3638903" y="3382134"/>
            <a:chExt cx="5053468" cy="31186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B5511D-2879-89CA-DA4C-9AA81F3F412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38903" y="3382134"/>
              <a:ext cx="5053468" cy="311868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9369CF-38D7-8FB3-AA00-EBDAE739F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3945" y="6043711"/>
              <a:ext cx="1071127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Rob Steele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D0613D-FE10-752D-8996-869E47267ED0}"/>
              </a:ext>
            </a:extLst>
          </p:cNvPr>
          <p:cNvSpPr txBox="1"/>
          <p:nvPr/>
        </p:nvSpPr>
        <p:spPr>
          <a:xfrm>
            <a:off x="7068366" y="3586165"/>
            <a:ext cx="862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pH 4~5</a:t>
            </a:r>
          </a:p>
        </p:txBody>
      </p:sp>
    </p:spTree>
    <p:extLst>
      <p:ext uri="{BB962C8B-B14F-4D97-AF65-F5344CB8AC3E}">
        <p14:creationId xmlns:p14="http://schemas.microsoft.com/office/powerpoint/2010/main" val="288525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C54A0-7C52-74EE-2DAC-32E40A1D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45934FB5-6CBE-9ADD-DC24-4BD118EA0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442" y="137180"/>
            <a:ext cx="7549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lives in the Okefenokee Swamp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A2AA93D-5A97-480F-9576-437D971F200C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6F4ED0E-4EAE-315B-7D5D-FD492748C7DC}"/>
              </a:ext>
            </a:extLst>
          </p:cNvPr>
          <p:cNvGrpSpPr/>
          <p:nvPr/>
        </p:nvGrpSpPr>
        <p:grpSpPr>
          <a:xfrm>
            <a:off x="-699611" y="803326"/>
            <a:ext cx="8037143" cy="3782045"/>
            <a:chOff x="-752366" y="803325"/>
            <a:chExt cx="8166100" cy="384272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CB054B2-3F7B-9B2B-2541-7A4502C1261E}"/>
                </a:ext>
              </a:extLst>
            </p:cNvPr>
            <p:cNvCxnSpPr/>
            <p:nvPr/>
          </p:nvCxnSpPr>
          <p:spPr bwMode="auto">
            <a:xfrm>
              <a:off x="-752366" y="931917"/>
              <a:ext cx="81661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FC7B336-667D-3BC3-81D8-284CC26E1C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1163" y="803325"/>
              <a:ext cx="3922777" cy="384272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8278FF1-CE18-0FA6-4BCD-5516EC33E2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2512" y="803325"/>
            <a:ext cx="4154752" cy="378203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A80458C-AF6D-381E-6577-930E902DB19A}"/>
              </a:ext>
            </a:extLst>
          </p:cNvPr>
          <p:cNvSpPr/>
          <p:nvPr/>
        </p:nvSpPr>
        <p:spPr bwMode="auto">
          <a:xfrm>
            <a:off x="1547743" y="1946850"/>
            <a:ext cx="1534110" cy="1503916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2014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4378DA-2CF0-AAF9-9E93-7403C9CC4152}"/>
              </a:ext>
            </a:extLst>
          </p:cNvPr>
          <p:cNvSpPr/>
          <p:nvPr/>
        </p:nvSpPr>
        <p:spPr bwMode="auto">
          <a:xfrm>
            <a:off x="743396" y="1072811"/>
            <a:ext cx="3142804" cy="3080948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B0A720-243D-0715-6EF1-CE5A86CE66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4438" y="4385622"/>
            <a:ext cx="4057563" cy="224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3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F48CE-1112-D218-BB00-FC3780AE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0407BDE5-5346-B234-AA50-D9304A376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70" y="137180"/>
            <a:ext cx="84481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also lives in the Great Dismal Swamp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DE6170B-53C7-8F57-1A76-B9CA5FC4CBD3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4686C41-2789-D4CF-277C-4C4532F592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0997" y="766915"/>
            <a:ext cx="3260050" cy="2686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2AF762-8159-F61E-8149-E5FFAAD4A3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5681" y="3429000"/>
            <a:ext cx="4829882" cy="3102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08A6B1-A5F1-0527-7C6B-A5A893B3B99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601" y="766919"/>
            <a:ext cx="3373080" cy="4513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83CA74-964B-904B-0B03-CB23FCDA2D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31914" y="766915"/>
            <a:ext cx="2254452" cy="2749082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5A2C1F4-A100-5AD8-C724-A8148C60A235}"/>
              </a:ext>
            </a:extLst>
          </p:cNvPr>
          <p:cNvSpPr/>
          <p:nvPr/>
        </p:nvSpPr>
        <p:spPr bwMode="auto">
          <a:xfrm>
            <a:off x="856229" y="2798256"/>
            <a:ext cx="994695" cy="975118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2014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3E4463-E2F6-9C06-EA6D-2B7996D09BE9}"/>
              </a:ext>
            </a:extLst>
          </p:cNvPr>
          <p:cNvSpPr/>
          <p:nvPr/>
        </p:nvSpPr>
        <p:spPr bwMode="auto">
          <a:xfrm>
            <a:off x="2439223" y="973394"/>
            <a:ext cx="916259" cy="898226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23E81-CD28-6586-C667-CB32DAB7B529}"/>
              </a:ext>
            </a:extLst>
          </p:cNvPr>
          <p:cNvSpPr txBox="1"/>
          <p:nvPr/>
        </p:nvSpPr>
        <p:spPr>
          <a:xfrm>
            <a:off x="959056" y="3121225"/>
            <a:ext cx="78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865345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F1753-18EC-FF28-EDEA-723588B4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19FC064D-7F14-A089-7D3B-E816D1C10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F954A0A-5F8A-57D9-17D7-11ADCFD7B086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DA8E102-625C-00DE-07B0-ED35D1F0A35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756107"/>
            <a:ext cx="8451480" cy="581285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C263654-AC19-63F4-A81C-81E4F407D245}"/>
              </a:ext>
            </a:extLst>
          </p:cNvPr>
          <p:cNvSpPr/>
          <p:nvPr/>
        </p:nvSpPr>
        <p:spPr bwMode="auto">
          <a:xfrm>
            <a:off x="1261243" y="1069120"/>
            <a:ext cx="1208689" cy="1211627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Nov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197469-CD4F-658E-4C66-FE1D0AF262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67224" y="3314524"/>
            <a:ext cx="4466856" cy="335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9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FF2CE-D235-3278-2F9C-D8207615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1B01C66F-30DE-9691-96AE-2A936AD17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474837F-3B66-1D28-014F-A1778F1E58B3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B6125B6-2CDA-65EA-397F-39236E7C94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756107"/>
            <a:ext cx="8451480" cy="581285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84031A5-ACB8-47BC-C309-B7FA8A8D685A}"/>
              </a:ext>
            </a:extLst>
          </p:cNvPr>
          <p:cNvSpPr/>
          <p:nvPr/>
        </p:nvSpPr>
        <p:spPr bwMode="auto">
          <a:xfrm>
            <a:off x="5835772" y="2823186"/>
            <a:ext cx="1424010" cy="1402450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July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2023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BD0D6-2CC5-D175-EA00-3FF1FD1FA2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0847" y="564816"/>
            <a:ext cx="5754764" cy="43160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878BC8-945C-2274-D3BC-E113758BA9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9349" y="2257948"/>
            <a:ext cx="5748015" cy="431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95E5-64C5-10F7-D11E-77A53F41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1B2AE0CF-FF86-92C1-6F36-E246E26B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1CDBF2D-7113-5B2E-CA35-C2AB2FC638E5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9825A5E-8DD5-2B84-BC22-0A4764C6E46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695043"/>
            <a:ext cx="4449618" cy="599492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BD5648C-E9A1-2FF8-3CDC-FFCA77B9E812}"/>
              </a:ext>
            </a:extLst>
          </p:cNvPr>
          <p:cNvSpPr/>
          <p:nvPr/>
        </p:nvSpPr>
        <p:spPr bwMode="auto">
          <a:xfrm>
            <a:off x="2314061" y="4411002"/>
            <a:ext cx="886341" cy="872922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April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2023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D6FC9B-342E-44F6-A2B8-D7BA80DC1F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96" y="695040"/>
            <a:ext cx="8348631" cy="52762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85960B-17F7-715A-B346-445516DB04F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395" y="688006"/>
            <a:ext cx="8348630" cy="532584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B866AB1F-DE83-8E5A-FB2F-903917AFEF4E}"/>
              </a:ext>
            </a:extLst>
          </p:cNvPr>
          <p:cNvSpPr/>
          <p:nvPr/>
        </p:nvSpPr>
        <p:spPr bwMode="auto">
          <a:xfrm>
            <a:off x="2506933" y="2329321"/>
            <a:ext cx="1424010" cy="1402450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April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2023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C87545-6256-28BA-FAB0-E4C6C409C5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93" y="695039"/>
            <a:ext cx="7929314" cy="52762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80C84F-3B39-516D-5150-2206A657E4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973" y="637050"/>
            <a:ext cx="7460440" cy="57607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1AA51E-59D4-80AA-E29F-BEF75A3D44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117" y="652299"/>
            <a:ext cx="8170246" cy="59949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6A3F44-A4FF-0269-D02A-AF187AAC6C4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99973" y="628935"/>
            <a:ext cx="8274230" cy="62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6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310E5-6853-08D5-A8A5-B10F1A53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50ED51F4-6D33-180E-A826-34A96171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5DE1809-1A7E-CCBF-E712-852E20BF6F6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08D27E9-7810-28D0-B817-A211F9C426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695043"/>
            <a:ext cx="4449618" cy="599492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9DEB2E3-79ED-FCBC-6403-F83D287A945A}"/>
              </a:ext>
            </a:extLst>
          </p:cNvPr>
          <p:cNvSpPr/>
          <p:nvPr/>
        </p:nvSpPr>
        <p:spPr bwMode="auto">
          <a:xfrm>
            <a:off x="2314061" y="4411002"/>
            <a:ext cx="886341" cy="872922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April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2023</a:t>
            </a:r>
          </a:p>
        </p:txBody>
      </p:sp>
      <p:pic>
        <p:nvPicPr>
          <p:cNvPr id="4" name="IMG_3534_50932434-8119-4236-8C4A-B25BD7208FBC.mp4">
            <a:hlinkClick r:id="" action="ppaction://media"/>
            <a:extLst>
              <a:ext uri="{FF2B5EF4-FFF2-40B4-BE49-F238E27FC236}">
                <a16:creationId xmlns:a16="http://schemas.microsoft.com/office/drawing/2014/main" id="{CFCE7010-D672-47CC-0E7D-8F47B8609A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3678679" y="3692507"/>
            <a:ext cx="5287216" cy="29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1E55B-A1BD-AB18-665D-ABDF9A9D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73FBBD6E-0BA4-09D8-F363-DB045FECF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C421561-7974-EDFE-8367-06DB06A88721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53D5F98-3C4D-9033-5BCC-4677C0A1C1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756107"/>
            <a:ext cx="8451480" cy="581285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5552615-62E6-EDC1-5EF2-B539E89013DC}"/>
              </a:ext>
            </a:extLst>
          </p:cNvPr>
          <p:cNvGrpSpPr/>
          <p:nvPr/>
        </p:nvGrpSpPr>
        <p:grpSpPr>
          <a:xfrm>
            <a:off x="967119" y="664621"/>
            <a:ext cx="7243656" cy="6187099"/>
            <a:chOff x="967119" y="664619"/>
            <a:chExt cx="7243656" cy="61870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C95ACE-4751-6CDD-95DF-555AAACE90B1}"/>
                </a:ext>
              </a:extLst>
            </p:cNvPr>
            <p:cNvSpPr/>
            <p:nvPr/>
          </p:nvSpPr>
          <p:spPr bwMode="auto">
            <a:xfrm>
              <a:off x="967119" y="664619"/>
              <a:ext cx="7243656" cy="6187099"/>
            </a:xfrm>
            <a:custGeom>
              <a:avLst/>
              <a:gdLst>
                <a:gd name="connsiteX0" fmla="*/ 0 w 1424010"/>
                <a:gd name="connsiteY0" fmla="*/ 701225 h 1402450"/>
                <a:gd name="connsiteX1" fmla="*/ 712005 w 1424010"/>
                <a:gd name="connsiteY1" fmla="*/ 0 h 1402450"/>
                <a:gd name="connsiteX2" fmla="*/ 1424010 w 1424010"/>
                <a:gd name="connsiteY2" fmla="*/ 701225 h 1402450"/>
                <a:gd name="connsiteX3" fmla="*/ 712005 w 1424010"/>
                <a:gd name="connsiteY3" fmla="*/ 1402450 h 1402450"/>
                <a:gd name="connsiteX4" fmla="*/ 0 w 1424010"/>
                <a:gd name="connsiteY4" fmla="*/ 701225 h 1402450"/>
                <a:gd name="connsiteX0" fmla="*/ 20180 w 1625406"/>
                <a:gd name="connsiteY0" fmla="*/ 2282052 h 2983277"/>
                <a:gd name="connsiteX1" fmla="*/ 1452856 w 1625406"/>
                <a:gd name="connsiteY1" fmla="*/ 0 h 2983277"/>
                <a:gd name="connsiteX2" fmla="*/ 1444190 w 1625406"/>
                <a:gd name="connsiteY2" fmla="*/ 2282052 h 2983277"/>
                <a:gd name="connsiteX3" fmla="*/ 732185 w 1625406"/>
                <a:gd name="connsiteY3" fmla="*/ 2983277 h 2983277"/>
                <a:gd name="connsiteX4" fmla="*/ 20180 w 1625406"/>
                <a:gd name="connsiteY4" fmla="*/ 2282052 h 2983277"/>
                <a:gd name="connsiteX0" fmla="*/ 180978 w 1786204"/>
                <a:gd name="connsiteY0" fmla="*/ 2282052 h 3936423"/>
                <a:gd name="connsiteX1" fmla="*/ 1613654 w 1786204"/>
                <a:gd name="connsiteY1" fmla="*/ 0 h 3936423"/>
                <a:gd name="connsiteX2" fmla="*/ 1604988 w 1786204"/>
                <a:gd name="connsiteY2" fmla="*/ 2282052 h 3936423"/>
                <a:gd name="connsiteX3" fmla="*/ 280799 w 1786204"/>
                <a:gd name="connsiteY3" fmla="*/ 3936423 h 3936423"/>
                <a:gd name="connsiteX4" fmla="*/ 180978 w 1786204"/>
                <a:gd name="connsiteY4" fmla="*/ 2282052 h 3936423"/>
                <a:gd name="connsiteX0" fmla="*/ 236119 w 2575456"/>
                <a:gd name="connsiteY0" fmla="*/ 2731503 h 4385874"/>
                <a:gd name="connsiteX1" fmla="*/ 2497954 w 2575456"/>
                <a:gd name="connsiteY1" fmla="*/ 0 h 4385874"/>
                <a:gd name="connsiteX2" fmla="*/ 1660129 w 2575456"/>
                <a:gd name="connsiteY2" fmla="*/ 2731503 h 4385874"/>
                <a:gd name="connsiteX3" fmla="*/ 335940 w 2575456"/>
                <a:gd name="connsiteY3" fmla="*/ 4385874 h 4385874"/>
                <a:gd name="connsiteX4" fmla="*/ 236119 w 2575456"/>
                <a:gd name="connsiteY4" fmla="*/ 2731503 h 4385874"/>
                <a:gd name="connsiteX0" fmla="*/ 236119 w 2591804"/>
                <a:gd name="connsiteY0" fmla="*/ 2731503 h 4385874"/>
                <a:gd name="connsiteX1" fmla="*/ 2497954 w 2591804"/>
                <a:gd name="connsiteY1" fmla="*/ 0 h 4385874"/>
                <a:gd name="connsiteX2" fmla="*/ 1660129 w 2591804"/>
                <a:gd name="connsiteY2" fmla="*/ 2731503 h 4385874"/>
                <a:gd name="connsiteX3" fmla="*/ 335940 w 2591804"/>
                <a:gd name="connsiteY3" fmla="*/ 4385874 h 4385874"/>
                <a:gd name="connsiteX4" fmla="*/ 236119 w 2591804"/>
                <a:gd name="connsiteY4" fmla="*/ 2731503 h 4385874"/>
                <a:gd name="connsiteX0" fmla="*/ 236119 w 2591804"/>
                <a:gd name="connsiteY0" fmla="*/ 2731503 h 4385874"/>
                <a:gd name="connsiteX1" fmla="*/ 2497954 w 2591804"/>
                <a:gd name="connsiteY1" fmla="*/ 0 h 4385874"/>
                <a:gd name="connsiteX2" fmla="*/ 1660129 w 2591804"/>
                <a:gd name="connsiteY2" fmla="*/ 2731503 h 4385874"/>
                <a:gd name="connsiteX3" fmla="*/ 335940 w 2591804"/>
                <a:gd name="connsiteY3" fmla="*/ 4385874 h 4385874"/>
                <a:gd name="connsiteX4" fmla="*/ 236119 w 2591804"/>
                <a:gd name="connsiteY4" fmla="*/ 2731503 h 4385874"/>
                <a:gd name="connsiteX0" fmla="*/ 236119 w 2625128"/>
                <a:gd name="connsiteY0" fmla="*/ 2746373 h 4400744"/>
                <a:gd name="connsiteX1" fmla="*/ 2497954 w 2625128"/>
                <a:gd name="connsiteY1" fmla="*/ 14870 h 4400744"/>
                <a:gd name="connsiteX2" fmla="*/ 1660129 w 2625128"/>
                <a:gd name="connsiteY2" fmla="*/ 2746373 h 4400744"/>
                <a:gd name="connsiteX3" fmla="*/ 335940 w 2625128"/>
                <a:gd name="connsiteY3" fmla="*/ 4400744 h 4400744"/>
                <a:gd name="connsiteX4" fmla="*/ 236119 w 2625128"/>
                <a:gd name="connsiteY4" fmla="*/ 2746373 h 4400744"/>
                <a:gd name="connsiteX0" fmla="*/ 223241 w 2417470"/>
                <a:gd name="connsiteY0" fmla="*/ 2758052 h 4385897"/>
                <a:gd name="connsiteX1" fmla="*/ 2378928 w 2417470"/>
                <a:gd name="connsiteY1" fmla="*/ 7 h 4385897"/>
                <a:gd name="connsiteX2" fmla="*/ 1541103 w 2417470"/>
                <a:gd name="connsiteY2" fmla="*/ 2731510 h 4385897"/>
                <a:gd name="connsiteX3" fmla="*/ 216914 w 2417470"/>
                <a:gd name="connsiteY3" fmla="*/ 4385881 h 4385897"/>
                <a:gd name="connsiteX4" fmla="*/ 223241 w 2417470"/>
                <a:gd name="connsiteY4" fmla="*/ 2758052 h 4385897"/>
                <a:gd name="connsiteX0" fmla="*/ 424694 w 2618923"/>
                <a:gd name="connsiteY0" fmla="*/ 2758052 h 4385892"/>
                <a:gd name="connsiteX1" fmla="*/ 2580381 w 2618923"/>
                <a:gd name="connsiteY1" fmla="*/ 7 h 4385892"/>
                <a:gd name="connsiteX2" fmla="*/ 1742556 w 2618923"/>
                <a:gd name="connsiteY2" fmla="*/ 2731510 h 4385892"/>
                <a:gd name="connsiteX3" fmla="*/ 418367 w 2618923"/>
                <a:gd name="connsiteY3" fmla="*/ 4385881 h 4385892"/>
                <a:gd name="connsiteX4" fmla="*/ 424694 w 2618923"/>
                <a:gd name="connsiteY4" fmla="*/ 2758052 h 4385892"/>
                <a:gd name="connsiteX0" fmla="*/ 258557 w 3458461"/>
                <a:gd name="connsiteY0" fmla="*/ 3173811 h 4391690"/>
                <a:gd name="connsiteX1" fmla="*/ 3369579 w 3458461"/>
                <a:gd name="connsiteY1" fmla="*/ 1696 h 4391690"/>
                <a:gd name="connsiteX2" fmla="*/ 2531754 w 3458461"/>
                <a:gd name="connsiteY2" fmla="*/ 2733199 h 4391690"/>
                <a:gd name="connsiteX3" fmla="*/ 1207565 w 3458461"/>
                <a:gd name="connsiteY3" fmla="*/ 4387570 h 4391690"/>
                <a:gd name="connsiteX4" fmla="*/ 258557 w 3458461"/>
                <a:gd name="connsiteY4" fmla="*/ 3173811 h 4391690"/>
                <a:gd name="connsiteX0" fmla="*/ 42135 w 3242039"/>
                <a:gd name="connsiteY0" fmla="*/ 3173811 h 3941521"/>
                <a:gd name="connsiteX1" fmla="*/ 3153157 w 3242039"/>
                <a:gd name="connsiteY1" fmla="*/ 1696 h 3941521"/>
                <a:gd name="connsiteX2" fmla="*/ 2315332 w 3242039"/>
                <a:gd name="connsiteY2" fmla="*/ 2733199 h 3941521"/>
                <a:gd name="connsiteX3" fmla="*/ 1415736 w 3242039"/>
                <a:gd name="connsiteY3" fmla="*/ 3925724 h 3941521"/>
                <a:gd name="connsiteX4" fmla="*/ 42135 w 3242039"/>
                <a:gd name="connsiteY4" fmla="*/ 3173811 h 3941521"/>
                <a:gd name="connsiteX0" fmla="*/ 46156 w 3337503"/>
                <a:gd name="connsiteY0" fmla="*/ 3470904 h 4241492"/>
                <a:gd name="connsiteX1" fmla="*/ 3255161 w 3337503"/>
                <a:gd name="connsiteY1" fmla="*/ 1508 h 4241492"/>
                <a:gd name="connsiteX2" fmla="*/ 2319353 w 3337503"/>
                <a:gd name="connsiteY2" fmla="*/ 3030292 h 4241492"/>
                <a:gd name="connsiteX3" fmla="*/ 1419757 w 3337503"/>
                <a:gd name="connsiteY3" fmla="*/ 4222817 h 4241492"/>
                <a:gd name="connsiteX4" fmla="*/ 46156 w 3337503"/>
                <a:gd name="connsiteY4" fmla="*/ 3470904 h 4241492"/>
                <a:gd name="connsiteX0" fmla="*/ 46156 w 3266226"/>
                <a:gd name="connsiteY0" fmla="*/ 3507243 h 4277831"/>
                <a:gd name="connsiteX1" fmla="*/ 1647220 w 3266226"/>
                <a:gd name="connsiteY1" fmla="*/ 1504003 h 4277831"/>
                <a:gd name="connsiteX2" fmla="*/ 3255161 w 3266226"/>
                <a:gd name="connsiteY2" fmla="*/ 37847 h 4277831"/>
                <a:gd name="connsiteX3" fmla="*/ 2319353 w 3266226"/>
                <a:gd name="connsiteY3" fmla="*/ 3066631 h 4277831"/>
                <a:gd name="connsiteX4" fmla="*/ 1419757 w 3266226"/>
                <a:gd name="connsiteY4" fmla="*/ 4259156 h 4277831"/>
                <a:gd name="connsiteX5" fmla="*/ 46156 w 3266226"/>
                <a:gd name="connsiteY5" fmla="*/ 3507243 h 4277831"/>
                <a:gd name="connsiteX0" fmla="*/ 30 w 3228649"/>
                <a:gd name="connsiteY0" fmla="*/ 3476560 h 4235829"/>
                <a:gd name="connsiteX1" fmla="*/ 1339806 w 3228649"/>
                <a:gd name="connsiteY1" fmla="*/ 2232447 h 4235829"/>
                <a:gd name="connsiteX2" fmla="*/ 3209035 w 3228649"/>
                <a:gd name="connsiteY2" fmla="*/ 7164 h 4235829"/>
                <a:gd name="connsiteX3" fmla="*/ 2273227 w 3228649"/>
                <a:gd name="connsiteY3" fmla="*/ 3035948 h 4235829"/>
                <a:gd name="connsiteX4" fmla="*/ 1373631 w 3228649"/>
                <a:gd name="connsiteY4" fmla="*/ 4228473 h 4235829"/>
                <a:gd name="connsiteX5" fmla="*/ 30 w 3228649"/>
                <a:gd name="connsiteY5" fmla="*/ 3476560 h 4235829"/>
                <a:gd name="connsiteX0" fmla="*/ 30 w 3228649"/>
                <a:gd name="connsiteY0" fmla="*/ 3475475 h 4234744"/>
                <a:gd name="connsiteX1" fmla="*/ 1339806 w 3228649"/>
                <a:gd name="connsiteY1" fmla="*/ 2231362 h 4234744"/>
                <a:gd name="connsiteX2" fmla="*/ 3209035 w 3228649"/>
                <a:gd name="connsiteY2" fmla="*/ 6079 h 4234744"/>
                <a:gd name="connsiteX3" fmla="*/ 2273227 w 3228649"/>
                <a:gd name="connsiteY3" fmla="*/ 3034863 h 4234744"/>
                <a:gd name="connsiteX4" fmla="*/ 1373631 w 3228649"/>
                <a:gd name="connsiteY4" fmla="*/ 4227388 h 4234744"/>
                <a:gd name="connsiteX5" fmla="*/ 30 w 3228649"/>
                <a:gd name="connsiteY5" fmla="*/ 3475475 h 4234744"/>
                <a:gd name="connsiteX0" fmla="*/ 27 w 3226207"/>
                <a:gd name="connsiteY0" fmla="*/ 3471220 h 4229824"/>
                <a:gd name="connsiteX1" fmla="*/ 1409207 w 3226207"/>
                <a:gd name="connsiteY1" fmla="*/ 2566856 h 4229824"/>
                <a:gd name="connsiteX2" fmla="*/ 3209032 w 3226207"/>
                <a:gd name="connsiteY2" fmla="*/ 1824 h 4229824"/>
                <a:gd name="connsiteX3" fmla="*/ 2273224 w 3226207"/>
                <a:gd name="connsiteY3" fmla="*/ 3030608 h 4229824"/>
                <a:gd name="connsiteX4" fmla="*/ 1373628 w 3226207"/>
                <a:gd name="connsiteY4" fmla="*/ 4223133 h 4229824"/>
                <a:gd name="connsiteX5" fmla="*/ 27 w 3226207"/>
                <a:gd name="connsiteY5" fmla="*/ 3471220 h 4229824"/>
                <a:gd name="connsiteX0" fmla="*/ 17 w 3785517"/>
                <a:gd name="connsiteY0" fmla="*/ 3524305 h 4232081"/>
                <a:gd name="connsiteX1" fmla="*/ 1968517 w 3785517"/>
                <a:gd name="connsiteY1" fmla="*/ 2566856 h 4232081"/>
                <a:gd name="connsiteX2" fmla="*/ 3768342 w 3785517"/>
                <a:gd name="connsiteY2" fmla="*/ 1824 h 4232081"/>
                <a:gd name="connsiteX3" fmla="*/ 2832534 w 3785517"/>
                <a:gd name="connsiteY3" fmla="*/ 3030608 h 4232081"/>
                <a:gd name="connsiteX4" fmla="*/ 1932938 w 3785517"/>
                <a:gd name="connsiteY4" fmla="*/ 4223133 h 4232081"/>
                <a:gd name="connsiteX5" fmla="*/ 17 w 3785517"/>
                <a:gd name="connsiteY5" fmla="*/ 3524305 h 4232081"/>
                <a:gd name="connsiteX0" fmla="*/ 129 w 3790160"/>
                <a:gd name="connsiteY0" fmla="*/ 3522571 h 4229528"/>
                <a:gd name="connsiteX1" fmla="*/ 1842068 w 3790160"/>
                <a:gd name="connsiteY1" fmla="*/ 2920797 h 4229528"/>
                <a:gd name="connsiteX2" fmla="*/ 3768454 w 3790160"/>
                <a:gd name="connsiteY2" fmla="*/ 90 h 4229528"/>
                <a:gd name="connsiteX3" fmla="*/ 2832646 w 3790160"/>
                <a:gd name="connsiteY3" fmla="*/ 3028874 h 4229528"/>
                <a:gd name="connsiteX4" fmla="*/ 1933050 w 3790160"/>
                <a:gd name="connsiteY4" fmla="*/ 4221399 h 4229528"/>
                <a:gd name="connsiteX5" fmla="*/ 129 w 3790160"/>
                <a:gd name="connsiteY5" fmla="*/ 3522571 h 4229528"/>
                <a:gd name="connsiteX0" fmla="*/ 129 w 3806831"/>
                <a:gd name="connsiteY0" fmla="*/ 3522686 h 4238444"/>
                <a:gd name="connsiteX1" fmla="*/ 1842068 w 3806831"/>
                <a:gd name="connsiteY1" fmla="*/ 2920912 h 4238444"/>
                <a:gd name="connsiteX2" fmla="*/ 3768454 w 3806831"/>
                <a:gd name="connsiteY2" fmla="*/ 205 h 4238444"/>
                <a:gd name="connsiteX3" fmla="*/ 3049025 w 3806831"/>
                <a:gd name="connsiteY3" fmla="*/ 2768869 h 4238444"/>
                <a:gd name="connsiteX4" fmla="*/ 1933050 w 3806831"/>
                <a:gd name="connsiteY4" fmla="*/ 4221514 h 4238444"/>
                <a:gd name="connsiteX5" fmla="*/ 129 w 3806831"/>
                <a:gd name="connsiteY5" fmla="*/ 3522686 h 4238444"/>
                <a:gd name="connsiteX0" fmla="*/ 129 w 3816306"/>
                <a:gd name="connsiteY0" fmla="*/ 3522731 h 4238489"/>
                <a:gd name="connsiteX1" fmla="*/ 1842068 w 3816306"/>
                <a:gd name="connsiteY1" fmla="*/ 2920957 h 4238489"/>
                <a:gd name="connsiteX2" fmla="*/ 3768454 w 3816306"/>
                <a:gd name="connsiteY2" fmla="*/ 250 h 4238489"/>
                <a:gd name="connsiteX3" fmla="*/ 3049025 w 3816306"/>
                <a:gd name="connsiteY3" fmla="*/ 2768914 h 4238489"/>
                <a:gd name="connsiteX4" fmla="*/ 1933050 w 3816306"/>
                <a:gd name="connsiteY4" fmla="*/ 4221559 h 4238489"/>
                <a:gd name="connsiteX5" fmla="*/ 129 w 3816306"/>
                <a:gd name="connsiteY5" fmla="*/ 3522731 h 423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6306" h="4238489">
                  <a:moveTo>
                    <a:pt x="129" y="3522731"/>
                  </a:moveTo>
                  <a:cubicBezTo>
                    <a:pt x="-15035" y="3305964"/>
                    <a:pt x="1307234" y="3499190"/>
                    <a:pt x="1842068" y="2920957"/>
                  </a:cubicBezTo>
                  <a:cubicBezTo>
                    <a:pt x="2082953" y="2682472"/>
                    <a:pt x="3567295" y="25590"/>
                    <a:pt x="3768454" y="250"/>
                  </a:cubicBezTo>
                  <a:cubicBezTo>
                    <a:pt x="3969613" y="-25090"/>
                    <a:pt x="3499464" y="1877020"/>
                    <a:pt x="3049025" y="2768914"/>
                  </a:cubicBezTo>
                  <a:cubicBezTo>
                    <a:pt x="2816550" y="3163939"/>
                    <a:pt x="2441199" y="4095923"/>
                    <a:pt x="1933050" y="4221559"/>
                  </a:cubicBezTo>
                  <a:cubicBezTo>
                    <a:pt x="1424901" y="4347195"/>
                    <a:pt x="15293" y="3739498"/>
                    <a:pt x="129" y="3522731"/>
                  </a:cubicBezTo>
                  <a:close/>
                </a:path>
              </a:pathLst>
            </a:custGeom>
            <a:noFill/>
            <a:ln w="101600" cap="flat" cmpd="sng" algn="ctr">
              <a:solidFill>
                <a:srgbClr val="0432FF">
                  <a:alpha val="38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585524-0092-10EF-3080-5D8F560780A1}"/>
                </a:ext>
              </a:extLst>
            </p:cNvPr>
            <p:cNvSpPr txBox="1"/>
            <p:nvPr/>
          </p:nvSpPr>
          <p:spPr>
            <a:xfrm>
              <a:off x="5696944" y="4396745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432FF"/>
                  </a:solidFill>
                </a:rPr>
                <a:t>May 2024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0FF833-DDE7-024D-CCDF-1566D741B740}"/>
              </a:ext>
            </a:extLst>
          </p:cNvPr>
          <p:cNvGrpSpPr/>
          <p:nvPr/>
        </p:nvGrpSpPr>
        <p:grpSpPr>
          <a:xfrm>
            <a:off x="646773" y="1029096"/>
            <a:ext cx="7467527" cy="7180366"/>
            <a:chOff x="646771" y="1029096"/>
            <a:chExt cx="7467527" cy="718036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823F91C-C7CD-063B-AE57-DB3626F37C03}"/>
                </a:ext>
              </a:extLst>
            </p:cNvPr>
            <p:cNvSpPr/>
            <p:nvPr/>
          </p:nvSpPr>
          <p:spPr bwMode="auto">
            <a:xfrm>
              <a:off x="1261241" y="1069118"/>
              <a:ext cx="1208689" cy="1211627"/>
            </a:xfrm>
            <a:prstGeom prst="ellipse">
              <a:avLst/>
            </a:prstGeom>
            <a:noFill/>
            <a:ln w="101600" cap="flat" cmpd="sng" algn="ctr">
              <a:solidFill>
                <a:srgbClr val="FF0000">
                  <a:alpha val="38319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Nov 2022</a:t>
              </a: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4E7184E-D50B-3193-A5F9-17422382EFC4}"/>
                </a:ext>
              </a:extLst>
            </p:cNvPr>
            <p:cNvSpPr/>
            <p:nvPr/>
          </p:nvSpPr>
          <p:spPr bwMode="auto">
            <a:xfrm>
              <a:off x="5835772" y="2823186"/>
              <a:ext cx="1424010" cy="1402450"/>
            </a:xfrm>
            <a:prstGeom prst="ellipse">
              <a:avLst/>
            </a:prstGeom>
            <a:noFill/>
            <a:ln w="101600" cap="flat" cmpd="sng" algn="ctr">
              <a:solidFill>
                <a:srgbClr val="FF0000">
                  <a:alpha val="38319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July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2023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5A983C8-962E-5004-8965-5EC42BC85A6D}"/>
                </a:ext>
              </a:extLst>
            </p:cNvPr>
            <p:cNvSpPr/>
            <p:nvPr/>
          </p:nvSpPr>
          <p:spPr bwMode="auto">
            <a:xfrm>
              <a:off x="4227108" y="5150024"/>
              <a:ext cx="994695" cy="975118"/>
            </a:xfrm>
            <a:prstGeom prst="ellipse">
              <a:avLst/>
            </a:prstGeom>
            <a:noFill/>
            <a:ln w="101600" cap="flat" cmpd="sng" algn="ctr">
              <a:solidFill>
                <a:srgbClr val="FF0000">
                  <a:alpha val="38319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2014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9DAE79-74B2-54A6-A965-09CC1ADF1002}"/>
                </a:ext>
              </a:extLst>
            </p:cNvPr>
            <p:cNvSpPr txBox="1"/>
            <p:nvPr/>
          </p:nvSpPr>
          <p:spPr>
            <a:xfrm>
              <a:off x="4329935" y="5472991"/>
              <a:ext cx="7890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2020</a:t>
              </a: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48A1E7F-B529-A5C7-7BD0-8AC05E40DB16}"/>
                </a:ext>
              </a:extLst>
            </p:cNvPr>
            <p:cNvSpPr/>
            <p:nvPr/>
          </p:nvSpPr>
          <p:spPr bwMode="auto">
            <a:xfrm>
              <a:off x="646771" y="1029096"/>
              <a:ext cx="7420318" cy="7180366"/>
            </a:xfrm>
            <a:custGeom>
              <a:avLst/>
              <a:gdLst>
                <a:gd name="connsiteX0" fmla="*/ 0 w 6258077"/>
                <a:gd name="connsiteY0" fmla="*/ 1629352 h 5320873"/>
                <a:gd name="connsiteX1" fmla="*/ 2921620 w 6258077"/>
                <a:gd name="connsiteY1" fmla="*/ 1294815 h 5320873"/>
                <a:gd name="connsiteX2" fmla="*/ 5731727 w 6258077"/>
                <a:gd name="connsiteY2" fmla="*/ 1274 h 5320873"/>
                <a:gd name="connsiteX3" fmla="*/ 6200078 w 6258077"/>
                <a:gd name="connsiteY3" fmla="*/ 1094094 h 5320873"/>
                <a:gd name="connsiteX4" fmla="*/ 4973444 w 6258077"/>
                <a:gd name="connsiteY4" fmla="*/ 2967498 h 5320873"/>
                <a:gd name="connsiteX5" fmla="*/ 4393581 w 6258077"/>
                <a:gd name="connsiteY5" fmla="*/ 5309255 h 5320873"/>
                <a:gd name="connsiteX6" fmla="*/ 3635298 w 6258077"/>
                <a:gd name="connsiteY6" fmla="*/ 3837294 h 5320873"/>
                <a:gd name="connsiteX7" fmla="*/ 66908 w 6258077"/>
                <a:gd name="connsiteY7" fmla="*/ 3123615 h 5320873"/>
                <a:gd name="connsiteX0" fmla="*/ 0 w 5934255"/>
                <a:gd name="connsiteY0" fmla="*/ 1628910 h 5320431"/>
                <a:gd name="connsiteX1" fmla="*/ 2921620 w 5934255"/>
                <a:gd name="connsiteY1" fmla="*/ 1294373 h 5320431"/>
                <a:gd name="connsiteX2" fmla="*/ 5731727 w 5934255"/>
                <a:gd name="connsiteY2" fmla="*/ 832 h 5320431"/>
                <a:gd name="connsiteX3" fmla="*/ 5630554 w 5934255"/>
                <a:gd name="connsiteY3" fmla="*/ 1129251 h 5320431"/>
                <a:gd name="connsiteX4" fmla="*/ 4973444 w 5934255"/>
                <a:gd name="connsiteY4" fmla="*/ 2967056 h 5320431"/>
                <a:gd name="connsiteX5" fmla="*/ 4393581 w 5934255"/>
                <a:gd name="connsiteY5" fmla="*/ 5308813 h 5320431"/>
                <a:gd name="connsiteX6" fmla="*/ 3635298 w 5934255"/>
                <a:gd name="connsiteY6" fmla="*/ 3836852 h 5320431"/>
                <a:gd name="connsiteX7" fmla="*/ 66908 w 5934255"/>
                <a:gd name="connsiteY7" fmla="*/ 3123173 h 5320431"/>
                <a:gd name="connsiteX0" fmla="*/ 0 w 5971948"/>
                <a:gd name="connsiteY0" fmla="*/ 1628910 h 5320431"/>
                <a:gd name="connsiteX1" fmla="*/ 2921620 w 5971948"/>
                <a:gd name="connsiteY1" fmla="*/ 1294373 h 5320431"/>
                <a:gd name="connsiteX2" fmla="*/ 5731727 w 5971948"/>
                <a:gd name="connsiteY2" fmla="*/ 832 h 5320431"/>
                <a:gd name="connsiteX3" fmla="*/ 5630554 w 5971948"/>
                <a:gd name="connsiteY3" fmla="*/ 1129251 h 5320431"/>
                <a:gd name="connsiteX4" fmla="*/ 4054858 w 5971948"/>
                <a:gd name="connsiteY4" fmla="*/ 2967056 h 5320431"/>
                <a:gd name="connsiteX5" fmla="*/ 4393581 w 5971948"/>
                <a:gd name="connsiteY5" fmla="*/ 5308813 h 5320431"/>
                <a:gd name="connsiteX6" fmla="*/ 3635298 w 5971948"/>
                <a:gd name="connsiteY6" fmla="*/ 3836852 h 5320431"/>
                <a:gd name="connsiteX7" fmla="*/ 66908 w 5971948"/>
                <a:gd name="connsiteY7" fmla="*/ 3123173 h 5320431"/>
                <a:gd name="connsiteX0" fmla="*/ 0 w 5971948"/>
                <a:gd name="connsiteY0" fmla="*/ 1628910 h 5322277"/>
                <a:gd name="connsiteX1" fmla="*/ 2921620 w 5971948"/>
                <a:gd name="connsiteY1" fmla="*/ 1294373 h 5322277"/>
                <a:gd name="connsiteX2" fmla="*/ 5731727 w 5971948"/>
                <a:gd name="connsiteY2" fmla="*/ 832 h 5322277"/>
                <a:gd name="connsiteX3" fmla="*/ 5630554 w 5971948"/>
                <a:gd name="connsiteY3" fmla="*/ 1129251 h 5322277"/>
                <a:gd name="connsiteX4" fmla="*/ 4054858 w 5971948"/>
                <a:gd name="connsiteY4" fmla="*/ 2967056 h 5322277"/>
                <a:gd name="connsiteX5" fmla="*/ 4393581 w 5971948"/>
                <a:gd name="connsiteY5" fmla="*/ 5308813 h 5322277"/>
                <a:gd name="connsiteX6" fmla="*/ 2257418 w 5971948"/>
                <a:gd name="connsiteY6" fmla="*/ 3890251 h 5322277"/>
                <a:gd name="connsiteX7" fmla="*/ 66908 w 5971948"/>
                <a:gd name="connsiteY7" fmla="*/ 3123173 h 5322277"/>
                <a:gd name="connsiteX0" fmla="*/ 0 w 5971948"/>
                <a:gd name="connsiteY0" fmla="*/ 1628910 h 5657736"/>
                <a:gd name="connsiteX1" fmla="*/ 2921620 w 5971948"/>
                <a:gd name="connsiteY1" fmla="*/ 1294373 h 5657736"/>
                <a:gd name="connsiteX2" fmla="*/ 5731727 w 5971948"/>
                <a:gd name="connsiteY2" fmla="*/ 832 h 5657736"/>
                <a:gd name="connsiteX3" fmla="*/ 5630554 w 5971948"/>
                <a:gd name="connsiteY3" fmla="*/ 1129251 h 5657736"/>
                <a:gd name="connsiteX4" fmla="*/ 4054858 w 5971948"/>
                <a:gd name="connsiteY4" fmla="*/ 2967056 h 5657736"/>
                <a:gd name="connsiteX5" fmla="*/ 2923843 w 5971948"/>
                <a:gd name="connsiteY5" fmla="*/ 5647009 h 5657736"/>
                <a:gd name="connsiteX6" fmla="*/ 2257418 w 5971948"/>
                <a:gd name="connsiteY6" fmla="*/ 3890251 h 5657736"/>
                <a:gd name="connsiteX7" fmla="*/ 66908 w 5971948"/>
                <a:gd name="connsiteY7" fmla="*/ 3123173 h 5657736"/>
                <a:gd name="connsiteX0" fmla="*/ 0 w 5971948"/>
                <a:gd name="connsiteY0" fmla="*/ 1628910 h 5653587"/>
                <a:gd name="connsiteX1" fmla="*/ 2921620 w 5971948"/>
                <a:gd name="connsiteY1" fmla="*/ 1294373 h 5653587"/>
                <a:gd name="connsiteX2" fmla="*/ 5731727 w 5971948"/>
                <a:gd name="connsiteY2" fmla="*/ 832 h 5653587"/>
                <a:gd name="connsiteX3" fmla="*/ 5630554 w 5971948"/>
                <a:gd name="connsiteY3" fmla="*/ 1129251 h 5653587"/>
                <a:gd name="connsiteX4" fmla="*/ 4054858 w 5971948"/>
                <a:gd name="connsiteY4" fmla="*/ 2967056 h 5653587"/>
                <a:gd name="connsiteX5" fmla="*/ 2923843 w 5971948"/>
                <a:gd name="connsiteY5" fmla="*/ 5647009 h 5653587"/>
                <a:gd name="connsiteX6" fmla="*/ 2257418 w 5971948"/>
                <a:gd name="connsiteY6" fmla="*/ 3890251 h 5653587"/>
                <a:gd name="connsiteX7" fmla="*/ 66908 w 5971948"/>
                <a:gd name="connsiteY7" fmla="*/ 3123173 h 5653587"/>
                <a:gd name="connsiteX0" fmla="*/ 0 w 5983992"/>
                <a:gd name="connsiteY0" fmla="*/ 1628938 h 5654902"/>
                <a:gd name="connsiteX1" fmla="*/ 2921620 w 5983992"/>
                <a:gd name="connsiteY1" fmla="*/ 1294401 h 5654902"/>
                <a:gd name="connsiteX2" fmla="*/ 5731727 w 5983992"/>
                <a:gd name="connsiteY2" fmla="*/ 860 h 5654902"/>
                <a:gd name="connsiteX3" fmla="*/ 5630554 w 5983992"/>
                <a:gd name="connsiteY3" fmla="*/ 1129279 h 5654902"/>
                <a:gd name="connsiteX4" fmla="*/ 3797654 w 5983992"/>
                <a:gd name="connsiteY4" fmla="*/ 3109483 h 5654902"/>
                <a:gd name="connsiteX5" fmla="*/ 2923843 w 5983992"/>
                <a:gd name="connsiteY5" fmla="*/ 5647037 h 5654902"/>
                <a:gd name="connsiteX6" fmla="*/ 2257418 w 5983992"/>
                <a:gd name="connsiteY6" fmla="*/ 3890279 h 5654902"/>
                <a:gd name="connsiteX7" fmla="*/ 66908 w 5983992"/>
                <a:gd name="connsiteY7" fmla="*/ 3123201 h 5654902"/>
                <a:gd name="connsiteX0" fmla="*/ 0 w 5983992"/>
                <a:gd name="connsiteY0" fmla="*/ 1628938 h 5601771"/>
                <a:gd name="connsiteX1" fmla="*/ 2921620 w 5983992"/>
                <a:gd name="connsiteY1" fmla="*/ 1294401 h 5601771"/>
                <a:gd name="connsiteX2" fmla="*/ 5731727 w 5983992"/>
                <a:gd name="connsiteY2" fmla="*/ 860 h 5601771"/>
                <a:gd name="connsiteX3" fmla="*/ 5630554 w 5983992"/>
                <a:gd name="connsiteY3" fmla="*/ 1129279 h 5601771"/>
                <a:gd name="connsiteX4" fmla="*/ 3797654 w 5983992"/>
                <a:gd name="connsiteY4" fmla="*/ 3109483 h 5601771"/>
                <a:gd name="connsiteX5" fmla="*/ 3309650 w 5983992"/>
                <a:gd name="connsiteY5" fmla="*/ 5593638 h 5601771"/>
                <a:gd name="connsiteX6" fmla="*/ 2257418 w 5983992"/>
                <a:gd name="connsiteY6" fmla="*/ 3890279 h 5601771"/>
                <a:gd name="connsiteX7" fmla="*/ 66908 w 5983992"/>
                <a:gd name="connsiteY7" fmla="*/ 3123201 h 5601771"/>
                <a:gd name="connsiteX0" fmla="*/ 0 w 5983992"/>
                <a:gd name="connsiteY0" fmla="*/ 1628938 h 5607606"/>
                <a:gd name="connsiteX1" fmla="*/ 2921620 w 5983992"/>
                <a:gd name="connsiteY1" fmla="*/ 1294401 h 5607606"/>
                <a:gd name="connsiteX2" fmla="*/ 5731727 w 5983992"/>
                <a:gd name="connsiteY2" fmla="*/ 860 h 5607606"/>
                <a:gd name="connsiteX3" fmla="*/ 5630554 w 5983992"/>
                <a:gd name="connsiteY3" fmla="*/ 1129279 h 5607606"/>
                <a:gd name="connsiteX4" fmla="*/ 3797654 w 5983992"/>
                <a:gd name="connsiteY4" fmla="*/ 3109483 h 5607606"/>
                <a:gd name="connsiteX5" fmla="*/ 3309650 w 5983992"/>
                <a:gd name="connsiteY5" fmla="*/ 5593638 h 5607606"/>
                <a:gd name="connsiteX6" fmla="*/ 2753455 w 5983992"/>
                <a:gd name="connsiteY6" fmla="*/ 4086077 h 5607606"/>
                <a:gd name="connsiteX7" fmla="*/ 66908 w 5983992"/>
                <a:gd name="connsiteY7" fmla="*/ 3123201 h 5607606"/>
                <a:gd name="connsiteX0" fmla="*/ 0 w 5983992"/>
                <a:gd name="connsiteY0" fmla="*/ 1628938 h 5607606"/>
                <a:gd name="connsiteX1" fmla="*/ 2921620 w 5983992"/>
                <a:gd name="connsiteY1" fmla="*/ 1294401 h 5607606"/>
                <a:gd name="connsiteX2" fmla="*/ 5731727 w 5983992"/>
                <a:gd name="connsiteY2" fmla="*/ 860 h 5607606"/>
                <a:gd name="connsiteX3" fmla="*/ 5630554 w 5983992"/>
                <a:gd name="connsiteY3" fmla="*/ 1129279 h 5607606"/>
                <a:gd name="connsiteX4" fmla="*/ 3797654 w 5983992"/>
                <a:gd name="connsiteY4" fmla="*/ 3109483 h 5607606"/>
                <a:gd name="connsiteX5" fmla="*/ 3309650 w 5983992"/>
                <a:gd name="connsiteY5" fmla="*/ 5593638 h 5607606"/>
                <a:gd name="connsiteX6" fmla="*/ 2753455 w 5983992"/>
                <a:gd name="connsiteY6" fmla="*/ 4086077 h 5607606"/>
                <a:gd name="connsiteX7" fmla="*/ 122023 w 5983992"/>
                <a:gd name="connsiteY7" fmla="*/ 3514796 h 5607606"/>
                <a:gd name="connsiteX0" fmla="*/ 0 w 5983992"/>
                <a:gd name="connsiteY0" fmla="*/ 1628938 h 5607606"/>
                <a:gd name="connsiteX1" fmla="*/ 2921620 w 5983992"/>
                <a:gd name="connsiteY1" fmla="*/ 1294401 h 5607606"/>
                <a:gd name="connsiteX2" fmla="*/ 5731727 w 5983992"/>
                <a:gd name="connsiteY2" fmla="*/ 860 h 5607606"/>
                <a:gd name="connsiteX3" fmla="*/ 5630554 w 5983992"/>
                <a:gd name="connsiteY3" fmla="*/ 1129279 h 5607606"/>
                <a:gd name="connsiteX4" fmla="*/ 3797654 w 5983992"/>
                <a:gd name="connsiteY4" fmla="*/ 3109483 h 5607606"/>
                <a:gd name="connsiteX5" fmla="*/ 3309650 w 5983992"/>
                <a:gd name="connsiteY5" fmla="*/ 5593638 h 5607606"/>
                <a:gd name="connsiteX6" fmla="*/ 2753455 w 5983992"/>
                <a:gd name="connsiteY6" fmla="*/ 4086077 h 5607606"/>
                <a:gd name="connsiteX7" fmla="*/ 122023 w 5983992"/>
                <a:gd name="connsiteY7" fmla="*/ 3514796 h 5607606"/>
                <a:gd name="connsiteX0" fmla="*/ 0 w 6149978"/>
                <a:gd name="connsiteY0" fmla="*/ 1753420 h 5732088"/>
                <a:gd name="connsiteX1" fmla="*/ 2921620 w 6149978"/>
                <a:gd name="connsiteY1" fmla="*/ 1418883 h 5732088"/>
                <a:gd name="connsiteX2" fmla="*/ 5952188 w 6149978"/>
                <a:gd name="connsiteY2" fmla="*/ 744 h 5732088"/>
                <a:gd name="connsiteX3" fmla="*/ 5630554 w 6149978"/>
                <a:gd name="connsiteY3" fmla="*/ 1253761 h 5732088"/>
                <a:gd name="connsiteX4" fmla="*/ 3797654 w 6149978"/>
                <a:gd name="connsiteY4" fmla="*/ 3233965 h 5732088"/>
                <a:gd name="connsiteX5" fmla="*/ 3309650 w 6149978"/>
                <a:gd name="connsiteY5" fmla="*/ 5718120 h 5732088"/>
                <a:gd name="connsiteX6" fmla="*/ 2753455 w 6149978"/>
                <a:gd name="connsiteY6" fmla="*/ 4210559 h 5732088"/>
                <a:gd name="connsiteX7" fmla="*/ 122023 w 6149978"/>
                <a:gd name="connsiteY7" fmla="*/ 3639278 h 5732088"/>
                <a:gd name="connsiteX0" fmla="*/ 0 w 6125560"/>
                <a:gd name="connsiteY0" fmla="*/ 1763733 h 5742401"/>
                <a:gd name="connsiteX1" fmla="*/ 2921620 w 6125560"/>
                <a:gd name="connsiteY1" fmla="*/ 1429196 h 5742401"/>
                <a:gd name="connsiteX2" fmla="*/ 5952188 w 6125560"/>
                <a:gd name="connsiteY2" fmla="*/ 11057 h 5742401"/>
                <a:gd name="connsiteX3" fmla="*/ 5630554 w 6125560"/>
                <a:gd name="connsiteY3" fmla="*/ 1264074 h 5742401"/>
                <a:gd name="connsiteX4" fmla="*/ 3797654 w 6125560"/>
                <a:gd name="connsiteY4" fmla="*/ 3244278 h 5742401"/>
                <a:gd name="connsiteX5" fmla="*/ 3309650 w 6125560"/>
                <a:gd name="connsiteY5" fmla="*/ 5728433 h 5742401"/>
                <a:gd name="connsiteX6" fmla="*/ 2753455 w 6125560"/>
                <a:gd name="connsiteY6" fmla="*/ 4220872 h 5742401"/>
                <a:gd name="connsiteX7" fmla="*/ 122023 w 6125560"/>
                <a:gd name="connsiteY7" fmla="*/ 3649591 h 5742401"/>
                <a:gd name="connsiteX0" fmla="*/ 0 w 6125560"/>
                <a:gd name="connsiteY0" fmla="*/ 1763733 h 5742401"/>
                <a:gd name="connsiteX1" fmla="*/ 2921620 w 6125560"/>
                <a:gd name="connsiteY1" fmla="*/ 1429196 h 5742401"/>
                <a:gd name="connsiteX2" fmla="*/ 5952188 w 6125560"/>
                <a:gd name="connsiteY2" fmla="*/ 11057 h 5742401"/>
                <a:gd name="connsiteX3" fmla="*/ 5630554 w 6125560"/>
                <a:gd name="connsiteY3" fmla="*/ 1264074 h 5742401"/>
                <a:gd name="connsiteX4" fmla="*/ 3797654 w 6125560"/>
                <a:gd name="connsiteY4" fmla="*/ 3244278 h 5742401"/>
                <a:gd name="connsiteX5" fmla="*/ 3309650 w 6125560"/>
                <a:gd name="connsiteY5" fmla="*/ 5728433 h 5742401"/>
                <a:gd name="connsiteX6" fmla="*/ 2753455 w 6125560"/>
                <a:gd name="connsiteY6" fmla="*/ 4220872 h 5742401"/>
                <a:gd name="connsiteX7" fmla="*/ 66908 w 6125560"/>
                <a:gd name="connsiteY7" fmla="*/ 4165786 h 5742401"/>
                <a:gd name="connsiteX0" fmla="*/ 0 w 6125560"/>
                <a:gd name="connsiteY0" fmla="*/ 1763733 h 5742401"/>
                <a:gd name="connsiteX1" fmla="*/ 2921620 w 6125560"/>
                <a:gd name="connsiteY1" fmla="*/ 1429196 h 5742401"/>
                <a:gd name="connsiteX2" fmla="*/ 5952188 w 6125560"/>
                <a:gd name="connsiteY2" fmla="*/ 11057 h 5742401"/>
                <a:gd name="connsiteX3" fmla="*/ 5630554 w 6125560"/>
                <a:gd name="connsiteY3" fmla="*/ 1264074 h 5742401"/>
                <a:gd name="connsiteX4" fmla="*/ 3797654 w 6125560"/>
                <a:gd name="connsiteY4" fmla="*/ 3244278 h 5742401"/>
                <a:gd name="connsiteX5" fmla="*/ 3309650 w 6125560"/>
                <a:gd name="connsiteY5" fmla="*/ 5728433 h 5742401"/>
                <a:gd name="connsiteX6" fmla="*/ 2753455 w 6125560"/>
                <a:gd name="connsiteY6" fmla="*/ 4220872 h 5742401"/>
                <a:gd name="connsiteX7" fmla="*/ 66908 w 6125560"/>
                <a:gd name="connsiteY7" fmla="*/ 4165786 h 5742401"/>
                <a:gd name="connsiteX0" fmla="*/ 0 w 6125560"/>
                <a:gd name="connsiteY0" fmla="*/ 1763733 h 5741778"/>
                <a:gd name="connsiteX1" fmla="*/ 2921620 w 6125560"/>
                <a:gd name="connsiteY1" fmla="*/ 1429196 h 5741778"/>
                <a:gd name="connsiteX2" fmla="*/ 5952188 w 6125560"/>
                <a:gd name="connsiteY2" fmla="*/ 11057 h 5741778"/>
                <a:gd name="connsiteX3" fmla="*/ 5630554 w 6125560"/>
                <a:gd name="connsiteY3" fmla="*/ 1264074 h 5741778"/>
                <a:gd name="connsiteX4" fmla="*/ 3797654 w 6125560"/>
                <a:gd name="connsiteY4" fmla="*/ 3244278 h 5741778"/>
                <a:gd name="connsiteX5" fmla="*/ 3309650 w 6125560"/>
                <a:gd name="connsiteY5" fmla="*/ 5728433 h 5741778"/>
                <a:gd name="connsiteX6" fmla="*/ 2735083 w 6125560"/>
                <a:gd name="connsiteY6" fmla="*/ 4203073 h 5741778"/>
                <a:gd name="connsiteX7" fmla="*/ 66908 w 6125560"/>
                <a:gd name="connsiteY7" fmla="*/ 4165786 h 5741778"/>
                <a:gd name="connsiteX0" fmla="*/ 0 w 6125560"/>
                <a:gd name="connsiteY0" fmla="*/ 1763733 h 5741778"/>
                <a:gd name="connsiteX1" fmla="*/ 2921620 w 6125560"/>
                <a:gd name="connsiteY1" fmla="*/ 1429196 h 5741778"/>
                <a:gd name="connsiteX2" fmla="*/ 5952188 w 6125560"/>
                <a:gd name="connsiteY2" fmla="*/ 11057 h 5741778"/>
                <a:gd name="connsiteX3" fmla="*/ 5630554 w 6125560"/>
                <a:gd name="connsiteY3" fmla="*/ 1264074 h 5741778"/>
                <a:gd name="connsiteX4" fmla="*/ 3797654 w 6125560"/>
                <a:gd name="connsiteY4" fmla="*/ 3244278 h 5741778"/>
                <a:gd name="connsiteX5" fmla="*/ 3309650 w 6125560"/>
                <a:gd name="connsiteY5" fmla="*/ 5728433 h 5741778"/>
                <a:gd name="connsiteX6" fmla="*/ 2735083 w 6125560"/>
                <a:gd name="connsiteY6" fmla="*/ 4203073 h 5741778"/>
                <a:gd name="connsiteX7" fmla="*/ 66908 w 6125560"/>
                <a:gd name="connsiteY7" fmla="*/ 4165786 h 5741778"/>
                <a:gd name="connsiteX0" fmla="*/ 0 w 6070445"/>
                <a:gd name="connsiteY0" fmla="*/ 1977331 h 5741778"/>
                <a:gd name="connsiteX1" fmla="*/ 2866505 w 6070445"/>
                <a:gd name="connsiteY1" fmla="*/ 1429196 h 5741778"/>
                <a:gd name="connsiteX2" fmla="*/ 5897073 w 6070445"/>
                <a:gd name="connsiteY2" fmla="*/ 11057 h 5741778"/>
                <a:gd name="connsiteX3" fmla="*/ 5575439 w 6070445"/>
                <a:gd name="connsiteY3" fmla="*/ 1264074 h 5741778"/>
                <a:gd name="connsiteX4" fmla="*/ 3742539 w 6070445"/>
                <a:gd name="connsiteY4" fmla="*/ 3244278 h 5741778"/>
                <a:gd name="connsiteX5" fmla="*/ 3254535 w 6070445"/>
                <a:gd name="connsiteY5" fmla="*/ 5728433 h 5741778"/>
                <a:gd name="connsiteX6" fmla="*/ 2679968 w 6070445"/>
                <a:gd name="connsiteY6" fmla="*/ 4203073 h 5741778"/>
                <a:gd name="connsiteX7" fmla="*/ 11793 w 6070445"/>
                <a:gd name="connsiteY7" fmla="*/ 4165786 h 5741778"/>
                <a:gd name="connsiteX0" fmla="*/ 0 w 6112519"/>
                <a:gd name="connsiteY0" fmla="*/ 1966278 h 5730725"/>
                <a:gd name="connsiteX1" fmla="*/ 2866505 w 6112519"/>
                <a:gd name="connsiteY1" fmla="*/ 1418143 h 5730725"/>
                <a:gd name="connsiteX2" fmla="*/ 5897073 w 6112519"/>
                <a:gd name="connsiteY2" fmla="*/ 4 h 5730725"/>
                <a:gd name="connsiteX3" fmla="*/ 5630554 w 6112519"/>
                <a:gd name="connsiteY3" fmla="*/ 1431020 h 5730725"/>
                <a:gd name="connsiteX4" fmla="*/ 3742539 w 6112519"/>
                <a:gd name="connsiteY4" fmla="*/ 3233225 h 5730725"/>
                <a:gd name="connsiteX5" fmla="*/ 3254535 w 6112519"/>
                <a:gd name="connsiteY5" fmla="*/ 5717380 h 5730725"/>
                <a:gd name="connsiteX6" fmla="*/ 2679968 w 6112519"/>
                <a:gd name="connsiteY6" fmla="*/ 4192020 h 5730725"/>
                <a:gd name="connsiteX7" fmla="*/ 11793 w 6112519"/>
                <a:gd name="connsiteY7" fmla="*/ 4154733 h 573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12519" h="5730725">
                  <a:moveTo>
                    <a:pt x="0" y="1966278"/>
                  </a:moveTo>
                  <a:cubicBezTo>
                    <a:pt x="983166" y="1934682"/>
                    <a:pt x="1883659" y="1745855"/>
                    <a:pt x="2866505" y="1418143"/>
                  </a:cubicBezTo>
                  <a:cubicBezTo>
                    <a:pt x="3849351" y="1090431"/>
                    <a:pt x="5436398" y="-2142"/>
                    <a:pt x="5897073" y="4"/>
                  </a:cubicBezTo>
                  <a:cubicBezTo>
                    <a:pt x="6357748" y="2150"/>
                    <a:pt x="5989643" y="892150"/>
                    <a:pt x="5630554" y="1431020"/>
                  </a:cubicBezTo>
                  <a:cubicBezTo>
                    <a:pt x="5271465" y="1969890"/>
                    <a:pt x="4138542" y="2518832"/>
                    <a:pt x="3742539" y="3233225"/>
                  </a:cubicBezTo>
                  <a:cubicBezTo>
                    <a:pt x="3346536" y="3947618"/>
                    <a:pt x="3431630" y="5557581"/>
                    <a:pt x="3254535" y="5717380"/>
                  </a:cubicBezTo>
                  <a:cubicBezTo>
                    <a:pt x="3077440" y="5877179"/>
                    <a:pt x="3401080" y="4556293"/>
                    <a:pt x="2679968" y="4192020"/>
                  </a:cubicBezTo>
                  <a:cubicBezTo>
                    <a:pt x="1866998" y="3934546"/>
                    <a:pt x="1600778" y="3902240"/>
                    <a:pt x="11793" y="4154733"/>
                  </a:cubicBezTo>
                </a:path>
              </a:pathLst>
            </a:custGeom>
            <a:noFill/>
            <a:ln w="28575" cap="flat" cmpd="sng" algn="ctr">
              <a:solidFill>
                <a:srgbClr val="0432FF">
                  <a:alpha val="63000"/>
                </a:srgbClr>
              </a:solidFill>
              <a:prstDash val="sysDash"/>
              <a:round/>
              <a:headEnd type="none" w="med" len="med"/>
              <a:tailEnd type="stealth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FC6514-D516-7C6D-2688-44E8D2028214}"/>
                </a:ext>
              </a:extLst>
            </p:cNvPr>
            <p:cNvSpPr/>
            <p:nvPr/>
          </p:nvSpPr>
          <p:spPr bwMode="auto">
            <a:xfrm>
              <a:off x="7198039" y="1924960"/>
              <a:ext cx="916259" cy="898226"/>
            </a:xfrm>
            <a:prstGeom prst="ellipse">
              <a:avLst/>
            </a:prstGeom>
            <a:noFill/>
            <a:ln w="101600" cap="flat" cmpd="sng" algn="ctr">
              <a:solidFill>
                <a:srgbClr val="FF0000">
                  <a:alpha val="38319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2021</a:t>
              </a:r>
            </a:p>
          </p:txBody>
        </p:sp>
      </p:grpSp>
      <p:pic>
        <p:nvPicPr>
          <p:cNvPr id="21" name="Graphic 20" descr="Truck outline">
            <a:extLst>
              <a:ext uri="{FF2B5EF4-FFF2-40B4-BE49-F238E27FC236}">
                <a16:creationId xmlns:a16="http://schemas.microsoft.com/office/drawing/2014/main" id="{A6CE8BFE-0B98-7EB0-3DB6-B10E22BC5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20618078">
            <a:off x="3498631" y="2642485"/>
            <a:ext cx="360096" cy="360096"/>
          </a:xfrm>
          <a:prstGeom prst="rect">
            <a:avLst/>
          </a:prstGeom>
        </p:spPr>
      </p:pic>
      <p:pic>
        <p:nvPicPr>
          <p:cNvPr id="7" name="Graphic 6" descr="Truck outline">
            <a:extLst>
              <a:ext uri="{FF2B5EF4-FFF2-40B4-BE49-F238E27FC236}">
                <a16:creationId xmlns:a16="http://schemas.microsoft.com/office/drawing/2014/main" id="{BB469F65-8A4E-290D-1D2A-BC7F0200E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9940680">
            <a:off x="5831691" y="1564872"/>
            <a:ext cx="360096" cy="360096"/>
          </a:xfrm>
          <a:prstGeom prst="rect">
            <a:avLst/>
          </a:prstGeom>
        </p:spPr>
      </p:pic>
      <p:pic>
        <p:nvPicPr>
          <p:cNvPr id="15" name="Graphic 14" descr="Truck outline">
            <a:extLst>
              <a:ext uri="{FF2B5EF4-FFF2-40B4-BE49-F238E27FC236}">
                <a16:creationId xmlns:a16="http://schemas.microsoft.com/office/drawing/2014/main" id="{AD7C5C26-281A-9A3F-4E65-BB53B383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18557389" flipH="1">
            <a:off x="5134611" y="4544327"/>
            <a:ext cx="360096" cy="360096"/>
          </a:xfrm>
          <a:prstGeom prst="rect">
            <a:avLst/>
          </a:prstGeom>
        </p:spPr>
      </p:pic>
      <p:pic>
        <p:nvPicPr>
          <p:cNvPr id="17" name="Graphic 16" descr="Truck outline">
            <a:extLst>
              <a:ext uri="{FF2B5EF4-FFF2-40B4-BE49-F238E27FC236}">
                <a16:creationId xmlns:a16="http://schemas.microsoft.com/office/drawing/2014/main" id="{0A2281EC-4F55-417F-0F7E-D99B67CFA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 rot="375814" flipH="1">
            <a:off x="2791734" y="5754161"/>
            <a:ext cx="360096" cy="3600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7E7DCB-0C0F-89AF-5678-91948347BB9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300" y="756117"/>
            <a:ext cx="7750456" cy="58128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701CA8-C48F-0366-053C-416AB4658DD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0086" y="725174"/>
            <a:ext cx="7761694" cy="58212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6E343A3-1DE6-02BF-AD71-11228B918F59}"/>
              </a:ext>
            </a:extLst>
          </p:cNvPr>
          <p:cNvGrpSpPr/>
          <p:nvPr/>
        </p:nvGrpSpPr>
        <p:grpSpPr>
          <a:xfrm>
            <a:off x="481505" y="732858"/>
            <a:ext cx="8452575" cy="5646671"/>
            <a:chOff x="482600" y="747675"/>
            <a:chExt cx="8251839" cy="551257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03E2A7-B6B3-32A1-B160-30C88B5745E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600" y="747675"/>
              <a:ext cx="4134429" cy="551257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3A3FCA4-9EDD-0EA0-DA53-2090AA8E09F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17028" y="770365"/>
              <a:ext cx="4117411" cy="5489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699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F123F-9A1A-DDC8-89C4-1A9F9EDE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60754579-6985-9BED-3A3A-C3FC9CCA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B2225F6-4435-EF62-5D26-4613DFF2A0C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BF33B3A-AD0A-BBFD-D33E-E6277304D4B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756107"/>
            <a:ext cx="8451480" cy="581285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9A7F529-FC23-6DC0-E963-929B49081482}"/>
              </a:ext>
            </a:extLst>
          </p:cNvPr>
          <p:cNvSpPr/>
          <p:nvPr/>
        </p:nvSpPr>
        <p:spPr bwMode="auto">
          <a:xfrm>
            <a:off x="1261243" y="1069120"/>
            <a:ext cx="1208689" cy="1211627"/>
          </a:xfrm>
          <a:prstGeom prst="ellipse">
            <a:avLst/>
          </a:prstGeom>
          <a:noFill/>
          <a:ln w="101600" cap="flat" cmpd="sng" algn="ctr">
            <a:solidFill>
              <a:schemeClr val="bg1">
                <a:lumMod val="50000"/>
                <a:alpha val="38319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Nov 2022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5F281E-5BEC-5E69-85E8-D9E7D8641569}"/>
              </a:ext>
            </a:extLst>
          </p:cNvPr>
          <p:cNvSpPr/>
          <p:nvPr/>
        </p:nvSpPr>
        <p:spPr bwMode="auto">
          <a:xfrm>
            <a:off x="5835772" y="2823186"/>
            <a:ext cx="1424010" cy="1402450"/>
          </a:xfrm>
          <a:prstGeom prst="ellipse">
            <a:avLst/>
          </a:prstGeom>
          <a:noFill/>
          <a:ln w="101600" cap="flat" cmpd="sng" algn="ctr">
            <a:solidFill>
              <a:schemeClr val="bg1">
                <a:lumMod val="50000"/>
                <a:alpha val="38319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July </a:t>
            </a:r>
          </a:p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2023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6509A5-414D-6600-EA8E-2710DACC0B8C}"/>
              </a:ext>
            </a:extLst>
          </p:cNvPr>
          <p:cNvSpPr/>
          <p:nvPr/>
        </p:nvSpPr>
        <p:spPr bwMode="auto">
          <a:xfrm>
            <a:off x="4227110" y="5150024"/>
            <a:ext cx="994695" cy="975118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39139-8A7B-2EC1-B27D-A75F374FFF0F}"/>
              </a:ext>
            </a:extLst>
          </p:cNvPr>
          <p:cNvSpPr txBox="1"/>
          <p:nvPr/>
        </p:nvSpPr>
        <p:spPr>
          <a:xfrm>
            <a:off x="4329937" y="5472993"/>
            <a:ext cx="78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66E8A2-01C6-1B1F-1EE9-0548C1D193C6}"/>
              </a:ext>
            </a:extLst>
          </p:cNvPr>
          <p:cNvGrpSpPr/>
          <p:nvPr/>
        </p:nvGrpSpPr>
        <p:grpSpPr>
          <a:xfrm>
            <a:off x="967119" y="664621"/>
            <a:ext cx="7243656" cy="6187099"/>
            <a:chOff x="967119" y="664619"/>
            <a:chExt cx="7243656" cy="61870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691F711-CC6A-FE2C-89D0-0BDF7B611628}"/>
                </a:ext>
              </a:extLst>
            </p:cNvPr>
            <p:cNvSpPr/>
            <p:nvPr/>
          </p:nvSpPr>
          <p:spPr bwMode="auto">
            <a:xfrm>
              <a:off x="967119" y="664619"/>
              <a:ext cx="7243656" cy="6187099"/>
            </a:xfrm>
            <a:custGeom>
              <a:avLst/>
              <a:gdLst>
                <a:gd name="connsiteX0" fmla="*/ 0 w 1424010"/>
                <a:gd name="connsiteY0" fmla="*/ 701225 h 1402450"/>
                <a:gd name="connsiteX1" fmla="*/ 712005 w 1424010"/>
                <a:gd name="connsiteY1" fmla="*/ 0 h 1402450"/>
                <a:gd name="connsiteX2" fmla="*/ 1424010 w 1424010"/>
                <a:gd name="connsiteY2" fmla="*/ 701225 h 1402450"/>
                <a:gd name="connsiteX3" fmla="*/ 712005 w 1424010"/>
                <a:gd name="connsiteY3" fmla="*/ 1402450 h 1402450"/>
                <a:gd name="connsiteX4" fmla="*/ 0 w 1424010"/>
                <a:gd name="connsiteY4" fmla="*/ 701225 h 1402450"/>
                <a:gd name="connsiteX0" fmla="*/ 20180 w 1625406"/>
                <a:gd name="connsiteY0" fmla="*/ 2282052 h 2983277"/>
                <a:gd name="connsiteX1" fmla="*/ 1452856 w 1625406"/>
                <a:gd name="connsiteY1" fmla="*/ 0 h 2983277"/>
                <a:gd name="connsiteX2" fmla="*/ 1444190 w 1625406"/>
                <a:gd name="connsiteY2" fmla="*/ 2282052 h 2983277"/>
                <a:gd name="connsiteX3" fmla="*/ 732185 w 1625406"/>
                <a:gd name="connsiteY3" fmla="*/ 2983277 h 2983277"/>
                <a:gd name="connsiteX4" fmla="*/ 20180 w 1625406"/>
                <a:gd name="connsiteY4" fmla="*/ 2282052 h 2983277"/>
                <a:gd name="connsiteX0" fmla="*/ 180978 w 1786204"/>
                <a:gd name="connsiteY0" fmla="*/ 2282052 h 3936423"/>
                <a:gd name="connsiteX1" fmla="*/ 1613654 w 1786204"/>
                <a:gd name="connsiteY1" fmla="*/ 0 h 3936423"/>
                <a:gd name="connsiteX2" fmla="*/ 1604988 w 1786204"/>
                <a:gd name="connsiteY2" fmla="*/ 2282052 h 3936423"/>
                <a:gd name="connsiteX3" fmla="*/ 280799 w 1786204"/>
                <a:gd name="connsiteY3" fmla="*/ 3936423 h 3936423"/>
                <a:gd name="connsiteX4" fmla="*/ 180978 w 1786204"/>
                <a:gd name="connsiteY4" fmla="*/ 2282052 h 3936423"/>
                <a:gd name="connsiteX0" fmla="*/ 236119 w 2575456"/>
                <a:gd name="connsiteY0" fmla="*/ 2731503 h 4385874"/>
                <a:gd name="connsiteX1" fmla="*/ 2497954 w 2575456"/>
                <a:gd name="connsiteY1" fmla="*/ 0 h 4385874"/>
                <a:gd name="connsiteX2" fmla="*/ 1660129 w 2575456"/>
                <a:gd name="connsiteY2" fmla="*/ 2731503 h 4385874"/>
                <a:gd name="connsiteX3" fmla="*/ 335940 w 2575456"/>
                <a:gd name="connsiteY3" fmla="*/ 4385874 h 4385874"/>
                <a:gd name="connsiteX4" fmla="*/ 236119 w 2575456"/>
                <a:gd name="connsiteY4" fmla="*/ 2731503 h 4385874"/>
                <a:gd name="connsiteX0" fmla="*/ 236119 w 2591804"/>
                <a:gd name="connsiteY0" fmla="*/ 2731503 h 4385874"/>
                <a:gd name="connsiteX1" fmla="*/ 2497954 w 2591804"/>
                <a:gd name="connsiteY1" fmla="*/ 0 h 4385874"/>
                <a:gd name="connsiteX2" fmla="*/ 1660129 w 2591804"/>
                <a:gd name="connsiteY2" fmla="*/ 2731503 h 4385874"/>
                <a:gd name="connsiteX3" fmla="*/ 335940 w 2591804"/>
                <a:gd name="connsiteY3" fmla="*/ 4385874 h 4385874"/>
                <a:gd name="connsiteX4" fmla="*/ 236119 w 2591804"/>
                <a:gd name="connsiteY4" fmla="*/ 2731503 h 4385874"/>
                <a:gd name="connsiteX0" fmla="*/ 236119 w 2591804"/>
                <a:gd name="connsiteY0" fmla="*/ 2731503 h 4385874"/>
                <a:gd name="connsiteX1" fmla="*/ 2497954 w 2591804"/>
                <a:gd name="connsiteY1" fmla="*/ 0 h 4385874"/>
                <a:gd name="connsiteX2" fmla="*/ 1660129 w 2591804"/>
                <a:gd name="connsiteY2" fmla="*/ 2731503 h 4385874"/>
                <a:gd name="connsiteX3" fmla="*/ 335940 w 2591804"/>
                <a:gd name="connsiteY3" fmla="*/ 4385874 h 4385874"/>
                <a:gd name="connsiteX4" fmla="*/ 236119 w 2591804"/>
                <a:gd name="connsiteY4" fmla="*/ 2731503 h 4385874"/>
                <a:gd name="connsiteX0" fmla="*/ 236119 w 2625128"/>
                <a:gd name="connsiteY0" fmla="*/ 2746373 h 4400744"/>
                <a:gd name="connsiteX1" fmla="*/ 2497954 w 2625128"/>
                <a:gd name="connsiteY1" fmla="*/ 14870 h 4400744"/>
                <a:gd name="connsiteX2" fmla="*/ 1660129 w 2625128"/>
                <a:gd name="connsiteY2" fmla="*/ 2746373 h 4400744"/>
                <a:gd name="connsiteX3" fmla="*/ 335940 w 2625128"/>
                <a:gd name="connsiteY3" fmla="*/ 4400744 h 4400744"/>
                <a:gd name="connsiteX4" fmla="*/ 236119 w 2625128"/>
                <a:gd name="connsiteY4" fmla="*/ 2746373 h 4400744"/>
                <a:gd name="connsiteX0" fmla="*/ 223241 w 2417470"/>
                <a:gd name="connsiteY0" fmla="*/ 2758052 h 4385897"/>
                <a:gd name="connsiteX1" fmla="*/ 2378928 w 2417470"/>
                <a:gd name="connsiteY1" fmla="*/ 7 h 4385897"/>
                <a:gd name="connsiteX2" fmla="*/ 1541103 w 2417470"/>
                <a:gd name="connsiteY2" fmla="*/ 2731510 h 4385897"/>
                <a:gd name="connsiteX3" fmla="*/ 216914 w 2417470"/>
                <a:gd name="connsiteY3" fmla="*/ 4385881 h 4385897"/>
                <a:gd name="connsiteX4" fmla="*/ 223241 w 2417470"/>
                <a:gd name="connsiteY4" fmla="*/ 2758052 h 4385897"/>
                <a:gd name="connsiteX0" fmla="*/ 424694 w 2618923"/>
                <a:gd name="connsiteY0" fmla="*/ 2758052 h 4385892"/>
                <a:gd name="connsiteX1" fmla="*/ 2580381 w 2618923"/>
                <a:gd name="connsiteY1" fmla="*/ 7 h 4385892"/>
                <a:gd name="connsiteX2" fmla="*/ 1742556 w 2618923"/>
                <a:gd name="connsiteY2" fmla="*/ 2731510 h 4385892"/>
                <a:gd name="connsiteX3" fmla="*/ 418367 w 2618923"/>
                <a:gd name="connsiteY3" fmla="*/ 4385881 h 4385892"/>
                <a:gd name="connsiteX4" fmla="*/ 424694 w 2618923"/>
                <a:gd name="connsiteY4" fmla="*/ 2758052 h 4385892"/>
                <a:gd name="connsiteX0" fmla="*/ 258557 w 3458461"/>
                <a:gd name="connsiteY0" fmla="*/ 3173811 h 4391690"/>
                <a:gd name="connsiteX1" fmla="*/ 3369579 w 3458461"/>
                <a:gd name="connsiteY1" fmla="*/ 1696 h 4391690"/>
                <a:gd name="connsiteX2" fmla="*/ 2531754 w 3458461"/>
                <a:gd name="connsiteY2" fmla="*/ 2733199 h 4391690"/>
                <a:gd name="connsiteX3" fmla="*/ 1207565 w 3458461"/>
                <a:gd name="connsiteY3" fmla="*/ 4387570 h 4391690"/>
                <a:gd name="connsiteX4" fmla="*/ 258557 w 3458461"/>
                <a:gd name="connsiteY4" fmla="*/ 3173811 h 4391690"/>
                <a:gd name="connsiteX0" fmla="*/ 42135 w 3242039"/>
                <a:gd name="connsiteY0" fmla="*/ 3173811 h 3941521"/>
                <a:gd name="connsiteX1" fmla="*/ 3153157 w 3242039"/>
                <a:gd name="connsiteY1" fmla="*/ 1696 h 3941521"/>
                <a:gd name="connsiteX2" fmla="*/ 2315332 w 3242039"/>
                <a:gd name="connsiteY2" fmla="*/ 2733199 h 3941521"/>
                <a:gd name="connsiteX3" fmla="*/ 1415736 w 3242039"/>
                <a:gd name="connsiteY3" fmla="*/ 3925724 h 3941521"/>
                <a:gd name="connsiteX4" fmla="*/ 42135 w 3242039"/>
                <a:gd name="connsiteY4" fmla="*/ 3173811 h 3941521"/>
                <a:gd name="connsiteX0" fmla="*/ 46156 w 3337503"/>
                <a:gd name="connsiteY0" fmla="*/ 3470904 h 4241492"/>
                <a:gd name="connsiteX1" fmla="*/ 3255161 w 3337503"/>
                <a:gd name="connsiteY1" fmla="*/ 1508 h 4241492"/>
                <a:gd name="connsiteX2" fmla="*/ 2319353 w 3337503"/>
                <a:gd name="connsiteY2" fmla="*/ 3030292 h 4241492"/>
                <a:gd name="connsiteX3" fmla="*/ 1419757 w 3337503"/>
                <a:gd name="connsiteY3" fmla="*/ 4222817 h 4241492"/>
                <a:gd name="connsiteX4" fmla="*/ 46156 w 3337503"/>
                <a:gd name="connsiteY4" fmla="*/ 3470904 h 4241492"/>
                <a:gd name="connsiteX0" fmla="*/ 46156 w 3266226"/>
                <a:gd name="connsiteY0" fmla="*/ 3507243 h 4277831"/>
                <a:gd name="connsiteX1" fmla="*/ 1647220 w 3266226"/>
                <a:gd name="connsiteY1" fmla="*/ 1504003 h 4277831"/>
                <a:gd name="connsiteX2" fmla="*/ 3255161 w 3266226"/>
                <a:gd name="connsiteY2" fmla="*/ 37847 h 4277831"/>
                <a:gd name="connsiteX3" fmla="*/ 2319353 w 3266226"/>
                <a:gd name="connsiteY3" fmla="*/ 3066631 h 4277831"/>
                <a:gd name="connsiteX4" fmla="*/ 1419757 w 3266226"/>
                <a:gd name="connsiteY4" fmla="*/ 4259156 h 4277831"/>
                <a:gd name="connsiteX5" fmla="*/ 46156 w 3266226"/>
                <a:gd name="connsiteY5" fmla="*/ 3507243 h 4277831"/>
                <a:gd name="connsiteX0" fmla="*/ 30 w 3228649"/>
                <a:gd name="connsiteY0" fmla="*/ 3476560 h 4235829"/>
                <a:gd name="connsiteX1" fmla="*/ 1339806 w 3228649"/>
                <a:gd name="connsiteY1" fmla="*/ 2232447 h 4235829"/>
                <a:gd name="connsiteX2" fmla="*/ 3209035 w 3228649"/>
                <a:gd name="connsiteY2" fmla="*/ 7164 h 4235829"/>
                <a:gd name="connsiteX3" fmla="*/ 2273227 w 3228649"/>
                <a:gd name="connsiteY3" fmla="*/ 3035948 h 4235829"/>
                <a:gd name="connsiteX4" fmla="*/ 1373631 w 3228649"/>
                <a:gd name="connsiteY4" fmla="*/ 4228473 h 4235829"/>
                <a:gd name="connsiteX5" fmla="*/ 30 w 3228649"/>
                <a:gd name="connsiteY5" fmla="*/ 3476560 h 4235829"/>
                <a:gd name="connsiteX0" fmla="*/ 30 w 3228649"/>
                <a:gd name="connsiteY0" fmla="*/ 3475475 h 4234744"/>
                <a:gd name="connsiteX1" fmla="*/ 1339806 w 3228649"/>
                <a:gd name="connsiteY1" fmla="*/ 2231362 h 4234744"/>
                <a:gd name="connsiteX2" fmla="*/ 3209035 w 3228649"/>
                <a:gd name="connsiteY2" fmla="*/ 6079 h 4234744"/>
                <a:gd name="connsiteX3" fmla="*/ 2273227 w 3228649"/>
                <a:gd name="connsiteY3" fmla="*/ 3034863 h 4234744"/>
                <a:gd name="connsiteX4" fmla="*/ 1373631 w 3228649"/>
                <a:gd name="connsiteY4" fmla="*/ 4227388 h 4234744"/>
                <a:gd name="connsiteX5" fmla="*/ 30 w 3228649"/>
                <a:gd name="connsiteY5" fmla="*/ 3475475 h 4234744"/>
                <a:gd name="connsiteX0" fmla="*/ 27 w 3226207"/>
                <a:gd name="connsiteY0" fmla="*/ 3471220 h 4229824"/>
                <a:gd name="connsiteX1" fmla="*/ 1409207 w 3226207"/>
                <a:gd name="connsiteY1" fmla="*/ 2566856 h 4229824"/>
                <a:gd name="connsiteX2" fmla="*/ 3209032 w 3226207"/>
                <a:gd name="connsiteY2" fmla="*/ 1824 h 4229824"/>
                <a:gd name="connsiteX3" fmla="*/ 2273224 w 3226207"/>
                <a:gd name="connsiteY3" fmla="*/ 3030608 h 4229824"/>
                <a:gd name="connsiteX4" fmla="*/ 1373628 w 3226207"/>
                <a:gd name="connsiteY4" fmla="*/ 4223133 h 4229824"/>
                <a:gd name="connsiteX5" fmla="*/ 27 w 3226207"/>
                <a:gd name="connsiteY5" fmla="*/ 3471220 h 4229824"/>
                <a:gd name="connsiteX0" fmla="*/ 17 w 3785517"/>
                <a:gd name="connsiteY0" fmla="*/ 3524305 h 4232081"/>
                <a:gd name="connsiteX1" fmla="*/ 1968517 w 3785517"/>
                <a:gd name="connsiteY1" fmla="*/ 2566856 h 4232081"/>
                <a:gd name="connsiteX2" fmla="*/ 3768342 w 3785517"/>
                <a:gd name="connsiteY2" fmla="*/ 1824 h 4232081"/>
                <a:gd name="connsiteX3" fmla="*/ 2832534 w 3785517"/>
                <a:gd name="connsiteY3" fmla="*/ 3030608 h 4232081"/>
                <a:gd name="connsiteX4" fmla="*/ 1932938 w 3785517"/>
                <a:gd name="connsiteY4" fmla="*/ 4223133 h 4232081"/>
                <a:gd name="connsiteX5" fmla="*/ 17 w 3785517"/>
                <a:gd name="connsiteY5" fmla="*/ 3524305 h 4232081"/>
                <a:gd name="connsiteX0" fmla="*/ 129 w 3790160"/>
                <a:gd name="connsiteY0" fmla="*/ 3522571 h 4229528"/>
                <a:gd name="connsiteX1" fmla="*/ 1842068 w 3790160"/>
                <a:gd name="connsiteY1" fmla="*/ 2920797 h 4229528"/>
                <a:gd name="connsiteX2" fmla="*/ 3768454 w 3790160"/>
                <a:gd name="connsiteY2" fmla="*/ 90 h 4229528"/>
                <a:gd name="connsiteX3" fmla="*/ 2832646 w 3790160"/>
                <a:gd name="connsiteY3" fmla="*/ 3028874 h 4229528"/>
                <a:gd name="connsiteX4" fmla="*/ 1933050 w 3790160"/>
                <a:gd name="connsiteY4" fmla="*/ 4221399 h 4229528"/>
                <a:gd name="connsiteX5" fmla="*/ 129 w 3790160"/>
                <a:gd name="connsiteY5" fmla="*/ 3522571 h 4229528"/>
                <a:gd name="connsiteX0" fmla="*/ 129 w 3806831"/>
                <a:gd name="connsiteY0" fmla="*/ 3522686 h 4238444"/>
                <a:gd name="connsiteX1" fmla="*/ 1842068 w 3806831"/>
                <a:gd name="connsiteY1" fmla="*/ 2920912 h 4238444"/>
                <a:gd name="connsiteX2" fmla="*/ 3768454 w 3806831"/>
                <a:gd name="connsiteY2" fmla="*/ 205 h 4238444"/>
                <a:gd name="connsiteX3" fmla="*/ 3049025 w 3806831"/>
                <a:gd name="connsiteY3" fmla="*/ 2768869 h 4238444"/>
                <a:gd name="connsiteX4" fmla="*/ 1933050 w 3806831"/>
                <a:gd name="connsiteY4" fmla="*/ 4221514 h 4238444"/>
                <a:gd name="connsiteX5" fmla="*/ 129 w 3806831"/>
                <a:gd name="connsiteY5" fmla="*/ 3522686 h 4238444"/>
                <a:gd name="connsiteX0" fmla="*/ 129 w 3816306"/>
                <a:gd name="connsiteY0" fmla="*/ 3522731 h 4238489"/>
                <a:gd name="connsiteX1" fmla="*/ 1842068 w 3816306"/>
                <a:gd name="connsiteY1" fmla="*/ 2920957 h 4238489"/>
                <a:gd name="connsiteX2" fmla="*/ 3768454 w 3816306"/>
                <a:gd name="connsiteY2" fmla="*/ 250 h 4238489"/>
                <a:gd name="connsiteX3" fmla="*/ 3049025 w 3816306"/>
                <a:gd name="connsiteY3" fmla="*/ 2768914 h 4238489"/>
                <a:gd name="connsiteX4" fmla="*/ 1933050 w 3816306"/>
                <a:gd name="connsiteY4" fmla="*/ 4221559 h 4238489"/>
                <a:gd name="connsiteX5" fmla="*/ 129 w 3816306"/>
                <a:gd name="connsiteY5" fmla="*/ 3522731 h 423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6306" h="4238489">
                  <a:moveTo>
                    <a:pt x="129" y="3522731"/>
                  </a:moveTo>
                  <a:cubicBezTo>
                    <a:pt x="-15035" y="3305964"/>
                    <a:pt x="1307234" y="3499190"/>
                    <a:pt x="1842068" y="2920957"/>
                  </a:cubicBezTo>
                  <a:cubicBezTo>
                    <a:pt x="2082953" y="2682472"/>
                    <a:pt x="3567295" y="25590"/>
                    <a:pt x="3768454" y="250"/>
                  </a:cubicBezTo>
                  <a:cubicBezTo>
                    <a:pt x="3969613" y="-25090"/>
                    <a:pt x="3499464" y="1877020"/>
                    <a:pt x="3049025" y="2768914"/>
                  </a:cubicBezTo>
                  <a:cubicBezTo>
                    <a:pt x="2816550" y="3163939"/>
                    <a:pt x="2441199" y="4095923"/>
                    <a:pt x="1933050" y="4221559"/>
                  </a:cubicBezTo>
                  <a:cubicBezTo>
                    <a:pt x="1424901" y="4347195"/>
                    <a:pt x="15293" y="3739498"/>
                    <a:pt x="129" y="3522731"/>
                  </a:cubicBezTo>
                  <a:close/>
                </a:path>
              </a:pathLst>
            </a:custGeom>
            <a:noFill/>
            <a:ln w="101600" cap="flat" cmpd="sng" algn="ctr">
              <a:solidFill>
                <a:srgbClr val="0432FF">
                  <a:alpha val="38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FC5B4B-C9C2-4FC9-6C04-CAD84B5F2458}"/>
                </a:ext>
              </a:extLst>
            </p:cNvPr>
            <p:cNvSpPr txBox="1"/>
            <p:nvPr/>
          </p:nvSpPr>
          <p:spPr>
            <a:xfrm>
              <a:off x="5568022" y="4317122"/>
              <a:ext cx="979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May 2024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6487D4C6-CA74-1BAE-E4BB-CC7DCF72E2BF}"/>
              </a:ext>
            </a:extLst>
          </p:cNvPr>
          <p:cNvSpPr/>
          <p:nvPr/>
        </p:nvSpPr>
        <p:spPr bwMode="auto">
          <a:xfrm>
            <a:off x="7163307" y="1924960"/>
            <a:ext cx="916259" cy="898226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2021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12421C-D60F-DE87-C158-53F142EC9ED2}"/>
              </a:ext>
            </a:extLst>
          </p:cNvPr>
          <p:cNvGrpSpPr/>
          <p:nvPr/>
        </p:nvGrpSpPr>
        <p:grpSpPr>
          <a:xfrm>
            <a:off x="482600" y="724900"/>
            <a:ext cx="5353172" cy="5995920"/>
            <a:chOff x="482600" y="756108"/>
            <a:chExt cx="5237089" cy="58128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3AD121F-A993-F699-9F43-743766E2757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079" y="756108"/>
              <a:ext cx="5212610" cy="58128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343E387-50E8-6975-F81D-55A9F2914BC0}"/>
                </a:ext>
              </a:extLst>
            </p:cNvPr>
            <p:cNvSpPr txBox="1"/>
            <p:nvPr/>
          </p:nvSpPr>
          <p:spPr>
            <a:xfrm>
              <a:off x="482600" y="3275111"/>
              <a:ext cx="10839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Apr 2023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66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D532D-410A-A482-1690-BD1F8B139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5475D1FE-BE6C-592B-8DB4-76F75B93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679" y="137180"/>
            <a:ext cx="49921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Where else is 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?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D59D232-477A-F166-492E-B04DD751EF92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42148D4-3845-9804-AEC9-A73CA9FAA5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600" y="756107"/>
            <a:ext cx="8451480" cy="581285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52FC513-4ED5-8CB2-4B31-E577B0F812BF}"/>
              </a:ext>
            </a:extLst>
          </p:cNvPr>
          <p:cNvSpPr/>
          <p:nvPr/>
        </p:nvSpPr>
        <p:spPr bwMode="auto">
          <a:xfrm>
            <a:off x="1261243" y="1069120"/>
            <a:ext cx="1208689" cy="1211627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Nov 2022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993248-F380-E7D1-A75A-C86943BA9627}"/>
              </a:ext>
            </a:extLst>
          </p:cNvPr>
          <p:cNvSpPr/>
          <p:nvPr/>
        </p:nvSpPr>
        <p:spPr bwMode="auto">
          <a:xfrm>
            <a:off x="5835772" y="2823186"/>
            <a:ext cx="1424010" cy="1402450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July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2023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491B2B-D150-E846-948C-95037AF418B3}"/>
              </a:ext>
            </a:extLst>
          </p:cNvPr>
          <p:cNvSpPr/>
          <p:nvPr/>
        </p:nvSpPr>
        <p:spPr bwMode="auto">
          <a:xfrm>
            <a:off x="4227110" y="5150024"/>
            <a:ext cx="994695" cy="975118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6C513-9DA4-7F3F-72E3-76BA77D46798}"/>
              </a:ext>
            </a:extLst>
          </p:cNvPr>
          <p:cNvSpPr txBox="1"/>
          <p:nvPr/>
        </p:nvSpPr>
        <p:spPr>
          <a:xfrm>
            <a:off x="4329937" y="5472993"/>
            <a:ext cx="789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A6EA81-58DA-2FA5-12EF-365F5B5397B0}"/>
              </a:ext>
            </a:extLst>
          </p:cNvPr>
          <p:cNvGrpSpPr/>
          <p:nvPr/>
        </p:nvGrpSpPr>
        <p:grpSpPr>
          <a:xfrm>
            <a:off x="967119" y="664621"/>
            <a:ext cx="7243656" cy="6187099"/>
            <a:chOff x="967119" y="664619"/>
            <a:chExt cx="7243656" cy="61870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D9F9980-17D9-2D86-982D-710B0E87494C}"/>
                </a:ext>
              </a:extLst>
            </p:cNvPr>
            <p:cNvSpPr/>
            <p:nvPr/>
          </p:nvSpPr>
          <p:spPr bwMode="auto">
            <a:xfrm>
              <a:off x="967119" y="664619"/>
              <a:ext cx="7243656" cy="6187099"/>
            </a:xfrm>
            <a:custGeom>
              <a:avLst/>
              <a:gdLst>
                <a:gd name="connsiteX0" fmla="*/ 0 w 1424010"/>
                <a:gd name="connsiteY0" fmla="*/ 701225 h 1402450"/>
                <a:gd name="connsiteX1" fmla="*/ 712005 w 1424010"/>
                <a:gd name="connsiteY1" fmla="*/ 0 h 1402450"/>
                <a:gd name="connsiteX2" fmla="*/ 1424010 w 1424010"/>
                <a:gd name="connsiteY2" fmla="*/ 701225 h 1402450"/>
                <a:gd name="connsiteX3" fmla="*/ 712005 w 1424010"/>
                <a:gd name="connsiteY3" fmla="*/ 1402450 h 1402450"/>
                <a:gd name="connsiteX4" fmla="*/ 0 w 1424010"/>
                <a:gd name="connsiteY4" fmla="*/ 701225 h 1402450"/>
                <a:gd name="connsiteX0" fmla="*/ 20180 w 1625406"/>
                <a:gd name="connsiteY0" fmla="*/ 2282052 h 2983277"/>
                <a:gd name="connsiteX1" fmla="*/ 1452856 w 1625406"/>
                <a:gd name="connsiteY1" fmla="*/ 0 h 2983277"/>
                <a:gd name="connsiteX2" fmla="*/ 1444190 w 1625406"/>
                <a:gd name="connsiteY2" fmla="*/ 2282052 h 2983277"/>
                <a:gd name="connsiteX3" fmla="*/ 732185 w 1625406"/>
                <a:gd name="connsiteY3" fmla="*/ 2983277 h 2983277"/>
                <a:gd name="connsiteX4" fmla="*/ 20180 w 1625406"/>
                <a:gd name="connsiteY4" fmla="*/ 2282052 h 2983277"/>
                <a:gd name="connsiteX0" fmla="*/ 180978 w 1786204"/>
                <a:gd name="connsiteY0" fmla="*/ 2282052 h 3936423"/>
                <a:gd name="connsiteX1" fmla="*/ 1613654 w 1786204"/>
                <a:gd name="connsiteY1" fmla="*/ 0 h 3936423"/>
                <a:gd name="connsiteX2" fmla="*/ 1604988 w 1786204"/>
                <a:gd name="connsiteY2" fmla="*/ 2282052 h 3936423"/>
                <a:gd name="connsiteX3" fmla="*/ 280799 w 1786204"/>
                <a:gd name="connsiteY3" fmla="*/ 3936423 h 3936423"/>
                <a:gd name="connsiteX4" fmla="*/ 180978 w 1786204"/>
                <a:gd name="connsiteY4" fmla="*/ 2282052 h 3936423"/>
                <a:gd name="connsiteX0" fmla="*/ 236119 w 2575456"/>
                <a:gd name="connsiteY0" fmla="*/ 2731503 h 4385874"/>
                <a:gd name="connsiteX1" fmla="*/ 2497954 w 2575456"/>
                <a:gd name="connsiteY1" fmla="*/ 0 h 4385874"/>
                <a:gd name="connsiteX2" fmla="*/ 1660129 w 2575456"/>
                <a:gd name="connsiteY2" fmla="*/ 2731503 h 4385874"/>
                <a:gd name="connsiteX3" fmla="*/ 335940 w 2575456"/>
                <a:gd name="connsiteY3" fmla="*/ 4385874 h 4385874"/>
                <a:gd name="connsiteX4" fmla="*/ 236119 w 2575456"/>
                <a:gd name="connsiteY4" fmla="*/ 2731503 h 4385874"/>
                <a:gd name="connsiteX0" fmla="*/ 236119 w 2591804"/>
                <a:gd name="connsiteY0" fmla="*/ 2731503 h 4385874"/>
                <a:gd name="connsiteX1" fmla="*/ 2497954 w 2591804"/>
                <a:gd name="connsiteY1" fmla="*/ 0 h 4385874"/>
                <a:gd name="connsiteX2" fmla="*/ 1660129 w 2591804"/>
                <a:gd name="connsiteY2" fmla="*/ 2731503 h 4385874"/>
                <a:gd name="connsiteX3" fmla="*/ 335940 w 2591804"/>
                <a:gd name="connsiteY3" fmla="*/ 4385874 h 4385874"/>
                <a:gd name="connsiteX4" fmla="*/ 236119 w 2591804"/>
                <a:gd name="connsiteY4" fmla="*/ 2731503 h 4385874"/>
                <a:gd name="connsiteX0" fmla="*/ 236119 w 2591804"/>
                <a:gd name="connsiteY0" fmla="*/ 2731503 h 4385874"/>
                <a:gd name="connsiteX1" fmla="*/ 2497954 w 2591804"/>
                <a:gd name="connsiteY1" fmla="*/ 0 h 4385874"/>
                <a:gd name="connsiteX2" fmla="*/ 1660129 w 2591804"/>
                <a:gd name="connsiteY2" fmla="*/ 2731503 h 4385874"/>
                <a:gd name="connsiteX3" fmla="*/ 335940 w 2591804"/>
                <a:gd name="connsiteY3" fmla="*/ 4385874 h 4385874"/>
                <a:gd name="connsiteX4" fmla="*/ 236119 w 2591804"/>
                <a:gd name="connsiteY4" fmla="*/ 2731503 h 4385874"/>
                <a:gd name="connsiteX0" fmla="*/ 236119 w 2625128"/>
                <a:gd name="connsiteY0" fmla="*/ 2746373 h 4400744"/>
                <a:gd name="connsiteX1" fmla="*/ 2497954 w 2625128"/>
                <a:gd name="connsiteY1" fmla="*/ 14870 h 4400744"/>
                <a:gd name="connsiteX2" fmla="*/ 1660129 w 2625128"/>
                <a:gd name="connsiteY2" fmla="*/ 2746373 h 4400744"/>
                <a:gd name="connsiteX3" fmla="*/ 335940 w 2625128"/>
                <a:gd name="connsiteY3" fmla="*/ 4400744 h 4400744"/>
                <a:gd name="connsiteX4" fmla="*/ 236119 w 2625128"/>
                <a:gd name="connsiteY4" fmla="*/ 2746373 h 4400744"/>
                <a:gd name="connsiteX0" fmla="*/ 223241 w 2417470"/>
                <a:gd name="connsiteY0" fmla="*/ 2758052 h 4385897"/>
                <a:gd name="connsiteX1" fmla="*/ 2378928 w 2417470"/>
                <a:gd name="connsiteY1" fmla="*/ 7 h 4385897"/>
                <a:gd name="connsiteX2" fmla="*/ 1541103 w 2417470"/>
                <a:gd name="connsiteY2" fmla="*/ 2731510 h 4385897"/>
                <a:gd name="connsiteX3" fmla="*/ 216914 w 2417470"/>
                <a:gd name="connsiteY3" fmla="*/ 4385881 h 4385897"/>
                <a:gd name="connsiteX4" fmla="*/ 223241 w 2417470"/>
                <a:gd name="connsiteY4" fmla="*/ 2758052 h 4385897"/>
                <a:gd name="connsiteX0" fmla="*/ 424694 w 2618923"/>
                <a:gd name="connsiteY0" fmla="*/ 2758052 h 4385892"/>
                <a:gd name="connsiteX1" fmla="*/ 2580381 w 2618923"/>
                <a:gd name="connsiteY1" fmla="*/ 7 h 4385892"/>
                <a:gd name="connsiteX2" fmla="*/ 1742556 w 2618923"/>
                <a:gd name="connsiteY2" fmla="*/ 2731510 h 4385892"/>
                <a:gd name="connsiteX3" fmla="*/ 418367 w 2618923"/>
                <a:gd name="connsiteY3" fmla="*/ 4385881 h 4385892"/>
                <a:gd name="connsiteX4" fmla="*/ 424694 w 2618923"/>
                <a:gd name="connsiteY4" fmla="*/ 2758052 h 4385892"/>
                <a:gd name="connsiteX0" fmla="*/ 258557 w 3458461"/>
                <a:gd name="connsiteY0" fmla="*/ 3173811 h 4391690"/>
                <a:gd name="connsiteX1" fmla="*/ 3369579 w 3458461"/>
                <a:gd name="connsiteY1" fmla="*/ 1696 h 4391690"/>
                <a:gd name="connsiteX2" fmla="*/ 2531754 w 3458461"/>
                <a:gd name="connsiteY2" fmla="*/ 2733199 h 4391690"/>
                <a:gd name="connsiteX3" fmla="*/ 1207565 w 3458461"/>
                <a:gd name="connsiteY3" fmla="*/ 4387570 h 4391690"/>
                <a:gd name="connsiteX4" fmla="*/ 258557 w 3458461"/>
                <a:gd name="connsiteY4" fmla="*/ 3173811 h 4391690"/>
                <a:gd name="connsiteX0" fmla="*/ 42135 w 3242039"/>
                <a:gd name="connsiteY0" fmla="*/ 3173811 h 3941521"/>
                <a:gd name="connsiteX1" fmla="*/ 3153157 w 3242039"/>
                <a:gd name="connsiteY1" fmla="*/ 1696 h 3941521"/>
                <a:gd name="connsiteX2" fmla="*/ 2315332 w 3242039"/>
                <a:gd name="connsiteY2" fmla="*/ 2733199 h 3941521"/>
                <a:gd name="connsiteX3" fmla="*/ 1415736 w 3242039"/>
                <a:gd name="connsiteY3" fmla="*/ 3925724 h 3941521"/>
                <a:gd name="connsiteX4" fmla="*/ 42135 w 3242039"/>
                <a:gd name="connsiteY4" fmla="*/ 3173811 h 3941521"/>
                <a:gd name="connsiteX0" fmla="*/ 46156 w 3337503"/>
                <a:gd name="connsiteY0" fmla="*/ 3470904 h 4241492"/>
                <a:gd name="connsiteX1" fmla="*/ 3255161 w 3337503"/>
                <a:gd name="connsiteY1" fmla="*/ 1508 h 4241492"/>
                <a:gd name="connsiteX2" fmla="*/ 2319353 w 3337503"/>
                <a:gd name="connsiteY2" fmla="*/ 3030292 h 4241492"/>
                <a:gd name="connsiteX3" fmla="*/ 1419757 w 3337503"/>
                <a:gd name="connsiteY3" fmla="*/ 4222817 h 4241492"/>
                <a:gd name="connsiteX4" fmla="*/ 46156 w 3337503"/>
                <a:gd name="connsiteY4" fmla="*/ 3470904 h 4241492"/>
                <a:gd name="connsiteX0" fmla="*/ 46156 w 3266226"/>
                <a:gd name="connsiteY0" fmla="*/ 3507243 h 4277831"/>
                <a:gd name="connsiteX1" fmla="*/ 1647220 w 3266226"/>
                <a:gd name="connsiteY1" fmla="*/ 1504003 h 4277831"/>
                <a:gd name="connsiteX2" fmla="*/ 3255161 w 3266226"/>
                <a:gd name="connsiteY2" fmla="*/ 37847 h 4277831"/>
                <a:gd name="connsiteX3" fmla="*/ 2319353 w 3266226"/>
                <a:gd name="connsiteY3" fmla="*/ 3066631 h 4277831"/>
                <a:gd name="connsiteX4" fmla="*/ 1419757 w 3266226"/>
                <a:gd name="connsiteY4" fmla="*/ 4259156 h 4277831"/>
                <a:gd name="connsiteX5" fmla="*/ 46156 w 3266226"/>
                <a:gd name="connsiteY5" fmla="*/ 3507243 h 4277831"/>
                <a:gd name="connsiteX0" fmla="*/ 30 w 3228649"/>
                <a:gd name="connsiteY0" fmla="*/ 3476560 h 4235829"/>
                <a:gd name="connsiteX1" fmla="*/ 1339806 w 3228649"/>
                <a:gd name="connsiteY1" fmla="*/ 2232447 h 4235829"/>
                <a:gd name="connsiteX2" fmla="*/ 3209035 w 3228649"/>
                <a:gd name="connsiteY2" fmla="*/ 7164 h 4235829"/>
                <a:gd name="connsiteX3" fmla="*/ 2273227 w 3228649"/>
                <a:gd name="connsiteY3" fmla="*/ 3035948 h 4235829"/>
                <a:gd name="connsiteX4" fmla="*/ 1373631 w 3228649"/>
                <a:gd name="connsiteY4" fmla="*/ 4228473 h 4235829"/>
                <a:gd name="connsiteX5" fmla="*/ 30 w 3228649"/>
                <a:gd name="connsiteY5" fmla="*/ 3476560 h 4235829"/>
                <a:gd name="connsiteX0" fmla="*/ 30 w 3228649"/>
                <a:gd name="connsiteY0" fmla="*/ 3475475 h 4234744"/>
                <a:gd name="connsiteX1" fmla="*/ 1339806 w 3228649"/>
                <a:gd name="connsiteY1" fmla="*/ 2231362 h 4234744"/>
                <a:gd name="connsiteX2" fmla="*/ 3209035 w 3228649"/>
                <a:gd name="connsiteY2" fmla="*/ 6079 h 4234744"/>
                <a:gd name="connsiteX3" fmla="*/ 2273227 w 3228649"/>
                <a:gd name="connsiteY3" fmla="*/ 3034863 h 4234744"/>
                <a:gd name="connsiteX4" fmla="*/ 1373631 w 3228649"/>
                <a:gd name="connsiteY4" fmla="*/ 4227388 h 4234744"/>
                <a:gd name="connsiteX5" fmla="*/ 30 w 3228649"/>
                <a:gd name="connsiteY5" fmla="*/ 3475475 h 4234744"/>
                <a:gd name="connsiteX0" fmla="*/ 27 w 3226207"/>
                <a:gd name="connsiteY0" fmla="*/ 3471220 h 4229824"/>
                <a:gd name="connsiteX1" fmla="*/ 1409207 w 3226207"/>
                <a:gd name="connsiteY1" fmla="*/ 2566856 h 4229824"/>
                <a:gd name="connsiteX2" fmla="*/ 3209032 w 3226207"/>
                <a:gd name="connsiteY2" fmla="*/ 1824 h 4229824"/>
                <a:gd name="connsiteX3" fmla="*/ 2273224 w 3226207"/>
                <a:gd name="connsiteY3" fmla="*/ 3030608 h 4229824"/>
                <a:gd name="connsiteX4" fmla="*/ 1373628 w 3226207"/>
                <a:gd name="connsiteY4" fmla="*/ 4223133 h 4229824"/>
                <a:gd name="connsiteX5" fmla="*/ 27 w 3226207"/>
                <a:gd name="connsiteY5" fmla="*/ 3471220 h 4229824"/>
                <a:gd name="connsiteX0" fmla="*/ 17 w 3785517"/>
                <a:gd name="connsiteY0" fmla="*/ 3524305 h 4232081"/>
                <a:gd name="connsiteX1" fmla="*/ 1968517 w 3785517"/>
                <a:gd name="connsiteY1" fmla="*/ 2566856 h 4232081"/>
                <a:gd name="connsiteX2" fmla="*/ 3768342 w 3785517"/>
                <a:gd name="connsiteY2" fmla="*/ 1824 h 4232081"/>
                <a:gd name="connsiteX3" fmla="*/ 2832534 w 3785517"/>
                <a:gd name="connsiteY3" fmla="*/ 3030608 h 4232081"/>
                <a:gd name="connsiteX4" fmla="*/ 1932938 w 3785517"/>
                <a:gd name="connsiteY4" fmla="*/ 4223133 h 4232081"/>
                <a:gd name="connsiteX5" fmla="*/ 17 w 3785517"/>
                <a:gd name="connsiteY5" fmla="*/ 3524305 h 4232081"/>
                <a:gd name="connsiteX0" fmla="*/ 129 w 3790160"/>
                <a:gd name="connsiteY0" fmla="*/ 3522571 h 4229528"/>
                <a:gd name="connsiteX1" fmla="*/ 1842068 w 3790160"/>
                <a:gd name="connsiteY1" fmla="*/ 2920797 h 4229528"/>
                <a:gd name="connsiteX2" fmla="*/ 3768454 w 3790160"/>
                <a:gd name="connsiteY2" fmla="*/ 90 h 4229528"/>
                <a:gd name="connsiteX3" fmla="*/ 2832646 w 3790160"/>
                <a:gd name="connsiteY3" fmla="*/ 3028874 h 4229528"/>
                <a:gd name="connsiteX4" fmla="*/ 1933050 w 3790160"/>
                <a:gd name="connsiteY4" fmla="*/ 4221399 h 4229528"/>
                <a:gd name="connsiteX5" fmla="*/ 129 w 3790160"/>
                <a:gd name="connsiteY5" fmla="*/ 3522571 h 4229528"/>
                <a:gd name="connsiteX0" fmla="*/ 129 w 3806831"/>
                <a:gd name="connsiteY0" fmla="*/ 3522686 h 4238444"/>
                <a:gd name="connsiteX1" fmla="*/ 1842068 w 3806831"/>
                <a:gd name="connsiteY1" fmla="*/ 2920912 h 4238444"/>
                <a:gd name="connsiteX2" fmla="*/ 3768454 w 3806831"/>
                <a:gd name="connsiteY2" fmla="*/ 205 h 4238444"/>
                <a:gd name="connsiteX3" fmla="*/ 3049025 w 3806831"/>
                <a:gd name="connsiteY3" fmla="*/ 2768869 h 4238444"/>
                <a:gd name="connsiteX4" fmla="*/ 1933050 w 3806831"/>
                <a:gd name="connsiteY4" fmla="*/ 4221514 h 4238444"/>
                <a:gd name="connsiteX5" fmla="*/ 129 w 3806831"/>
                <a:gd name="connsiteY5" fmla="*/ 3522686 h 4238444"/>
                <a:gd name="connsiteX0" fmla="*/ 129 w 3816306"/>
                <a:gd name="connsiteY0" fmla="*/ 3522731 h 4238489"/>
                <a:gd name="connsiteX1" fmla="*/ 1842068 w 3816306"/>
                <a:gd name="connsiteY1" fmla="*/ 2920957 h 4238489"/>
                <a:gd name="connsiteX2" fmla="*/ 3768454 w 3816306"/>
                <a:gd name="connsiteY2" fmla="*/ 250 h 4238489"/>
                <a:gd name="connsiteX3" fmla="*/ 3049025 w 3816306"/>
                <a:gd name="connsiteY3" fmla="*/ 2768914 h 4238489"/>
                <a:gd name="connsiteX4" fmla="*/ 1933050 w 3816306"/>
                <a:gd name="connsiteY4" fmla="*/ 4221559 h 4238489"/>
                <a:gd name="connsiteX5" fmla="*/ 129 w 3816306"/>
                <a:gd name="connsiteY5" fmla="*/ 3522731 h 423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6306" h="4238489">
                  <a:moveTo>
                    <a:pt x="129" y="3522731"/>
                  </a:moveTo>
                  <a:cubicBezTo>
                    <a:pt x="-15035" y="3305964"/>
                    <a:pt x="1307234" y="3499190"/>
                    <a:pt x="1842068" y="2920957"/>
                  </a:cubicBezTo>
                  <a:cubicBezTo>
                    <a:pt x="2082953" y="2682472"/>
                    <a:pt x="3567295" y="25590"/>
                    <a:pt x="3768454" y="250"/>
                  </a:cubicBezTo>
                  <a:cubicBezTo>
                    <a:pt x="3969613" y="-25090"/>
                    <a:pt x="3499464" y="1877020"/>
                    <a:pt x="3049025" y="2768914"/>
                  </a:cubicBezTo>
                  <a:cubicBezTo>
                    <a:pt x="2816550" y="3163939"/>
                    <a:pt x="2441199" y="4095923"/>
                    <a:pt x="1933050" y="4221559"/>
                  </a:cubicBezTo>
                  <a:cubicBezTo>
                    <a:pt x="1424901" y="4347195"/>
                    <a:pt x="15293" y="3739498"/>
                    <a:pt x="129" y="3522731"/>
                  </a:cubicBezTo>
                  <a:close/>
                </a:path>
              </a:pathLst>
            </a:custGeom>
            <a:noFill/>
            <a:ln w="101600" cap="flat" cmpd="sng" algn="ctr">
              <a:solidFill>
                <a:srgbClr val="0432FF">
                  <a:alpha val="38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B915AC-8D43-AF82-A8AD-63DBB1C73CE8}"/>
                </a:ext>
              </a:extLst>
            </p:cNvPr>
            <p:cNvSpPr txBox="1"/>
            <p:nvPr/>
          </p:nvSpPr>
          <p:spPr>
            <a:xfrm>
              <a:off x="5568022" y="4317122"/>
              <a:ext cx="979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May 2024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B36DF16-DC63-2016-DA71-8A32D20CCA2B}"/>
              </a:ext>
            </a:extLst>
          </p:cNvPr>
          <p:cNvSpPr/>
          <p:nvPr/>
        </p:nvSpPr>
        <p:spPr bwMode="auto">
          <a:xfrm>
            <a:off x="7163307" y="1924960"/>
            <a:ext cx="916259" cy="898226"/>
          </a:xfrm>
          <a:prstGeom prst="ellipse">
            <a:avLst/>
          </a:prstGeom>
          <a:noFill/>
          <a:ln w="101600" cap="flat" cmpd="sng" algn="ctr">
            <a:solidFill>
              <a:srgbClr val="FF0000">
                <a:alpha val="38319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2021</a:t>
            </a:r>
          </a:p>
        </p:txBody>
      </p:sp>
      <p:sp>
        <p:nvSpPr>
          <p:cNvPr id="11" name="&quot;No&quot; Symbol 10">
            <a:extLst>
              <a:ext uri="{FF2B5EF4-FFF2-40B4-BE49-F238E27FC236}">
                <a16:creationId xmlns:a16="http://schemas.microsoft.com/office/drawing/2014/main" id="{0225227E-D659-879F-EAB1-DED2153B8502}"/>
              </a:ext>
            </a:extLst>
          </p:cNvPr>
          <p:cNvSpPr/>
          <p:nvPr/>
        </p:nvSpPr>
        <p:spPr bwMode="auto">
          <a:xfrm>
            <a:off x="1196399" y="987067"/>
            <a:ext cx="1378509" cy="1354112"/>
          </a:xfrm>
          <a:prstGeom prst="noSmoking">
            <a:avLst>
              <a:gd name="adj" fmla="val 10683"/>
            </a:avLst>
          </a:prstGeom>
          <a:solidFill>
            <a:srgbClr val="397DF0"/>
          </a:solidFill>
          <a:ln w="9525" cap="flat" cmpd="sng" algn="ctr">
            <a:solidFill>
              <a:srgbClr val="A3A3E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&quot;No&quot; Symbol 12">
            <a:extLst>
              <a:ext uri="{FF2B5EF4-FFF2-40B4-BE49-F238E27FC236}">
                <a16:creationId xmlns:a16="http://schemas.microsoft.com/office/drawing/2014/main" id="{067DD673-6521-90A3-3B33-A2F1A3555D7D}"/>
              </a:ext>
            </a:extLst>
          </p:cNvPr>
          <p:cNvSpPr/>
          <p:nvPr/>
        </p:nvSpPr>
        <p:spPr bwMode="auto">
          <a:xfrm>
            <a:off x="5763314" y="2775965"/>
            <a:ext cx="1568926" cy="1541159"/>
          </a:xfrm>
          <a:prstGeom prst="noSmoking">
            <a:avLst>
              <a:gd name="adj" fmla="val 9940"/>
            </a:avLst>
          </a:prstGeom>
          <a:solidFill>
            <a:srgbClr val="397DF0"/>
          </a:solidFill>
          <a:ln w="9525" cap="flat" cmpd="sng" algn="ctr">
            <a:solidFill>
              <a:srgbClr val="A3A3E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646093F-565B-C728-3C8A-BB498F6879D9}"/>
              </a:ext>
            </a:extLst>
          </p:cNvPr>
          <p:cNvGrpSpPr/>
          <p:nvPr/>
        </p:nvGrpSpPr>
        <p:grpSpPr>
          <a:xfrm>
            <a:off x="685800" y="712585"/>
            <a:ext cx="7772400" cy="5809432"/>
            <a:chOff x="1232774" y="2572141"/>
            <a:chExt cx="7772400" cy="580943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46CE4B8-7998-D6FF-54D0-5EEF862E56A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32774" y="2572141"/>
              <a:ext cx="7772400" cy="580943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CE4180-B305-E9E6-3B21-EA1ECDDE846F}"/>
                </a:ext>
              </a:extLst>
            </p:cNvPr>
            <p:cNvSpPr txBox="1"/>
            <p:nvPr/>
          </p:nvSpPr>
          <p:spPr>
            <a:xfrm>
              <a:off x="4845975" y="2852624"/>
              <a:ext cx="403027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ONWR (Okefenokee National Wildlife Refuge)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5ABE0DB-A4F2-9EA4-76D8-1B653033D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6"/>
          <a:stretch/>
        </p:blipFill>
        <p:spPr>
          <a:xfrm>
            <a:off x="679450" y="2421260"/>
            <a:ext cx="7772400" cy="43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3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09846-CCC4-756F-7425-FBE5734D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CEEC36C-8B78-EDE8-41A9-F62DAAB6FBD7}"/>
              </a:ext>
            </a:extLst>
          </p:cNvPr>
          <p:cNvGrpSpPr/>
          <p:nvPr/>
        </p:nvGrpSpPr>
        <p:grpSpPr>
          <a:xfrm>
            <a:off x="5242502" y="801424"/>
            <a:ext cx="3842267" cy="5680244"/>
            <a:chOff x="5213792" y="1049220"/>
            <a:chExt cx="3842267" cy="5680244"/>
          </a:xfrm>
        </p:grpSpPr>
        <p:pic>
          <p:nvPicPr>
            <p:cNvPr id="73" name="Picture 72" descr="ITS16SCO1_4.2.jpg">
              <a:extLst>
                <a:ext uri="{FF2B5EF4-FFF2-40B4-BE49-F238E27FC236}">
                  <a16:creationId xmlns:a16="http://schemas.microsoft.com/office/drawing/2014/main" id="{A84B3D44-BF72-FC79-294A-7ECA2FB4EE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13792" y="1049220"/>
              <a:ext cx="3676304" cy="5680244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1634340-DB05-7760-D59C-72D146486EDD}"/>
                </a:ext>
              </a:extLst>
            </p:cNvPr>
            <p:cNvSpPr txBox="1"/>
            <p:nvPr/>
          </p:nvSpPr>
          <p:spPr>
            <a:xfrm>
              <a:off x="8178896" y="2645187"/>
              <a:ext cx="8771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Lirosoma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1468208-BCFB-4605-88CB-622CC1D4384D}"/>
                </a:ext>
              </a:extLst>
            </p:cNvPr>
            <p:cNvCxnSpPr/>
            <p:nvPr/>
          </p:nvCxnSpPr>
          <p:spPr bwMode="auto">
            <a:xfrm flipH="1">
              <a:off x="7967230" y="2797588"/>
              <a:ext cx="27093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190CA89-46E2-1BA3-3EA3-19A3E39E14AF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04031F-CE07-254C-6176-E5E49FA5534B}"/>
              </a:ext>
            </a:extLst>
          </p:cNvPr>
          <p:cNvGrpSpPr/>
          <p:nvPr/>
        </p:nvGrpSpPr>
        <p:grpSpPr>
          <a:xfrm>
            <a:off x="554626" y="1108818"/>
            <a:ext cx="5116503" cy="4884737"/>
            <a:chOff x="4166042" y="1537091"/>
            <a:chExt cx="5116503" cy="4884737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07AD366F-14DE-5B17-D397-00AA482E7F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68" y="1537091"/>
              <a:ext cx="4013777" cy="4884737"/>
              <a:chOff x="3917515" y="1080644"/>
              <a:chExt cx="3035602" cy="3694561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FABF6667-95A4-539E-39F6-AE74A3AFFC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736507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F6BC0532-9B9B-5287-0500-94909A22DA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96515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AA7BD87C-DF5B-6F67-7B18-B7CAF0FC96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142777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2003F906-2077-832F-981E-104D09969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E6FF06EF-A16E-D570-C349-19D8FC1CF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44752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2219E836-A6EC-4101-F4EB-C33F242C8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BF8A5DC3-B538-D524-899A-73634DD4E5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5" y="1080644"/>
                <a:ext cx="1378406" cy="3694561"/>
                <a:chOff x="3800788" y="990844"/>
                <a:chExt cx="1857303" cy="4978156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DD459ECD-FE98-8FBC-DB9B-DE15D2F14A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8" y="2050925"/>
                  <a:ext cx="1482884" cy="3040233"/>
                  <a:chOff x="2876196" y="2163973"/>
                  <a:chExt cx="2690593" cy="3264576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38F5D860-0B51-FDF8-76BE-4301001EDF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6" y="2474820"/>
                    <a:ext cx="1058335" cy="210061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F8ACEA9B-C060-C518-7643-8869E94272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7" y="2163973"/>
                    <a:ext cx="914854" cy="620324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56F8CBD8-D302-5B8B-6CE5-4DE8AB41A8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636406"/>
                    <a:ext cx="387003" cy="302631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B3BE0295-C5D5-8181-C073-8C247BAD51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0769" y="2472267"/>
                    <a:ext cx="501525" cy="242192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13996C2F-159D-0D8B-86DD-20A63D91F8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1E6AB0C5-6E9A-6EC6-0D94-8FB9296F4A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" name="Freeform 178">
                    <a:extLst>
                      <a:ext uri="{FF2B5EF4-FFF2-40B4-BE49-F238E27FC236}">
                        <a16:creationId xmlns:a16="http://schemas.microsoft.com/office/drawing/2014/main" id="{7E2CBDFC-CE63-55C7-9728-D950840B92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4532" y="3729162"/>
                    <a:ext cx="785853" cy="1699387"/>
                  </a:xfrm>
                  <a:custGeom>
                    <a:avLst/>
                    <a:gdLst>
                      <a:gd name="T0" fmla="*/ 2147483647 w 597"/>
                      <a:gd name="T1" fmla="*/ 0 h 1241"/>
                      <a:gd name="T2" fmla="*/ 0 w 597"/>
                      <a:gd name="T3" fmla="*/ 0 h 1241"/>
                      <a:gd name="T4" fmla="*/ 0 w 597"/>
                      <a:gd name="T5" fmla="*/ 2147483647 h 1241"/>
                      <a:gd name="T6" fmla="*/ 2147483647 w 597"/>
                      <a:gd name="T7" fmla="*/ 2147483647 h 124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97"/>
                      <a:gd name="T13" fmla="*/ 0 h 1241"/>
                      <a:gd name="T14" fmla="*/ 597 w 597"/>
                      <a:gd name="T15" fmla="*/ 1241 h 124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97" h="1241">
                        <a:moveTo>
                          <a:pt x="478" y="0"/>
                        </a:moveTo>
                        <a:lnTo>
                          <a:pt x="0" y="0"/>
                        </a:lnTo>
                        <a:lnTo>
                          <a:pt x="0" y="1241"/>
                        </a:lnTo>
                        <a:lnTo>
                          <a:pt x="597" y="124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BC07CC9C-E77A-CBB1-93AC-432B5CE0AF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24837" y="1836603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BC741A56-8498-029D-DFE4-B4567BD6A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34408" y="212440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7B4F30A8-7A43-2CB1-F424-1FF4A70878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A1515B52-6CF6-2E3F-0E34-DB6A06E8CC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80061" y="235306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C0299057-C5FD-F427-69A0-1F87ADCD0A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3038DC27-F96D-FF9D-E259-E2919C4C2E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6CF994BE-0461-D336-E94D-009BAD618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7468BBBE-CB06-3F9E-AE60-6752DF0407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19075" y="4717153"/>
                  <a:ext cx="1837166" cy="666528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83686BE5-A8DA-CF1C-6F66-0355EC9AC2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80782" y="1129021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E842CC81-E507-63A2-C7AE-EBD81916BD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194" y="1197919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C008183C-C2AF-6ECB-4FE7-F87EF25356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BC2E0482-B638-6790-0396-DAC4C30CC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6207" y="3917225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1AE60EC3-E58D-BD14-2549-54EEECFDB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887928"/>
              <a:ext cx="825500" cy="1958975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888310-E1E2-9AFD-AA02-E0D78091580A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425CFD-431F-6FF3-94C3-4423EA896510}"/>
                </a:ext>
              </a:extLst>
            </p:cNvPr>
            <p:cNvSpPr txBox="1"/>
            <p:nvPr/>
          </p:nvSpPr>
          <p:spPr>
            <a:xfrm>
              <a:off x="5264097" y="3685474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6F4CA4-62BE-BE37-6FD8-2082404C4DAE}"/>
                </a:ext>
              </a:extLst>
            </p:cNvPr>
            <p:cNvSpPr txBox="1"/>
            <p:nvPr/>
          </p:nvSpPr>
          <p:spPr>
            <a:xfrm>
              <a:off x="5350452" y="554873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F45D99-BDAC-0BED-7BA4-310BFEAFA84B}"/>
                </a:ext>
              </a:extLst>
            </p:cNvPr>
            <p:cNvSpPr txBox="1"/>
            <p:nvPr/>
          </p:nvSpPr>
          <p:spPr>
            <a:xfrm>
              <a:off x="4166042" y="1557577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B67A848-EBA0-83FB-21BB-077788C6783E}"/>
              </a:ext>
            </a:extLst>
          </p:cNvPr>
          <p:cNvGrpSpPr/>
          <p:nvPr/>
        </p:nvGrpSpPr>
        <p:grpSpPr>
          <a:xfrm>
            <a:off x="484648" y="1038961"/>
            <a:ext cx="4679370" cy="3049630"/>
            <a:chOff x="4099309" y="981944"/>
            <a:chExt cx="4679370" cy="304963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D1A313E-E1AE-473A-812E-BB9A2916549C}"/>
                </a:ext>
              </a:extLst>
            </p:cNvPr>
            <p:cNvSpPr/>
            <p:nvPr/>
          </p:nvSpPr>
          <p:spPr bwMode="auto">
            <a:xfrm>
              <a:off x="4099309" y="981944"/>
              <a:ext cx="4679370" cy="3049630"/>
            </a:xfrm>
            <a:prstGeom prst="rect">
              <a:avLst/>
            </a:prstGeom>
            <a:solidFill>
              <a:srgbClr val="FFC000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1A780C1-B039-CD4F-E2D2-AD12844CA699}"/>
                </a:ext>
              </a:extLst>
            </p:cNvPr>
            <p:cNvGrpSpPr/>
            <p:nvPr/>
          </p:nvGrpSpPr>
          <p:grpSpPr>
            <a:xfrm>
              <a:off x="7461705" y="1078520"/>
              <a:ext cx="1254447" cy="787997"/>
              <a:chOff x="-1341868" y="2746655"/>
              <a:chExt cx="1254447" cy="787997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F78D8F2-D784-20DB-5B30-762A356588C5}"/>
                  </a:ext>
                </a:extLst>
              </p:cNvPr>
              <p:cNvSpPr/>
              <p:nvPr/>
            </p:nvSpPr>
            <p:spPr>
              <a:xfrm>
                <a:off x="-1341868" y="2746655"/>
                <a:ext cx="1254447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Single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F7573A9-3EE6-2539-8484-54FCD4AD0E1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215749" y="3534652"/>
                <a:ext cx="883146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A727CD9-CE21-C654-B228-0CB0613A79C1}"/>
              </a:ext>
            </a:extLst>
          </p:cNvPr>
          <p:cNvGrpSpPr/>
          <p:nvPr/>
        </p:nvGrpSpPr>
        <p:grpSpPr>
          <a:xfrm>
            <a:off x="482602" y="4163835"/>
            <a:ext cx="4689165" cy="1914587"/>
            <a:chOff x="4118281" y="4106816"/>
            <a:chExt cx="4689165" cy="191458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ADCB7F8-B703-A898-F3A4-6CD859D6A871}"/>
                </a:ext>
              </a:extLst>
            </p:cNvPr>
            <p:cNvSpPr/>
            <p:nvPr/>
          </p:nvSpPr>
          <p:spPr bwMode="auto">
            <a:xfrm>
              <a:off x="4118281" y="4106816"/>
              <a:ext cx="4679370" cy="1914587"/>
            </a:xfrm>
            <a:prstGeom prst="rect">
              <a:avLst/>
            </a:prstGeom>
            <a:solidFill>
              <a:srgbClr val="FF0487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5D1983-EF91-23FF-3747-57A99E643C05}"/>
                </a:ext>
              </a:extLst>
            </p:cNvPr>
            <p:cNvGrpSpPr/>
            <p:nvPr/>
          </p:nvGrpSpPr>
          <p:grpSpPr>
            <a:xfrm>
              <a:off x="7481028" y="5109945"/>
              <a:ext cx="1326418" cy="787506"/>
              <a:chOff x="-1287718" y="2820716"/>
              <a:chExt cx="1326418" cy="78750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2E47479-D245-8737-491D-B3226D7CE9E3}"/>
                  </a:ext>
                </a:extLst>
              </p:cNvPr>
              <p:cNvSpPr/>
              <p:nvPr/>
            </p:nvSpPr>
            <p:spPr>
              <a:xfrm>
                <a:off x="-1287718" y="2820716"/>
                <a:ext cx="132641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Two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chromosomes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A784D63-E2C3-A6FB-E595-626593CE3B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110649" y="3608222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9BC9CFA-1D37-A7A5-0F7D-545A6BBD8C8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624871" y="3608222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72" name="Text Box 5">
            <a:extLst>
              <a:ext uri="{FF2B5EF4-FFF2-40B4-BE49-F238E27FC236}">
                <a16:creationId xmlns:a16="http://schemas.microsoft.com/office/drawing/2014/main" id="{805E5353-AA78-A531-4CB8-DB2BD71A0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21" y="5530277"/>
            <a:ext cx="20281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8 species</a:t>
            </a:r>
          </a:p>
        </p:txBody>
      </p:sp>
      <p:sp>
        <p:nvSpPr>
          <p:cNvPr id="76" name="TextBox 375">
            <a:extLst>
              <a:ext uri="{FF2B5EF4-FFF2-40B4-BE49-F238E27FC236}">
                <a16:creationId xmlns:a16="http://schemas.microsoft.com/office/drawing/2014/main" id="{8E883B61-19FB-B205-AD3F-F330A8A6D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059" y="6056576"/>
            <a:ext cx="3172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 dirty="0"/>
              <a:t>ITS1, 5.8S &amp; IT2 </a:t>
            </a:r>
          </a:p>
          <a:p>
            <a:pPr algn="r"/>
            <a:r>
              <a:rPr lang="en-US" altLang="en-US" sz="1400" dirty="0"/>
              <a:t>Maximum Likelihood Phylogram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99943A-7436-906B-B52C-37A20ECD050A}"/>
              </a:ext>
            </a:extLst>
          </p:cNvPr>
          <p:cNvGrpSpPr/>
          <p:nvPr/>
        </p:nvGrpSpPr>
        <p:grpSpPr>
          <a:xfrm>
            <a:off x="5589463" y="876870"/>
            <a:ext cx="3249609" cy="1592415"/>
            <a:chOff x="5589461" y="876868"/>
            <a:chExt cx="3249609" cy="15924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8A9F36C-ADE4-F354-7E89-4027FBEE955A}"/>
                </a:ext>
              </a:extLst>
            </p:cNvPr>
            <p:cNvSpPr txBox="1"/>
            <p:nvPr/>
          </p:nvSpPr>
          <p:spPr>
            <a:xfrm>
              <a:off x="7631767" y="1281702"/>
              <a:ext cx="9396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B0D"/>
                  </a:solidFill>
                </a:rPr>
                <a:t>Oligactis</a:t>
              </a:r>
              <a:endParaRPr lang="en-US" dirty="0">
                <a:solidFill>
                  <a:srgbClr val="FF9B0D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B4B745-6BC0-EB6F-C21F-44809ED5947C}"/>
                </a:ext>
              </a:extLst>
            </p:cNvPr>
            <p:cNvSpPr/>
            <p:nvPr/>
          </p:nvSpPr>
          <p:spPr bwMode="auto">
            <a:xfrm>
              <a:off x="5589461" y="876868"/>
              <a:ext cx="3249609" cy="1592415"/>
            </a:xfrm>
            <a:prstGeom prst="rect">
              <a:avLst/>
            </a:prstGeom>
            <a:noFill/>
            <a:ln w="79375" cap="flat" cmpd="sng" algn="ctr">
              <a:solidFill>
                <a:srgbClr val="FF9B0D">
                  <a:alpha val="24821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C9B9EF-0AD3-362A-C1BD-05881CFF1242}"/>
              </a:ext>
            </a:extLst>
          </p:cNvPr>
          <p:cNvGrpSpPr/>
          <p:nvPr/>
        </p:nvGrpSpPr>
        <p:grpSpPr>
          <a:xfrm>
            <a:off x="6110500" y="2701887"/>
            <a:ext cx="2745503" cy="3120769"/>
            <a:chOff x="6032041" y="2701885"/>
            <a:chExt cx="2807030" cy="312076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6D2251-B3A5-6F99-D3CC-4FC6344A1C06}"/>
                </a:ext>
              </a:extLst>
            </p:cNvPr>
            <p:cNvSpPr txBox="1"/>
            <p:nvPr/>
          </p:nvSpPr>
          <p:spPr>
            <a:xfrm>
              <a:off x="6091074" y="2737500"/>
              <a:ext cx="9047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FD2FC1B-E20B-1A6D-666A-B22AF62A4B0C}"/>
                </a:ext>
              </a:extLst>
            </p:cNvPr>
            <p:cNvSpPr/>
            <p:nvPr/>
          </p:nvSpPr>
          <p:spPr bwMode="auto">
            <a:xfrm>
              <a:off x="6032041" y="2701885"/>
              <a:ext cx="2807030" cy="3120769"/>
            </a:xfrm>
            <a:prstGeom prst="rect">
              <a:avLst/>
            </a:prstGeom>
            <a:noFill/>
            <a:ln w="82550" cap="flat" cmpd="sng" algn="ctr">
              <a:solidFill>
                <a:srgbClr val="FF0000">
                  <a:alpha val="40092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3995991-96A7-DEEA-C881-B9B1269C8E23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95C4FA-1794-C9F3-C3A6-52000B6C7217}"/>
              </a:ext>
            </a:extLst>
          </p:cNvPr>
          <p:cNvGrpSpPr/>
          <p:nvPr/>
        </p:nvGrpSpPr>
        <p:grpSpPr>
          <a:xfrm>
            <a:off x="2206803" y="4183160"/>
            <a:ext cx="1012007" cy="1014412"/>
            <a:chOff x="2206801" y="4183160"/>
            <a:chExt cx="1012007" cy="101441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A4C657-658C-AAC1-3CB8-FC19621ADDAB}"/>
                </a:ext>
              </a:extLst>
            </p:cNvPr>
            <p:cNvSpPr/>
            <p:nvPr/>
          </p:nvSpPr>
          <p:spPr bwMode="auto">
            <a:xfrm>
              <a:off x="2386138" y="5043345"/>
              <a:ext cx="154227" cy="154227"/>
            </a:xfrm>
            <a:prstGeom prst="ellipse">
              <a:avLst/>
            </a:prstGeom>
            <a:solidFill>
              <a:srgbClr val="0432FF"/>
            </a:solidFill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610FD5A-9200-6A4E-A123-51AB6A39C9D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77722" y="4460159"/>
              <a:ext cx="0" cy="63204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" name="Rectangle 5">
              <a:extLst>
                <a:ext uri="{FF2B5EF4-FFF2-40B4-BE49-F238E27FC236}">
                  <a16:creationId xmlns:a16="http://schemas.microsoft.com/office/drawing/2014/main" id="{DA80F987-AD98-571C-7E87-38ADD92BE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801" y="4183160"/>
              <a:ext cx="101200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i="1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H. </a:t>
              </a:r>
              <a:r>
                <a:rPr lang="en-US" sz="1200" i="1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lirosoma</a:t>
              </a:r>
              <a:endParaRPr lang="en-US" sz="120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68605DA0-44CB-D046-7637-EC019C89724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67059" y="3328537"/>
            <a:ext cx="165100" cy="165100"/>
          </a:xfrm>
          <a:prstGeom prst="rect">
            <a:avLst/>
          </a:prstGeom>
        </p:spPr>
      </p:pic>
      <p:sp>
        <p:nvSpPr>
          <p:cNvPr id="80" name="Rectangle 5">
            <a:extLst>
              <a:ext uri="{FF2B5EF4-FFF2-40B4-BE49-F238E27FC236}">
                <a16:creationId xmlns:a16="http://schemas.microsoft.com/office/drawing/2014/main" id="{26CB425F-7184-D60D-B063-DA3B797DD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clade?</a:t>
            </a:r>
          </a:p>
        </p:txBody>
      </p:sp>
    </p:spTree>
    <p:extLst>
      <p:ext uri="{BB962C8B-B14F-4D97-AF65-F5344CB8AC3E}">
        <p14:creationId xmlns:p14="http://schemas.microsoft.com/office/powerpoint/2010/main" val="150865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A9B01-7A61-5E5D-61CD-EF9EC08C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0F268E6-9E17-C76E-1D6C-ACD3E0A6ADFD}"/>
              </a:ext>
            </a:extLst>
          </p:cNvPr>
          <p:cNvGrpSpPr/>
          <p:nvPr/>
        </p:nvGrpSpPr>
        <p:grpSpPr>
          <a:xfrm>
            <a:off x="5242502" y="801424"/>
            <a:ext cx="3842267" cy="5680244"/>
            <a:chOff x="5213792" y="1049220"/>
            <a:chExt cx="3842267" cy="5680244"/>
          </a:xfrm>
        </p:grpSpPr>
        <p:pic>
          <p:nvPicPr>
            <p:cNvPr id="73" name="Picture 72" descr="ITS16SCO1_4.2.jpg">
              <a:extLst>
                <a:ext uri="{FF2B5EF4-FFF2-40B4-BE49-F238E27FC236}">
                  <a16:creationId xmlns:a16="http://schemas.microsoft.com/office/drawing/2014/main" id="{02DF9755-A58B-26CF-D07B-DD7036D44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13792" y="1049220"/>
              <a:ext cx="3676304" cy="5680244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9C109C9-A7BC-440B-3FCC-821F8FCF9620}"/>
                </a:ext>
              </a:extLst>
            </p:cNvPr>
            <p:cNvSpPr txBox="1"/>
            <p:nvPr/>
          </p:nvSpPr>
          <p:spPr>
            <a:xfrm>
              <a:off x="8178896" y="2645187"/>
              <a:ext cx="8771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Lirosoma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24A991EB-96E2-B2D7-61CD-815B815E427A}"/>
                </a:ext>
              </a:extLst>
            </p:cNvPr>
            <p:cNvCxnSpPr/>
            <p:nvPr/>
          </p:nvCxnSpPr>
          <p:spPr bwMode="auto">
            <a:xfrm flipH="1">
              <a:off x="7967230" y="2797588"/>
              <a:ext cx="27093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40FA6D2-6EA3-B78E-A333-17760E999108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8BD7DD-D0C6-F5BD-E6F7-E9461E7789F2}"/>
              </a:ext>
            </a:extLst>
          </p:cNvPr>
          <p:cNvGrpSpPr/>
          <p:nvPr/>
        </p:nvGrpSpPr>
        <p:grpSpPr>
          <a:xfrm>
            <a:off x="554626" y="1108818"/>
            <a:ext cx="5116503" cy="4884737"/>
            <a:chOff x="4166042" y="1537091"/>
            <a:chExt cx="5116503" cy="4884737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52E73B79-409A-020D-0EA4-9DC4ED16C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68" y="1537091"/>
              <a:ext cx="4013777" cy="4884737"/>
              <a:chOff x="3917515" y="1080644"/>
              <a:chExt cx="3035602" cy="3694561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715D274D-220F-A074-F287-3AB17EC14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736507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D421F8A9-A27C-BC8E-25C1-796DAE65F2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96515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46545815-4B68-DB8A-5115-A7B94B1FC8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142777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20641E12-EA2F-5128-0004-709CBA2A4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99AD7DF8-DE88-ED1B-CCC2-029E439DD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44752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F2D6B768-5CF2-12A9-D2AA-1CCECB0F95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36EC9FF6-3C06-FB6E-751E-93172712CC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5" y="1080644"/>
                <a:ext cx="1378406" cy="3694561"/>
                <a:chOff x="3800788" y="990844"/>
                <a:chExt cx="1857303" cy="4978156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87C12EF2-F539-AE77-8062-0A9A6A976B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8" y="2050925"/>
                  <a:ext cx="1482884" cy="3040233"/>
                  <a:chOff x="2876196" y="2163973"/>
                  <a:chExt cx="2690593" cy="3264576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0975E3E3-9FB7-03F2-0374-E9640FD279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6" y="2474820"/>
                    <a:ext cx="1058335" cy="210061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E040A59A-C070-0D6D-6896-82C4C068E0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7" y="2163973"/>
                    <a:ext cx="914854" cy="620324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3240BFD5-D38B-9ED8-33D4-60B01F029F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636406"/>
                    <a:ext cx="387003" cy="302631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09BE40DF-82F4-178C-A28B-C81049247A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0769" y="2472267"/>
                    <a:ext cx="501525" cy="242192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78D57E17-AC6A-082D-7566-9827248815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6BC8CC9E-9458-CCC6-2F12-8398CBD742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7" name="Freeform 178">
                    <a:extLst>
                      <a:ext uri="{FF2B5EF4-FFF2-40B4-BE49-F238E27FC236}">
                        <a16:creationId xmlns:a16="http://schemas.microsoft.com/office/drawing/2014/main" id="{FE719D89-E642-3B08-308D-CE0E3B8D53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4532" y="3729162"/>
                    <a:ext cx="785853" cy="1699387"/>
                  </a:xfrm>
                  <a:custGeom>
                    <a:avLst/>
                    <a:gdLst>
                      <a:gd name="T0" fmla="*/ 2147483647 w 597"/>
                      <a:gd name="T1" fmla="*/ 0 h 1241"/>
                      <a:gd name="T2" fmla="*/ 0 w 597"/>
                      <a:gd name="T3" fmla="*/ 0 h 1241"/>
                      <a:gd name="T4" fmla="*/ 0 w 597"/>
                      <a:gd name="T5" fmla="*/ 2147483647 h 1241"/>
                      <a:gd name="T6" fmla="*/ 2147483647 w 597"/>
                      <a:gd name="T7" fmla="*/ 2147483647 h 124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97"/>
                      <a:gd name="T13" fmla="*/ 0 h 1241"/>
                      <a:gd name="T14" fmla="*/ 597 w 597"/>
                      <a:gd name="T15" fmla="*/ 1241 h 124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97" h="1241">
                        <a:moveTo>
                          <a:pt x="478" y="0"/>
                        </a:moveTo>
                        <a:lnTo>
                          <a:pt x="0" y="0"/>
                        </a:lnTo>
                        <a:lnTo>
                          <a:pt x="0" y="1241"/>
                        </a:lnTo>
                        <a:lnTo>
                          <a:pt x="597" y="124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8CA23B0A-EF8D-53D9-4E4F-254219006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24837" y="1836603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A14E334C-C0F4-85EC-794F-EA1EDF5C7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34408" y="212440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17853139-C4C3-6973-D75B-517314751A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A5C08715-8687-D041-EFDC-FA637E4284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80061" y="235306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FB109813-9769-3D6A-5FA9-70D37271E0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32CE50D6-E49B-84B3-C209-922DC4DCBE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F921A2BE-8607-B166-179E-3C36007FC5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6BCE2F0F-105B-D523-F5AD-3FF503B111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19075" y="4717153"/>
                  <a:ext cx="1837166" cy="666528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391940C7-6A8E-08B4-536C-FF7D2BA83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80782" y="1129021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B69E4758-DBE8-AD7B-978C-82EC043C06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194" y="1197919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D8CE91A0-6513-72E7-55EC-DD6348556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06FB57DF-3D8A-D751-7647-41F51A6E09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6207" y="3917225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4FFE2195-8195-236A-2FD1-4DB11D55C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887928"/>
              <a:ext cx="825500" cy="1958975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C396E6-2416-E96F-C2DC-DAAC744F10AF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67EFE6-61D3-D6B0-B240-BDA8D63A0E96}"/>
                </a:ext>
              </a:extLst>
            </p:cNvPr>
            <p:cNvSpPr txBox="1"/>
            <p:nvPr/>
          </p:nvSpPr>
          <p:spPr>
            <a:xfrm>
              <a:off x="5264097" y="3685474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5CFAA4-F88B-8662-ED51-4C21CA8CA668}"/>
                </a:ext>
              </a:extLst>
            </p:cNvPr>
            <p:cNvSpPr txBox="1"/>
            <p:nvPr/>
          </p:nvSpPr>
          <p:spPr>
            <a:xfrm>
              <a:off x="5350452" y="554873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FE31EF-7A3F-7A02-8415-C9C4495FD7CD}"/>
                </a:ext>
              </a:extLst>
            </p:cNvPr>
            <p:cNvSpPr txBox="1"/>
            <p:nvPr/>
          </p:nvSpPr>
          <p:spPr>
            <a:xfrm>
              <a:off x="4166042" y="1557577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AE77E-8659-0461-2BF3-64AC2346D011}"/>
              </a:ext>
            </a:extLst>
          </p:cNvPr>
          <p:cNvGrpSpPr/>
          <p:nvPr/>
        </p:nvGrpSpPr>
        <p:grpSpPr>
          <a:xfrm>
            <a:off x="484648" y="1038961"/>
            <a:ext cx="4679370" cy="3049630"/>
            <a:chOff x="4099309" y="981944"/>
            <a:chExt cx="4679370" cy="304963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AF6D325-72DB-E279-748B-8C49B42FC178}"/>
                </a:ext>
              </a:extLst>
            </p:cNvPr>
            <p:cNvSpPr/>
            <p:nvPr/>
          </p:nvSpPr>
          <p:spPr bwMode="auto">
            <a:xfrm>
              <a:off x="4099309" y="981944"/>
              <a:ext cx="4679370" cy="3049630"/>
            </a:xfrm>
            <a:prstGeom prst="rect">
              <a:avLst/>
            </a:prstGeom>
            <a:solidFill>
              <a:srgbClr val="FFC000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A2C5B9C-9F07-2196-2D29-EFA3B7248B17}"/>
                </a:ext>
              </a:extLst>
            </p:cNvPr>
            <p:cNvGrpSpPr/>
            <p:nvPr/>
          </p:nvGrpSpPr>
          <p:grpSpPr>
            <a:xfrm>
              <a:off x="7461705" y="1078520"/>
              <a:ext cx="1254447" cy="787997"/>
              <a:chOff x="-1341868" y="2746655"/>
              <a:chExt cx="1254447" cy="787997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6C39166-F389-1619-C496-9D0D94859137}"/>
                  </a:ext>
                </a:extLst>
              </p:cNvPr>
              <p:cNvSpPr/>
              <p:nvPr/>
            </p:nvSpPr>
            <p:spPr>
              <a:xfrm>
                <a:off x="-1341868" y="2746655"/>
                <a:ext cx="1254447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Single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BD481E9-151B-5DCA-8B65-40C668A6676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215749" y="3534652"/>
                <a:ext cx="883146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C7C0D4E-88B5-77A7-4448-6835B0D80E08}"/>
              </a:ext>
            </a:extLst>
          </p:cNvPr>
          <p:cNvGrpSpPr/>
          <p:nvPr/>
        </p:nvGrpSpPr>
        <p:grpSpPr>
          <a:xfrm>
            <a:off x="482602" y="4163835"/>
            <a:ext cx="4689165" cy="1914587"/>
            <a:chOff x="4118281" y="4106816"/>
            <a:chExt cx="4689165" cy="191458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E225C82-4FF6-A08D-4EF1-53B75ACED98B}"/>
                </a:ext>
              </a:extLst>
            </p:cNvPr>
            <p:cNvSpPr/>
            <p:nvPr/>
          </p:nvSpPr>
          <p:spPr bwMode="auto">
            <a:xfrm>
              <a:off x="4118281" y="4106816"/>
              <a:ext cx="4679370" cy="1914587"/>
            </a:xfrm>
            <a:prstGeom prst="rect">
              <a:avLst/>
            </a:prstGeom>
            <a:solidFill>
              <a:srgbClr val="FF0487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223DE62-7C3C-25C1-D020-845EED5F4AAB}"/>
                </a:ext>
              </a:extLst>
            </p:cNvPr>
            <p:cNvGrpSpPr/>
            <p:nvPr/>
          </p:nvGrpSpPr>
          <p:grpSpPr>
            <a:xfrm>
              <a:off x="7481028" y="5109945"/>
              <a:ext cx="1326418" cy="787506"/>
              <a:chOff x="-1287718" y="2820716"/>
              <a:chExt cx="1326418" cy="78750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E23A059-EE7E-0F31-13DF-5A757286311E}"/>
                  </a:ext>
                </a:extLst>
              </p:cNvPr>
              <p:cNvSpPr/>
              <p:nvPr/>
            </p:nvSpPr>
            <p:spPr>
              <a:xfrm>
                <a:off x="-1287718" y="2820716"/>
                <a:ext cx="132641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Two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chromosomes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1610A83-1DB0-2B4E-E338-C3C3B489D8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110649" y="3608222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49E0D6C-8528-B32B-3EBF-3D6A3EACC08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624871" y="3608222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72" name="Text Box 5">
            <a:extLst>
              <a:ext uri="{FF2B5EF4-FFF2-40B4-BE49-F238E27FC236}">
                <a16:creationId xmlns:a16="http://schemas.microsoft.com/office/drawing/2014/main" id="{02E9592D-6043-7C5D-CF26-9EC4DEC45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21" y="5530277"/>
            <a:ext cx="20281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8 species</a:t>
            </a:r>
          </a:p>
        </p:txBody>
      </p:sp>
      <p:sp>
        <p:nvSpPr>
          <p:cNvPr id="76" name="TextBox 375">
            <a:extLst>
              <a:ext uri="{FF2B5EF4-FFF2-40B4-BE49-F238E27FC236}">
                <a16:creationId xmlns:a16="http://schemas.microsoft.com/office/drawing/2014/main" id="{FB80CA07-4643-41F5-1FFE-0D7813365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059" y="6056576"/>
            <a:ext cx="3172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 dirty="0"/>
              <a:t>ITS1, 5.8S &amp; IT2 </a:t>
            </a:r>
          </a:p>
          <a:p>
            <a:pPr algn="r"/>
            <a:r>
              <a:rPr lang="en-US" altLang="en-US" sz="1400" dirty="0"/>
              <a:t>Maximum Likelihood Phylogram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CB2E3E3-100A-6DCD-AD7B-1ABC9E4153E1}"/>
              </a:ext>
            </a:extLst>
          </p:cNvPr>
          <p:cNvGrpSpPr/>
          <p:nvPr/>
        </p:nvGrpSpPr>
        <p:grpSpPr>
          <a:xfrm>
            <a:off x="5589463" y="876870"/>
            <a:ext cx="3249609" cy="1592415"/>
            <a:chOff x="5589461" y="876868"/>
            <a:chExt cx="3249609" cy="15924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9EB228-9D50-8231-69B1-D2291927D494}"/>
                </a:ext>
              </a:extLst>
            </p:cNvPr>
            <p:cNvSpPr txBox="1"/>
            <p:nvPr/>
          </p:nvSpPr>
          <p:spPr>
            <a:xfrm>
              <a:off x="7631767" y="1281702"/>
              <a:ext cx="9396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B0D"/>
                  </a:solidFill>
                </a:rPr>
                <a:t>Oligactis</a:t>
              </a:r>
              <a:endParaRPr lang="en-US" dirty="0">
                <a:solidFill>
                  <a:srgbClr val="FF9B0D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05809E-4C5B-64A6-8677-9749D343C5FB}"/>
                </a:ext>
              </a:extLst>
            </p:cNvPr>
            <p:cNvSpPr/>
            <p:nvPr/>
          </p:nvSpPr>
          <p:spPr bwMode="auto">
            <a:xfrm>
              <a:off x="5589461" y="876868"/>
              <a:ext cx="3249609" cy="1592415"/>
            </a:xfrm>
            <a:prstGeom prst="rect">
              <a:avLst/>
            </a:prstGeom>
            <a:noFill/>
            <a:ln w="79375" cap="flat" cmpd="sng" algn="ctr">
              <a:solidFill>
                <a:srgbClr val="FF9B0D">
                  <a:alpha val="24821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3E202A-D8E7-0AC1-A218-E5FFFF5002DD}"/>
              </a:ext>
            </a:extLst>
          </p:cNvPr>
          <p:cNvGrpSpPr/>
          <p:nvPr/>
        </p:nvGrpSpPr>
        <p:grpSpPr>
          <a:xfrm>
            <a:off x="5606392" y="2580718"/>
            <a:ext cx="3249609" cy="3241939"/>
            <a:chOff x="5583500" y="2288904"/>
            <a:chExt cx="3255570" cy="353375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9D9D8C1-7B52-C1F2-DB4D-0E541CD6397E}"/>
                </a:ext>
              </a:extLst>
            </p:cNvPr>
            <p:cNvSpPr txBox="1"/>
            <p:nvPr/>
          </p:nvSpPr>
          <p:spPr>
            <a:xfrm>
              <a:off x="6146631" y="2462465"/>
              <a:ext cx="886545" cy="33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8596B09-8C09-92A1-489D-00EE2E5BB30A}"/>
                </a:ext>
              </a:extLst>
            </p:cNvPr>
            <p:cNvSpPr/>
            <p:nvPr/>
          </p:nvSpPr>
          <p:spPr bwMode="auto">
            <a:xfrm>
              <a:off x="5583500" y="2288904"/>
              <a:ext cx="3255570" cy="3533750"/>
            </a:xfrm>
            <a:prstGeom prst="rect">
              <a:avLst/>
            </a:prstGeom>
            <a:noFill/>
            <a:ln w="82550" cap="flat" cmpd="sng" algn="ctr">
              <a:solidFill>
                <a:srgbClr val="FF0000">
                  <a:alpha val="40092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5B3F190-284D-E0DA-23E2-9AD15627F0AB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B4AB75-E909-69D4-0361-8666269C532D}"/>
              </a:ext>
            </a:extLst>
          </p:cNvPr>
          <p:cNvGrpSpPr/>
          <p:nvPr/>
        </p:nvGrpSpPr>
        <p:grpSpPr>
          <a:xfrm>
            <a:off x="2206803" y="4183160"/>
            <a:ext cx="1012007" cy="1014412"/>
            <a:chOff x="2206801" y="4183160"/>
            <a:chExt cx="1012007" cy="101441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C3EEC71-9646-FD6D-6C2A-0AC688AE5197}"/>
                </a:ext>
              </a:extLst>
            </p:cNvPr>
            <p:cNvSpPr/>
            <p:nvPr/>
          </p:nvSpPr>
          <p:spPr bwMode="auto">
            <a:xfrm>
              <a:off x="2386138" y="5043345"/>
              <a:ext cx="154227" cy="154227"/>
            </a:xfrm>
            <a:prstGeom prst="ellipse">
              <a:avLst/>
            </a:prstGeom>
            <a:solidFill>
              <a:srgbClr val="0432FF"/>
            </a:solidFill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BBCF848-DFFB-0CE3-1E25-83FD2CBD4B9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77722" y="4460159"/>
              <a:ext cx="0" cy="63204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" name="Rectangle 5">
              <a:extLst>
                <a:ext uri="{FF2B5EF4-FFF2-40B4-BE49-F238E27FC236}">
                  <a16:creationId xmlns:a16="http://schemas.microsoft.com/office/drawing/2014/main" id="{DA260417-E954-0386-507E-9C3737D06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801" y="4183160"/>
              <a:ext cx="101200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i="1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H. </a:t>
              </a:r>
              <a:r>
                <a:rPr lang="en-US" sz="1200" i="1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lirosoma</a:t>
              </a:r>
              <a:endParaRPr lang="en-US" sz="120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4C1B0AA1-2D90-6197-0F71-7CB831376BF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67059" y="3328537"/>
            <a:ext cx="165100" cy="165100"/>
          </a:xfrm>
          <a:prstGeom prst="rect">
            <a:avLst/>
          </a:prstGeom>
        </p:spPr>
      </p:pic>
      <p:sp>
        <p:nvSpPr>
          <p:cNvPr id="80" name="Rectangle 5">
            <a:extLst>
              <a:ext uri="{FF2B5EF4-FFF2-40B4-BE49-F238E27FC236}">
                <a16:creationId xmlns:a16="http://schemas.microsoft.com/office/drawing/2014/main" id="{49CC7458-79F9-230A-0EDE-F3F7E18D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clade?</a:t>
            </a:r>
          </a:p>
        </p:txBody>
      </p:sp>
    </p:spTree>
    <p:extLst>
      <p:ext uri="{BB962C8B-B14F-4D97-AF65-F5344CB8AC3E}">
        <p14:creationId xmlns:p14="http://schemas.microsoft.com/office/powerpoint/2010/main" val="3233411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307D2-106A-A3DA-687E-8947C71C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D47CA87-AF7B-CE25-5389-D5EEF99CF3BC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16D0DF-0830-0555-FACA-44BCA26A7610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4BC9B0-071C-58AB-7677-DF653D42D21D}"/>
              </a:ext>
            </a:extLst>
          </p:cNvPr>
          <p:cNvGrpSpPr/>
          <p:nvPr/>
        </p:nvGrpSpPr>
        <p:grpSpPr>
          <a:xfrm>
            <a:off x="482602" y="1038963"/>
            <a:ext cx="5188527" cy="5076089"/>
            <a:chOff x="482600" y="1038961"/>
            <a:chExt cx="5188527" cy="507608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F5F11EC-0D1F-F41C-0299-34EB5F9F0555}"/>
                </a:ext>
              </a:extLst>
            </p:cNvPr>
            <p:cNvGrpSpPr/>
            <p:nvPr/>
          </p:nvGrpSpPr>
          <p:grpSpPr>
            <a:xfrm>
              <a:off x="554624" y="1108816"/>
              <a:ext cx="5116503" cy="4884737"/>
              <a:chOff x="4166042" y="1537091"/>
              <a:chExt cx="5116503" cy="4884737"/>
            </a:xfrm>
          </p:grpSpPr>
          <p:grpSp>
            <p:nvGrpSpPr>
              <p:cNvPr id="17" name="Group 455">
                <a:extLst>
                  <a:ext uri="{FF2B5EF4-FFF2-40B4-BE49-F238E27FC236}">
                    <a16:creationId xmlns:a16="http://schemas.microsoft.com/office/drawing/2014/main" id="{55856167-DCCB-7AB4-67AE-88A2C2095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8768" y="1537091"/>
                <a:ext cx="4013777" cy="4884737"/>
                <a:chOff x="3917515" y="1080644"/>
                <a:chExt cx="3035602" cy="3694561"/>
              </a:xfrm>
            </p:grpSpPr>
            <p:sp>
              <p:nvSpPr>
                <p:cNvPr id="23" name="Text Box 213">
                  <a:extLst>
                    <a:ext uri="{FF2B5EF4-FFF2-40B4-BE49-F238E27FC236}">
                      <a16:creationId xmlns:a16="http://schemas.microsoft.com/office/drawing/2014/main" id="{074124C4-CDB4-F224-70DC-534E0A70B1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1161" y="1736507"/>
                  <a:ext cx="1956696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hymanae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24" name="Text Box 234">
                  <a:extLst>
                    <a:ext uri="{FF2B5EF4-FFF2-40B4-BE49-F238E27FC236}">
                      <a16:creationId xmlns:a16="http://schemas.microsoft.com/office/drawing/2014/main" id="{C38E103F-7D7B-F959-92A1-17029911D7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43213" y="1965150"/>
                  <a:ext cx="1626380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circumcincta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25" name="Text Box 243">
                  <a:extLst>
                    <a:ext uri="{FF2B5EF4-FFF2-40B4-BE49-F238E27FC236}">
                      <a16:creationId xmlns:a16="http://schemas.microsoft.com/office/drawing/2014/main" id="{3ACEE4EF-BAC6-F8CC-A860-9040AFB4D8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92015" y="2142777"/>
                  <a:ext cx="1626380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circumcincta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26" name="Text Box 252">
                  <a:extLst>
                    <a:ext uri="{FF2B5EF4-FFF2-40B4-BE49-F238E27FC236}">
                      <a16:creationId xmlns:a16="http://schemas.microsoft.com/office/drawing/2014/main" id="{6B844F8C-3354-9238-7FDB-B63760F2BE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6831" y="2296784"/>
                  <a:ext cx="1338767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utahensis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27" name="Text Box 287">
                  <a:extLst>
                    <a:ext uri="{FF2B5EF4-FFF2-40B4-BE49-F238E27FC236}">
                      <a16:creationId xmlns:a16="http://schemas.microsoft.com/office/drawing/2014/main" id="{1C85265A-8252-9BEF-108E-E701BA6D5D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72708" y="2844752"/>
                  <a:ext cx="1275423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oxycnida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28" name="Text Box 305">
                  <a:extLst>
                    <a:ext uri="{FF2B5EF4-FFF2-40B4-BE49-F238E27FC236}">
                      <a16:creationId xmlns:a16="http://schemas.microsoft.com/office/drawing/2014/main" id="{5C1A3C10-563C-69AE-9C14-A185123D91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84027" y="3055276"/>
                  <a:ext cx="1487708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canadensis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grpSp>
              <p:nvGrpSpPr>
                <p:cNvPr id="29" name="Group 453">
                  <a:extLst>
                    <a:ext uri="{FF2B5EF4-FFF2-40B4-BE49-F238E27FC236}">
                      <a16:creationId xmlns:a16="http://schemas.microsoft.com/office/drawing/2014/main" id="{2A6592D2-5247-65BD-D51D-B8AF3AC57B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17515" y="1080644"/>
                  <a:ext cx="1378406" cy="3694561"/>
                  <a:chOff x="3800788" y="990844"/>
                  <a:chExt cx="1857303" cy="4978156"/>
                </a:xfrm>
              </p:grpSpPr>
              <p:grpSp>
                <p:nvGrpSpPr>
                  <p:cNvPr id="33" name="Group 450">
                    <a:extLst>
                      <a:ext uri="{FF2B5EF4-FFF2-40B4-BE49-F238E27FC236}">
                        <a16:creationId xmlns:a16="http://schemas.microsoft.com/office/drawing/2014/main" id="{37633043-C21D-B81E-84E7-57BE09BFD7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00788" y="2050925"/>
                    <a:ext cx="1482884" cy="3040233"/>
                    <a:chOff x="2876196" y="2163973"/>
                    <a:chExt cx="2690593" cy="3264576"/>
                  </a:xfrm>
                </p:grpSpPr>
                <p:sp>
                  <p:nvSpPr>
                    <p:cNvPr id="43" name="Freeform 133">
                      <a:extLst>
                        <a:ext uri="{FF2B5EF4-FFF2-40B4-BE49-F238E27FC236}">
                          <a16:creationId xmlns:a16="http://schemas.microsoft.com/office/drawing/2014/main" id="{FBAF3938-D41F-8A5C-B90B-A914F9D7DB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6196" y="2474820"/>
                      <a:ext cx="1058335" cy="2100612"/>
                    </a:xfrm>
                    <a:custGeom>
                      <a:avLst/>
                      <a:gdLst>
                        <a:gd name="T0" fmla="*/ 2147483647 w 804"/>
                        <a:gd name="T1" fmla="*/ 0 h 1534"/>
                        <a:gd name="T2" fmla="*/ 0 w 804"/>
                        <a:gd name="T3" fmla="*/ 0 h 1534"/>
                        <a:gd name="T4" fmla="*/ 0 w 804"/>
                        <a:gd name="T5" fmla="*/ 2147483647 h 1534"/>
                        <a:gd name="T6" fmla="*/ 2147483647 w 804"/>
                        <a:gd name="T7" fmla="*/ 2147483647 h 153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804"/>
                        <a:gd name="T13" fmla="*/ 0 h 1534"/>
                        <a:gd name="T14" fmla="*/ 804 w 804"/>
                        <a:gd name="T15" fmla="*/ 1534 h 1534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804" h="1534">
                          <a:moveTo>
                            <a:pt x="603" y="0"/>
                          </a:moveTo>
                          <a:lnTo>
                            <a:pt x="0" y="0"/>
                          </a:lnTo>
                          <a:lnTo>
                            <a:pt x="0" y="1534"/>
                          </a:lnTo>
                          <a:lnTo>
                            <a:pt x="804" y="1534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" name="Freeform 144">
                      <a:extLst>
                        <a:ext uri="{FF2B5EF4-FFF2-40B4-BE49-F238E27FC236}">
                          <a16:creationId xmlns:a16="http://schemas.microsoft.com/office/drawing/2014/main" id="{97BE0BC9-ED24-CDD9-2431-4E0647FAC4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947" y="2163973"/>
                      <a:ext cx="914854" cy="620324"/>
                    </a:xfrm>
                    <a:custGeom>
                      <a:avLst/>
                      <a:gdLst>
                        <a:gd name="T0" fmla="*/ 2147483647 w 695"/>
                        <a:gd name="T1" fmla="*/ 0 h 453"/>
                        <a:gd name="T2" fmla="*/ 0 w 695"/>
                        <a:gd name="T3" fmla="*/ 0 h 453"/>
                        <a:gd name="T4" fmla="*/ 0 w 695"/>
                        <a:gd name="T5" fmla="*/ 2147483647 h 453"/>
                        <a:gd name="T6" fmla="*/ 2147483647 w 695"/>
                        <a:gd name="T7" fmla="*/ 2147483647 h 45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695"/>
                        <a:gd name="T13" fmla="*/ 0 h 453"/>
                        <a:gd name="T14" fmla="*/ 695 w 695"/>
                        <a:gd name="T15" fmla="*/ 453 h 45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695" h="453">
                          <a:moveTo>
                            <a:pt x="695" y="0"/>
                          </a:moveTo>
                          <a:lnTo>
                            <a:pt x="0" y="0"/>
                          </a:lnTo>
                          <a:lnTo>
                            <a:pt x="0" y="453"/>
                          </a:lnTo>
                          <a:lnTo>
                            <a:pt x="401" y="453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" name="Freeform 149">
                      <a:extLst>
                        <a:ext uri="{FF2B5EF4-FFF2-40B4-BE49-F238E27FC236}">
                          <a16:creationId xmlns:a16="http://schemas.microsoft.com/office/drawing/2014/main" id="{306F7668-04EE-A42B-23C2-B76A88E64E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97798" y="2636406"/>
                      <a:ext cx="387003" cy="302631"/>
                    </a:xfrm>
                    <a:custGeom>
                      <a:avLst/>
                      <a:gdLst>
                        <a:gd name="T0" fmla="*/ 2147483647 w 294"/>
                        <a:gd name="T1" fmla="*/ 0 h 221"/>
                        <a:gd name="T2" fmla="*/ 0 w 294"/>
                        <a:gd name="T3" fmla="*/ 0 h 221"/>
                        <a:gd name="T4" fmla="*/ 0 w 294"/>
                        <a:gd name="T5" fmla="*/ 2147483647 h 221"/>
                        <a:gd name="T6" fmla="*/ 2147483647 w 294"/>
                        <a:gd name="T7" fmla="*/ 2147483647 h 221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4"/>
                        <a:gd name="T13" fmla="*/ 0 h 221"/>
                        <a:gd name="T14" fmla="*/ 294 w 294"/>
                        <a:gd name="T15" fmla="*/ 221 h 221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4" h="221">
                          <a:moveTo>
                            <a:pt x="139" y="0"/>
                          </a:moveTo>
                          <a:lnTo>
                            <a:pt x="0" y="0"/>
                          </a:lnTo>
                          <a:lnTo>
                            <a:pt x="0" y="221"/>
                          </a:lnTo>
                          <a:lnTo>
                            <a:pt x="294" y="221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" name="Freeform 150">
                      <a:extLst>
                        <a:ext uri="{FF2B5EF4-FFF2-40B4-BE49-F238E27FC236}">
                          <a16:creationId xmlns:a16="http://schemas.microsoft.com/office/drawing/2014/main" id="{A6BE25AB-CC60-35B4-FF0D-1EB3CA83D9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80769" y="2472267"/>
                      <a:ext cx="501525" cy="242192"/>
                    </a:xfrm>
                    <a:custGeom>
                      <a:avLst/>
                      <a:gdLst>
                        <a:gd name="T0" fmla="*/ 2147483647 w 381"/>
                        <a:gd name="T1" fmla="*/ 0 h 114"/>
                        <a:gd name="T2" fmla="*/ 0 w 381"/>
                        <a:gd name="T3" fmla="*/ 0 h 114"/>
                        <a:gd name="T4" fmla="*/ 0 w 381"/>
                        <a:gd name="T5" fmla="*/ 2147483647 h 114"/>
                        <a:gd name="T6" fmla="*/ 2147483647 w 381"/>
                        <a:gd name="T7" fmla="*/ 2147483647 h 11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381"/>
                        <a:gd name="T13" fmla="*/ 0 h 114"/>
                        <a:gd name="T14" fmla="*/ 381 w 381"/>
                        <a:gd name="T15" fmla="*/ 114 h 114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381" h="114">
                          <a:moveTo>
                            <a:pt x="299" y="0"/>
                          </a:moveTo>
                          <a:lnTo>
                            <a:pt x="0" y="0"/>
                          </a:lnTo>
                          <a:lnTo>
                            <a:pt x="0" y="114"/>
                          </a:lnTo>
                          <a:lnTo>
                            <a:pt x="381" y="114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" name="Freeform 163">
                      <a:extLst>
                        <a:ext uri="{FF2B5EF4-FFF2-40B4-BE49-F238E27FC236}">
                          <a16:creationId xmlns:a16="http://schemas.microsoft.com/office/drawing/2014/main" id="{C666780C-DBFB-479C-C60D-873D608BDF4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563740" y="3386667"/>
                      <a:ext cx="501524" cy="512297"/>
                    </a:xfrm>
                    <a:custGeom>
                      <a:avLst/>
                      <a:gdLst>
                        <a:gd name="T0" fmla="*/ 2147483647 w 381"/>
                        <a:gd name="T1" fmla="*/ 0 h 248"/>
                        <a:gd name="T2" fmla="*/ 0 w 381"/>
                        <a:gd name="T3" fmla="*/ 0 h 248"/>
                        <a:gd name="T4" fmla="*/ 0 w 381"/>
                        <a:gd name="T5" fmla="*/ 2147483647 h 248"/>
                        <a:gd name="T6" fmla="*/ 2147483647 w 381"/>
                        <a:gd name="T7" fmla="*/ 2147483647 h 248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381"/>
                        <a:gd name="T13" fmla="*/ 0 h 248"/>
                        <a:gd name="T14" fmla="*/ 381 w 381"/>
                        <a:gd name="T15" fmla="*/ 248 h 248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381" h="248">
                          <a:moveTo>
                            <a:pt x="381" y="0"/>
                          </a:moveTo>
                          <a:lnTo>
                            <a:pt x="0" y="0"/>
                          </a:lnTo>
                          <a:lnTo>
                            <a:pt x="0" y="248"/>
                          </a:lnTo>
                          <a:lnTo>
                            <a:pt x="160" y="248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" name="Freeform 176">
                      <a:extLst>
                        <a:ext uri="{FF2B5EF4-FFF2-40B4-BE49-F238E27FC236}">
                          <a16:creationId xmlns:a16="http://schemas.microsoft.com/office/drawing/2014/main" id="{18E841DE-8B2B-E2E0-E217-6D5E1F90B99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74354" y="3736009"/>
                      <a:ext cx="792435" cy="324541"/>
                    </a:xfrm>
                    <a:custGeom>
                      <a:avLst/>
                      <a:gdLst>
                        <a:gd name="T0" fmla="*/ 2147483647 w 602"/>
                        <a:gd name="T1" fmla="*/ 0 h 237"/>
                        <a:gd name="T2" fmla="*/ 0 w 602"/>
                        <a:gd name="T3" fmla="*/ 0 h 237"/>
                        <a:gd name="T4" fmla="*/ 0 w 602"/>
                        <a:gd name="T5" fmla="*/ 2147483647 h 237"/>
                        <a:gd name="T6" fmla="*/ 2147483647 w 602"/>
                        <a:gd name="T7" fmla="*/ 2147483647 h 23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602"/>
                        <a:gd name="T13" fmla="*/ 0 h 237"/>
                        <a:gd name="T14" fmla="*/ 602 w 602"/>
                        <a:gd name="T15" fmla="*/ 237 h 23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602" h="237">
                          <a:moveTo>
                            <a:pt x="602" y="0"/>
                          </a:moveTo>
                          <a:lnTo>
                            <a:pt x="0" y="0"/>
                          </a:lnTo>
                          <a:lnTo>
                            <a:pt x="0" y="237"/>
                          </a:lnTo>
                          <a:lnTo>
                            <a:pt x="432" y="237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" name="Freeform 178">
                      <a:extLst>
                        <a:ext uri="{FF2B5EF4-FFF2-40B4-BE49-F238E27FC236}">
                          <a16:creationId xmlns:a16="http://schemas.microsoft.com/office/drawing/2014/main" id="{91FEF0A5-135C-A955-5980-6DC4F57D9E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34532" y="3729162"/>
                      <a:ext cx="785853" cy="1699387"/>
                    </a:xfrm>
                    <a:custGeom>
                      <a:avLst/>
                      <a:gdLst>
                        <a:gd name="T0" fmla="*/ 2147483647 w 597"/>
                        <a:gd name="T1" fmla="*/ 0 h 1241"/>
                        <a:gd name="T2" fmla="*/ 0 w 597"/>
                        <a:gd name="T3" fmla="*/ 0 h 1241"/>
                        <a:gd name="T4" fmla="*/ 0 w 597"/>
                        <a:gd name="T5" fmla="*/ 2147483647 h 1241"/>
                        <a:gd name="T6" fmla="*/ 2147483647 w 597"/>
                        <a:gd name="T7" fmla="*/ 2147483647 h 1241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597"/>
                        <a:gd name="T13" fmla="*/ 0 h 1241"/>
                        <a:gd name="T14" fmla="*/ 597 w 597"/>
                        <a:gd name="T15" fmla="*/ 1241 h 1241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597" h="1241">
                          <a:moveTo>
                            <a:pt x="478" y="0"/>
                          </a:moveTo>
                          <a:lnTo>
                            <a:pt x="0" y="0"/>
                          </a:lnTo>
                          <a:lnTo>
                            <a:pt x="0" y="1241"/>
                          </a:lnTo>
                          <a:lnTo>
                            <a:pt x="597" y="1241"/>
                          </a:lnTo>
                        </a:path>
                      </a:pathLst>
                    </a:custGeom>
                    <a:noFill/>
                    <a:ln w="12700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4" name="Isosceles Triangle 441">
                    <a:extLst>
                      <a:ext uri="{FF2B5EF4-FFF2-40B4-BE49-F238E27FC236}">
                        <a16:creationId xmlns:a16="http://schemas.microsoft.com/office/drawing/2014/main" id="{2EBFDEB0-3068-8A86-A80B-00322F27D4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824837" y="1836603"/>
                    <a:ext cx="201061" cy="415443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00B0F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5" name="Isosceles Triangle 442">
                    <a:extLst>
                      <a:ext uri="{FF2B5EF4-FFF2-40B4-BE49-F238E27FC236}">
                        <a16:creationId xmlns:a16="http://schemas.microsoft.com/office/drawing/2014/main" id="{2126DD10-B7CC-A60B-CDAD-0E43E1203E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934408" y="2124400"/>
                    <a:ext cx="201061" cy="415443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DF44D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6" name="Isosceles Triangle 443">
                    <a:extLst>
                      <a:ext uri="{FF2B5EF4-FFF2-40B4-BE49-F238E27FC236}">
                        <a16:creationId xmlns:a16="http://schemas.microsoft.com/office/drawing/2014/main" id="{2AB36901-27D5-F9F1-5538-3BD169C793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4988467" y="2981465"/>
                    <a:ext cx="410012" cy="392612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FFBF1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7" name="Isosceles Triangle 444">
                    <a:extLst>
                      <a:ext uri="{FF2B5EF4-FFF2-40B4-BE49-F238E27FC236}">
                        <a16:creationId xmlns:a16="http://schemas.microsoft.com/office/drawing/2014/main" id="{81956FB3-CADA-F67B-E1B5-B7B8AD3D63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980061" y="2353060"/>
                    <a:ext cx="201061" cy="415443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963E7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8" name="Isosceles Triangle 445">
                    <a:extLst>
                      <a:ext uri="{FF2B5EF4-FFF2-40B4-BE49-F238E27FC236}">
                        <a16:creationId xmlns:a16="http://schemas.microsoft.com/office/drawing/2014/main" id="{C6AE1985-75EA-7BDC-6E76-3F1ACE6A69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802013" y="2562010"/>
                    <a:ext cx="201061" cy="415443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0705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9" name="Isosceles Triangle 446">
                    <a:extLst>
                      <a:ext uri="{FF2B5EF4-FFF2-40B4-BE49-F238E27FC236}">
                        <a16:creationId xmlns:a16="http://schemas.microsoft.com/office/drawing/2014/main" id="{C0C4105A-29A0-52DF-0403-02C1C092A4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384700" y="3298620"/>
                    <a:ext cx="122213" cy="424569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FC1787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0" name="Isosceles Triangle 447">
                    <a:extLst>
                      <a:ext uri="{FF2B5EF4-FFF2-40B4-BE49-F238E27FC236}">
                        <a16:creationId xmlns:a16="http://schemas.microsoft.com/office/drawing/2014/main" id="{AD82D287-FF6F-8A73-B3EA-E7C91B5025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133523" y="3608308"/>
                    <a:ext cx="410012" cy="392612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FFFF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" name="Isosceles Triangle 448">
                    <a:extLst>
                      <a:ext uri="{FF2B5EF4-FFF2-40B4-BE49-F238E27FC236}">
                        <a16:creationId xmlns:a16="http://schemas.microsoft.com/office/drawing/2014/main" id="{EB52F0B7-6B0F-221B-31FE-A44CFAFC5B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19075" y="4717153"/>
                    <a:ext cx="1837166" cy="666528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FF570E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42" name="Isosceles Triangle 449">
                    <a:extLst>
                      <a:ext uri="{FF2B5EF4-FFF2-40B4-BE49-F238E27FC236}">
                        <a16:creationId xmlns:a16="http://schemas.microsoft.com/office/drawing/2014/main" id="{938D94A5-44CB-5135-54C7-41836576DF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680782" y="1129021"/>
                    <a:ext cx="678096" cy="401741"/>
                  </a:xfrm>
                  <a:prstGeom prst="triangle">
                    <a:avLst>
                      <a:gd name="adj" fmla="val 47296"/>
                    </a:avLst>
                  </a:prstGeom>
                  <a:solidFill>
                    <a:srgbClr val="15A70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0" name="Text Box 213">
                  <a:extLst>
                    <a:ext uri="{FF2B5EF4-FFF2-40B4-BE49-F238E27FC236}">
                      <a16:creationId xmlns:a16="http://schemas.microsoft.com/office/drawing/2014/main" id="{1621E0BA-66E8-DCC6-5AEE-1E71D3FAC8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15194" y="1197919"/>
                  <a:ext cx="1397084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solidFill>
                        <a:srgbClr val="000000"/>
                      </a:solidFill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solidFill>
                        <a:srgbClr val="000000"/>
                      </a:solidFill>
                      <a:latin typeface="Myriad Pro"/>
                      <a:cs typeface="Myriad Pro"/>
                    </a:rPr>
                    <a:t>viridissima</a:t>
                  </a:r>
                  <a:endParaRPr lang="en-US" i="1" dirty="0">
                    <a:solidFill>
                      <a:srgbClr val="000000"/>
                    </a:solidFill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31" name="Text Box 252">
                  <a:extLst>
                    <a:ext uri="{FF2B5EF4-FFF2-40B4-BE49-F238E27FC236}">
                      <a16:creationId xmlns:a16="http://schemas.microsoft.com/office/drawing/2014/main" id="{24D98C4F-7E99-B841-B199-594217953B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25771" y="2572435"/>
                  <a:ext cx="1827346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</a:t>
                  </a:r>
                  <a:r>
                    <a:rPr lang="en-US" i="1" dirty="0" err="1">
                      <a:latin typeface="Myriad Pro"/>
                      <a:cs typeface="Myriad Pro"/>
                    </a:rPr>
                    <a:t>oligactis</a:t>
                  </a:r>
                  <a:endParaRPr lang="en-US" i="1" dirty="0">
                    <a:latin typeface="Myriad Pro"/>
                    <a:cs typeface="Myriad Pro"/>
                  </a:endParaRPr>
                </a:p>
              </p:txBody>
            </p:sp>
            <p:sp>
              <p:nvSpPr>
                <p:cNvPr id="32" name="Text Box 252">
                  <a:extLst>
                    <a:ext uri="{FF2B5EF4-FFF2-40B4-BE49-F238E27FC236}">
                      <a16:creationId xmlns:a16="http://schemas.microsoft.com/office/drawing/2014/main" id="{88352608-A8EA-B9F6-7016-F0A7A5EC59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6207" y="3917225"/>
                  <a:ext cx="1322068" cy="2327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i="1" dirty="0">
                      <a:latin typeface="Myriad Pro"/>
                      <a:cs typeface="Myriad Pro"/>
                    </a:rPr>
                    <a:t>Hydra vulgaris</a:t>
                  </a:r>
                </a:p>
              </p:txBody>
            </p:sp>
          </p:grpSp>
          <p:sp>
            <p:nvSpPr>
              <p:cNvPr id="18" name="Freeform 138">
                <a:extLst>
                  <a:ext uri="{FF2B5EF4-FFF2-40B4-BE49-F238E27FC236}">
                    <a16:creationId xmlns:a16="http://schemas.microsoft.com/office/drawing/2014/main" id="{9A4E284D-4B12-85FE-91C2-7E0F12F7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318" y="1887928"/>
                <a:ext cx="825500" cy="1958975"/>
              </a:xfrm>
              <a:custGeom>
                <a:avLst/>
                <a:gdLst>
                  <a:gd name="T0" fmla="*/ 2147483647 w 1113"/>
                  <a:gd name="T1" fmla="*/ 2147483647 h 1158"/>
                  <a:gd name="T2" fmla="*/ 2147483647 w 1113"/>
                  <a:gd name="T3" fmla="*/ 0 h 1158"/>
                  <a:gd name="T4" fmla="*/ 0 w 1113"/>
                  <a:gd name="T5" fmla="*/ 2147483647 h 1158"/>
                  <a:gd name="T6" fmla="*/ 0 w 1113"/>
                  <a:gd name="T7" fmla="*/ 2147483647 h 1158"/>
                  <a:gd name="T8" fmla="*/ 2147483647 w 1113"/>
                  <a:gd name="T9" fmla="*/ 2147483647 h 1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3"/>
                  <a:gd name="T16" fmla="*/ 0 h 1158"/>
                  <a:gd name="T17" fmla="*/ 1113 w 1113"/>
                  <a:gd name="T18" fmla="*/ 1158 h 1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3" h="1158">
                    <a:moveTo>
                      <a:pt x="396" y="4"/>
                    </a:moveTo>
                    <a:cubicBezTo>
                      <a:pt x="390" y="3"/>
                      <a:pt x="1113" y="1"/>
                      <a:pt x="1107" y="0"/>
                    </a:cubicBezTo>
                    <a:lnTo>
                      <a:pt x="0" y="4"/>
                    </a:lnTo>
                    <a:lnTo>
                      <a:pt x="0" y="1158"/>
                    </a:lnTo>
                    <a:lnTo>
                      <a:pt x="1096" y="1158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3CFCC6-B801-C629-6CA5-E1B84DD1FB27}"/>
                  </a:ext>
                </a:extLst>
              </p:cNvPr>
              <p:cNvSpPr txBox="1"/>
              <p:nvPr/>
            </p:nvSpPr>
            <p:spPr>
              <a:xfrm>
                <a:off x="4871508" y="2518990"/>
                <a:ext cx="10741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solidFill>
                      <a:srgbClr val="D200D2"/>
                    </a:solidFill>
                  </a:rPr>
                  <a:t>Braueri</a:t>
                </a:r>
                <a:endParaRPr lang="en-US" dirty="0">
                  <a:solidFill>
                    <a:srgbClr val="D200D2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283BF0-F003-DC84-1314-909448A716E3}"/>
                  </a:ext>
                </a:extLst>
              </p:cNvPr>
              <p:cNvSpPr txBox="1"/>
              <p:nvPr/>
            </p:nvSpPr>
            <p:spPr>
              <a:xfrm>
                <a:off x="5264097" y="3685474"/>
                <a:ext cx="10673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solidFill>
                      <a:srgbClr val="FF6600"/>
                    </a:solidFill>
                  </a:rPr>
                  <a:t>Oligactis</a:t>
                </a:r>
                <a:endParaRPr lang="en-US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C2EB73-2853-E5C9-3DB1-FD673087F7A0}"/>
                  </a:ext>
                </a:extLst>
              </p:cNvPr>
              <p:cNvSpPr txBox="1"/>
              <p:nvPr/>
            </p:nvSpPr>
            <p:spPr>
              <a:xfrm>
                <a:off x="5350452" y="5548734"/>
                <a:ext cx="10003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Vulgaris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4F1C3C-EF1E-8687-BBF1-7FACAC85DBA7}"/>
                  </a:ext>
                </a:extLst>
              </p:cNvPr>
              <p:cNvSpPr txBox="1"/>
              <p:nvPr/>
            </p:nvSpPr>
            <p:spPr>
              <a:xfrm>
                <a:off x="4166042" y="1557577"/>
                <a:ext cx="219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solidFill>
                      <a:srgbClr val="07A93A"/>
                    </a:solidFill>
                  </a:rPr>
                  <a:t>Viridissima</a:t>
                </a:r>
                <a:endParaRPr lang="en-US" dirty="0">
                  <a:solidFill>
                    <a:srgbClr val="07A93A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A1CDC85-E387-7464-8689-6B985503D5A8}"/>
                </a:ext>
              </a:extLst>
            </p:cNvPr>
            <p:cNvGrpSpPr/>
            <p:nvPr/>
          </p:nvGrpSpPr>
          <p:grpSpPr>
            <a:xfrm>
              <a:off x="484648" y="1038961"/>
              <a:ext cx="4616843" cy="3049630"/>
              <a:chOff x="4099309" y="981944"/>
              <a:chExt cx="4616843" cy="304963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683C841-30F3-68FC-F066-ACDFE2E6AC6C}"/>
                  </a:ext>
                </a:extLst>
              </p:cNvPr>
              <p:cNvSpPr/>
              <p:nvPr/>
            </p:nvSpPr>
            <p:spPr bwMode="auto">
              <a:xfrm>
                <a:off x="4099309" y="981944"/>
                <a:ext cx="4611516" cy="3049630"/>
              </a:xfrm>
              <a:prstGeom prst="rect">
                <a:avLst/>
              </a:prstGeom>
              <a:solidFill>
                <a:srgbClr val="FFC000">
                  <a:alpha val="15047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63C2FFE-062D-A75D-6954-6039D1DAB965}"/>
                  </a:ext>
                </a:extLst>
              </p:cNvPr>
              <p:cNvGrpSpPr/>
              <p:nvPr/>
            </p:nvGrpSpPr>
            <p:grpSpPr>
              <a:xfrm>
                <a:off x="7461705" y="1078520"/>
                <a:ext cx="1254447" cy="787997"/>
                <a:chOff x="-1341868" y="2746655"/>
                <a:chExt cx="1254447" cy="787997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B1B3C7A9-D376-0B6B-ED39-5CCB7E9BE2BA}"/>
                    </a:ext>
                  </a:extLst>
                </p:cNvPr>
                <p:cNvSpPr/>
                <p:nvPr/>
              </p:nvSpPr>
              <p:spPr>
                <a:xfrm>
                  <a:off x="-1341868" y="2746655"/>
                  <a:ext cx="1254447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Harding"/>
                    </a:rPr>
                    <a:t>Single linear</a:t>
                  </a:r>
                </a:p>
                <a:p>
                  <a:r>
                    <a:rPr lang="en-US" dirty="0">
                      <a:solidFill>
                        <a:srgbClr val="00B050"/>
                      </a:solidFill>
                      <a:latin typeface="Harding"/>
                    </a:rPr>
                    <a:t>mitochondrial chromosome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E949EC7-D092-DA78-2860-64BCCFFA484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-1215749" y="3534652"/>
                  <a:ext cx="883146" cy="0"/>
                </a:xfrm>
                <a:prstGeom prst="line">
                  <a:avLst/>
                </a:prstGeom>
                <a:solidFill>
                  <a:schemeClr val="accent1"/>
                </a:solidFill>
                <a:ln w="38100" cap="flat" cmpd="sng" algn="ctr">
                  <a:solidFill>
                    <a:srgbClr val="00B05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81A0ABB-CB60-C35C-5D88-660D4E284665}"/>
                </a:ext>
              </a:extLst>
            </p:cNvPr>
            <p:cNvGrpSpPr/>
            <p:nvPr/>
          </p:nvGrpSpPr>
          <p:grpSpPr>
            <a:xfrm>
              <a:off x="482600" y="4163833"/>
              <a:ext cx="4689165" cy="1914587"/>
              <a:chOff x="4118281" y="4106816"/>
              <a:chExt cx="4689165" cy="1914587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090B571-593A-455D-5A04-A5F5AD2715C3}"/>
                  </a:ext>
                </a:extLst>
              </p:cNvPr>
              <p:cNvSpPr/>
              <p:nvPr/>
            </p:nvSpPr>
            <p:spPr bwMode="auto">
              <a:xfrm>
                <a:off x="4118281" y="4106816"/>
                <a:ext cx="4618891" cy="1914587"/>
              </a:xfrm>
              <a:prstGeom prst="rect">
                <a:avLst/>
              </a:prstGeom>
              <a:solidFill>
                <a:srgbClr val="FF0487">
                  <a:alpha val="15047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53BFA7B7-74A4-99BB-823F-567F9D944400}"/>
                  </a:ext>
                </a:extLst>
              </p:cNvPr>
              <p:cNvGrpSpPr/>
              <p:nvPr/>
            </p:nvGrpSpPr>
            <p:grpSpPr>
              <a:xfrm>
                <a:off x="7481028" y="5109945"/>
                <a:ext cx="1326418" cy="787506"/>
                <a:chOff x="-1287718" y="2820716"/>
                <a:chExt cx="1326418" cy="787506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C0062458-C044-7ED9-3AFD-99C7729B0841}"/>
                    </a:ext>
                  </a:extLst>
                </p:cNvPr>
                <p:cNvSpPr/>
                <p:nvPr/>
              </p:nvSpPr>
              <p:spPr>
                <a:xfrm>
                  <a:off x="-1287718" y="2820716"/>
                  <a:ext cx="1326418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Harding"/>
                    </a:rPr>
                    <a:t>Two linear</a:t>
                  </a:r>
                </a:p>
                <a:p>
                  <a:r>
                    <a:rPr lang="en-US" dirty="0">
                      <a:solidFill>
                        <a:srgbClr val="00B050"/>
                      </a:solidFill>
                      <a:latin typeface="Harding"/>
                    </a:rPr>
                    <a:t>mitochondrial chromosomes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E0FA47A2-62F2-8975-857C-DA44F20E42F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-1110649" y="3608222"/>
                  <a:ext cx="385349" cy="0"/>
                </a:xfrm>
                <a:prstGeom prst="line">
                  <a:avLst/>
                </a:prstGeom>
                <a:solidFill>
                  <a:schemeClr val="accent1"/>
                </a:solidFill>
                <a:ln w="38100" cap="flat" cmpd="sng" algn="ctr">
                  <a:solidFill>
                    <a:srgbClr val="00B05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797CA61D-9D5E-9DFD-ECCD-1B05E75E159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-624871" y="3608222"/>
                  <a:ext cx="385349" cy="0"/>
                </a:xfrm>
                <a:prstGeom prst="line">
                  <a:avLst/>
                </a:prstGeom>
                <a:solidFill>
                  <a:schemeClr val="accent1"/>
                </a:solidFill>
                <a:ln w="38100" cap="flat" cmpd="sng" algn="ctr">
                  <a:solidFill>
                    <a:srgbClr val="00B05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72" name="Text Box 5">
              <a:extLst>
                <a:ext uri="{FF2B5EF4-FFF2-40B4-BE49-F238E27FC236}">
                  <a16:creationId xmlns:a16="http://schemas.microsoft.com/office/drawing/2014/main" id="{8B353316-1114-B150-7CA1-D6F021800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119" y="5530275"/>
              <a:ext cx="202811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3200" dirty="0">
                  <a:solidFill>
                    <a:srgbClr val="00B050"/>
                  </a:solidFill>
                </a:rPr>
                <a:t>8 species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CC8D755-C684-66B8-473F-443816092F42}"/>
                </a:ext>
              </a:extLst>
            </p:cNvPr>
            <p:cNvGrpSpPr/>
            <p:nvPr/>
          </p:nvGrpSpPr>
          <p:grpSpPr>
            <a:xfrm>
              <a:off x="2206801" y="4183160"/>
              <a:ext cx="1012007" cy="1014412"/>
              <a:chOff x="2206801" y="4183160"/>
              <a:chExt cx="1012007" cy="1014412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9D51E5D-C63F-10E4-CD67-DF3270609359}"/>
                  </a:ext>
                </a:extLst>
              </p:cNvPr>
              <p:cNvSpPr/>
              <p:nvPr/>
            </p:nvSpPr>
            <p:spPr bwMode="auto">
              <a:xfrm>
                <a:off x="2386138" y="5043345"/>
                <a:ext cx="154227" cy="154227"/>
              </a:xfrm>
              <a:prstGeom prst="ellipse">
                <a:avLst/>
              </a:prstGeom>
              <a:solidFill>
                <a:srgbClr val="0432FF"/>
              </a:solidFill>
              <a:ln w="9525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BFA24E1-0789-9D87-BF65-02BD1AAA818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477722" y="4460159"/>
                <a:ext cx="0" cy="632049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9" name="Rectangle 5">
                <a:extLst>
                  <a:ext uri="{FF2B5EF4-FFF2-40B4-BE49-F238E27FC236}">
                    <a16:creationId xmlns:a16="http://schemas.microsoft.com/office/drawing/2014/main" id="{2E29F175-6FF0-4366-F840-130814123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6801" y="4183160"/>
                <a:ext cx="1012007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marL="457200" indent="-457200" algn="r">
                  <a:buSzPct val="100000"/>
                  <a:defRPr/>
                </a:pPr>
                <a:r>
                  <a:rPr lang="en-US" sz="1200" i="1" dirty="0">
                    <a:solidFill>
                      <a:srgbClr val="000000"/>
                    </a:solidFill>
                    <a:latin typeface="Myriad Pro"/>
                    <a:ea typeface="Arial" charset="0"/>
                    <a:cs typeface="Myriad Pro"/>
                  </a:rPr>
                  <a:t>H. </a:t>
                </a:r>
                <a:r>
                  <a:rPr lang="en-US" sz="1200" i="1" dirty="0" err="1">
                    <a:solidFill>
                      <a:srgbClr val="000000"/>
                    </a:solidFill>
                    <a:latin typeface="Myriad Pro"/>
                    <a:ea typeface="Arial" charset="0"/>
                    <a:cs typeface="Myriad Pro"/>
                  </a:rPr>
                  <a:t>lirosoma</a:t>
                </a:r>
                <a:endParaRPr lang="en-US" sz="120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endParaRP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B2F4FD1-C72B-E293-61D7-F80550978E69}"/>
              </a:ext>
            </a:extLst>
          </p:cNvPr>
          <p:cNvGrpSpPr/>
          <p:nvPr/>
        </p:nvGrpSpPr>
        <p:grpSpPr>
          <a:xfrm>
            <a:off x="5403310" y="1874201"/>
            <a:ext cx="3608286" cy="4197164"/>
            <a:chOff x="5127799" y="1542372"/>
            <a:chExt cx="3919613" cy="4559300"/>
          </a:xfrm>
        </p:grpSpPr>
        <p:pic>
          <p:nvPicPr>
            <p:cNvPr id="82" name="Picture 81" descr="A picture containing sitting, table, monitor, light&#10;&#10;Description automatically generated">
              <a:extLst>
                <a:ext uri="{FF2B5EF4-FFF2-40B4-BE49-F238E27FC236}">
                  <a16:creationId xmlns:a16="http://schemas.microsoft.com/office/drawing/2014/main" id="{CF328761-DAC6-C3F0-498D-D16287E99468}"/>
                </a:ext>
              </a:extLst>
            </p:cNvPr>
            <p:cNvPicPr/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127799" y="1542372"/>
              <a:ext cx="3919613" cy="4559300"/>
            </a:xfrm>
            <a:prstGeom prst="rect">
              <a:avLst/>
            </a:prstGeom>
          </p:spPr>
        </p:pic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40DBDD89-EC84-2A4B-C2C8-1F967B815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1451" y="5169160"/>
              <a:ext cx="1543081" cy="702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two mitochondrial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chromosomes 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(~ 8 kb each)</a:t>
              </a:r>
            </a:p>
          </p:txBody>
        </p:sp>
        <p:sp>
          <p:nvSpPr>
            <p:cNvPr id="84" name="Rectangle 5">
              <a:extLst>
                <a:ext uri="{FF2B5EF4-FFF2-40B4-BE49-F238E27FC236}">
                  <a16:creationId xmlns:a16="http://schemas.microsoft.com/office/drawing/2014/main" id="{59FF2AA8-0371-B2CE-0091-16E293C61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7894" y="4392494"/>
              <a:ext cx="1700287" cy="702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single mitochondrial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chromosomes 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(~ 16 kb)</a:t>
              </a:r>
            </a:p>
          </p:txBody>
        </p:sp>
      </p:grpSp>
      <p:sp>
        <p:nvSpPr>
          <p:cNvPr id="80" name="Rectangle 5">
            <a:extLst>
              <a:ext uri="{FF2B5EF4-FFF2-40B4-BE49-F238E27FC236}">
                <a16:creationId xmlns:a16="http://schemas.microsoft.com/office/drawing/2014/main" id="{D5024F2D-12D0-2A86-4446-73CFF74D9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clade?</a:t>
            </a:r>
          </a:p>
        </p:txBody>
      </p:sp>
    </p:spTree>
    <p:extLst>
      <p:ext uri="{BB962C8B-B14F-4D97-AF65-F5344CB8AC3E}">
        <p14:creationId xmlns:p14="http://schemas.microsoft.com/office/powerpoint/2010/main" val="2589581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A0D62-0520-92CB-3A2A-A1AF34AB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3CA65CA-92B9-BEFA-BA5D-981F8743EC2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59D73A-73CA-0E97-369B-9B3F7C2E02C3}"/>
              </a:ext>
            </a:extLst>
          </p:cNvPr>
          <p:cNvGrpSpPr/>
          <p:nvPr/>
        </p:nvGrpSpPr>
        <p:grpSpPr>
          <a:xfrm>
            <a:off x="554626" y="1108816"/>
            <a:ext cx="5116505" cy="5140040"/>
            <a:chOff x="4166042" y="1537091"/>
            <a:chExt cx="5116505" cy="5140040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BF3D4D64-B1B1-AC4D-3EE6-FC615EB7D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68" y="1537091"/>
              <a:ext cx="4013779" cy="5140040"/>
              <a:chOff x="3917514" y="1080644"/>
              <a:chExt cx="3035603" cy="3887659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B77EF5EB-9AF2-A6BC-0C4B-10C7D0EE6D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736507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C05461DB-7829-CF3F-3688-2B5E21DC8B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96515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A3CF6C4F-FDF6-5E72-1564-899B3EF67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142777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AD117C17-55B0-9E07-1532-12370E085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F1159E87-FE99-CD82-3322-3C48D2204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33598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5B3966A0-FCA0-9204-1276-176B0CCB23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EAAB6C6F-7574-DDD2-F057-FA1CC8BA9A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4" y="1080644"/>
                <a:ext cx="1395018" cy="3887659"/>
                <a:chOff x="3800787" y="990844"/>
                <a:chExt cx="1879686" cy="5238341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53245886-0A9F-8E9F-1B82-0C4E5583A9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7" y="2050925"/>
                  <a:ext cx="1482884" cy="3308084"/>
                  <a:chOff x="2876195" y="2163973"/>
                  <a:chExt cx="2690594" cy="3552191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97C7A22D-62FC-1D2C-A2F8-6D01913BD1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5" y="2474820"/>
                    <a:ext cx="1058335" cy="187724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35DF04A7-9FBD-4607-43F7-35EBC9B8D9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7" y="2163973"/>
                    <a:ext cx="914854" cy="620324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97CC77B4-FF7A-38A0-F562-D5853DC195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636406"/>
                    <a:ext cx="387003" cy="302631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2BEFB5AA-FFCD-A7E3-5292-B1587E8EEC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0769" y="2472267"/>
                    <a:ext cx="501525" cy="242192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9CA9F3DD-505B-2B36-E8AB-CF18783125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95AF6110-4053-89DF-9C32-054418CA4D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" name="Freeform 176">
                    <a:extLst>
                      <a:ext uri="{FF2B5EF4-FFF2-40B4-BE49-F238E27FC236}">
                        <a16:creationId xmlns:a16="http://schemas.microsoft.com/office/drawing/2014/main" id="{A86DF791-4FE7-02E5-B506-8210EE2C13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0343" y="3646793"/>
                    <a:ext cx="638118" cy="140107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 176">
                    <a:extLst>
                      <a:ext uri="{FF2B5EF4-FFF2-40B4-BE49-F238E27FC236}">
                        <a16:creationId xmlns:a16="http://schemas.microsoft.com/office/drawing/2014/main" id="{F4B7C1C0-C4F2-AB60-948B-AE541EDE60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7171" y="4469767"/>
                    <a:ext cx="946656" cy="1246397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900BEBA0-95E1-BEBE-165D-6270CCC9F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24837" y="1836603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F0914B5C-38A5-68D0-1772-63A6D05A0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34408" y="212440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93763A13-8AFF-0AAF-5BAB-6551DAE08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1ED6788E-6A53-5D3A-3654-1C368D83A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80061" y="235306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EF57F38E-2B08-45DC-DF81-8467002F3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237A7339-9FA0-EA4A-F325-3806F97D12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B7941C5E-9479-FE21-1CEF-5BA99E74F3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52338140-4B05-957C-DC70-0FA608431D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28626" y="4977337"/>
                  <a:ext cx="1837166" cy="66652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CC507EC1-AB73-4482-1F86-525EC6C821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80782" y="1129021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" name="Isosceles Triangle 448">
                  <a:extLst>
                    <a:ext uri="{FF2B5EF4-FFF2-40B4-BE49-F238E27FC236}">
                      <a16:creationId xmlns:a16="http://schemas.microsoft.com/office/drawing/2014/main" id="{D0BB12E2-CD52-28EE-C68E-A9194F58F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5091162" y="4031480"/>
                  <a:ext cx="108113" cy="33016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04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B5E116A5-D868-EEF0-A946-4AD3E59F2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194" y="1197919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986773AF-8CD3-CE0A-5A83-AAD48F68E9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27410942-515A-ADAF-4D7C-ECD525FDF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4557" y="4152404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041C684C-7361-5B5C-5E09-AAB09A1B5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887928"/>
              <a:ext cx="825500" cy="1958975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78DA8D0-68CC-5CD1-65CB-CC8E17E216D9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C53CA5A-DE4B-79E6-1A9B-49F78F4EB2D8}"/>
                </a:ext>
              </a:extLst>
            </p:cNvPr>
            <p:cNvSpPr txBox="1"/>
            <p:nvPr/>
          </p:nvSpPr>
          <p:spPr>
            <a:xfrm>
              <a:off x="5264097" y="3651783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D4522D-E929-9A27-337C-6A510F3E3541}"/>
                </a:ext>
              </a:extLst>
            </p:cNvPr>
            <p:cNvSpPr txBox="1"/>
            <p:nvPr/>
          </p:nvSpPr>
          <p:spPr>
            <a:xfrm>
              <a:off x="5743774" y="582328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B3260B-B5BC-A145-FFA4-6D9FC2D2C550}"/>
                </a:ext>
              </a:extLst>
            </p:cNvPr>
            <p:cNvSpPr txBox="1"/>
            <p:nvPr/>
          </p:nvSpPr>
          <p:spPr>
            <a:xfrm>
              <a:off x="4166042" y="1557577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9837ACB0-EB2B-D418-08C5-E370120D8A66}"/>
              </a:ext>
            </a:extLst>
          </p:cNvPr>
          <p:cNvSpPr/>
          <p:nvPr/>
        </p:nvSpPr>
        <p:spPr bwMode="auto">
          <a:xfrm>
            <a:off x="294163" y="1036756"/>
            <a:ext cx="4918822" cy="3351780"/>
          </a:xfrm>
          <a:prstGeom prst="rect">
            <a:avLst/>
          </a:prstGeom>
          <a:solidFill>
            <a:srgbClr val="FFC000">
              <a:alpha val="1504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4305AEE-A1D0-B564-9B5A-E26B99817FA5}"/>
              </a:ext>
            </a:extLst>
          </p:cNvPr>
          <p:cNvGrpSpPr/>
          <p:nvPr/>
        </p:nvGrpSpPr>
        <p:grpSpPr>
          <a:xfrm>
            <a:off x="292831" y="4415779"/>
            <a:ext cx="4918822" cy="1914587"/>
            <a:chOff x="1828401" y="4148811"/>
            <a:chExt cx="4918822" cy="191458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B801B51-0DA3-CF04-8427-E5ED91A09D41}"/>
                </a:ext>
              </a:extLst>
            </p:cNvPr>
            <p:cNvSpPr/>
            <p:nvPr/>
          </p:nvSpPr>
          <p:spPr bwMode="auto">
            <a:xfrm>
              <a:off x="1828401" y="4148811"/>
              <a:ext cx="4918822" cy="1914587"/>
            </a:xfrm>
            <a:prstGeom prst="rect">
              <a:avLst/>
            </a:prstGeom>
            <a:solidFill>
              <a:srgbClr val="FF0487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F5965D5-C767-634A-BB30-DE98CCF04367}"/>
                </a:ext>
              </a:extLst>
            </p:cNvPr>
            <p:cNvGrpSpPr/>
            <p:nvPr/>
          </p:nvGrpSpPr>
          <p:grpSpPr>
            <a:xfrm>
              <a:off x="5181353" y="5135649"/>
              <a:ext cx="1326418" cy="787506"/>
              <a:chOff x="-3587393" y="2846420"/>
              <a:chExt cx="1326418" cy="78750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ADE1B84-A84D-12B1-3363-79C162540289}"/>
                  </a:ext>
                </a:extLst>
              </p:cNvPr>
              <p:cNvSpPr/>
              <p:nvPr/>
            </p:nvSpPr>
            <p:spPr>
              <a:xfrm>
                <a:off x="-3587393" y="2846420"/>
                <a:ext cx="132641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Two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chromosomes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28CF534-5960-7397-B7C2-6C3299C3C3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3410324" y="3633926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648D6FA-0BC5-46D4-76E0-48D9A8EF7E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2924546" y="3633926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72" name="Text Box 5">
            <a:extLst>
              <a:ext uri="{FF2B5EF4-FFF2-40B4-BE49-F238E27FC236}">
                <a16:creationId xmlns:a16="http://schemas.microsoft.com/office/drawing/2014/main" id="{8469B209-F5D4-22D2-3484-97EE6CA69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51" y="5668895"/>
            <a:ext cx="20281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9 species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0DAAB-79CD-F561-1A72-C69DD105A9E1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1ED906D3-F5C5-91BD-76F5-D7BC17217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440" y="4089863"/>
            <a:ext cx="11555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80" name="Rectangle 5">
            <a:extLst>
              <a:ext uri="{FF2B5EF4-FFF2-40B4-BE49-F238E27FC236}">
                <a16:creationId xmlns:a16="http://schemas.microsoft.com/office/drawing/2014/main" id="{7E3E4F85-4F9A-86E9-019A-B2CC4E05D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clade!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2226CC-8361-7355-41C7-99E9FB14D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31" y="3959001"/>
            <a:ext cx="9557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dirty="0" err="1">
                <a:solidFill>
                  <a:srgbClr val="FF0487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FF0487"/>
              </a:solidFill>
              <a:latin typeface="Myriad Pro"/>
              <a:ea typeface="Arial" charset="0"/>
              <a:cs typeface="Myriad Pro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EAF256A-24FA-483C-919B-BBD40B4D0D23}"/>
              </a:ext>
            </a:extLst>
          </p:cNvPr>
          <p:cNvGrpSpPr/>
          <p:nvPr/>
        </p:nvGrpSpPr>
        <p:grpSpPr>
          <a:xfrm>
            <a:off x="6194017" y="936263"/>
            <a:ext cx="2185975" cy="5464725"/>
            <a:chOff x="5854199" y="1043195"/>
            <a:chExt cx="2185975" cy="5464725"/>
          </a:xfrm>
        </p:grpSpPr>
        <p:pic>
          <p:nvPicPr>
            <p:cNvPr id="11" name="Picture 10" descr="photo.TIF">
              <a:extLst>
                <a:ext uri="{FF2B5EF4-FFF2-40B4-BE49-F238E27FC236}">
                  <a16:creationId xmlns:a16="http://schemas.microsoft.com/office/drawing/2014/main" id="{75F3CAAB-76BC-4A6D-A18A-58145E16624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5490394" y="3958141"/>
              <a:ext cx="2916969" cy="2182590"/>
            </a:xfrm>
            <a:prstGeom prst="rect">
              <a:avLst/>
            </a:prstGeom>
          </p:spPr>
        </p:pic>
        <p:pic>
          <p:nvPicPr>
            <p:cNvPr id="14" name="Picture 13" descr="OK3.1#7.jpg">
              <a:extLst>
                <a:ext uri="{FF2B5EF4-FFF2-40B4-BE49-F238E27FC236}">
                  <a16:creationId xmlns:a16="http://schemas.microsoft.com/office/drawing/2014/main" id="{3798320B-B570-0C45-59E8-C7662A501B3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54199" y="1043195"/>
              <a:ext cx="2185975" cy="2579804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9084120-8B9F-1A95-973D-7898ABCD9438}"/>
                </a:ext>
              </a:extLst>
            </p:cNvPr>
            <p:cNvSpPr/>
            <p:nvPr/>
          </p:nvSpPr>
          <p:spPr bwMode="auto">
            <a:xfrm>
              <a:off x="6687017" y="1587566"/>
              <a:ext cx="572350" cy="572351"/>
            </a:xfrm>
            <a:prstGeom prst="ellipse">
              <a:avLst/>
            </a:prstGeom>
            <a:noFill/>
            <a:ln w="31750" cap="flat" cmpd="sng" algn="ctr">
              <a:solidFill>
                <a:srgbClr val="FF048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F46E73D-5B5B-2885-996A-0A03178F16C1}"/>
              </a:ext>
            </a:extLst>
          </p:cNvPr>
          <p:cNvSpPr/>
          <p:nvPr/>
        </p:nvSpPr>
        <p:spPr>
          <a:xfrm>
            <a:off x="3847046" y="1135537"/>
            <a:ext cx="12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arding"/>
              </a:rPr>
              <a:t>Single linear</a:t>
            </a:r>
          </a:p>
          <a:p>
            <a:r>
              <a:rPr lang="en-US" dirty="0">
                <a:solidFill>
                  <a:srgbClr val="00B050"/>
                </a:solidFill>
                <a:latin typeface="Harding"/>
              </a:rPr>
              <a:t>mitochondrial chromosome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BD48B1-65FC-3D61-AFD6-6CAFD642C1EE}"/>
              </a:ext>
            </a:extLst>
          </p:cNvPr>
          <p:cNvCxnSpPr>
            <a:cxnSpLocks/>
          </p:cNvCxnSpPr>
          <p:nvPr/>
        </p:nvCxnSpPr>
        <p:spPr bwMode="auto">
          <a:xfrm>
            <a:off x="3973163" y="1923534"/>
            <a:ext cx="88314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64754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F930F-BC00-ACC8-836B-FF203B85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912561-11FE-93DD-475F-43B1C606B066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CF5641-1075-56CC-1705-824F94AF1189}"/>
              </a:ext>
            </a:extLst>
          </p:cNvPr>
          <p:cNvGrpSpPr/>
          <p:nvPr/>
        </p:nvGrpSpPr>
        <p:grpSpPr>
          <a:xfrm>
            <a:off x="554626" y="1108816"/>
            <a:ext cx="5116505" cy="5140040"/>
            <a:chOff x="4166042" y="1537091"/>
            <a:chExt cx="5116505" cy="5140040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83C11896-96C0-B0C1-9B66-D6A89D64D4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68" y="1537091"/>
              <a:ext cx="4013779" cy="5140040"/>
              <a:chOff x="3917514" y="1080644"/>
              <a:chExt cx="3035603" cy="3887659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E1CF4C8D-F48C-873D-640A-DBF0F03184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382" y="1736507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44A663D1-A9FB-B76A-F9F7-4467455A1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382" y="2016645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0119CEFC-0199-3DA4-1D63-0E6C1E2898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4382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A034EBC4-7CD4-A2A5-13A5-47B5C49B09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33598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624F4B89-29F9-B62A-2082-47ECB7B143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1919AC53-F35E-2604-2CF3-D2B6B3C2C8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4" y="1080644"/>
                <a:ext cx="1395018" cy="3887659"/>
                <a:chOff x="3800787" y="990844"/>
                <a:chExt cx="1879686" cy="5238341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16FB7D1D-2B29-E0E4-4784-4CB47407B9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7" y="2050926"/>
                  <a:ext cx="1482884" cy="3308083"/>
                  <a:chOff x="2876195" y="2163974"/>
                  <a:chExt cx="2690594" cy="3552190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C3E78841-CE65-58BB-C36C-695F8C4577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5" y="2436995"/>
                    <a:ext cx="1058335" cy="1915067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86503424-BA45-51FA-2541-58E2CF0240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7" y="2163974"/>
                    <a:ext cx="914854" cy="578279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02B3D544-F314-62EA-A3F5-28702B0E69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9" y="2557339"/>
                    <a:ext cx="700068" cy="381699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  <a:gd name="csX0" fmla="*/ 4728 w 10000"/>
                      <a:gd name="csY0" fmla="*/ 0 h 10000"/>
                      <a:gd name="csX1" fmla="*/ 0 w 10000"/>
                      <a:gd name="csY1" fmla="*/ 0 h 10000"/>
                      <a:gd name="csX2" fmla="*/ 0 w 10000"/>
                      <a:gd name="csY2" fmla="*/ 10000 h 10000"/>
                      <a:gd name="csX3" fmla="*/ 10000 w 10000"/>
                      <a:gd name="csY3" fmla="*/ 10000 h 10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0000" h="10000">
                        <a:moveTo>
                          <a:pt x="4728" y="0"/>
                        </a:moveTo>
                        <a:lnTo>
                          <a:pt x="0" y="0"/>
                        </a:lnTo>
                        <a:lnTo>
                          <a:pt x="0" y="10000"/>
                        </a:lnTo>
                        <a:lnTo>
                          <a:pt x="10000" y="1000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1A82E6E8-A166-A503-6ACB-41460069E2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FCEDEC64-4B04-B9FF-EF75-A6509BD33B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" name="Freeform 176">
                    <a:extLst>
                      <a:ext uri="{FF2B5EF4-FFF2-40B4-BE49-F238E27FC236}">
                        <a16:creationId xmlns:a16="http://schemas.microsoft.com/office/drawing/2014/main" id="{B47EE3F5-A609-38D5-324B-7D0681110B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0343" y="3646793"/>
                    <a:ext cx="638118" cy="140107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 176">
                    <a:extLst>
                      <a:ext uri="{FF2B5EF4-FFF2-40B4-BE49-F238E27FC236}">
                        <a16:creationId xmlns:a16="http://schemas.microsoft.com/office/drawing/2014/main" id="{D3201C77-5DC8-32B8-0662-D718D4E4E0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7171" y="4469767"/>
                    <a:ext cx="946656" cy="1246397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0459BE87-CAC0-7322-4565-60018D7192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24837" y="1836603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4A603E39-0E08-BC58-936A-026EE8BF67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814473" y="2199307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468D10AA-89BA-1DAD-F591-CA1FDFCD5E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5C84A1FB-E847-EDE2-E781-437DF5DC78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4D6754B4-1EDA-5328-1F72-EC6C256DB6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351E9908-77C2-E699-875B-5C3608DB05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DA715E74-7045-4EC4-DBDF-6B7B8634E6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28626" y="4977337"/>
                  <a:ext cx="1837166" cy="66652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C8329162-96DC-0306-DE65-E2572A155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80782" y="1129021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" name="Isosceles Triangle 448">
                  <a:extLst>
                    <a:ext uri="{FF2B5EF4-FFF2-40B4-BE49-F238E27FC236}">
                      <a16:creationId xmlns:a16="http://schemas.microsoft.com/office/drawing/2014/main" id="{7BB3C07A-FED5-4E8C-2412-69C78EC976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5091162" y="4031480"/>
                  <a:ext cx="108113" cy="33016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04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B0715B47-D357-7C24-FE32-DE14AC327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194" y="1197919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0B99ED10-5242-9B76-0377-A08730A872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76F4DBDB-41C7-4697-8D53-CB59DC7DB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4557" y="4152404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008B206B-746A-4EE0-6249-059C74163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887928"/>
              <a:ext cx="825500" cy="1958975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94D039-EFE5-3918-086C-DE6DC53DC324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35D156-2E57-C074-5494-CF8428516572}"/>
                </a:ext>
              </a:extLst>
            </p:cNvPr>
            <p:cNvSpPr txBox="1"/>
            <p:nvPr/>
          </p:nvSpPr>
          <p:spPr>
            <a:xfrm>
              <a:off x="5264097" y="3651783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A77558-4C21-8302-84E4-59A26C0CACBA}"/>
                </a:ext>
              </a:extLst>
            </p:cNvPr>
            <p:cNvSpPr txBox="1"/>
            <p:nvPr/>
          </p:nvSpPr>
          <p:spPr>
            <a:xfrm>
              <a:off x="5743774" y="582328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FC6097-8AE4-B105-08B8-A693DC250F3E}"/>
                </a:ext>
              </a:extLst>
            </p:cNvPr>
            <p:cNvSpPr txBox="1"/>
            <p:nvPr/>
          </p:nvSpPr>
          <p:spPr>
            <a:xfrm>
              <a:off x="4166042" y="1557577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EBF9A603-6B31-9E6D-78A5-4C404AB0E03E}"/>
              </a:ext>
            </a:extLst>
          </p:cNvPr>
          <p:cNvSpPr/>
          <p:nvPr/>
        </p:nvSpPr>
        <p:spPr bwMode="auto">
          <a:xfrm>
            <a:off x="292831" y="1033617"/>
            <a:ext cx="4918822" cy="3351780"/>
          </a:xfrm>
          <a:prstGeom prst="rect">
            <a:avLst/>
          </a:prstGeom>
          <a:solidFill>
            <a:srgbClr val="FFC000">
              <a:alpha val="1504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E02A7E2-6F29-D7B9-AFE7-623AEDE8E0E3}"/>
              </a:ext>
            </a:extLst>
          </p:cNvPr>
          <p:cNvGrpSpPr/>
          <p:nvPr/>
        </p:nvGrpSpPr>
        <p:grpSpPr>
          <a:xfrm>
            <a:off x="292831" y="4415779"/>
            <a:ext cx="4918822" cy="1914587"/>
            <a:chOff x="1828401" y="4148811"/>
            <a:chExt cx="4918822" cy="191458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7067CD8-46E2-EF12-BF2A-82C8C673B06F}"/>
                </a:ext>
              </a:extLst>
            </p:cNvPr>
            <p:cNvSpPr/>
            <p:nvPr/>
          </p:nvSpPr>
          <p:spPr bwMode="auto">
            <a:xfrm>
              <a:off x="1828401" y="4148811"/>
              <a:ext cx="4918822" cy="1914587"/>
            </a:xfrm>
            <a:prstGeom prst="rect">
              <a:avLst/>
            </a:prstGeom>
            <a:solidFill>
              <a:srgbClr val="FF0487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176CC15-5FB2-5561-D88E-135EF5F45ADB}"/>
                </a:ext>
              </a:extLst>
            </p:cNvPr>
            <p:cNvGrpSpPr/>
            <p:nvPr/>
          </p:nvGrpSpPr>
          <p:grpSpPr>
            <a:xfrm>
              <a:off x="5181353" y="5135649"/>
              <a:ext cx="1326418" cy="787506"/>
              <a:chOff x="-3587393" y="2846420"/>
              <a:chExt cx="1326418" cy="78750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0A561F4-9AD2-50E4-83F1-22635148604A}"/>
                  </a:ext>
                </a:extLst>
              </p:cNvPr>
              <p:cNvSpPr/>
              <p:nvPr/>
            </p:nvSpPr>
            <p:spPr>
              <a:xfrm>
                <a:off x="-3587393" y="2846420"/>
                <a:ext cx="132641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Two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chromosomes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D976ED4-25B4-CCB0-2CFA-4EE4BF1087D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3410324" y="3633926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62C63CE-44D8-4E6F-F37D-38E216E0B5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2924546" y="3633926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CD2C827-337E-E165-8605-5FC51E7F6BE4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BD1F7E18-296D-BC15-8743-C387B92EF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440" y="4089863"/>
            <a:ext cx="11555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80" name="Rectangle 5">
            <a:extLst>
              <a:ext uri="{FF2B5EF4-FFF2-40B4-BE49-F238E27FC236}">
                <a16:creationId xmlns:a16="http://schemas.microsoft.com/office/drawing/2014/main" id="{FF0799F2-B239-B776-8443-88DD48A1B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clade!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F0FA6A-1946-2498-4226-7D616136C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31" y="3959001"/>
            <a:ext cx="9557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dirty="0" err="1">
                <a:solidFill>
                  <a:srgbClr val="FF0487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FF0487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69ACE-5578-A021-0A3C-70BFC4C44FCC}"/>
              </a:ext>
            </a:extLst>
          </p:cNvPr>
          <p:cNvSpPr/>
          <p:nvPr/>
        </p:nvSpPr>
        <p:spPr>
          <a:xfrm>
            <a:off x="3847046" y="1135537"/>
            <a:ext cx="12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arding"/>
              </a:rPr>
              <a:t>Single linear</a:t>
            </a:r>
          </a:p>
          <a:p>
            <a:r>
              <a:rPr lang="en-US" dirty="0">
                <a:solidFill>
                  <a:srgbClr val="00B050"/>
                </a:solidFill>
                <a:latin typeface="Harding"/>
              </a:rPr>
              <a:t>mitochondrial chromosome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77D874-2FA0-AF5D-763E-B811E78E85A9}"/>
              </a:ext>
            </a:extLst>
          </p:cNvPr>
          <p:cNvCxnSpPr>
            <a:cxnSpLocks/>
          </p:cNvCxnSpPr>
          <p:nvPr/>
        </p:nvCxnSpPr>
        <p:spPr bwMode="auto">
          <a:xfrm>
            <a:off x="3973163" y="1923534"/>
            <a:ext cx="88314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04609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19229-F451-DC20-B908-5FF8009480C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1559909"/>
            <a:ext cx="5486400" cy="999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816738-E9EB-F045-B67A-8D653618FB8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3411374"/>
            <a:ext cx="5486400" cy="1010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91686E-F370-83ED-D538-36BDD1E124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690497"/>
            <a:ext cx="5486400" cy="996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27CB3B-E4A5-20FD-7BF1-876FB2E5A38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2540490"/>
            <a:ext cx="5486400" cy="998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3ADD01-0D17-9CA4-A4B5-C2365A8A5B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5365" y="5280454"/>
            <a:ext cx="5486400" cy="14328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68D6A5-37CC-4EA0-5456-47F5B7E3D03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366" y="4390466"/>
            <a:ext cx="5486400" cy="1243484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DCF1286-5842-577C-BB11-25D7EAC74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764" y="137180"/>
            <a:ext cx="43110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linear mitochondria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3F5D0F-F1E6-F401-D1BD-DE5B3690802C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1D297B3-F6EC-9D1C-E243-B1096681ECB4}"/>
              </a:ext>
            </a:extLst>
          </p:cNvPr>
          <p:cNvSpPr/>
          <p:nvPr/>
        </p:nvSpPr>
        <p:spPr>
          <a:xfrm>
            <a:off x="401577" y="734653"/>
            <a:ext cx="14272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 sinensis </a:t>
            </a:r>
            <a:r>
              <a:rPr lang="en-US" sz="1600" b="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viridissima</a:t>
            </a:r>
            <a:r>
              <a:rPr lang="en-US" sz="1600" b="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12CD9-4F3E-57B7-737B-0D9A2F57AAFB}"/>
              </a:ext>
            </a:extLst>
          </p:cNvPr>
          <p:cNvSpPr/>
          <p:nvPr/>
        </p:nvSpPr>
        <p:spPr>
          <a:xfrm>
            <a:off x="401577" y="1551433"/>
            <a:ext cx="14272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 </a:t>
            </a:r>
            <a:r>
              <a:rPr lang="en-US" sz="1600" b="0" i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hymanae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2C9BD-C902-122C-2EDE-DA78207BA44E}"/>
              </a:ext>
            </a:extLst>
          </p:cNvPr>
          <p:cNvSpPr/>
          <p:nvPr/>
        </p:nvSpPr>
        <p:spPr>
          <a:xfrm>
            <a:off x="401577" y="2486622"/>
            <a:ext cx="14272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 </a:t>
            </a:r>
            <a:r>
              <a:rPr lang="en-US" sz="1600" b="0" i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oligactis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999F34-ABCE-52E5-D654-71D7D4522C4B}"/>
              </a:ext>
            </a:extLst>
          </p:cNvPr>
          <p:cNvSpPr/>
          <p:nvPr/>
        </p:nvSpPr>
        <p:spPr>
          <a:xfrm>
            <a:off x="401577" y="3370549"/>
            <a:ext cx="14272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 </a:t>
            </a:r>
            <a:r>
              <a:rPr lang="en-US" sz="1600" b="0" i="1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lirosoma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8E9DB-9491-1717-393E-2356A06353D7}"/>
              </a:ext>
            </a:extLst>
          </p:cNvPr>
          <p:cNvSpPr/>
          <p:nvPr/>
        </p:nvSpPr>
        <p:spPr>
          <a:xfrm>
            <a:off x="401577" y="4181369"/>
            <a:ext cx="14272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 </a:t>
            </a:r>
            <a:r>
              <a:rPr lang="en-US" sz="1600" b="0" i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vulgaris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001A3F-8FB7-723E-83CA-B528C4410CF2}"/>
              </a:ext>
            </a:extLst>
          </p:cNvPr>
          <p:cNvCxnSpPr>
            <a:cxnSpLocks/>
          </p:cNvCxnSpPr>
          <p:nvPr/>
        </p:nvCxnSpPr>
        <p:spPr>
          <a:xfrm>
            <a:off x="4808981" y="761388"/>
            <a:ext cx="0" cy="542514"/>
          </a:xfrm>
          <a:prstGeom prst="line">
            <a:avLst/>
          </a:prstGeom>
          <a:ln w="3492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A7EE28-B2F0-7F31-7CCE-598592B7AE78}"/>
              </a:ext>
            </a:extLst>
          </p:cNvPr>
          <p:cNvCxnSpPr>
            <a:cxnSpLocks/>
          </p:cNvCxnSpPr>
          <p:nvPr/>
        </p:nvCxnSpPr>
        <p:spPr>
          <a:xfrm>
            <a:off x="4672013" y="1625226"/>
            <a:ext cx="0" cy="542514"/>
          </a:xfrm>
          <a:prstGeom prst="line">
            <a:avLst/>
          </a:prstGeom>
          <a:ln w="3492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A02EF1-E630-43C1-9780-2C9ABCEC35D4}"/>
              </a:ext>
            </a:extLst>
          </p:cNvPr>
          <p:cNvCxnSpPr>
            <a:cxnSpLocks/>
          </p:cNvCxnSpPr>
          <p:nvPr/>
        </p:nvCxnSpPr>
        <p:spPr>
          <a:xfrm>
            <a:off x="4798287" y="2544060"/>
            <a:ext cx="0" cy="542514"/>
          </a:xfrm>
          <a:prstGeom prst="line">
            <a:avLst/>
          </a:prstGeom>
          <a:ln w="3492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F4BE3B-23E4-7A5B-962A-5CDBC70C8C96}"/>
              </a:ext>
            </a:extLst>
          </p:cNvPr>
          <p:cNvCxnSpPr>
            <a:cxnSpLocks/>
          </p:cNvCxnSpPr>
          <p:nvPr/>
        </p:nvCxnSpPr>
        <p:spPr>
          <a:xfrm>
            <a:off x="4803634" y="3456055"/>
            <a:ext cx="0" cy="542514"/>
          </a:xfrm>
          <a:prstGeom prst="line">
            <a:avLst/>
          </a:prstGeom>
          <a:ln w="3492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561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CF72D26-B655-8744-85E4-1E54754217ED}"/>
              </a:ext>
            </a:extLst>
          </p:cNvPr>
          <p:cNvGrpSpPr/>
          <p:nvPr/>
        </p:nvGrpSpPr>
        <p:grpSpPr>
          <a:xfrm>
            <a:off x="6865578" y="4819338"/>
            <a:ext cx="1746337" cy="1870354"/>
            <a:chOff x="4572000" y="4653327"/>
            <a:chExt cx="1746337" cy="18703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44DEA2B-1110-804C-AD8A-F29BD04144C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2000" y="4653327"/>
              <a:ext cx="1615275" cy="1544273"/>
            </a:xfrm>
            <a:prstGeom prst="rect">
              <a:avLst/>
            </a:prstGeom>
          </p:spPr>
        </p:pic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CAA63B89-34CE-7C44-AF5C-E09402A44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9095" y="6231324"/>
              <a:ext cx="1189242" cy="292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1pPr>
              <a:lvl2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2pPr>
              <a:lvl3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3pPr>
              <a:lvl4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4pPr>
              <a:lvl5pPr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5pPr>
              <a:lvl6pPr marL="15367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6pPr>
              <a:lvl7pPr marL="19939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7pPr>
              <a:lvl8pPr marL="24511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8pPr>
              <a:lvl9pPr marL="2908300" indent="-2159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charset="0"/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</a:tabLst>
                <a:defRPr sz="240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msgothic" charset="0"/>
                </a:defRPr>
              </a:lvl9pPr>
            </a:lstStyle>
            <a:p>
              <a:r>
                <a:rPr lang="en-GB" sz="1400" b="0" dirty="0">
                  <a:latin typeface="Calibri"/>
                  <a:cs typeface="Calibri"/>
                </a:rPr>
                <a:t>Martha Castro</a:t>
              </a:r>
            </a:p>
          </p:txBody>
        </p:sp>
      </p:grpSp>
      <p:pic>
        <p:nvPicPr>
          <p:cNvPr id="86" name="Picture 85" descr="Diagram&#10;&#10;Description automatically generated">
            <a:extLst>
              <a:ext uri="{FF2B5EF4-FFF2-40B4-BE49-F238E27FC236}">
                <a16:creationId xmlns:a16="http://schemas.microsoft.com/office/drawing/2014/main" id="{A2016ED8-E1CB-6B4B-A208-C72F22848650}"/>
              </a:ext>
            </a:extLst>
          </p:cNvPr>
          <p:cNvPicPr/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16102" y="871267"/>
            <a:ext cx="4572000" cy="31705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D3D6D0-CFF1-934A-99F0-65088286E0F4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0" name="Picture 79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78A0BEDD-2341-6C43-BC53-A0334A04EF52}"/>
              </a:ext>
            </a:extLst>
          </p:cNvPr>
          <p:cNvPicPr/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409" y="763190"/>
            <a:ext cx="3936695" cy="29558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ABFD49-0A0E-0F48-8DA9-788E0A0D84EE}"/>
              </a:ext>
            </a:extLst>
          </p:cNvPr>
          <p:cNvSpPr/>
          <p:nvPr/>
        </p:nvSpPr>
        <p:spPr>
          <a:xfrm>
            <a:off x="4180607" y="87085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MUSCLE + </a:t>
            </a:r>
            <a:r>
              <a:rPr lang="en-US" sz="1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FastTree</a:t>
            </a:r>
            <a:endParaRPr lang="en-US" sz="12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(peptide sequences of predicted ORFs)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7" name="Picture 86" descr="Diagram&#10;&#10;Description automatically generated">
            <a:extLst>
              <a:ext uri="{FF2B5EF4-FFF2-40B4-BE49-F238E27FC236}">
                <a16:creationId xmlns:a16="http://schemas.microsoft.com/office/drawing/2014/main" id="{A53905DC-A51D-6D4F-BCA6-74FFE02922B5}"/>
              </a:ext>
            </a:extLst>
          </p:cNvPr>
          <p:cNvPicPr/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82432" y="4148363"/>
            <a:ext cx="4373950" cy="26292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629CB-A194-A34C-8458-484E8579F001}"/>
              </a:ext>
            </a:extLst>
          </p:cNvPr>
          <p:cNvSpPr/>
          <p:nvPr/>
        </p:nvSpPr>
        <p:spPr>
          <a:xfrm>
            <a:off x="744443" y="3779833"/>
            <a:ext cx="4358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OrthoFinder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(STAG method and STRIDE rooting 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DF6C43D-AA20-E34A-B243-5466E21EE2E8}"/>
              </a:ext>
            </a:extLst>
          </p:cNvPr>
          <p:cNvSpPr/>
          <p:nvPr/>
        </p:nvSpPr>
        <p:spPr bwMode="auto">
          <a:xfrm>
            <a:off x="2247757" y="4819340"/>
            <a:ext cx="154227" cy="154227"/>
          </a:xfrm>
          <a:prstGeom prst="ellipse">
            <a:avLst/>
          </a:prstGeom>
          <a:solidFill>
            <a:srgbClr val="0432FF"/>
          </a:solidFill>
          <a:ln w="95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966B976-7EAC-3546-8C2B-B7A30785C1E0}"/>
              </a:ext>
            </a:extLst>
          </p:cNvPr>
          <p:cNvSpPr/>
          <p:nvPr/>
        </p:nvSpPr>
        <p:spPr bwMode="auto">
          <a:xfrm>
            <a:off x="6667357" y="1690854"/>
            <a:ext cx="154227" cy="154227"/>
          </a:xfrm>
          <a:prstGeom prst="ellipse">
            <a:avLst/>
          </a:prstGeom>
          <a:solidFill>
            <a:srgbClr val="0432FF"/>
          </a:solidFill>
          <a:ln w="95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D0E78BE0-61C2-B04D-B412-A9E40BD71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clade!</a:t>
            </a:r>
          </a:p>
        </p:txBody>
      </p:sp>
    </p:spTree>
    <p:extLst>
      <p:ext uri="{BB962C8B-B14F-4D97-AF65-F5344CB8AC3E}">
        <p14:creationId xmlns:p14="http://schemas.microsoft.com/office/powerpoint/2010/main" val="2502231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CEA33-E31F-101C-73C7-4EE5D890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C3CA7EB-9169-1DDC-8186-9B14D104F025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D6D2A9A-C843-C6CF-2DEB-73C797887C9B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12237A0E-C11B-718B-6462-E451C802C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F6357-6434-F8C2-D095-4DBF052F429D}"/>
              </a:ext>
            </a:extLst>
          </p:cNvPr>
          <p:cNvSpPr txBox="1"/>
          <p:nvPr/>
        </p:nvSpPr>
        <p:spPr>
          <a:xfrm>
            <a:off x="594182" y="637216"/>
            <a:ext cx="2770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Assembled using </a:t>
            </a:r>
            <a:r>
              <a:rPr lang="en-US" dirty="0" err="1"/>
              <a:t>PabBio</a:t>
            </a:r>
            <a:r>
              <a:rPr lang="en-US" dirty="0"/>
              <a:t> </a:t>
            </a:r>
            <a:r>
              <a:rPr lang="en-US" dirty="0" err="1"/>
              <a:t>HiFIi</a:t>
            </a:r>
            <a:endParaRPr lang="en-US" dirty="0"/>
          </a:p>
          <a:p>
            <a:r>
              <a:rPr lang="en-US" dirty="0"/>
              <a:t>Scaff with </a:t>
            </a:r>
            <a:r>
              <a:rPr lang="en-US" dirty="0" err="1"/>
              <a:t>OmniC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A65C2-95C1-D303-F5EF-39D8A9CF9E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9026" y="1094337"/>
            <a:ext cx="4309924" cy="4294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5E7D4F-A021-7021-2EDC-FA8B362F2C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182" y="1127390"/>
            <a:ext cx="4258475" cy="42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8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EA454-3B55-8EAD-EE0E-64D1237F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9B0C547-9723-2275-B43C-83B0D9B1D348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0C6AE57-6E4E-B87B-1772-0112E34490AA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9B4E4704-8977-9036-089C-881E6891A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B6292A-84ED-E802-22C5-E44C3C17C7E6}"/>
              </a:ext>
            </a:extLst>
          </p:cNvPr>
          <p:cNvSpPr txBox="1"/>
          <p:nvPr/>
        </p:nvSpPr>
        <p:spPr>
          <a:xfrm>
            <a:off x="4852657" y="4770753"/>
            <a:ext cx="1939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677,179,869 bp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518AD-9B37-090B-FE8A-1258808BD53E}"/>
              </a:ext>
            </a:extLst>
          </p:cNvPr>
          <p:cNvPicPr>
            <a:picLocks noChangeAspect="1"/>
          </p:cNvPicPr>
          <p:nvPr/>
        </p:nvPicPr>
        <p:blipFill>
          <a:blip/>
          <a:srcRect l="5938" t="6784" r="4625" b="4112"/>
          <a:stretch/>
        </p:blipFill>
        <p:spPr>
          <a:xfrm>
            <a:off x="482602" y="667416"/>
            <a:ext cx="7594017" cy="6052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FB2D94-0DA2-1579-6B86-4837962D4406}"/>
              </a:ext>
            </a:extLst>
          </p:cNvPr>
          <p:cNvSpPr txBox="1"/>
          <p:nvPr/>
        </p:nvSpPr>
        <p:spPr>
          <a:xfrm>
            <a:off x="2657475" y="1685925"/>
            <a:ext cx="1558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IntraTrans</a:t>
            </a:r>
            <a:r>
              <a:rPr lang="en-US" dirty="0"/>
              <a:t> Chr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6BECC-0033-E118-AD9F-2905EC66178D}"/>
              </a:ext>
            </a:extLst>
          </p:cNvPr>
          <p:cNvSpPr txBox="1"/>
          <p:nvPr/>
        </p:nvSpPr>
        <p:spPr>
          <a:xfrm>
            <a:off x="4469026" y="4941316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IntraTrans</a:t>
            </a:r>
            <a:r>
              <a:rPr lang="en-US" dirty="0"/>
              <a:t> + Inv</a:t>
            </a:r>
          </a:p>
          <a:p>
            <a:pPr algn="ctr"/>
            <a:r>
              <a:rPr lang="en-US" dirty="0"/>
              <a:t>Chr 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61E55-8F41-83B8-CD9D-D7BB8588A400}"/>
              </a:ext>
            </a:extLst>
          </p:cNvPr>
          <p:cNvSpPr/>
          <p:nvPr/>
        </p:nvSpPr>
        <p:spPr bwMode="auto">
          <a:xfrm>
            <a:off x="2175979" y="1701664"/>
            <a:ext cx="444975" cy="35687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5BB6B-5AE3-F9A8-9B0A-625A0BDADBC4}"/>
              </a:ext>
            </a:extLst>
          </p:cNvPr>
          <p:cNvSpPr/>
          <p:nvPr/>
        </p:nvSpPr>
        <p:spPr bwMode="auto">
          <a:xfrm>
            <a:off x="5941215" y="4843511"/>
            <a:ext cx="694297" cy="56465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949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1A739-F022-82B0-97CA-80999C04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551ED2C-B772-3E3B-66A8-E0DE214A7679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639591-B6C3-90D8-B46F-185D5769DEE7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EC3E4C7B-D7DD-18C2-225F-D6026D328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4CB1E-2C99-F886-2485-388CEEDEBE23}"/>
              </a:ext>
            </a:extLst>
          </p:cNvPr>
          <p:cNvPicPr>
            <a:picLocks noChangeAspect="1"/>
          </p:cNvPicPr>
          <p:nvPr/>
        </p:nvPicPr>
        <p:blipFill>
          <a:blip/>
          <a:srcRect l="64790" t="59099" r="5894" b="9391"/>
          <a:stretch/>
        </p:blipFill>
        <p:spPr>
          <a:xfrm>
            <a:off x="1610845" y="1135277"/>
            <a:ext cx="2666617" cy="22928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5892CEC-AD6F-C708-8967-39CF19C6C8D4}"/>
              </a:ext>
            </a:extLst>
          </p:cNvPr>
          <p:cNvGrpSpPr/>
          <p:nvPr/>
        </p:nvGrpSpPr>
        <p:grpSpPr>
          <a:xfrm>
            <a:off x="5352251" y="751374"/>
            <a:ext cx="2651728" cy="2695343"/>
            <a:chOff x="1700416" y="3681344"/>
            <a:chExt cx="2086534" cy="21208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A77CE9-5833-82D0-8AA6-AB9DCC08D008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700416" y="3681344"/>
              <a:ext cx="2086534" cy="2120853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2734902-41FF-F854-F2F5-BD10BBC190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9285" y="3763660"/>
              <a:ext cx="1817913" cy="17979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0B26D3F-93BC-0B0A-3D22-15735DDB0F9A}"/>
                </a:ext>
              </a:extLst>
            </p:cNvPr>
            <p:cNvCxnSpPr>
              <a:cxnSpLocks/>
            </p:cNvCxnSpPr>
            <p:nvPr/>
          </p:nvCxnSpPr>
          <p:spPr>
            <a:xfrm>
              <a:off x="1897467" y="3748522"/>
              <a:ext cx="182973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F19EA9-9545-5B16-EE74-2AF2E22D8522}"/>
                </a:ext>
              </a:extLst>
            </p:cNvPr>
            <p:cNvCxnSpPr>
              <a:cxnSpLocks/>
            </p:cNvCxnSpPr>
            <p:nvPr/>
          </p:nvCxnSpPr>
          <p:spPr>
            <a:xfrm>
              <a:off x="3727198" y="3748522"/>
              <a:ext cx="0" cy="181307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C1ED511-42A6-57F9-C5FB-A2CC019F029B}"/>
              </a:ext>
            </a:extLst>
          </p:cNvPr>
          <p:cNvGrpSpPr/>
          <p:nvPr/>
        </p:nvGrpSpPr>
        <p:grpSpPr>
          <a:xfrm>
            <a:off x="1150958" y="3503423"/>
            <a:ext cx="2950722" cy="3180758"/>
            <a:chOff x="3415329" y="3701903"/>
            <a:chExt cx="2950722" cy="318075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BFDDAB-B7FA-BCA7-C982-5301935580C6}"/>
                </a:ext>
              </a:extLst>
            </p:cNvPr>
            <p:cNvGrpSpPr/>
            <p:nvPr/>
          </p:nvGrpSpPr>
          <p:grpSpPr>
            <a:xfrm>
              <a:off x="3722748" y="3991478"/>
              <a:ext cx="2643303" cy="2686495"/>
              <a:chOff x="3722748" y="3906858"/>
              <a:chExt cx="2643303" cy="2686495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282D90E-D7DD-300A-8953-9EF744217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3722748" y="3906858"/>
                <a:ext cx="2643303" cy="2686495"/>
              </a:xfrm>
              <a:prstGeom prst="rect">
                <a:avLst/>
              </a:prstGeom>
            </p:spPr>
          </p:pic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BEE2070-A2DC-D276-41FD-36BE328DDB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56756" y="3991478"/>
                <a:ext cx="1151525" cy="115034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8A1E060-887F-927A-9E2D-578EFA8694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15270" y="3970993"/>
                <a:ext cx="0" cy="23244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0ED5469-BE98-30E7-421E-9A093ABD5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2211" y="3981751"/>
                <a:ext cx="2318847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1A58D59-5B49-6537-2077-A432C8524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6757" y="5141824"/>
                <a:ext cx="2314301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E2956AD-45AF-DF10-0F2A-BC9C299355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18907" y="5141824"/>
                <a:ext cx="1145162" cy="115360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E8AA1DA-838E-1B2B-7EED-8414C6F65F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71058" y="3970993"/>
                <a:ext cx="0" cy="23244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925CBC-75BE-F013-229F-D1EEE25084D1}"/>
                </a:ext>
              </a:extLst>
            </p:cNvPr>
            <p:cNvSpPr txBox="1"/>
            <p:nvPr/>
          </p:nvSpPr>
          <p:spPr>
            <a:xfrm>
              <a:off x="4289573" y="3701903"/>
              <a:ext cx="13067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translocation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CF8531-5AC6-BDEF-97E5-F2C0C0412B80}"/>
                </a:ext>
              </a:extLst>
            </p:cNvPr>
            <p:cNvSpPr txBox="1"/>
            <p:nvPr/>
          </p:nvSpPr>
          <p:spPr>
            <a:xfrm rot="16200000">
              <a:off x="3291738" y="4935161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AEP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5A2BADB-D8E6-4DE7-781D-A380F47406F8}"/>
                </a:ext>
              </a:extLst>
            </p:cNvPr>
            <p:cNvSpPr txBox="1"/>
            <p:nvPr/>
          </p:nvSpPr>
          <p:spPr>
            <a:xfrm>
              <a:off x="4633121" y="6574884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lirosoma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9ECB49-53F0-38BA-6752-BB05FF0262F3}"/>
              </a:ext>
            </a:extLst>
          </p:cNvPr>
          <p:cNvGrpSpPr/>
          <p:nvPr/>
        </p:nvGrpSpPr>
        <p:grpSpPr>
          <a:xfrm>
            <a:off x="5074769" y="3503423"/>
            <a:ext cx="2933269" cy="3207142"/>
            <a:chOff x="6700037" y="3675519"/>
            <a:chExt cx="2933269" cy="320714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027E21A-BD5B-0815-56B5-490A33B820DE}"/>
                </a:ext>
              </a:extLst>
            </p:cNvPr>
            <p:cNvSpPr txBox="1"/>
            <p:nvPr/>
          </p:nvSpPr>
          <p:spPr>
            <a:xfrm>
              <a:off x="6959686" y="3675519"/>
              <a:ext cx="23054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translocation + inversion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B969CA6-29FD-BD28-7871-1EA6A92A0BE1}"/>
                </a:ext>
              </a:extLst>
            </p:cNvPr>
            <p:cNvSpPr txBox="1"/>
            <p:nvPr/>
          </p:nvSpPr>
          <p:spPr>
            <a:xfrm rot="16200000">
              <a:off x="6576446" y="4935161"/>
              <a:ext cx="5549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AEP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55FD06-D53E-EBDB-C5B7-D3E983C05050}"/>
                </a:ext>
              </a:extLst>
            </p:cNvPr>
            <p:cNvSpPr txBox="1"/>
            <p:nvPr/>
          </p:nvSpPr>
          <p:spPr>
            <a:xfrm>
              <a:off x="7766555" y="6574884"/>
              <a:ext cx="9316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lirosoma</a:t>
              </a:r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65F72EE-4CDD-92A7-4DE0-EA11C85C27FE}"/>
                </a:ext>
              </a:extLst>
            </p:cNvPr>
            <p:cNvGrpSpPr/>
            <p:nvPr/>
          </p:nvGrpSpPr>
          <p:grpSpPr>
            <a:xfrm>
              <a:off x="6981476" y="3991478"/>
              <a:ext cx="2651830" cy="2686495"/>
              <a:chOff x="6942848" y="3960235"/>
              <a:chExt cx="2651830" cy="2686495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F385042-4686-7C97-9C5B-F76F7AB62C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6942848" y="3960235"/>
                <a:ext cx="2651830" cy="2686495"/>
              </a:xfrm>
              <a:prstGeom prst="rect">
                <a:avLst/>
              </a:prstGeom>
            </p:spPr>
          </p:pic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B76A816-9210-5D0E-38E7-04B3AB9828F9}"/>
                  </a:ext>
                </a:extLst>
              </p:cNvPr>
              <p:cNvGrpSpPr/>
              <p:nvPr/>
            </p:nvGrpSpPr>
            <p:grpSpPr>
              <a:xfrm>
                <a:off x="7142344" y="4006299"/>
                <a:ext cx="2372860" cy="2389494"/>
                <a:chOff x="7142344" y="4006299"/>
                <a:chExt cx="2372860" cy="2389494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908E945-A23C-D8DF-C3D5-D626074829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42528" y="4034993"/>
                  <a:ext cx="26333" cy="2360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E4FC478-0E77-8181-4963-C20E8DAD9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00843" y="4034993"/>
                  <a:ext cx="0" cy="23213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34350F47-840F-5C47-32BC-B2498D3A82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3161" y="5195649"/>
                  <a:ext cx="2324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D99D505-638D-7AB7-7C84-6C5AB922B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83673" y="4034993"/>
                  <a:ext cx="233153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2F22BD7-37C3-D9DA-7D4B-E40CAF0877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83673" y="4048561"/>
                  <a:ext cx="1165765" cy="1138138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6EB6CFA-4C52-0E4B-3631-589B80E62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51489" y="5213835"/>
                  <a:ext cx="849681" cy="849845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B7E847F1-D4CA-3370-ABB2-482A5F941E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47332" y="6084284"/>
                  <a:ext cx="276631" cy="263070"/>
                </a:xfrm>
                <a:prstGeom prst="line">
                  <a:avLst/>
                </a:prstGeom>
                <a:ln w="3175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6BF1BE48-D369-F447-7227-54173BFE9F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38323" y="4006299"/>
                  <a:ext cx="26333" cy="2360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72DF1657-CBAD-2FC8-648F-A3F605E4FF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42344" y="6065358"/>
                  <a:ext cx="235505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9" name="Rectangle 5">
            <a:extLst>
              <a:ext uri="{FF2B5EF4-FFF2-40B4-BE49-F238E27FC236}">
                <a16:creationId xmlns:a16="http://schemas.microsoft.com/office/drawing/2014/main" id="{83090F2E-CDC8-DB27-348B-E333D6F12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1" y="785360"/>
            <a:ext cx="18038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Chromosome12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C20592-E2B5-1C81-04F1-CD0AED6DAAAF}"/>
              </a:ext>
            </a:extLst>
          </p:cNvPr>
          <p:cNvSpPr/>
          <p:nvPr/>
        </p:nvSpPr>
        <p:spPr bwMode="auto">
          <a:xfrm>
            <a:off x="2099930" y="1770321"/>
            <a:ext cx="750969" cy="63528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712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55282-5E45-CF61-87F6-8C2A8F7C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FA22585-8FB5-9930-5812-392D9DB24AAE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22FF4F-DF05-D68A-581C-73730D2D6EE2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0C67D491-364E-301A-9F4A-2E31C4D20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BB0B2-4EB6-7A51-F057-6FF7AC3E00E2}"/>
              </a:ext>
            </a:extLst>
          </p:cNvPr>
          <p:cNvPicPr>
            <a:picLocks noChangeAspect="1"/>
          </p:cNvPicPr>
          <p:nvPr/>
        </p:nvPicPr>
        <p:blipFill>
          <a:blip/>
          <a:srcRect l="25559" t="21875" r="22320" b="43542"/>
          <a:stretch/>
        </p:blipFill>
        <p:spPr>
          <a:xfrm>
            <a:off x="1469074" y="742442"/>
            <a:ext cx="6205852" cy="58201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6EBB79-DEB0-BF4C-B273-970F5D66DB0E}"/>
              </a:ext>
            </a:extLst>
          </p:cNvPr>
          <p:cNvSpPr txBox="1"/>
          <p:nvPr/>
        </p:nvSpPr>
        <p:spPr>
          <a:xfrm>
            <a:off x="624116" y="897521"/>
            <a:ext cx="295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/>
              <a:t>Gene density (0.5 Mb window)</a:t>
            </a:r>
          </a:p>
        </p:txBody>
      </p:sp>
    </p:spTree>
    <p:extLst>
      <p:ext uri="{BB962C8B-B14F-4D97-AF65-F5344CB8AC3E}">
        <p14:creationId xmlns:p14="http://schemas.microsoft.com/office/powerpoint/2010/main" val="3557734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E22D7-97AE-D2AD-734C-0047E783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34336BE-821E-7DB1-C076-5BDA27F74C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1" y="1851407"/>
            <a:ext cx="8234731" cy="3619033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3F82F5C-9FCC-01CA-5E55-A55ACF5644FE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F3187C-0CBA-578A-7E92-44FBC0E7D8E8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13D3D813-5BA2-DA52-4FC6-E2F30FA70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BFD1D-F115-6EC3-6D5D-7D5E2AD7DFB3}"/>
              </a:ext>
            </a:extLst>
          </p:cNvPr>
          <p:cNvSpPr txBox="1"/>
          <p:nvPr/>
        </p:nvSpPr>
        <p:spPr>
          <a:xfrm>
            <a:off x="624116" y="897521"/>
            <a:ext cx="2887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/>
              <a:t>Gene density (1 Mb window)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ABDC5-BCC4-735C-28EA-82BB4E1CD46B}"/>
              </a:ext>
            </a:extLst>
          </p:cNvPr>
          <p:cNvSpPr txBox="1"/>
          <p:nvPr/>
        </p:nvSpPr>
        <p:spPr>
          <a:xfrm>
            <a:off x="561367" y="5632580"/>
            <a:ext cx="11103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/>
              <a:t>22,050,201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331DC5A-207F-8F89-E4A8-EBCBF0A997FC}"/>
              </a:ext>
            </a:extLst>
          </p:cNvPr>
          <p:cNvGrpSpPr/>
          <p:nvPr/>
        </p:nvGrpSpPr>
        <p:grpSpPr>
          <a:xfrm>
            <a:off x="3792504" y="2559013"/>
            <a:ext cx="1561284" cy="745659"/>
            <a:chOff x="3745503" y="2109915"/>
            <a:chExt cx="1561284" cy="745659"/>
          </a:xfrm>
        </p:grpSpPr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id="{37FA272D-983F-6D4E-1C5F-A93C3B954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5503" y="2109915"/>
              <a:ext cx="149271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ctr">
                <a:buSzPct val="100000"/>
                <a:defRPr/>
              </a:pPr>
              <a:r>
                <a:rPr lang="en-US" i="1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Hydra </a:t>
              </a:r>
              <a:r>
                <a:rPr lang="en-US" i="1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lirosoma</a:t>
              </a:r>
              <a:endParaRPr lang="en-US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23BD34-F79B-F00F-4430-05D8DCCC68BE}"/>
                </a:ext>
              </a:extLst>
            </p:cNvPr>
            <p:cNvSpPr txBox="1"/>
            <p:nvPr/>
          </p:nvSpPr>
          <p:spPr>
            <a:xfrm>
              <a:off x="3747697" y="2332354"/>
              <a:ext cx="155909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677,179,869 bp</a:t>
              </a:r>
            </a:p>
            <a:p>
              <a:pPr algn="ctr"/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14,202 genes </a:t>
              </a:r>
              <a:endParaRPr lang="en-US" b="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270848E-30CF-396E-7199-ACF1EA6AA4B4}"/>
              </a:ext>
            </a:extLst>
          </p:cNvPr>
          <p:cNvGrpSpPr/>
          <p:nvPr/>
        </p:nvGrpSpPr>
        <p:grpSpPr>
          <a:xfrm>
            <a:off x="6361896" y="1985963"/>
            <a:ext cx="1599738" cy="834660"/>
            <a:chOff x="6333320" y="1985963"/>
            <a:chExt cx="1599738" cy="834660"/>
          </a:xfrm>
        </p:grpSpPr>
        <p:sp>
          <p:nvSpPr>
            <p:cNvPr id="28" name="Text Box 213">
              <a:extLst>
                <a:ext uri="{FF2B5EF4-FFF2-40B4-BE49-F238E27FC236}">
                  <a16:creationId xmlns:a16="http://schemas.microsoft.com/office/drawing/2014/main" id="{67B34C6E-9129-EFEF-FAFC-24EB4DAF0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320" y="1985963"/>
              <a:ext cx="159973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latin typeface="Myriad Pro"/>
                  <a:cs typeface="Myriad Pro"/>
                </a:rPr>
                <a:t>Hydra </a:t>
              </a:r>
              <a:r>
                <a:rPr lang="en-US" i="1" dirty="0" err="1">
                  <a:latin typeface="Myriad Pro"/>
                  <a:cs typeface="Myriad Pro"/>
                </a:rPr>
                <a:t>hymanae</a:t>
              </a:r>
              <a:endParaRPr lang="en-US" i="1" dirty="0">
                <a:latin typeface="Myriad Pro"/>
                <a:cs typeface="Myriad Pro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AA881E-84C5-BB36-F49A-7CFA26B365DA}"/>
                </a:ext>
              </a:extLst>
            </p:cNvPr>
            <p:cNvSpPr txBox="1"/>
            <p:nvPr/>
          </p:nvSpPr>
          <p:spPr>
            <a:xfrm>
              <a:off x="6401281" y="2297403"/>
              <a:ext cx="149271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/>
                <a:t>972,167,218 bp</a:t>
              </a:r>
            </a:p>
            <a:p>
              <a:r>
                <a:rPr lang="en-US" b="0" dirty="0"/>
                <a:t>14,646 genes</a:t>
              </a:r>
            </a:p>
          </p:txBody>
        </p:sp>
      </p:grpSp>
      <p:sp>
        <p:nvSpPr>
          <p:cNvPr id="32" name="Rectangle 5">
            <a:extLst>
              <a:ext uri="{FF2B5EF4-FFF2-40B4-BE49-F238E27FC236}">
                <a16:creationId xmlns:a16="http://schemas.microsoft.com/office/drawing/2014/main" id="{EC5EE708-9486-AFCA-3D02-21C5D5F9E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538" y="3864558"/>
            <a:ext cx="168135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endParaRPr lang="en-US" i="1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  <a:p>
            <a:pPr marL="457200" indent="-457200" algn="ctr">
              <a:buSzPct val="100000"/>
              <a:defRPr/>
            </a:pPr>
            <a:r>
              <a:rPr lang="en-US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243,984,065 bp</a:t>
            </a:r>
          </a:p>
          <a:p>
            <a:pPr marL="457200" indent="-457200" algn="ctr">
              <a:buSzPct val="100000"/>
              <a:defRPr/>
            </a:pPr>
            <a:r>
              <a:rPr lang="en-US" b="0" dirty="0">
                <a:latin typeface="Menlo" panose="020B0609030804020204" pitchFamily="49" charset="0"/>
              </a:rPr>
              <a:t>42,293</a:t>
            </a:r>
            <a:r>
              <a:rPr lang="en-US" b="0" dirty="0">
                <a:solidFill>
                  <a:srgbClr val="000000"/>
                </a:solidFill>
                <a:latin typeface="Myriad Pro"/>
              </a:rPr>
              <a:t> genes</a:t>
            </a:r>
            <a:endParaRPr lang="en-US" b="0" dirty="0">
              <a:latin typeface="Menlo" panose="020B060903080402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4CEF6D-C8E0-2A78-0169-6229238768CB}"/>
              </a:ext>
            </a:extLst>
          </p:cNvPr>
          <p:cNvSpPr txBox="1"/>
          <p:nvPr/>
        </p:nvSpPr>
        <p:spPr>
          <a:xfrm>
            <a:off x="2649676" y="5632580"/>
            <a:ext cx="10958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/>
              <a:t>10,781,086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31B1C6-82C7-531A-ED94-723F1E7B9936}"/>
              </a:ext>
            </a:extLst>
          </p:cNvPr>
          <p:cNvSpPr txBox="1"/>
          <p:nvPr/>
        </p:nvSpPr>
        <p:spPr>
          <a:xfrm>
            <a:off x="7417060" y="5617193"/>
            <a:ext cx="10749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/>
              <a:t>98,776,745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375EA0-367B-2062-00A3-F69B56F84A07}"/>
              </a:ext>
            </a:extLst>
          </p:cNvPr>
          <p:cNvSpPr txBox="1"/>
          <p:nvPr/>
        </p:nvSpPr>
        <p:spPr>
          <a:xfrm>
            <a:off x="7961634" y="5897137"/>
            <a:ext cx="10813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/>
              <a:t>47,871,458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3151E0-3FED-6588-5E44-656BDD52590E}"/>
              </a:ext>
            </a:extLst>
          </p:cNvPr>
          <p:cNvSpPr txBox="1"/>
          <p:nvPr/>
        </p:nvSpPr>
        <p:spPr>
          <a:xfrm>
            <a:off x="4873391" y="5617193"/>
            <a:ext cx="1225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/>
              <a:t>69,822,899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B97290-6492-850E-B8AC-6FE3EFA41010}"/>
              </a:ext>
            </a:extLst>
          </p:cNvPr>
          <p:cNvSpPr txBox="1"/>
          <p:nvPr/>
        </p:nvSpPr>
        <p:spPr>
          <a:xfrm>
            <a:off x="3959280" y="5617193"/>
            <a:ext cx="1225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/>
              <a:t>31,525,669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1738C2-B29F-5C7A-5D41-4EB7764863C3}"/>
              </a:ext>
            </a:extLst>
          </p:cNvPr>
          <p:cNvCxnSpPr>
            <a:cxnSpLocks/>
          </p:cNvCxnSpPr>
          <p:nvPr/>
        </p:nvCxnSpPr>
        <p:spPr bwMode="auto">
          <a:xfrm flipV="1">
            <a:off x="8091605" y="5387604"/>
            <a:ext cx="0" cy="2657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6EBBC3-D209-0686-B32E-1AAC99A73927}"/>
              </a:ext>
            </a:extLst>
          </p:cNvPr>
          <p:cNvCxnSpPr>
            <a:cxnSpLocks/>
          </p:cNvCxnSpPr>
          <p:nvPr/>
        </p:nvCxnSpPr>
        <p:spPr bwMode="auto">
          <a:xfrm flipV="1">
            <a:off x="8440708" y="5387604"/>
            <a:ext cx="0" cy="5483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7B7723-6EAE-489B-5F14-68AF9AB0BF3F}"/>
              </a:ext>
            </a:extLst>
          </p:cNvPr>
          <p:cNvCxnSpPr>
            <a:cxnSpLocks/>
          </p:cNvCxnSpPr>
          <p:nvPr/>
        </p:nvCxnSpPr>
        <p:spPr bwMode="auto">
          <a:xfrm flipV="1">
            <a:off x="5337142" y="5387604"/>
            <a:ext cx="0" cy="2657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E40A37-6A78-6F5A-00A7-456577356C92}"/>
              </a:ext>
            </a:extLst>
          </p:cNvPr>
          <p:cNvCxnSpPr>
            <a:cxnSpLocks/>
          </p:cNvCxnSpPr>
          <p:nvPr/>
        </p:nvCxnSpPr>
        <p:spPr bwMode="auto">
          <a:xfrm flipV="1">
            <a:off x="4447549" y="5387604"/>
            <a:ext cx="0" cy="2657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C0FE2C9-B885-8088-5CD6-0682B72F5D8A}"/>
              </a:ext>
            </a:extLst>
          </p:cNvPr>
          <p:cNvCxnSpPr>
            <a:cxnSpLocks/>
          </p:cNvCxnSpPr>
          <p:nvPr/>
        </p:nvCxnSpPr>
        <p:spPr bwMode="auto">
          <a:xfrm flipV="1">
            <a:off x="3084809" y="5387604"/>
            <a:ext cx="0" cy="2657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7038B76-0340-7EE7-C4EB-5706507D2291}"/>
              </a:ext>
            </a:extLst>
          </p:cNvPr>
          <p:cNvCxnSpPr>
            <a:cxnSpLocks/>
          </p:cNvCxnSpPr>
          <p:nvPr/>
        </p:nvCxnSpPr>
        <p:spPr bwMode="auto">
          <a:xfrm flipV="1">
            <a:off x="924628" y="5387604"/>
            <a:ext cx="0" cy="2657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85823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7AFAE-705F-0FCF-7F06-66EC3E4D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489261A-01C1-6294-4611-2FE7B0DFF8E5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83F177-4B5F-CA48-0515-527B689E7A6D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764F2-B29E-473C-36ED-0DE9792AC7A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6347" y="883957"/>
            <a:ext cx="5276512" cy="5515340"/>
          </a:xfrm>
          <a:prstGeom prst="rect">
            <a:avLst/>
          </a:prstGeom>
        </p:spPr>
      </p:pic>
      <p:sp>
        <p:nvSpPr>
          <p:cNvPr id="68" name="Rectangle 5">
            <a:extLst>
              <a:ext uri="{FF2B5EF4-FFF2-40B4-BE49-F238E27FC236}">
                <a16:creationId xmlns:a16="http://schemas.microsoft.com/office/drawing/2014/main" id="{7A69547A-1334-9991-8377-56982967F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049975A-AC01-89B1-A058-60F157969B70}"/>
              </a:ext>
            </a:extLst>
          </p:cNvPr>
          <p:cNvGrpSpPr/>
          <p:nvPr/>
        </p:nvGrpSpPr>
        <p:grpSpPr>
          <a:xfrm>
            <a:off x="670562" y="951236"/>
            <a:ext cx="2743819" cy="5559545"/>
            <a:chOff x="1082040" y="951234"/>
            <a:chExt cx="2743819" cy="5559545"/>
          </a:xfrm>
        </p:grpSpPr>
        <p:sp>
          <p:nvSpPr>
            <p:cNvPr id="15" name="Text Box 213">
              <a:extLst>
                <a:ext uri="{FF2B5EF4-FFF2-40B4-BE49-F238E27FC236}">
                  <a16:creationId xmlns:a16="http://schemas.microsoft.com/office/drawing/2014/main" id="{49A545BC-7F45-8981-DE1D-87C1B676E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359" y="2963075"/>
              <a:ext cx="169153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latin typeface="Myriad Pro"/>
                  <a:cs typeface="Myriad Pro"/>
                </a:rPr>
                <a:t>Hydra </a:t>
              </a:r>
              <a:r>
                <a:rPr lang="en-US" i="1" dirty="0" err="1">
                  <a:latin typeface="Myriad Pro"/>
                  <a:cs typeface="Myriad Pro"/>
                </a:rPr>
                <a:t>hymanae</a:t>
              </a:r>
              <a:endParaRPr lang="en-US" i="1" dirty="0">
                <a:latin typeface="Myriad Pro"/>
                <a:cs typeface="Myriad Pro"/>
              </a:endParaRPr>
            </a:p>
          </p:txBody>
        </p:sp>
        <p:sp>
          <p:nvSpPr>
            <p:cNvPr id="22" name="Text Box 213">
              <a:extLst>
                <a:ext uri="{FF2B5EF4-FFF2-40B4-BE49-F238E27FC236}">
                  <a16:creationId xmlns:a16="http://schemas.microsoft.com/office/drawing/2014/main" id="{077DBF6C-69ED-0C6C-26AD-A2EEB6176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859" y="2009503"/>
              <a:ext cx="1847272" cy="3077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i="1" dirty="0">
                  <a:solidFill>
                    <a:srgbClr val="000000"/>
                  </a:solidFill>
                  <a:latin typeface="Myriad Pro"/>
                  <a:cs typeface="Myriad Pro"/>
                </a:rPr>
                <a:t>Hydra </a:t>
              </a:r>
              <a:r>
                <a:rPr lang="en-US" i="1" dirty="0" err="1">
                  <a:solidFill>
                    <a:srgbClr val="000000"/>
                  </a:solidFill>
                  <a:latin typeface="Myriad Pro"/>
                  <a:cs typeface="Myriad Pro"/>
                </a:rPr>
                <a:t>viridissima</a:t>
              </a:r>
              <a:endParaRPr lang="en-US" i="1" dirty="0">
                <a:solidFill>
                  <a:srgbClr val="000000"/>
                </a:solidFill>
                <a:latin typeface="Myriad Pro"/>
                <a:cs typeface="Myriad Pro"/>
              </a:endParaRPr>
            </a:p>
          </p:txBody>
        </p:sp>
        <p:sp>
          <p:nvSpPr>
            <p:cNvPr id="24" name="Text Box 252">
              <a:extLst>
                <a:ext uri="{FF2B5EF4-FFF2-40B4-BE49-F238E27FC236}">
                  <a16:creationId xmlns:a16="http://schemas.microsoft.com/office/drawing/2014/main" id="{D5817731-0275-615A-59C6-6B23F7284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359" y="4957303"/>
              <a:ext cx="19625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latin typeface="Myriad Pro"/>
                  <a:cs typeface="Myriad Pro"/>
                </a:rPr>
                <a:t>Hydra vulgaris 105</a:t>
              </a:r>
            </a:p>
          </p:txBody>
        </p:sp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4F4FF389-0B11-8696-B6CD-BE3C5BEC6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359" y="3965414"/>
              <a:ext cx="149271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i="1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Hydra </a:t>
              </a:r>
              <a:r>
                <a:rPr lang="en-US" i="1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lirosoma</a:t>
              </a:r>
              <a:endParaRPr lang="en-US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60" name="Text Box 252">
              <a:extLst>
                <a:ext uri="{FF2B5EF4-FFF2-40B4-BE49-F238E27FC236}">
                  <a16:creationId xmlns:a16="http://schemas.microsoft.com/office/drawing/2014/main" id="{4AF2B4AE-9A15-A904-3FA3-4B6C13F96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359" y="5933725"/>
              <a:ext cx="19625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latin typeface="Myriad Pro"/>
                  <a:cs typeface="Myriad Pro"/>
                </a:rPr>
                <a:t>Hydra vulgaris AEP</a:t>
              </a:r>
            </a:p>
          </p:txBody>
        </p:sp>
        <p:sp>
          <p:nvSpPr>
            <p:cNvPr id="61" name="Text Box 213">
              <a:extLst>
                <a:ext uri="{FF2B5EF4-FFF2-40B4-BE49-F238E27FC236}">
                  <a16:creationId xmlns:a16="http://schemas.microsoft.com/office/drawing/2014/main" id="{6F60A57C-FC30-CD3B-ECBE-B55EE200B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359" y="951234"/>
              <a:ext cx="184727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i="1" dirty="0" err="1">
                  <a:solidFill>
                    <a:srgbClr val="000000"/>
                  </a:solidFill>
                  <a:latin typeface="Myriad Pro"/>
                  <a:cs typeface="Myriad Pro"/>
                </a:rPr>
                <a:t>Hydractinia</a:t>
              </a:r>
              <a:r>
                <a:rPr lang="en-US" i="1" dirty="0">
                  <a:solidFill>
                    <a:srgbClr val="000000"/>
                  </a:solidFill>
                  <a:latin typeface="Myriad Pro"/>
                  <a:cs typeface="Myriad Pro"/>
                </a:rPr>
                <a:t> </a:t>
              </a:r>
              <a:r>
                <a:rPr lang="en-US" i="1" dirty="0" err="1">
                  <a:solidFill>
                    <a:srgbClr val="000000"/>
                  </a:solidFill>
                  <a:latin typeface="Myriad Pro"/>
                  <a:cs typeface="Myriad Pro"/>
                </a:rPr>
                <a:t>symbiolongicarpus</a:t>
              </a:r>
              <a:endParaRPr lang="en-US" i="1" dirty="0">
                <a:solidFill>
                  <a:srgbClr val="000000"/>
                </a:solidFill>
                <a:latin typeface="Myriad Pro"/>
                <a:cs typeface="Myriad Pro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8E5EAEA-8DDB-7394-FBF4-1B2F83ED763A}"/>
                </a:ext>
              </a:extLst>
            </p:cNvPr>
            <p:cNvGrpSpPr/>
            <p:nvPr/>
          </p:nvGrpSpPr>
          <p:grpSpPr>
            <a:xfrm>
              <a:off x="1082040" y="1195111"/>
              <a:ext cx="855291" cy="4870430"/>
              <a:chOff x="23636" y="1368361"/>
              <a:chExt cx="1913696" cy="4870430"/>
            </a:xfrm>
          </p:grpSpPr>
          <p:sp>
            <p:nvSpPr>
              <p:cNvPr id="35" name="Freeform 133">
                <a:extLst>
                  <a:ext uri="{FF2B5EF4-FFF2-40B4-BE49-F238E27FC236}">
                    <a16:creationId xmlns:a16="http://schemas.microsoft.com/office/drawing/2014/main" id="{31F04D3A-145D-F279-A0AB-6746F8A64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20" y="2338837"/>
                <a:ext cx="1469256" cy="2072475"/>
              </a:xfrm>
              <a:custGeom>
                <a:avLst/>
                <a:gdLst>
                  <a:gd name="T0" fmla="*/ 2147483647 w 804"/>
                  <a:gd name="T1" fmla="*/ 0 h 1534"/>
                  <a:gd name="T2" fmla="*/ 0 w 804"/>
                  <a:gd name="T3" fmla="*/ 0 h 1534"/>
                  <a:gd name="T4" fmla="*/ 0 w 804"/>
                  <a:gd name="T5" fmla="*/ 2147483647 h 1534"/>
                  <a:gd name="T6" fmla="*/ 2147483647 w 804"/>
                  <a:gd name="T7" fmla="*/ 2147483647 h 15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04"/>
                  <a:gd name="T13" fmla="*/ 0 h 1534"/>
                  <a:gd name="T14" fmla="*/ 804 w 804"/>
                  <a:gd name="T15" fmla="*/ 1534 h 1534"/>
                  <a:gd name="connsiteX0" fmla="*/ 5691 w 10000"/>
                  <a:gd name="connsiteY0" fmla="*/ 0 h 10000"/>
                  <a:gd name="connsiteX1" fmla="*/ 0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10000 h 10000"/>
                  <a:gd name="connsiteX0" fmla="*/ 37269 w 37269"/>
                  <a:gd name="connsiteY0" fmla="*/ 0 h 10000"/>
                  <a:gd name="connsiteX1" fmla="*/ 0 w 37269"/>
                  <a:gd name="connsiteY1" fmla="*/ 0 h 10000"/>
                  <a:gd name="connsiteX2" fmla="*/ 0 w 37269"/>
                  <a:gd name="connsiteY2" fmla="*/ 10000 h 10000"/>
                  <a:gd name="connsiteX3" fmla="*/ 10000 w 37269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69" h="10000">
                    <a:moveTo>
                      <a:pt x="37269" y="0"/>
                    </a:moveTo>
                    <a:lnTo>
                      <a:pt x="0" y="0"/>
                    </a:lnTo>
                    <a:lnTo>
                      <a:pt x="0" y="10000"/>
                    </a:lnTo>
                    <a:lnTo>
                      <a:pt x="10000" y="1000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163">
                <a:extLst>
                  <a:ext uri="{FF2B5EF4-FFF2-40B4-BE49-F238E27FC236}">
                    <a16:creationId xmlns:a16="http://schemas.microsoft.com/office/drawing/2014/main" id="{2F443D5C-C6B5-6478-7AAD-86C4B5243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637" y="3326140"/>
                <a:ext cx="1095007" cy="1677425"/>
              </a:xfrm>
              <a:custGeom>
                <a:avLst/>
                <a:gdLst>
                  <a:gd name="T0" fmla="*/ 2147483647 w 381"/>
                  <a:gd name="T1" fmla="*/ 0 h 248"/>
                  <a:gd name="T2" fmla="*/ 0 w 381"/>
                  <a:gd name="T3" fmla="*/ 0 h 248"/>
                  <a:gd name="T4" fmla="*/ 0 w 381"/>
                  <a:gd name="T5" fmla="*/ 2147483647 h 248"/>
                  <a:gd name="T6" fmla="*/ 2147483647 w 381"/>
                  <a:gd name="T7" fmla="*/ 2147483647 h 2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1"/>
                  <a:gd name="T13" fmla="*/ 0 h 248"/>
                  <a:gd name="T14" fmla="*/ 381 w 381"/>
                  <a:gd name="T15" fmla="*/ 248 h 248"/>
                  <a:gd name="connsiteX0" fmla="*/ 11719 w 11719"/>
                  <a:gd name="connsiteY0" fmla="*/ 0 h 10000"/>
                  <a:gd name="connsiteX1" fmla="*/ 0 w 11719"/>
                  <a:gd name="connsiteY1" fmla="*/ 0 h 10000"/>
                  <a:gd name="connsiteX2" fmla="*/ 0 w 11719"/>
                  <a:gd name="connsiteY2" fmla="*/ 10000 h 10000"/>
                  <a:gd name="connsiteX3" fmla="*/ 4199 w 11719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9" h="10000">
                    <a:moveTo>
                      <a:pt x="11719" y="0"/>
                    </a:moveTo>
                    <a:lnTo>
                      <a:pt x="0" y="0"/>
                    </a:lnTo>
                    <a:lnTo>
                      <a:pt x="0" y="10000"/>
                    </a:lnTo>
                    <a:lnTo>
                      <a:pt x="4199" y="1000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178">
                <a:extLst>
                  <a:ext uri="{FF2B5EF4-FFF2-40B4-BE49-F238E27FC236}">
                    <a16:creationId xmlns:a16="http://schemas.microsoft.com/office/drawing/2014/main" id="{0AEEDE94-4DD9-D507-3215-5DC53D839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8871" y="4280054"/>
                <a:ext cx="718461" cy="1455266"/>
              </a:xfrm>
              <a:custGeom>
                <a:avLst/>
                <a:gdLst>
                  <a:gd name="T0" fmla="*/ 2147483647 w 597"/>
                  <a:gd name="T1" fmla="*/ 0 h 1241"/>
                  <a:gd name="T2" fmla="*/ 0 w 597"/>
                  <a:gd name="T3" fmla="*/ 0 h 1241"/>
                  <a:gd name="T4" fmla="*/ 0 w 597"/>
                  <a:gd name="T5" fmla="*/ 2147483647 h 1241"/>
                  <a:gd name="T6" fmla="*/ 2147483647 w 597"/>
                  <a:gd name="T7" fmla="*/ 2147483647 h 12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97"/>
                  <a:gd name="T13" fmla="*/ 0 h 1241"/>
                  <a:gd name="T14" fmla="*/ 597 w 597"/>
                  <a:gd name="T15" fmla="*/ 1241 h 1241"/>
                  <a:gd name="connsiteX0" fmla="*/ 16543 w 16543"/>
                  <a:gd name="connsiteY0" fmla="*/ 0 h 10060"/>
                  <a:gd name="connsiteX1" fmla="*/ 0 w 16543"/>
                  <a:gd name="connsiteY1" fmla="*/ 60 h 10060"/>
                  <a:gd name="connsiteX2" fmla="*/ 0 w 16543"/>
                  <a:gd name="connsiteY2" fmla="*/ 10060 h 10060"/>
                  <a:gd name="connsiteX3" fmla="*/ 10000 w 16543"/>
                  <a:gd name="connsiteY3" fmla="*/ 10060 h 10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43" h="10060">
                    <a:moveTo>
                      <a:pt x="16543" y="0"/>
                    </a:moveTo>
                    <a:lnTo>
                      <a:pt x="0" y="60"/>
                    </a:lnTo>
                    <a:lnTo>
                      <a:pt x="0" y="10060"/>
                    </a:lnTo>
                    <a:lnTo>
                      <a:pt x="10000" y="1006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138">
                <a:extLst>
                  <a:ext uri="{FF2B5EF4-FFF2-40B4-BE49-F238E27FC236}">
                    <a16:creationId xmlns:a16="http://schemas.microsoft.com/office/drawing/2014/main" id="{8AFB520F-6E65-84E7-0774-33D4D18F0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3170" y="5300965"/>
                <a:ext cx="261631" cy="937826"/>
              </a:xfrm>
              <a:custGeom>
                <a:avLst/>
                <a:gdLst>
                  <a:gd name="T0" fmla="*/ 2147483647 w 1113"/>
                  <a:gd name="T1" fmla="*/ 2147483647 h 1158"/>
                  <a:gd name="T2" fmla="*/ 2147483647 w 1113"/>
                  <a:gd name="T3" fmla="*/ 0 h 1158"/>
                  <a:gd name="T4" fmla="*/ 0 w 1113"/>
                  <a:gd name="T5" fmla="*/ 2147483647 h 1158"/>
                  <a:gd name="T6" fmla="*/ 0 w 1113"/>
                  <a:gd name="T7" fmla="*/ 2147483647 h 1158"/>
                  <a:gd name="T8" fmla="*/ 2147483647 w 1113"/>
                  <a:gd name="T9" fmla="*/ 2147483647 h 1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3"/>
                  <a:gd name="T16" fmla="*/ 0 h 1158"/>
                  <a:gd name="T17" fmla="*/ 1113 w 1113"/>
                  <a:gd name="T18" fmla="*/ 1158 h 1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3" h="1158">
                    <a:moveTo>
                      <a:pt x="396" y="4"/>
                    </a:moveTo>
                    <a:cubicBezTo>
                      <a:pt x="390" y="3"/>
                      <a:pt x="1113" y="1"/>
                      <a:pt x="1107" y="0"/>
                    </a:cubicBezTo>
                    <a:lnTo>
                      <a:pt x="0" y="4"/>
                    </a:lnTo>
                    <a:lnTo>
                      <a:pt x="0" y="1158"/>
                    </a:lnTo>
                    <a:lnTo>
                      <a:pt x="1096" y="1158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133">
                <a:extLst>
                  <a:ext uri="{FF2B5EF4-FFF2-40B4-BE49-F238E27FC236}">
                    <a16:creationId xmlns:a16="http://schemas.microsoft.com/office/drawing/2014/main" id="{0A10BEE2-0F7E-C267-199A-665A03086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6" y="1368361"/>
                <a:ext cx="1904407" cy="2072475"/>
              </a:xfrm>
              <a:custGeom>
                <a:avLst/>
                <a:gdLst>
                  <a:gd name="T0" fmla="*/ 2147483647 w 804"/>
                  <a:gd name="T1" fmla="*/ 0 h 1534"/>
                  <a:gd name="T2" fmla="*/ 0 w 804"/>
                  <a:gd name="T3" fmla="*/ 0 h 1534"/>
                  <a:gd name="T4" fmla="*/ 0 w 804"/>
                  <a:gd name="T5" fmla="*/ 2147483647 h 1534"/>
                  <a:gd name="T6" fmla="*/ 2147483647 w 804"/>
                  <a:gd name="T7" fmla="*/ 2147483647 h 15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04"/>
                  <a:gd name="T13" fmla="*/ 0 h 1534"/>
                  <a:gd name="T14" fmla="*/ 804 w 804"/>
                  <a:gd name="T15" fmla="*/ 1534 h 1534"/>
                  <a:gd name="connsiteX0" fmla="*/ 5691 w 10000"/>
                  <a:gd name="connsiteY0" fmla="*/ 0 h 10000"/>
                  <a:gd name="connsiteX1" fmla="*/ 0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10000 h 10000"/>
                  <a:gd name="connsiteX0" fmla="*/ 37269 w 37269"/>
                  <a:gd name="connsiteY0" fmla="*/ 0 h 10000"/>
                  <a:gd name="connsiteX1" fmla="*/ 0 w 37269"/>
                  <a:gd name="connsiteY1" fmla="*/ 0 h 10000"/>
                  <a:gd name="connsiteX2" fmla="*/ 0 w 37269"/>
                  <a:gd name="connsiteY2" fmla="*/ 10000 h 10000"/>
                  <a:gd name="connsiteX3" fmla="*/ 10000 w 37269"/>
                  <a:gd name="connsiteY3" fmla="*/ 10000 h 10000"/>
                  <a:gd name="connsiteX0" fmla="*/ 48307 w 48307"/>
                  <a:gd name="connsiteY0" fmla="*/ 0 h 10000"/>
                  <a:gd name="connsiteX1" fmla="*/ 0 w 48307"/>
                  <a:gd name="connsiteY1" fmla="*/ 0 h 10000"/>
                  <a:gd name="connsiteX2" fmla="*/ 0 w 48307"/>
                  <a:gd name="connsiteY2" fmla="*/ 10000 h 10000"/>
                  <a:gd name="connsiteX3" fmla="*/ 10000 w 48307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307" h="10000">
                    <a:moveTo>
                      <a:pt x="48307" y="0"/>
                    </a:moveTo>
                    <a:lnTo>
                      <a:pt x="0" y="0"/>
                    </a:lnTo>
                    <a:lnTo>
                      <a:pt x="0" y="10000"/>
                    </a:lnTo>
                    <a:lnTo>
                      <a:pt x="10000" y="1000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3CC5ACA-96D6-9118-3E4D-6F11B991DE01}"/>
                </a:ext>
              </a:extLst>
            </p:cNvPr>
            <p:cNvSpPr txBox="1"/>
            <p:nvPr/>
          </p:nvSpPr>
          <p:spPr>
            <a:xfrm>
              <a:off x="1945718" y="2308178"/>
              <a:ext cx="14754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/>
                <a:t>243,984,065 bp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925C88-DDFD-B354-7FC5-15F8FFB52DFF}"/>
                </a:ext>
              </a:extLst>
            </p:cNvPr>
            <p:cNvSpPr txBox="1"/>
            <p:nvPr/>
          </p:nvSpPr>
          <p:spPr>
            <a:xfrm>
              <a:off x="1911484" y="4224798"/>
              <a:ext cx="155909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677,179,869 bp </a:t>
              </a:r>
              <a:endParaRPr lang="en-US" b="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5C2C9AA-9A5B-8221-8522-C65430117493}"/>
                </a:ext>
              </a:extLst>
            </p:cNvPr>
            <p:cNvSpPr txBox="1"/>
            <p:nvPr/>
          </p:nvSpPr>
          <p:spPr>
            <a:xfrm>
              <a:off x="2009325" y="6203002"/>
              <a:ext cx="17892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/>
                <a:t>911,675,201 bp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DD11628-1B39-B560-EA0F-A958EEF9F57C}"/>
                </a:ext>
              </a:extLst>
            </p:cNvPr>
            <p:cNvSpPr txBox="1"/>
            <p:nvPr/>
          </p:nvSpPr>
          <p:spPr>
            <a:xfrm>
              <a:off x="1986687" y="5227512"/>
              <a:ext cx="1427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/>
                <a:t>834,212,037 bp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6534BB-9F37-A334-C2E6-2E2E8B1F3106}"/>
                </a:ext>
              </a:extLst>
            </p:cNvPr>
            <p:cNvSpPr txBox="1"/>
            <p:nvPr/>
          </p:nvSpPr>
          <p:spPr>
            <a:xfrm>
              <a:off x="1989145" y="3261749"/>
              <a:ext cx="14927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/>
                <a:t>972,167,218 bp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046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75052-8278-9285-1A17-CE1B71F6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ADA8F1E-2BB5-F3E7-5AD7-05A8574B0A3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E40ADFF-ECA8-089C-AEC0-776A36D1B491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 Box 213">
            <a:extLst>
              <a:ext uri="{FF2B5EF4-FFF2-40B4-BE49-F238E27FC236}">
                <a16:creationId xmlns:a16="http://schemas.microsoft.com/office/drawing/2014/main" id="{1250EDDC-CE4A-18C8-EF5F-E6067715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2019723"/>
            <a:ext cx="2587210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</a:t>
            </a:r>
            <a:r>
              <a:rPr lang="en-US" i="1" dirty="0" err="1">
                <a:latin typeface="Myriad Pro"/>
                <a:cs typeface="Myriad Pro"/>
              </a:rPr>
              <a:t>hymanae</a:t>
            </a:r>
            <a:endParaRPr lang="en-US" i="1" dirty="0">
              <a:latin typeface="Myriad Pro"/>
              <a:cs typeface="Myriad Pro"/>
            </a:endParaRPr>
          </a:p>
        </p:txBody>
      </p:sp>
      <p:sp>
        <p:nvSpPr>
          <p:cNvPr id="22" name="Text Box 213">
            <a:extLst>
              <a:ext uri="{FF2B5EF4-FFF2-40B4-BE49-F238E27FC236}">
                <a16:creationId xmlns:a16="http://schemas.microsoft.com/office/drawing/2014/main" id="{688803BA-1A71-C733-7D4F-225FED7AF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1041222"/>
            <a:ext cx="1847272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Myriad Pro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cs typeface="Myriad Pro"/>
              </a:rPr>
              <a:t>viridissima</a:t>
            </a:r>
            <a:endParaRPr lang="en-US" i="1" dirty="0">
              <a:solidFill>
                <a:srgbClr val="000000"/>
              </a:solidFill>
              <a:latin typeface="Myriad Pro"/>
              <a:cs typeface="Myriad Pro"/>
            </a:endParaRPr>
          </a:p>
        </p:txBody>
      </p:sp>
      <p:sp>
        <p:nvSpPr>
          <p:cNvPr id="24" name="Text Box 252">
            <a:extLst>
              <a:ext uri="{FF2B5EF4-FFF2-40B4-BE49-F238E27FC236}">
                <a16:creationId xmlns:a16="http://schemas.microsoft.com/office/drawing/2014/main" id="{88DD520F-7D78-EB2E-0F46-BEC721E68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4955226"/>
            <a:ext cx="19625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vulgaris 105</a:t>
            </a: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49D8AD77-2158-7842-79FC-DE9245098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747" y="3976726"/>
            <a:ext cx="14927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60" name="Text Box 252">
            <a:extLst>
              <a:ext uri="{FF2B5EF4-FFF2-40B4-BE49-F238E27FC236}">
                <a16:creationId xmlns:a16="http://schemas.microsoft.com/office/drawing/2014/main" id="{9329165F-B7AE-BC39-423A-01E0AE85D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5933727"/>
            <a:ext cx="19625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vulgaris AEP</a:t>
            </a:r>
          </a:p>
        </p:txBody>
      </p:sp>
      <p:sp>
        <p:nvSpPr>
          <p:cNvPr id="61" name="Text Box 213">
            <a:extLst>
              <a:ext uri="{FF2B5EF4-FFF2-40B4-BE49-F238E27FC236}">
                <a16:creationId xmlns:a16="http://schemas.microsoft.com/office/drawing/2014/main" id="{1534AFB2-5CE9-E1AF-B196-CB138308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2998226"/>
            <a:ext cx="18472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Myriad Pro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cs typeface="Myriad Pro"/>
              </a:rPr>
              <a:t>oligactis</a:t>
            </a:r>
            <a:endParaRPr lang="en-US" i="1" dirty="0">
              <a:solidFill>
                <a:srgbClr val="000000"/>
              </a:solidFill>
              <a:latin typeface="Myriad Pro"/>
              <a:cs typeface="Myriad Pro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6B377A2-F2BB-D401-460E-ECA68E5193BF}"/>
              </a:ext>
            </a:extLst>
          </p:cNvPr>
          <p:cNvGrpSpPr/>
          <p:nvPr/>
        </p:nvGrpSpPr>
        <p:grpSpPr>
          <a:xfrm>
            <a:off x="566013" y="1195111"/>
            <a:ext cx="715198" cy="4916930"/>
            <a:chOff x="23636" y="1368361"/>
            <a:chExt cx="1913696" cy="4916930"/>
          </a:xfrm>
        </p:grpSpPr>
        <p:sp>
          <p:nvSpPr>
            <p:cNvPr id="35" name="Freeform 133">
              <a:extLst>
                <a:ext uri="{FF2B5EF4-FFF2-40B4-BE49-F238E27FC236}">
                  <a16:creationId xmlns:a16="http://schemas.microsoft.com/office/drawing/2014/main" id="{D7B6B707-7B63-992F-6C74-73DB4A537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20" y="2338837"/>
              <a:ext cx="1469256" cy="2072475"/>
            </a:xfrm>
            <a:custGeom>
              <a:avLst/>
              <a:gdLst>
                <a:gd name="T0" fmla="*/ 2147483647 w 804"/>
                <a:gd name="T1" fmla="*/ 0 h 1534"/>
                <a:gd name="T2" fmla="*/ 0 w 804"/>
                <a:gd name="T3" fmla="*/ 0 h 1534"/>
                <a:gd name="T4" fmla="*/ 0 w 804"/>
                <a:gd name="T5" fmla="*/ 2147483647 h 1534"/>
                <a:gd name="T6" fmla="*/ 2147483647 w 804"/>
                <a:gd name="T7" fmla="*/ 2147483647 h 15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4"/>
                <a:gd name="T13" fmla="*/ 0 h 1534"/>
                <a:gd name="T14" fmla="*/ 804 w 804"/>
                <a:gd name="T15" fmla="*/ 1534 h 1534"/>
                <a:gd name="connsiteX0" fmla="*/ 5691 w 10000"/>
                <a:gd name="connsiteY0" fmla="*/ 0 h 10000"/>
                <a:gd name="connsiteX1" fmla="*/ 0 w 10000"/>
                <a:gd name="connsiteY1" fmla="*/ 0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0" fmla="*/ 37269 w 37269"/>
                <a:gd name="connsiteY0" fmla="*/ 0 h 10000"/>
                <a:gd name="connsiteX1" fmla="*/ 0 w 37269"/>
                <a:gd name="connsiteY1" fmla="*/ 0 h 10000"/>
                <a:gd name="connsiteX2" fmla="*/ 0 w 37269"/>
                <a:gd name="connsiteY2" fmla="*/ 10000 h 10000"/>
                <a:gd name="connsiteX3" fmla="*/ 10000 w 37269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69" h="10000">
                  <a:moveTo>
                    <a:pt x="37269" y="0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0000" y="10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3">
              <a:extLst>
                <a:ext uri="{FF2B5EF4-FFF2-40B4-BE49-F238E27FC236}">
                  <a16:creationId xmlns:a16="http://schemas.microsoft.com/office/drawing/2014/main" id="{8DFB61F2-D6FA-112A-1CB2-B00EBF17B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637" y="3326140"/>
              <a:ext cx="1095007" cy="1677425"/>
            </a:xfrm>
            <a:custGeom>
              <a:avLst/>
              <a:gdLst>
                <a:gd name="T0" fmla="*/ 2147483647 w 381"/>
                <a:gd name="T1" fmla="*/ 0 h 248"/>
                <a:gd name="T2" fmla="*/ 0 w 381"/>
                <a:gd name="T3" fmla="*/ 0 h 248"/>
                <a:gd name="T4" fmla="*/ 0 w 381"/>
                <a:gd name="T5" fmla="*/ 2147483647 h 248"/>
                <a:gd name="T6" fmla="*/ 2147483647 w 381"/>
                <a:gd name="T7" fmla="*/ 2147483647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1"/>
                <a:gd name="T13" fmla="*/ 0 h 248"/>
                <a:gd name="T14" fmla="*/ 381 w 381"/>
                <a:gd name="T15" fmla="*/ 248 h 248"/>
                <a:gd name="connsiteX0" fmla="*/ 11719 w 11719"/>
                <a:gd name="connsiteY0" fmla="*/ 0 h 10000"/>
                <a:gd name="connsiteX1" fmla="*/ 0 w 11719"/>
                <a:gd name="connsiteY1" fmla="*/ 0 h 10000"/>
                <a:gd name="connsiteX2" fmla="*/ 0 w 11719"/>
                <a:gd name="connsiteY2" fmla="*/ 10000 h 10000"/>
                <a:gd name="connsiteX3" fmla="*/ 4199 w 11719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9" h="10000">
                  <a:moveTo>
                    <a:pt x="11719" y="0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4199" y="10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78">
              <a:extLst>
                <a:ext uri="{FF2B5EF4-FFF2-40B4-BE49-F238E27FC236}">
                  <a16:creationId xmlns:a16="http://schemas.microsoft.com/office/drawing/2014/main" id="{455318C0-E3E1-311D-FC46-01CF92D82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871" y="4304640"/>
              <a:ext cx="718461" cy="1430680"/>
            </a:xfrm>
            <a:custGeom>
              <a:avLst/>
              <a:gdLst>
                <a:gd name="T0" fmla="*/ 2147483647 w 597"/>
                <a:gd name="T1" fmla="*/ 0 h 1241"/>
                <a:gd name="T2" fmla="*/ 0 w 597"/>
                <a:gd name="T3" fmla="*/ 0 h 1241"/>
                <a:gd name="T4" fmla="*/ 0 w 597"/>
                <a:gd name="T5" fmla="*/ 2147483647 h 1241"/>
                <a:gd name="T6" fmla="*/ 2147483647 w 597"/>
                <a:gd name="T7" fmla="*/ 2147483647 h 1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7"/>
                <a:gd name="T13" fmla="*/ 0 h 1241"/>
                <a:gd name="T14" fmla="*/ 597 w 597"/>
                <a:gd name="T15" fmla="*/ 1241 h 1241"/>
                <a:gd name="connsiteX0" fmla="*/ 16543 w 16543"/>
                <a:gd name="connsiteY0" fmla="*/ 0 h 10060"/>
                <a:gd name="connsiteX1" fmla="*/ 0 w 16543"/>
                <a:gd name="connsiteY1" fmla="*/ 60 h 10060"/>
                <a:gd name="connsiteX2" fmla="*/ 0 w 16543"/>
                <a:gd name="connsiteY2" fmla="*/ 10060 h 10060"/>
                <a:gd name="connsiteX3" fmla="*/ 10000 w 16543"/>
                <a:gd name="connsiteY3" fmla="*/ 10060 h 1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43" h="10060">
                  <a:moveTo>
                    <a:pt x="16543" y="0"/>
                  </a:moveTo>
                  <a:lnTo>
                    <a:pt x="0" y="60"/>
                  </a:lnTo>
                  <a:lnTo>
                    <a:pt x="0" y="10060"/>
                  </a:lnTo>
                  <a:lnTo>
                    <a:pt x="10000" y="1006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38">
              <a:extLst>
                <a:ext uri="{FF2B5EF4-FFF2-40B4-BE49-F238E27FC236}">
                  <a16:creationId xmlns:a16="http://schemas.microsoft.com/office/drawing/2014/main" id="{567B32C1-A0B6-98DA-6B81-28F429F22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171" y="5300964"/>
              <a:ext cx="215884" cy="984327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33">
              <a:extLst>
                <a:ext uri="{FF2B5EF4-FFF2-40B4-BE49-F238E27FC236}">
                  <a16:creationId xmlns:a16="http://schemas.microsoft.com/office/drawing/2014/main" id="{64382171-81F4-20B5-6DE7-E768C26B6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6" y="1368361"/>
              <a:ext cx="1904407" cy="2072475"/>
            </a:xfrm>
            <a:custGeom>
              <a:avLst/>
              <a:gdLst>
                <a:gd name="T0" fmla="*/ 2147483647 w 804"/>
                <a:gd name="T1" fmla="*/ 0 h 1534"/>
                <a:gd name="T2" fmla="*/ 0 w 804"/>
                <a:gd name="T3" fmla="*/ 0 h 1534"/>
                <a:gd name="T4" fmla="*/ 0 w 804"/>
                <a:gd name="T5" fmla="*/ 2147483647 h 1534"/>
                <a:gd name="T6" fmla="*/ 2147483647 w 804"/>
                <a:gd name="T7" fmla="*/ 2147483647 h 15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4"/>
                <a:gd name="T13" fmla="*/ 0 h 1534"/>
                <a:gd name="T14" fmla="*/ 804 w 804"/>
                <a:gd name="T15" fmla="*/ 1534 h 1534"/>
                <a:gd name="connsiteX0" fmla="*/ 5691 w 10000"/>
                <a:gd name="connsiteY0" fmla="*/ 0 h 10000"/>
                <a:gd name="connsiteX1" fmla="*/ 0 w 10000"/>
                <a:gd name="connsiteY1" fmla="*/ 0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0" fmla="*/ 37269 w 37269"/>
                <a:gd name="connsiteY0" fmla="*/ 0 h 10000"/>
                <a:gd name="connsiteX1" fmla="*/ 0 w 37269"/>
                <a:gd name="connsiteY1" fmla="*/ 0 h 10000"/>
                <a:gd name="connsiteX2" fmla="*/ 0 w 37269"/>
                <a:gd name="connsiteY2" fmla="*/ 10000 h 10000"/>
                <a:gd name="connsiteX3" fmla="*/ 10000 w 37269"/>
                <a:gd name="connsiteY3" fmla="*/ 10000 h 10000"/>
                <a:gd name="connsiteX0" fmla="*/ 48307 w 48307"/>
                <a:gd name="connsiteY0" fmla="*/ 0 h 10000"/>
                <a:gd name="connsiteX1" fmla="*/ 0 w 48307"/>
                <a:gd name="connsiteY1" fmla="*/ 0 h 10000"/>
                <a:gd name="connsiteX2" fmla="*/ 0 w 48307"/>
                <a:gd name="connsiteY2" fmla="*/ 10000 h 10000"/>
                <a:gd name="connsiteX3" fmla="*/ 10000 w 48307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307" h="10000">
                  <a:moveTo>
                    <a:pt x="48307" y="0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0000" y="10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8" name="Rectangle 5">
            <a:extLst>
              <a:ext uri="{FF2B5EF4-FFF2-40B4-BE49-F238E27FC236}">
                <a16:creationId xmlns:a16="http://schemas.microsoft.com/office/drawing/2014/main" id="{C28CEE6E-3B8B-20CD-7C94-5F82C93DC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307EDF-53AE-9442-3A37-95E7BC77764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814682" y="2964001"/>
            <a:ext cx="6035040" cy="168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692D65-961E-F4ED-CD22-1EA411A88A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5688" y="3991604"/>
            <a:ext cx="1262729" cy="2655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116E91-4983-0C60-CF9A-A2E6ACFA898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6277" y="1381946"/>
            <a:ext cx="3664007" cy="3664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84AA0B-DECA-0CBF-3B96-8D3DB25817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021050" y="3106321"/>
            <a:ext cx="5677304" cy="11316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A5508F-6694-B7BC-465C-06DD9EEBAA4D}"/>
              </a:ext>
            </a:extLst>
          </p:cNvPr>
          <p:cNvSpPr txBox="1"/>
          <p:nvPr/>
        </p:nvSpPr>
        <p:spPr>
          <a:xfrm>
            <a:off x="1186036" y="3262397"/>
            <a:ext cx="1641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1,274,417,049 bp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B42A0-D321-1C54-45E9-A7118A15C01C}"/>
              </a:ext>
            </a:extLst>
          </p:cNvPr>
          <p:cNvSpPr txBox="1"/>
          <p:nvPr/>
        </p:nvSpPr>
        <p:spPr>
          <a:xfrm>
            <a:off x="1390351" y="1281960"/>
            <a:ext cx="1475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/>
              <a:t>243,984,065 bp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F1D91-71B2-DD6D-7C55-C9AFD21B3AE5}"/>
              </a:ext>
            </a:extLst>
          </p:cNvPr>
          <p:cNvSpPr txBox="1"/>
          <p:nvPr/>
        </p:nvSpPr>
        <p:spPr>
          <a:xfrm>
            <a:off x="1290785" y="2242882"/>
            <a:ext cx="1492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972,167,218 bp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84434-E421-5FE9-FC01-A979396F8D9E}"/>
              </a:ext>
            </a:extLst>
          </p:cNvPr>
          <p:cNvSpPr txBox="1"/>
          <p:nvPr/>
        </p:nvSpPr>
        <p:spPr>
          <a:xfrm>
            <a:off x="1285469" y="4224800"/>
            <a:ext cx="1559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677,179,869 bp </a:t>
            </a:r>
            <a:endParaRPr lang="en-US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F04B6-3D4E-8DE3-078D-CCC83DC94AE1}"/>
              </a:ext>
            </a:extLst>
          </p:cNvPr>
          <p:cNvSpPr txBox="1"/>
          <p:nvPr/>
        </p:nvSpPr>
        <p:spPr>
          <a:xfrm>
            <a:off x="1407567" y="5192342"/>
            <a:ext cx="142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834,212,037 bp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1A40D-0D3E-372F-A99C-2C77EC8EB3A7}"/>
              </a:ext>
            </a:extLst>
          </p:cNvPr>
          <p:cNvSpPr txBox="1"/>
          <p:nvPr/>
        </p:nvSpPr>
        <p:spPr>
          <a:xfrm>
            <a:off x="1430207" y="6173694"/>
            <a:ext cx="1789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911,675,201 bp</a:t>
            </a:r>
          </a:p>
        </p:txBody>
      </p:sp>
    </p:spTree>
    <p:extLst>
      <p:ext uri="{BB962C8B-B14F-4D97-AF65-F5344CB8AC3E}">
        <p14:creationId xmlns:p14="http://schemas.microsoft.com/office/powerpoint/2010/main" val="3504830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53885-B40E-5D10-C35E-883A3C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7A93419-D934-D3C8-9F60-D9B0847E5FAA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443CC1-D218-2151-8734-8CF6FC080D89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 Box 213">
            <a:extLst>
              <a:ext uri="{FF2B5EF4-FFF2-40B4-BE49-F238E27FC236}">
                <a16:creationId xmlns:a16="http://schemas.microsoft.com/office/drawing/2014/main" id="{1A817773-5360-C198-BC95-5BD16DFD7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2019723"/>
            <a:ext cx="2587210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</a:t>
            </a:r>
            <a:r>
              <a:rPr lang="en-US" i="1" dirty="0" err="1">
                <a:latin typeface="Myriad Pro"/>
                <a:cs typeface="Myriad Pro"/>
              </a:rPr>
              <a:t>hymanae</a:t>
            </a:r>
            <a:endParaRPr lang="en-US" i="1" dirty="0">
              <a:latin typeface="Myriad Pro"/>
              <a:cs typeface="Myriad Pro"/>
            </a:endParaRPr>
          </a:p>
        </p:txBody>
      </p:sp>
      <p:sp>
        <p:nvSpPr>
          <p:cNvPr id="22" name="Text Box 213">
            <a:extLst>
              <a:ext uri="{FF2B5EF4-FFF2-40B4-BE49-F238E27FC236}">
                <a16:creationId xmlns:a16="http://schemas.microsoft.com/office/drawing/2014/main" id="{948DBE33-3B2C-5525-24AD-45A90B7F3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1041222"/>
            <a:ext cx="1847272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i="1" dirty="0">
                <a:solidFill>
                  <a:srgbClr val="000000"/>
                </a:solidFill>
                <a:latin typeface="Myriad Pro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cs typeface="Myriad Pro"/>
              </a:rPr>
              <a:t>viridissima</a:t>
            </a:r>
            <a:endParaRPr lang="en-US" i="1" dirty="0">
              <a:solidFill>
                <a:srgbClr val="000000"/>
              </a:solidFill>
              <a:latin typeface="Myriad Pro"/>
              <a:cs typeface="Myriad Pro"/>
            </a:endParaRPr>
          </a:p>
        </p:txBody>
      </p:sp>
      <p:sp>
        <p:nvSpPr>
          <p:cNvPr id="24" name="Text Box 252">
            <a:extLst>
              <a:ext uri="{FF2B5EF4-FFF2-40B4-BE49-F238E27FC236}">
                <a16:creationId xmlns:a16="http://schemas.microsoft.com/office/drawing/2014/main" id="{F0427F65-9F42-8A00-A6C4-05C181F78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4955226"/>
            <a:ext cx="19625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vulgaris 105</a:t>
            </a: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C011D4CE-5D13-741C-6D9C-729F4A747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747" y="3976726"/>
            <a:ext cx="14927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60" name="Text Box 252">
            <a:extLst>
              <a:ext uri="{FF2B5EF4-FFF2-40B4-BE49-F238E27FC236}">
                <a16:creationId xmlns:a16="http://schemas.microsoft.com/office/drawing/2014/main" id="{C1A462B3-2BA7-E49C-88D0-016CAC72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5933727"/>
            <a:ext cx="19625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vulgaris AEP</a:t>
            </a:r>
          </a:p>
        </p:txBody>
      </p:sp>
      <p:sp>
        <p:nvSpPr>
          <p:cNvPr id="61" name="Text Box 213">
            <a:extLst>
              <a:ext uri="{FF2B5EF4-FFF2-40B4-BE49-F238E27FC236}">
                <a16:creationId xmlns:a16="http://schemas.microsoft.com/office/drawing/2014/main" id="{0C629295-D446-D212-3D67-A9ECB2B6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747" y="2998226"/>
            <a:ext cx="18472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Myriad Pro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cs typeface="Myriad Pro"/>
              </a:rPr>
              <a:t>oligactis</a:t>
            </a:r>
            <a:endParaRPr lang="en-US" i="1" dirty="0">
              <a:solidFill>
                <a:srgbClr val="000000"/>
              </a:solidFill>
              <a:latin typeface="Myriad Pro"/>
              <a:cs typeface="Myriad Pro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1E5303B-5DF6-7BEF-E5F5-20631CCC0B91}"/>
              </a:ext>
            </a:extLst>
          </p:cNvPr>
          <p:cNvGrpSpPr/>
          <p:nvPr/>
        </p:nvGrpSpPr>
        <p:grpSpPr>
          <a:xfrm>
            <a:off x="566013" y="1195111"/>
            <a:ext cx="715198" cy="4916930"/>
            <a:chOff x="23636" y="1368361"/>
            <a:chExt cx="1913696" cy="4916930"/>
          </a:xfrm>
        </p:grpSpPr>
        <p:sp>
          <p:nvSpPr>
            <p:cNvPr id="35" name="Freeform 133">
              <a:extLst>
                <a:ext uri="{FF2B5EF4-FFF2-40B4-BE49-F238E27FC236}">
                  <a16:creationId xmlns:a16="http://schemas.microsoft.com/office/drawing/2014/main" id="{96722B2D-4F04-E3FA-F25A-9CD1A848A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20" y="2338837"/>
              <a:ext cx="1469256" cy="2072475"/>
            </a:xfrm>
            <a:custGeom>
              <a:avLst/>
              <a:gdLst>
                <a:gd name="T0" fmla="*/ 2147483647 w 804"/>
                <a:gd name="T1" fmla="*/ 0 h 1534"/>
                <a:gd name="T2" fmla="*/ 0 w 804"/>
                <a:gd name="T3" fmla="*/ 0 h 1534"/>
                <a:gd name="T4" fmla="*/ 0 w 804"/>
                <a:gd name="T5" fmla="*/ 2147483647 h 1534"/>
                <a:gd name="T6" fmla="*/ 2147483647 w 804"/>
                <a:gd name="T7" fmla="*/ 2147483647 h 15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4"/>
                <a:gd name="T13" fmla="*/ 0 h 1534"/>
                <a:gd name="T14" fmla="*/ 804 w 804"/>
                <a:gd name="T15" fmla="*/ 1534 h 1534"/>
                <a:gd name="connsiteX0" fmla="*/ 5691 w 10000"/>
                <a:gd name="connsiteY0" fmla="*/ 0 h 10000"/>
                <a:gd name="connsiteX1" fmla="*/ 0 w 10000"/>
                <a:gd name="connsiteY1" fmla="*/ 0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0" fmla="*/ 37269 w 37269"/>
                <a:gd name="connsiteY0" fmla="*/ 0 h 10000"/>
                <a:gd name="connsiteX1" fmla="*/ 0 w 37269"/>
                <a:gd name="connsiteY1" fmla="*/ 0 h 10000"/>
                <a:gd name="connsiteX2" fmla="*/ 0 w 37269"/>
                <a:gd name="connsiteY2" fmla="*/ 10000 h 10000"/>
                <a:gd name="connsiteX3" fmla="*/ 10000 w 37269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69" h="10000">
                  <a:moveTo>
                    <a:pt x="37269" y="0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0000" y="10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63">
              <a:extLst>
                <a:ext uri="{FF2B5EF4-FFF2-40B4-BE49-F238E27FC236}">
                  <a16:creationId xmlns:a16="http://schemas.microsoft.com/office/drawing/2014/main" id="{BA88B0A6-F6E5-1B6F-5D72-2231F3C56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637" y="3326140"/>
              <a:ext cx="1095007" cy="1677425"/>
            </a:xfrm>
            <a:custGeom>
              <a:avLst/>
              <a:gdLst>
                <a:gd name="T0" fmla="*/ 2147483647 w 381"/>
                <a:gd name="T1" fmla="*/ 0 h 248"/>
                <a:gd name="T2" fmla="*/ 0 w 381"/>
                <a:gd name="T3" fmla="*/ 0 h 248"/>
                <a:gd name="T4" fmla="*/ 0 w 381"/>
                <a:gd name="T5" fmla="*/ 2147483647 h 248"/>
                <a:gd name="T6" fmla="*/ 2147483647 w 381"/>
                <a:gd name="T7" fmla="*/ 2147483647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1"/>
                <a:gd name="T13" fmla="*/ 0 h 248"/>
                <a:gd name="T14" fmla="*/ 381 w 381"/>
                <a:gd name="T15" fmla="*/ 248 h 248"/>
                <a:gd name="connsiteX0" fmla="*/ 11719 w 11719"/>
                <a:gd name="connsiteY0" fmla="*/ 0 h 10000"/>
                <a:gd name="connsiteX1" fmla="*/ 0 w 11719"/>
                <a:gd name="connsiteY1" fmla="*/ 0 h 10000"/>
                <a:gd name="connsiteX2" fmla="*/ 0 w 11719"/>
                <a:gd name="connsiteY2" fmla="*/ 10000 h 10000"/>
                <a:gd name="connsiteX3" fmla="*/ 4199 w 11719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19" h="10000">
                  <a:moveTo>
                    <a:pt x="11719" y="0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4199" y="10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78">
              <a:extLst>
                <a:ext uri="{FF2B5EF4-FFF2-40B4-BE49-F238E27FC236}">
                  <a16:creationId xmlns:a16="http://schemas.microsoft.com/office/drawing/2014/main" id="{3146D455-FC87-C944-446B-691455B85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871" y="4304640"/>
              <a:ext cx="718461" cy="1430680"/>
            </a:xfrm>
            <a:custGeom>
              <a:avLst/>
              <a:gdLst>
                <a:gd name="T0" fmla="*/ 2147483647 w 597"/>
                <a:gd name="T1" fmla="*/ 0 h 1241"/>
                <a:gd name="T2" fmla="*/ 0 w 597"/>
                <a:gd name="T3" fmla="*/ 0 h 1241"/>
                <a:gd name="T4" fmla="*/ 0 w 597"/>
                <a:gd name="T5" fmla="*/ 2147483647 h 1241"/>
                <a:gd name="T6" fmla="*/ 2147483647 w 597"/>
                <a:gd name="T7" fmla="*/ 2147483647 h 1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7"/>
                <a:gd name="T13" fmla="*/ 0 h 1241"/>
                <a:gd name="T14" fmla="*/ 597 w 597"/>
                <a:gd name="T15" fmla="*/ 1241 h 1241"/>
                <a:gd name="connsiteX0" fmla="*/ 16543 w 16543"/>
                <a:gd name="connsiteY0" fmla="*/ 0 h 10060"/>
                <a:gd name="connsiteX1" fmla="*/ 0 w 16543"/>
                <a:gd name="connsiteY1" fmla="*/ 60 h 10060"/>
                <a:gd name="connsiteX2" fmla="*/ 0 w 16543"/>
                <a:gd name="connsiteY2" fmla="*/ 10060 h 10060"/>
                <a:gd name="connsiteX3" fmla="*/ 10000 w 16543"/>
                <a:gd name="connsiteY3" fmla="*/ 10060 h 10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43" h="10060">
                  <a:moveTo>
                    <a:pt x="16543" y="0"/>
                  </a:moveTo>
                  <a:lnTo>
                    <a:pt x="0" y="60"/>
                  </a:lnTo>
                  <a:lnTo>
                    <a:pt x="0" y="10060"/>
                  </a:lnTo>
                  <a:lnTo>
                    <a:pt x="10000" y="1006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38">
              <a:extLst>
                <a:ext uri="{FF2B5EF4-FFF2-40B4-BE49-F238E27FC236}">
                  <a16:creationId xmlns:a16="http://schemas.microsoft.com/office/drawing/2014/main" id="{457460B1-B165-868D-C2AA-7D0286CB2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171" y="5300964"/>
              <a:ext cx="215884" cy="984327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33">
              <a:extLst>
                <a:ext uri="{FF2B5EF4-FFF2-40B4-BE49-F238E27FC236}">
                  <a16:creationId xmlns:a16="http://schemas.microsoft.com/office/drawing/2014/main" id="{833B32D4-FD2C-F4FD-64B7-987EE05C0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6" y="1368361"/>
              <a:ext cx="1904407" cy="2072475"/>
            </a:xfrm>
            <a:custGeom>
              <a:avLst/>
              <a:gdLst>
                <a:gd name="T0" fmla="*/ 2147483647 w 804"/>
                <a:gd name="T1" fmla="*/ 0 h 1534"/>
                <a:gd name="T2" fmla="*/ 0 w 804"/>
                <a:gd name="T3" fmla="*/ 0 h 1534"/>
                <a:gd name="T4" fmla="*/ 0 w 804"/>
                <a:gd name="T5" fmla="*/ 2147483647 h 1534"/>
                <a:gd name="T6" fmla="*/ 2147483647 w 804"/>
                <a:gd name="T7" fmla="*/ 2147483647 h 15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4"/>
                <a:gd name="T13" fmla="*/ 0 h 1534"/>
                <a:gd name="T14" fmla="*/ 804 w 804"/>
                <a:gd name="T15" fmla="*/ 1534 h 1534"/>
                <a:gd name="connsiteX0" fmla="*/ 5691 w 10000"/>
                <a:gd name="connsiteY0" fmla="*/ 0 h 10000"/>
                <a:gd name="connsiteX1" fmla="*/ 0 w 10000"/>
                <a:gd name="connsiteY1" fmla="*/ 0 h 10000"/>
                <a:gd name="connsiteX2" fmla="*/ 0 w 10000"/>
                <a:gd name="connsiteY2" fmla="*/ 10000 h 10000"/>
                <a:gd name="connsiteX3" fmla="*/ 10000 w 10000"/>
                <a:gd name="connsiteY3" fmla="*/ 10000 h 10000"/>
                <a:gd name="connsiteX0" fmla="*/ 37269 w 37269"/>
                <a:gd name="connsiteY0" fmla="*/ 0 h 10000"/>
                <a:gd name="connsiteX1" fmla="*/ 0 w 37269"/>
                <a:gd name="connsiteY1" fmla="*/ 0 h 10000"/>
                <a:gd name="connsiteX2" fmla="*/ 0 w 37269"/>
                <a:gd name="connsiteY2" fmla="*/ 10000 h 10000"/>
                <a:gd name="connsiteX3" fmla="*/ 10000 w 37269"/>
                <a:gd name="connsiteY3" fmla="*/ 10000 h 10000"/>
                <a:gd name="connsiteX0" fmla="*/ 48307 w 48307"/>
                <a:gd name="connsiteY0" fmla="*/ 0 h 10000"/>
                <a:gd name="connsiteX1" fmla="*/ 0 w 48307"/>
                <a:gd name="connsiteY1" fmla="*/ 0 h 10000"/>
                <a:gd name="connsiteX2" fmla="*/ 0 w 48307"/>
                <a:gd name="connsiteY2" fmla="*/ 10000 h 10000"/>
                <a:gd name="connsiteX3" fmla="*/ 10000 w 48307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307" h="10000">
                  <a:moveTo>
                    <a:pt x="48307" y="0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0000" y="1000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BB5C0A7-757A-93FE-D5B4-C7815DCEE31E}"/>
              </a:ext>
            </a:extLst>
          </p:cNvPr>
          <p:cNvSpPr txBox="1"/>
          <p:nvPr/>
        </p:nvSpPr>
        <p:spPr>
          <a:xfrm>
            <a:off x="1390351" y="1281960"/>
            <a:ext cx="1475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/>
              <a:t>243,984,065 bp</a:t>
            </a:r>
          </a:p>
        </p:txBody>
      </p:sp>
      <p:sp>
        <p:nvSpPr>
          <p:cNvPr id="68" name="Rectangle 5">
            <a:extLst>
              <a:ext uri="{FF2B5EF4-FFF2-40B4-BE49-F238E27FC236}">
                <a16:creationId xmlns:a16="http://schemas.microsoft.com/office/drawing/2014/main" id="{708C4518-30A7-E2DE-4781-6286CC0B3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EE252E-D983-8F31-147F-8701770F32C6}"/>
              </a:ext>
            </a:extLst>
          </p:cNvPr>
          <p:cNvSpPr txBox="1"/>
          <p:nvPr/>
        </p:nvSpPr>
        <p:spPr>
          <a:xfrm>
            <a:off x="1285469" y="4224800"/>
            <a:ext cx="1559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677,179,869 bp </a:t>
            </a:r>
            <a:endParaRPr lang="en-US" b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7B2DA5-36BB-ED01-0E93-A73566945295}"/>
              </a:ext>
            </a:extLst>
          </p:cNvPr>
          <p:cNvSpPr txBox="1"/>
          <p:nvPr/>
        </p:nvSpPr>
        <p:spPr>
          <a:xfrm>
            <a:off x="1430207" y="6173694"/>
            <a:ext cx="1789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911,675,201 bp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88EEED-02EE-FCDC-9C4B-D103240E3FE6}"/>
              </a:ext>
            </a:extLst>
          </p:cNvPr>
          <p:cNvSpPr txBox="1"/>
          <p:nvPr/>
        </p:nvSpPr>
        <p:spPr>
          <a:xfrm>
            <a:off x="1407567" y="5192342"/>
            <a:ext cx="142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834,212,037 bp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2A0602-72B3-31D5-E20B-AFF6213EF4A0}"/>
              </a:ext>
            </a:extLst>
          </p:cNvPr>
          <p:cNvSpPr txBox="1"/>
          <p:nvPr/>
        </p:nvSpPr>
        <p:spPr>
          <a:xfrm>
            <a:off x="1290785" y="2242882"/>
            <a:ext cx="1492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972,167,218 bp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AD81EF-B784-FE36-0AA3-9E914C8FBB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51528" y="2649313"/>
            <a:ext cx="5893052" cy="2070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CAC09D-AF7D-6E6D-AC53-8EA9081009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1195" y="5597691"/>
            <a:ext cx="965200" cy="1028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D3AA21-AB48-5AD5-7F18-B8E06D80B5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321894" y="2918111"/>
            <a:ext cx="5893052" cy="1591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8E77F7-1C01-FB75-2562-BE682C1B6B22}"/>
              </a:ext>
            </a:extLst>
          </p:cNvPr>
          <p:cNvSpPr txBox="1"/>
          <p:nvPr/>
        </p:nvSpPr>
        <p:spPr>
          <a:xfrm>
            <a:off x="1186036" y="3262397"/>
            <a:ext cx="1641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1,274,417,049 bp</a:t>
            </a:r>
          </a:p>
        </p:txBody>
      </p:sp>
    </p:spTree>
    <p:extLst>
      <p:ext uri="{BB962C8B-B14F-4D97-AF65-F5344CB8AC3E}">
        <p14:creationId xmlns:p14="http://schemas.microsoft.com/office/powerpoint/2010/main" val="240840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9E8B7-15CB-8573-CDB7-20CEE17E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8F98CD-AF4E-FB11-C7F9-E022A311E28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16E3B58-9279-96E7-18E0-7C8F34716632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C373F6A-DE59-984B-8A97-C72B7DEED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329" y="137180"/>
            <a:ext cx="47314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3C0867-508C-8D16-ECE1-C0F2EBCBD17C}"/>
              </a:ext>
            </a:extLst>
          </p:cNvPr>
          <p:cNvSpPr/>
          <p:nvPr/>
        </p:nvSpPr>
        <p:spPr>
          <a:xfrm>
            <a:off x="692150" y="895321"/>
            <a:ext cx="50097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/>
              <a:t>List of TSL sequences from Naomi Stover's PhD Dissertation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020EED-B6D5-3B45-F109-3784CC53B2C9}"/>
              </a:ext>
            </a:extLst>
          </p:cNvPr>
          <p:cNvGrpSpPr/>
          <p:nvPr/>
        </p:nvGrpSpPr>
        <p:grpSpPr>
          <a:xfrm>
            <a:off x="722994" y="1161848"/>
            <a:ext cx="7838618" cy="2963576"/>
            <a:chOff x="722994" y="1161848"/>
            <a:chExt cx="7838618" cy="296357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E13E20B-1F9B-304F-5C20-43FBEB0D09A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22994" y="1161848"/>
              <a:ext cx="7772400" cy="294976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4AB2E9A-59C8-BE9E-3E62-58EEEA7A8462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t="90964"/>
            <a:stretch/>
          </p:blipFill>
          <p:spPr>
            <a:xfrm>
              <a:off x="789212" y="3858898"/>
              <a:ext cx="7772400" cy="266526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838E66B-973A-B523-F6C1-8EB33033BBAE}"/>
              </a:ext>
            </a:extLst>
          </p:cNvPr>
          <p:cNvGrpSpPr/>
          <p:nvPr/>
        </p:nvGrpSpPr>
        <p:grpSpPr>
          <a:xfrm>
            <a:off x="727685" y="4111614"/>
            <a:ext cx="6391930" cy="1307270"/>
            <a:chOff x="626587" y="4071192"/>
            <a:chExt cx="6391930" cy="130727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AD14798-B01A-7B8A-6F88-6CA0F9C79170}"/>
                </a:ext>
              </a:extLst>
            </p:cNvPr>
            <p:cNvGrpSpPr/>
            <p:nvPr/>
          </p:nvGrpSpPr>
          <p:grpSpPr>
            <a:xfrm>
              <a:off x="672181" y="4324736"/>
              <a:ext cx="6346336" cy="1053726"/>
              <a:chOff x="1741704" y="4082221"/>
              <a:chExt cx="6346336" cy="105372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3DC65949-907B-63C0-BC09-E0CDE824C9D0}"/>
                  </a:ext>
                </a:extLst>
              </p:cNvPr>
              <p:cNvGrpSpPr/>
              <p:nvPr/>
            </p:nvGrpSpPr>
            <p:grpSpPr>
              <a:xfrm>
                <a:off x="1850451" y="4090174"/>
                <a:ext cx="6237589" cy="1045773"/>
                <a:chOff x="1850451" y="4090174"/>
                <a:chExt cx="6237589" cy="1045773"/>
              </a:xfrm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2E13EEEC-49FF-3700-56B4-9E84336369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/>
                <a:srcRect l="19139" r="609"/>
                <a:stretch/>
              </p:blipFill>
              <p:spPr>
                <a:xfrm>
                  <a:off x="1850451" y="4090174"/>
                  <a:ext cx="6237589" cy="1045773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8990B06-8E68-7688-DAA7-B1BF4F4FCF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/>
                <a:srcRect l="87696" t="4811" r="2459" b="59702"/>
                <a:stretch/>
              </p:blipFill>
              <p:spPr>
                <a:xfrm>
                  <a:off x="7301201" y="4153506"/>
                  <a:ext cx="765189" cy="371116"/>
                </a:xfrm>
                <a:prstGeom prst="rect">
                  <a:avLst/>
                </a:prstGeom>
              </p:spPr>
            </p:pic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FE77A22D-BD08-DE3D-3F0E-0FF2E105B4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/>
                <a:srcRect l="97483" t="4811" r="991" b="59702"/>
                <a:stretch/>
              </p:blipFill>
              <p:spPr>
                <a:xfrm>
                  <a:off x="7174945" y="4133726"/>
                  <a:ext cx="118604" cy="371116"/>
                </a:xfrm>
                <a:prstGeom prst="rect">
                  <a:avLst/>
                </a:prstGeom>
              </p:spPr>
            </p:pic>
          </p:grp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46DD5B0C-2EE7-8D94-1E4A-9F7CA753E0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r="96997"/>
              <a:stretch/>
            </p:blipFill>
            <p:spPr>
              <a:xfrm>
                <a:off x="1741704" y="4082221"/>
                <a:ext cx="233397" cy="1045773"/>
              </a:xfrm>
              <a:prstGeom prst="rect">
                <a:avLst/>
              </a:prstGeom>
            </p:spPr>
          </p:pic>
        </p:grp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C499671-BC44-E741-87DF-9B10B5858AF6}"/>
                </a:ext>
              </a:extLst>
            </p:cNvPr>
            <p:cNvSpPr/>
            <p:nvPr/>
          </p:nvSpPr>
          <p:spPr>
            <a:xfrm>
              <a:off x="626587" y="4071192"/>
              <a:ext cx="132921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0" dirty="0"/>
                <a:t>Hydra vulgaris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FCAD6C4-E107-C189-F409-C949B96C5D27}"/>
              </a:ext>
            </a:extLst>
          </p:cNvPr>
          <p:cNvSpPr txBox="1"/>
          <p:nvPr/>
        </p:nvSpPr>
        <p:spPr>
          <a:xfrm>
            <a:off x="3937714" y="5433804"/>
            <a:ext cx="5120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Iso-Seq AEPx105 46 %  (110,674 of the 240,262 transcripts)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981AB27-0CA6-1789-30E9-6DEE02815BAD}"/>
              </a:ext>
            </a:extLst>
          </p:cNvPr>
          <p:cNvSpPr/>
          <p:nvPr/>
        </p:nvSpPr>
        <p:spPr bwMode="auto">
          <a:xfrm>
            <a:off x="1318162" y="1309245"/>
            <a:ext cx="3200400" cy="2686801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9F36569-0CB9-0370-E61D-1065326BEB8E}"/>
              </a:ext>
            </a:extLst>
          </p:cNvPr>
          <p:cNvSpPr txBox="1"/>
          <p:nvPr/>
        </p:nvSpPr>
        <p:spPr>
          <a:xfrm>
            <a:off x="4675412" y="7765704"/>
            <a:ext cx="851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the three that Naomi found for </a:t>
            </a:r>
            <a:r>
              <a:rPr lang="en-US" dirty="0" err="1"/>
              <a:t>hymanae</a:t>
            </a:r>
            <a:r>
              <a:rPr lang="en-US" dirty="0"/>
              <a:t> in her thesis  </a:t>
            </a:r>
          </a:p>
          <a:p>
            <a:r>
              <a:rPr lang="en-US" dirty="0" err="1"/>
              <a:t>HymTop</a:t>
            </a:r>
            <a:r>
              <a:rPr lang="en-US" dirty="0"/>
              <a:t>          ACGGAAAAATCACAAATTTTAAAATACAATTTAATTTTTGTGAATAAG</a:t>
            </a:r>
          </a:p>
          <a:p>
            <a:r>
              <a:rPr lang="en-US" dirty="0" err="1"/>
              <a:t>HymMid</a:t>
            </a:r>
            <a:r>
              <a:rPr lang="en-US" dirty="0"/>
              <a:t>          ACGGAAAAAACACAAACTATTTTTCAAATTTAGTCACTGTGTATTAAG</a:t>
            </a:r>
          </a:p>
          <a:p>
            <a:r>
              <a:rPr lang="en-US" dirty="0" err="1"/>
              <a:t>HymBot</a:t>
            </a:r>
            <a:r>
              <a:rPr lang="en-US" dirty="0"/>
              <a:t>          ACGGAAAAACACAAAATTTTAACTTTACATTTTGTGTCAATAAG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D5B26E2-03AF-C252-30C2-322E3ED322A3}"/>
              </a:ext>
            </a:extLst>
          </p:cNvPr>
          <p:cNvGrpSpPr/>
          <p:nvPr/>
        </p:nvGrpSpPr>
        <p:grpSpPr>
          <a:xfrm>
            <a:off x="727685" y="5548755"/>
            <a:ext cx="6606262" cy="807476"/>
            <a:chOff x="749704" y="5548755"/>
            <a:chExt cx="6606262" cy="807476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8B9B3B6-E317-E4B1-BCDC-279BB5625E5A}"/>
                </a:ext>
              </a:extLst>
            </p:cNvPr>
            <p:cNvGrpSpPr/>
            <p:nvPr/>
          </p:nvGrpSpPr>
          <p:grpSpPr>
            <a:xfrm>
              <a:off x="759424" y="5828028"/>
              <a:ext cx="6596542" cy="528203"/>
              <a:chOff x="523072" y="5906225"/>
              <a:chExt cx="6596542" cy="528203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76EEDD89-9EE5-444A-553F-9507EDBA5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l="21350"/>
              <a:stretch/>
            </p:blipFill>
            <p:spPr>
              <a:xfrm>
                <a:off x="1006675" y="5909041"/>
                <a:ext cx="6112939" cy="525387"/>
              </a:xfrm>
              <a:prstGeom prst="rect">
                <a:avLst/>
              </a:prstGeom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9457B88E-0014-5BF8-D935-5BB069372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r="92408"/>
              <a:stretch/>
            </p:blipFill>
            <p:spPr>
              <a:xfrm>
                <a:off x="523072" y="5906225"/>
                <a:ext cx="590069" cy="525387"/>
              </a:xfrm>
              <a:prstGeom prst="rect">
                <a:avLst/>
              </a:prstGeom>
            </p:spPr>
          </p:pic>
        </p:grp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B9A734F-7643-8458-472E-29CB25545C48}"/>
                </a:ext>
              </a:extLst>
            </p:cNvPr>
            <p:cNvSpPr/>
            <p:nvPr/>
          </p:nvSpPr>
          <p:spPr>
            <a:xfrm>
              <a:off x="749704" y="5548755"/>
              <a:ext cx="14478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0" dirty="0"/>
                <a:t>Hydra </a:t>
              </a:r>
              <a:r>
                <a:rPr lang="en-US" b="0" dirty="0" err="1"/>
                <a:t>hymanae</a:t>
              </a:r>
              <a:endParaRPr lang="en-US" b="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AD2535D-880B-5F8C-0F17-54087A742CBC}"/>
              </a:ext>
            </a:extLst>
          </p:cNvPr>
          <p:cNvSpPr txBox="1"/>
          <p:nvPr/>
        </p:nvSpPr>
        <p:spPr>
          <a:xfrm>
            <a:off x="7333947" y="5889823"/>
            <a:ext cx="1551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Stover's 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BFD80-AE5F-78E2-1A68-2DFABC3A2B49}"/>
              </a:ext>
            </a:extLst>
          </p:cNvPr>
          <p:cNvSpPr txBox="1"/>
          <p:nvPr/>
        </p:nvSpPr>
        <p:spPr>
          <a:xfrm>
            <a:off x="7130536" y="4662462"/>
            <a:ext cx="1958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Chapman et al.  2010</a:t>
            </a:r>
          </a:p>
        </p:txBody>
      </p:sp>
    </p:spTree>
    <p:extLst>
      <p:ext uri="{BB962C8B-B14F-4D97-AF65-F5344CB8AC3E}">
        <p14:creationId xmlns:p14="http://schemas.microsoft.com/office/powerpoint/2010/main" val="2328223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01C0D-B982-0B7D-18C7-2C1C0B08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CF15097-7F99-3A62-5CE5-B9B4B056E88F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5F948C-A1BB-A59A-AE5A-63D1EF7DAE77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CD95C49-F16E-685A-9CEF-591079D4F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290" y="137180"/>
            <a:ext cx="72635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AEPx105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0927E7-E179-35AC-576A-795DFC6D669B}"/>
              </a:ext>
            </a:extLst>
          </p:cNvPr>
          <p:cNvSpPr txBox="1"/>
          <p:nvPr/>
        </p:nvSpPr>
        <p:spPr>
          <a:xfrm>
            <a:off x="4675412" y="7765704"/>
            <a:ext cx="851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the three that Naomi found for </a:t>
            </a:r>
            <a:r>
              <a:rPr lang="en-US" dirty="0" err="1"/>
              <a:t>hymanae</a:t>
            </a:r>
            <a:r>
              <a:rPr lang="en-US" dirty="0"/>
              <a:t> in her thesis  </a:t>
            </a:r>
          </a:p>
          <a:p>
            <a:r>
              <a:rPr lang="en-US" dirty="0" err="1"/>
              <a:t>HymTop</a:t>
            </a:r>
            <a:r>
              <a:rPr lang="en-US" dirty="0"/>
              <a:t>          ACGGAAAAATCACAAATTTTAAAATACAATTTAATTTTTGTGAATAAG</a:t>
            </a:r>
          </a:p>
          <a:p>
            <a:r>
              <a:rPr lang="en-US" dirty="0" err="1"/>
              <a:t>HymMid</a:t>
            </a:r>
            <a:r>
              <a:rPr lang="en-US" dirty="0"/>
              <a:t>          ACGGAAAAAACACAAACTATTTTTCAAATTTAGTCACTGTGTATTAAG</a:t>
            </a:r>
          </a:p>
          <a:p>
            <a:r>
              <a:rPr lang="en-US" dirty="0" err="1"/>
              <a:t>HymBot</a:t>
            </a:r>
            <a:r>
              <a:rPr lang="en-US" dirty="0"/>
              <a:t>          ACGGAAAAACACAAAATTTTAACTTTACATTTTGTGTCAATAAG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5C1684-1625-9A79-0217-3C09966F1138}"/>
              </a:ext>
            </a:extLst>
          </p:cNvPr>
          <p:cNvPicPr>
            <a:picLocks noChangeAspect="1"/>
          </p:cNvPicPr>
          <p:nvPr/>
        </p:nvPicPr>
        <p:blipFill>
          <a:blip/>
          <a:srcRect l="89133" t="37470" r="-5882" b="30380"/>
          <a:stretch/>
        </p:blipFill>
        <p:spPr>
          <a:xfrm>
            <a:off x="4264429" y="1604411"/>
            <a:ext cx="1192397" cy="343311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38606CA-5F1D-B2CE-CB10-C039413D3259}"/>
              </a:ext>
            </a:extLst>
          </p:cNvPr>
          <p:cNvGrpSpPr/>
          <p:nvPr/>
        </p:nvGrpSpPr>
        <p:grpSpPr>
          <a:xfrm>
            <a:off x="591356" y="951988"/>
            <a:ext cx="3692018" cy="5478803"/>
            <a:chOff x="591356" y="1146858"/>
            <a:chExt cx="3692018" cy="547880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06A1213-CD2E-9E58-2A69-0D7A6C02477A}"/>
                </a:ext>
              </a:extLst>
            </p:cNvPr>
            <p:cNvGrpSpPr/>
            <p:nvPr/>
          </p:nvGrpSpPr>
          <p:grpSpPr>
            <a:xfrm>
              <a:off x="649336" y="1440578"/>
              <a:ext cx="3634038" cy="5185083"/>
              <a:chOff x="-518089" y="-7761424"/>
              <a:chExt cx="7772400" cy="1108974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B8A83DE-208E-DFB4-CD97-F1B54B7A1E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b="11983"/>
              <a:stretch/>
            </p:blipFill>
            <p:spPr>
              <a:xfrm>
                <a:off x="-518089" y="-7761424"/>
                <a:ext cx="7772400" cy="5472858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D5621374-C3CB-F84C-716F-177B87D3D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b="11330"/>
              <a:stretch/>
            </p:blipFill>
            <p:spPr>
              <a:xfrm>
                <a:off x="-518089" y="-2185087"/>
                <a:ext cx="7772400" cy="5513405"/>
              </a:xfrm>
              <a:prstGeom prst="rect">
                <a:avLst/>
              </a:prstGeom>
            </p:spPr>
          </p:pic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96ABF6-5C5C-7C12-61C8-58C030E1E2BD}"/>
                </a:ext>
              </a:extLst>
            </p:cNvPr>
            <p:cNvSpPr txBox="1"/>
            <p:nvPr/>
          </p:nvSpPr>
          <p:spPr>
            <a:xfrm>
              <a:off x="591356" y="1146858"/>
              <a:ext cx="30082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Iso-Seq AEPx105 Raw Reads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2F6F5D-8BF4-0C9E-177F-071CB63A1624}"/>
                </a:ext>
              </a:extLst>
            </p:cNvPr>
            <p:cNvSpPr txBox="1"/>
            <p:nvPr/>
          </p:nvSpPr>
          <p:spPr>
            <a:xfrm>
              <a:off x="837085" y="1592333"/>
              <a:ext cx="30082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Forward TSL Seq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9C6AFD5-5E49-20D6-225D-AFDD5D326CF4}"/>
                </a:ext>
              </a:extLst>
            </p:cNvPr>
            <p:cNvSpPr txBox="1"/>
            <p:nvPr/>
          </p:nvSpPr>
          <p:spPr>
            <a:xfrm>
              <a:off x="837085" y="4149099"/>
              <a:ext cx="30082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Rev-Comp TSL Seq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4A1024-FC39-A073-5A33-798F36BDA119}"/>
              </a:ext>
            </a:extLst>
          </p:cNvPr>
          <p:cNvGrpSpPr/>
          <p:nvPr/>
        </p:nvGrpSpPr>
        <p:grpSpPr>
          <a:xfrm>
            <a:off x="4969875" y="988750"/>
            <a:ext cx="3700942" cy="2854680"/>
            <a:chOff x="4691001" y="1200386"/>
            <a:chExt cx="3700942" cy="28546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EEC670-2037-3D3D-44E7-8C4DEEB87B7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b="11330"/>
            <a:stretch/>
          </p:blipFill>
          <p:spPr>
            <a:xfrm>
              <a:off x="4757905" y="1477240"/>
              <a:ext cx="3634038" cy="25778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612118-20ED-99A6-C9D0-D6FD1B0A5530}"/>
                </a:ext>
              </a:extLst>
            </p:cNvPr>
            <p:cNvSpPr txBox="1"/>
            <p:nvPr/>
          </p:nvSpPr>
          <p:spPr>
            <a:xfrm>
              <a:off x="4691001" y="1200386"/>
              <a:ext cx="30082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Iso-Seq AEPx105 Transcripts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8E9B83-2ADE-C392-0579-013BEE3A2C8F}"/>
              </a:ext>
            </a:extLst>
          </p:cNvPr>
          <p:cNvGrpSpPr/>
          <p:nvPr/>
        </p:nvGrpSpPr>
        <p:grpSpPr>
          <a:xfrm>
            <a:off x="6993876" y="1307543"/>
            <a:ext cx="1638300" cy="2469800"/>
            <a:chOff x="6993876" y="1307543"/>
            <a:chExt cx="1638300" cy="24698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F5883A-34D5-5500-37F5-AF1291F6334F}"/>
                </a:ext>
              </a:extLst>
            </p:cNvPr>
            <p:cNvSpPr txBox="1"/>
            <p:nvPr/>
          </p:nvSpPr>
          <p:spPr>
            <a:xfrm>
              <a:off x="7295550" y="2950750"/>
              <a:ext cx="11923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0" dirty="0">
                  <a:solidFill>
                    <a:schemeClr val="bg1"/>
                  </a:solidFill>
                </a:rPr>
                <a:t>46 %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2283EBC-0A9F-E5A8-7F32-12C61237435B}"/>
                </a:ext>
              </a:extLst>
            </p:cNvPr>
            <p:cNvSpPr/>
            <p:nvPr/>
          </p:nvSpPr>
          <p:spPr bwMode="auto">
            <a:xfrm>
              <a:off x="6993876" y="1307543"/>
              <a:ext cx="1638300" cy="24698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E7B523C-6905-8E7B-A7EA-E717E0E23B95}"/>
              </a:ext>
            </a:extLst>
          </p:cNvPr>
          <p:cNvSpPr txBox="1"/>
          <p:nvPr/>
        </p:nvSpPr>
        <p:spPr>
          <a:xfrm>
            <a:off x="4473401" y="4234169"/>
            <a:ext cx="4760793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05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B1   ACGGAAAAAAACACATACTGAAACTTTTTAGTCCCTGTGTAATAAG</a:t>
            </a:r>
          </a:p>
          <a:p>
            <a:r>
              <a:rPr lang="en-US" sz="105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050" b="0" dirty="0">
                <a:solidFill>
                  <a:srgbClr val="02BFC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   ACGGAAAAAACACAATAAACAAACAGTTCTATTTGTGTTAATAAG</a:t>
            </a:r>
          </a:p>
          <a:p>
            <a:r>
              <a:rPr lang="en-US" sz="1050" b="0" dirty="0">
                <a:solidFill>
                  <a:srgbClr val="C77C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F3   ACGGAAAAAAACACATCTAAACTTGTTTTAAGTATTTGTGTCAATAAG</a:t>
            </a:r>
          </a:p>
          <a:p>
            <a:r>
              <a:rPr lang="en-US" sz="105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    ACGGAAAAAACGCATTATTAACTCTTGTTTTATTGCGTAAATAAG</a:t>
            </a:r>
          </a:p>
          <a:p>
            <a:r>
              <a:rPr lang="en-US" sz="1050" b="0" dirty="0">
                <a:solidFill>
                  <a:srgbClr val="01A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    ACGGAAAAAACACAAACAAAACTCGACGTAGAATTTGTGTTAATAAAG</a:t>
            </a:r>
          </a:p>
          <a:p>
            <a:r>
              <a:rPr lang="en-US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05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B4   ACGGAAAAAAACACATACTGAAACTTTTTAGTCTCTGTGTAATAAGA</a:t>
            </a:r>
          </a:p>
          <a:p>
            <a:r>
              <a:rPr lang="en-US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B3   ACGGAAAAAAACACATACTGAAACTTTTTATTCCCTGTGTAATAAG</a:t>
            </a:r>
          </a:p>
          <a:p>
            <a:endParaRPr lang="en-US" sz="105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05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1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F9D0F-7659-0EDD-5A91-D350EA25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94626C5-9B44-E54B-D0E2-C7F48877F668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A2D448-4044-9815-C24C-C3098B930C1F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476D7E-3C45-A0AB-1FD9-190353765D5E}"/>
              </a:ext>
            </a:extLst>
          </p:cNvPr>
          <p:cNvSpPr txBox="1"/>
          <p:nvPr/>
        </p:nvSpPr>
        <p:spPr>
          <a:xfrm>
            <a:off x="4675412" y="7765704"/>
            <a:ext cx="851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the three that Naomi found for </a:t>
            </a:r>
            <a:r>
              <a:rPr lang="en-US" dirty="0" err="1"/>
              <a:t>hymanae</a:t>
            </a:r>
            <a:r>
              <a:rPr lang="en-US" dirty="0"/>
              <a:t> in her thesis  </a:t>
            </a:r>
          </a:p>
          <a:p>
            <a:r>
              <a:rPr lang="en-US" dirty="0" err="1"/>
              <a:t>HymTop</a:t>
            </a:r>
            <a:r>
              <a:rPr lang="en-US" dirty="0"/>
              <a:t>          ACGGAAAAATCACAAATTTTAAAATACAATTTAATTTTTGTGAATAAG</a:t>
            </a:r>
          </a:p>
          <a:p>
            <a:r>
              <a:rPr lang="en-US" dirty="0" err="1"/>
              <a:t>HymMid</a:t>
            </a:r>
            <a:r>
              <a:rPr lang="en-US" dirty="0"/>
              <a:t>          ACGGAAAAAACACAAACTATTTTTCAAATTTAGTCACTGTGTATTAAG</a:t>
            </a:r>
          </a:p>
          <a:p>
            <a:r>
              <a:rPr lang="en-US" dirty="0" err="1"/>
              <a:t>HymBot</a:t>
            </a:r>
            <a:r>
              <a:rPr lang="en-US" dirty="0"/>
              <a:t>          ACGGAAAAACACAAAATTTTAACTTTACATTTTGTGTCAATAAG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20F063-6886-9253-4828-497FF2F9E03A}"/>
              </a:ext>
            </a:extLst>
          </p:cNvPr>
          <p:cNvGrpSpPr/>
          <p:nvPr/>
        </p:nvGrpSpPr>
        <p:grpSpPr>
          <a:xfrm>
            <a:off x="123904" y="1422261"/>
            <a:ext cx="10359955" cy="5410756"/>
            <a:chOff x="123904" y="1422261"/>
            <a:chExt cx="10359955" cy="541075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8C7E6B-8516-02C0-A6F5-808AE5EFDD08}"/>
                </a:ext>
              </a:extLst>
            </p:cNvPr>
            <p:cNvSpPr txBox="1"/>
            <p:nvPr/>
          </p:nvSpPr>
          <p:spPr>
            <a:xfrm>
              <a:off x="4470636" y="1662371"/>
              <a:ext cx="6013223" cy="51706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 40963 ACGGAAAAAAACACATACTGAAACTTTTTAGTCCCTGTGTAATAAG</a:t>
              </a:r>
            </a:p>
            <a:p>
              <a:r>
                <a:rPr lang="en-US" sz="1100" b="0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38812 ACGGAAAAAAACACATACTGAAACTTTTTAGTCCCTGTGTAATAAGA</a:t>
              </a:r>
            </a:p>
            <a:p>
              <a:r>
                <a:rPr lang="en-US" sz="1100" b="0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14222 ACGGAAAAAAACACATACTGAAACTTTTTAGTCCCTGTGTAATAAGG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</a:t>
              </a:r>
              <a:r>
                <a:rPr lang="en-US" sz="1100" b="0" dirty="0">
                  <a:solidFill>
                    <a:srgbClr val="02BFC4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4174 ACGGAAAAAACACAATAAACAAACAGTTCTATTTGTGTTAATAAG</a:t>
              </a:r>
            </a:p>
            <a:p>
              <a:r>
                <a:rPr lang="en-US" sz="1100" b="0" dirty="0">
                  <a:solidFill>
                    <a:srgbClr val="02BFC4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4065 ACGGAAAAAACACAATAAACAAACAGTTCTATTTGTGTTAATAAGA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3727 ACGGAAAAAAACACAAAAAACTAACAGTTCTATTTGTGTTAATAAG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3684 ACGGAAAAAAACACAAAAAACTAACAGTTCTATTTGTGTTAATAAGA</a:t>
              </a:r>
            </a:p>
            <a:p>
              <a:r>
                <a:rPr lang="en-US" sz="1100" b="0" dirty="0">
                  <a:solidFill>
                    <a:srgbClr val="02BFC4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1445 ACGGAAAAAACACAATAAACAAACAGTTCTATTTGTGTTAATAAGG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</a:t>
              </a:r>
              <a:r>
                <a:rPr lang="en-US" sz="1100" b="0" dirty="0">
                  <a:solidFill>
                    <a:srgbClr val="C77CFF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1382 ACGGAAAAAAACACATCTAAACTTGTTTTAAGTATTTGTGTCAATAAG</a:t>
              </a:r>
            </a:p>
            <a:p>
              <a:r>
                <a:rPr lang="en-US" sz="1100" b="0" dirty="0">
                  <a:solidFill>
                    <a:srgbClr val="C77CFF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1330 ACGGAAAAAAACACATCTAAACTTGTTTTAAGTATTTGTGTCAATAAGA</a:t>
              </a:r>
            </a:p>
            <a:p>
              <a:r>
                <a:rPr lang="en-US" sz="11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1303 ACGGAAAAAACGCATTATTAACTCTTGTTTTATTGCGTAAATAAGA</a:t>
              </a:r>
            </a:p>
            <a:p>
              <a:r>
                <a:rPr lang="en-US" sz="11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1276 ACGGAAAAAACGCATTATTAACTCTTGTTTTATTGCGTAAATAAG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1254 ACGGAAAAAAACACAAAAAACTAACAGTTCTATTTGTGTTAATAAGG</a:t>
              </a:r>
            </a:p>
            <a:p>
              <a:r>
                <a:rPr lang="en-US" sz="1100" b="0" dirty="0">
                  <a:solidFill>
                    <a:srgbClr val="01A9FF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818 ACGGAAAAAACACAAACAAAACTCGACGTAGAATTTGTGTTAATAAAG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568 ACGGAAAAAAACACAATAAACAAACAGTTCTATTTGTGTTAATAAG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554 ACGGAAAAAAACACAATAAACAAACAGTTCTATTTGTGTTAATAAGA</a:t>
              </a:r>
            </a:p>
            <a:p>
              <a:r>
                <a:rPr lang="en-US" sz="1100" b="0" dirty="0">
                  <a:solidFill>
                    <a:srgbClr val="C77CFF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454 ACGGAAAAAAACACATCTAAACTTGTTTTAAGTATTTGTGTCAATAAGG</a:t>
              </a:r>
            </a:p>
            <a:p>
              <a:r>
                <a:rPr lang="en-US" sz="1100" b="0" dirty="0">
                  <a:solidFill>
                    <a:srgbClr val="00B05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428 ACGGAAAAAACGCATTATTAACTCTTGTTTTATTGCGTAAATAAGG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205 ACGGAAAAAAACACAATAAACAAACAGTTCTATTTGTGTTAATAAGG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166 ACGGAAAAAAACACATACTGAAACTTTTAGTCCCTGTGTAATAAG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144 ACGGAAAAAAACACATACTGAAACTTTTAGTCCCTGTGTAATAAGA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143 ACGGAAAAAACACATACTGAAACTTTTTAGTCCCTGTGTAATAAGA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139 ACGGAAAAAACACATACTGAAACTTTTTAGTCCCTGTGTAATAAG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110 ACGGAAAAAAACACATACTGAAACTTTTTAGTCCTGTGTAATAAG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  93 ACGGAAAAAAACACATACTGAAACTTTTTAGTCCTGTGTAATAAGA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  60 ACGGAAAAAACACAAAAAACTAACAGTTCTATTTGTGTTAATAAG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  60 ACGGAAAAAAACGCATTATTAACTCTTGTTTTATTGCGTAAATAAGA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  58 ACGGAAAAAAACACATACTGAAACTTTTAGTCCCTGTGTAATAAGG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  56 ACGGAAAAAACATAATAAACAAACAGTTCTATTTGTGTTAATAAG</a:t>
              </a:r>
            </a:p>
            <a:p>
              <a:r>
                <a:rPr lang="en-US" sz="1100" b="0" dirty="0"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  55 ACGGAAAAAACACATTAAACAAACAGTTCTATTTGTGTTAATAAG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25350F-08C3-EBFE-3433-719E7C1A712F}"/>
                </a:ext>
              </a:extLst>
            </p:cNvPr>
            <p:cNvSpPr txBox="1"/>
            <p:nvPr/>
          </p:nvSpPr>
          <p:spPr>
            <a:xfrm>
              <a:off x="288866" y="1422261"/>
              <a:ext cx="31920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Known TSL in Hydra vulgaris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1825DF-BADE-1788-13AF-A6E25A7F4DC9}"/>
                </a:ext>
              </a:extLst>
            </p:cNvPr>
            <p:cNvSpPr txBox="1"/>
            <p:nvPr/>
          </p:nvSpPr>
          <p:spPr>
            <a:xfrm>
              <a:off x="4630402" y="1422261"/>
              <a:ext cx="24520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Known &amp; Potential TSL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7476C9-53CA-7848-F1C2-3E5D49F87CA8}"/>
                </a:ext>
              </a:extLst>
            </p:cNvPr>
            <p:cNvGrpSpPr/>
            <p:nvPr/>
          </p:nvGrpSpPr>
          <p:grpSpPr>
            <a:xfrm>
              <a:off x="123904" y="1700624"/>
              <a:ext cx="4786776" cy="2354491"/>
              <a:chOff x="321332" y="1598791"/>
              <a:chExt cx="4786776" cy="235449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2C0345-DB07-D9D5-77FE-D2723634C576}"/>
                  </a:ext>
                </a:extLst>
              </p:cNvPr>
              <p:cNvSpPr txBox="1"/>
              <p:nvPr/>
            </p:nvSpPr>
            <p:spPr>
              <a:xfrm>
                <a:off x="321332" y="1598791"/>
                <a:ext cx="4760793" cy="2354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5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</a:t>
                </a:r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40963 ACGGAAAAAAACACATACTGAAACTTTTTAGTCCCTGTGTAATAAG</a:t>
                </a:r>
              </a:p>
              <a:p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38815 ACGGAAAAAAACACATACTGAAACTTTTTAGTCCCTGTGTAATAAGA</a:t>
                </a:r>
              </a:p>
              <a:p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14222 ACGGAAAAAAACACATACTGAAACTTTTTAGTCCCTGTGTAATAAGG</a:t>
                </a:r>
              </a:p>
              <a:p>
                <a:r>
                  <a:rPr lang="en-US" sz="1050" b="0" dirty="0">
                    <a:solidFill>
                      <a:srgbClr val="00B0F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en-US" sz="1050" b="0" dirty="0">
                    <a:solidFill>
                      <a:srgbClr val="02BFC4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4174 ACGGAAAAAACACAATAAACAAACAGTTCTATTTGTGTTAATAAG</a:t>
                </a:r>
              </a:p>
              <a:p>
                <a:r>
                  <a:rPr lang="en-US" sz="1050" b="0" dirty="0">
                    <a:solidFill>
                      <a:srgbClr val="02BFC4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4065 ACGGAAAAAACACAATAAACAAACAGTTCTATTTGTGTTAATAAGA </a:t>
                </a:r>
              </a:p>
              <a:p>
                <a:r>
                  <a:rPr lang="en-US" sz="1050" b="0" dirty="0">
                    <a:solidFill>
                      <a:srgbClr val="02BFC4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1445 ACGGAAAAAACACAATAAACAAACAGTTCTATTTGTGTTAATAAGG</a:t>
                </a:r>
              </a:p>
              <a:p>
                <a:r>
                  <a:rPr lang="en-US" sz="1050" b="0" dirty="0">
                    <a:solidFill>
                      <a:srgbClr val="FF0487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en-US" sz="1050" b="0" dirty="0">
                    <a:solidFill>
                      <a:srgbClr val="C77C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1330 ACGGAAAAAAACACATCTAAACTTGTTTTAAGTATTTGTGTCAATAAGA</a:t>
                </a:r>
              </a:p>
              <a:p>
                <a:r>
                  <a:rPr lang="en-US" sz="1050" b="0" dirty="0">
                    <a:solidFill>
                      <a:srgbClr val="C77C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1382 ACGGAAAAAAACACATCTAAACTTGTTTTAAGTATTTGTGTCAATAAG</a:t>
                </a:r>
              </a:p>
              <a:p>
                <a:r>
                  <a:rPr lang="en-US" sz="1050" b="0" dirty="0">
                    <a:solidFill>
                      <a:srgbClr val="C77C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454 ACGGAAAAAAACACATCTAAACTTGTTTTAAGTATTTGTGTCAATAAGG</a:t>
                </a:r>
              </a:p>
              <a:p>
                <a:r>
                  <a:rPr lang="en-US" sz="1050" b="0" dirty="0">
                    <a:solidFill>
                      <a:srgbClr val="FFC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en-US" sz="1050" b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1276 ACGGAAAAAACGCATTATTAACTCTTGTTTTATTGCGTAAATAAG</a:t>
                </a:r>
              </a:p>
              <a:p>
                <a:r>
                  <a:rPr lang="en-US" sz="1050" b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1303 ACGGAAAAAACGCATTATTAACTCTTGTTTTATTGCGTAAATAAGA</a:t>
                </a:r>
              </a:p>
              <a:p>
                <a:r>
                  <a:rPr lang="en-US" sz="1050" b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428 ACGGAAAAAACGCATTATTAACTCTTGTTTTATTGCGTAAATAAGG</a:t>
                </a:r>
                <a:endParaRPr lang="en-US" sz="1050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sz="1050" b="0" dirty="0">
                    <a:solidFill>
                      <a:srgbClr val="FFC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:r>
                  <a:rPr lang="en-US" sz="1050" b="0" dirty="0">
                    <a:solidFill>
                      <a:srgbClr val="01A9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818 ACGGAAAAAACACAAACAAAACTCGACGTAGAATTTGTGTTAATAAAG</a:t>
                </a:r>
              </a:p>
              <a:p>
                <a:r>
                  <a:rPr lang="en-US" sz="105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  </a:t>
                </a:r>
                <a:r>
                  <a:rPr lang="en-US" sz="1050" b="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 ACGGAAAAAAACACATACTGAAACTTTTTAGTCTCTGTGTAATAAGA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9099AA-C214-2DD3-E783-B4491FF11E72}"/>
                  </a:ext>
                </a:extLst>
              </p:cNvPr>
              <p:cNvSpPr txBox="1"/>
              <p:nvPr/>
            </p:nvSpPr>
            <p:spPr>
              <a:xfrm>
                <a:off x="4518125" y="1754987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C1296A-40DA-6B7C-334E-5D22DD7920CF}"/>
                  </a:ext>
                </a:extLst>
              </p:cNvPr>
              <p:cNvSpPr txBox="1"/>
              <p:nvPr/>
            </p:nvSpPr>
            <p:spPr>
              <a:xfrm>
                <a:off x="4577212" y="3146601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935BC8-3A9C-E3D7-48BA-4D03DBF263A7}"/>
                  </a:ext>
                </a:extLst>
              </p:cNvPr>
              <p:cNvSpPr txBox="1"/>
              <p:nvPr/>
            </p:nvSpPr>
            <p:spPr>
              <a:xfrm>
                <a:off x="4562383" y="2718987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C77C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F3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3F1456-C17D-6669-35F6-EEB2F7536DA3}"/>
                  </a:ext>
                </a:extLst>
              </p:cNvPr>
              <p:cNvSpPr txBox="1"/>
              <p:nvPr/>
            </p:nvSpPr>
            <p:spPr>
              <a:xfrm>
                <a:off x="4562383" y="2228682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2BFC4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92B7B0-610A-8481-4A0B-8777CF4400DC}"/>
                  </a:ext>
                </a:extLst>
              </p:cNvPr>
              <p:cNvSpPr txBox="1"/>
              <p:nvPr/>
            </p:nvSpPr>
            <p:spPr>
              <a:xfrm>
                <a:off x="4577213" y="3511395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1A9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80BA8-97EF-D994-14A5-4F286B230909}"/>
                  </a:ext>
                </a:extLst>
              </p:cNvPr>
              <p:cNvSpPr txBox="1"/>
              <p:nvPr/>
            </p:nvSpPr>
            <p:spPr>
              <a:xfrm>
                <a:off x="4562384" y="3670554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B4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4C09EC-D240-5B7E-3B50-876B65648F0F}"/>
              </a:ext>
            </a:extLst>
          </p:cNvPr>
          <p:cNvSpPr txBox="1"/>
          <p:nvPr/>
        </p:nvSpPr>
        <p:spPr>
          <a:xfrm>
            <a:off x="363612" y="724123"/>
            <a:ext cx="9042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cat  AEPx105.clust.fa  | cut -c1-100 | \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grep -E -o "ACGG[A]{5,7}C[GATC]{20,24}TG[TC]{1}GT[GATC]{0,2}AATAA[GA]{1,2}" | sort | </a:t>
            </a:r>
            <a:r>
              <a:rPr lang="en-US" sz="12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uniq</a:t>
            </a: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 -c | \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sort -nr -k1,1 &gt; SL.AEPx105.100.potential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CA21B2A-D4FD-2675-50B8-ED186514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290" y="137180"/>
            <a:ext cx="72635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AEPx105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</a:t>
            </a:r>
          </a:p>
        </p:txBody>
      </p:sp>
    </p:spTree>
    <p:extLst>
      <p:ext uri="{BB962C8B-B14F-4D97-AF65-F5344CB8AC3E}">
        <p14:creationId xmlns:p14="http://schemas.microsoft.com/office/powerpoint/2010/main" val="41675633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5DAC2-C22E-118B-A36C-64D0C498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1B88306-5C51-2F11-C843-7D295F98A94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8082E3-DD0F-BA1A-291D-41196EF04052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D91B96F-C45F-BC20-6DF4-3ED452383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567" y="137180"/>
            <a:ext cx="59242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392F4D-D115-FA00-9CE9-D3DECC0A2F69}"/>
              </a:ext>
            </a:extLst>
          </p:cNvPr>
          <p:cNvSpPr txBox="1"/>
          <p:nvPr/>
        </p:nvSpPr>
        <p:spPr>
          <a:xfrm>
            <a:off x="4675412" y="7765704"/>
            <a:ext cx="851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the three that Naomi found for </a:t>
            </a:r>
            <a:r>
              <a:rPr lang="en-US" dirty="0" err="1"/>
              <a:t>hymanae</a:t>
            </a:r>
            <a:r>
              <a:rPr lang="en-US" dirty="0"/>
              <a:t> in her thesis  </a:t>
            </a:r>
          </a:p>
          <a:p>
            <a:r>
              <a:rPr lang="en-US" dirty="0" err="1"/>
              <a:t>HymTop</a:t>
            </a:r>
            <a:r>
              <a:rPr lang="en-US" dirty="0"/>
              <a:t>          ACGGAAAAATCACAAATTTTAAAATACAATTTAATTTTTGTGAATAAG</a:t>
            </a:r>
          </a:p>
          <a:p>
            <a:r>
              <a:rPr lang="en-US" dirty="0" err="1"/>
              <a:t>HymMid</a:t>
            </a:r>
            <a:r>
              <a:rPr lang="en-US" dirty="0"/>
              <a:t>          ACGGAAAAAACACAAACTATTTTTCAAATTTAGTCACTGTGTATTAAG</a:t>
            </a:r>
          </a:p>
          <a:p>
            <a:r>
              <a:rPr lang="en-US" dirty="0" err="1"/>
              <a:t>HymBot</a:t>
            </a:r>
            <a:r>
              <a:rPr lang="en-US" dirty="0"/>
              <a:t>          ACGGAAAAACACAAAATTTTAACTTTACATTTTGTGTCAATAAG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4C503A-CE52-DC40-66DE-070C810B4B1D}"/>
              </a:ext>
            </a:extLst>
          </p:cNvPr>
          <p:cNvGrpSpPr/>
          <p:nvPr/>
        </p:nvGrpSpPr>
        <p:grpSpPr>
          <a:xfrm>
            <a:off x="123904" y="1422261"/>
            <a:ext cx="8731231" cy="4704141"/>
            <a:chOff x="123904" y="1422261"/>
            <a:chExt cx="8731231" cy="470414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F28F8D4-DEF3-EF6C-8818-2C15706111AF}"/>
                </a:ext>
              </a:extLst>
            </p:cNvPr>
            <p:cNvSpPr txBox="1"/>
            <p:nvPr/>
          </p:nvSpPr>
          <p:spPr>
            <a:xfrm>
              <a:off x="4470637" y="1671336"/>
              <a:ext cx="4384498" cy="4455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b="0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 361197 ACGGAAAAAAACACATACTGAAACTTTTTAGTCCCTGTGTAATAAGA</a:t>
              </a:r>
            </a:p>
            <a:p>
              <a:r>
                <a:rPr lang="en-US" sz="1050" b="0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317576 ACGGAAAAAAACACATACTGAAACTTTTTAGTCCCTGTGTAATAAG</a:t>
              </a:r>
            </a:p>
            <a:p>
              <a:r>
                <a:rPr lang="en-US" sz="1050" b="0" dirty="0">
                  <a:solidFill>
                    <a:srgbClr val="FF0000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108547 ACGGAAAAAAACACATACTGAAACTTTTTAGTCCCTGTGTAATAAGG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3921 ACGGAAAAAACACATACTGAAACTTTTTAGTCCCTGTGTAATAAGA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3842 ACGGAAAAAAACACATACTGAAACTTTTAGTCCCTGTGTAATAAGA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3494 ACGGAAAAAAACACATACTGAAACTTTTAGTCCCTGTGTAATAAG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3443 ACGGAAAAAACACATACTGAAACTTTTTAGTCCCTGTGTAATAAG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1803 ACGGAAAAAAACACATACTGAAACTTTTTAGTCCTGTGTAATAAGA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1665 ACGGAAAAAAACACATACTAAAACTTTTTAGTCCCTGTGTAATAAGA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1625 ACGGAAAAAAACACATACTGAAACTTTTTAGTCCTGTGTAATAAG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1375 ACGGAAAAAAACACATACTAAAACTTTTTAGTCCCTGTGTAATAAG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1173 ACGGAAAAAACACATACTGAAACTTTTTAGTCCCTGTGTAATAAGG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1140 ACGGAAAAAAACACATACTGAAACTTTTAGTCCCTGTGTAATAAGG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  1048 ACGGAAAAAAACACATACTGAAACTTTTTTAGTCCCTGTGTAATAAGA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898 ACGGAAAAAAACACATACTGAAACTTTTTTAGTCCCTGTGTAATAAG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777 ACGGAAAAAAACGCATACTGAAACTTTTTAGTCCCTGTGTAATAAGA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745 ACGGAAAAAAACGCATACTGAAACTTTTTAGTCCCTGTGTAATAAG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601 ACGGAAAAAAACACATACTGAAACTTTTTAGTCCCCTGTGTAATAAGA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535 ACGGAAAAAAACACATACTGAAACTTTTTAGTCCCCTGTGTAATAAG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530 ACGGAAAAAAACACATACTGAAACTTTTTAGTCCTGTGTAATAAGG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518 ACGGAAAAAAACACATACTAAAACTTTTTAGTCCCTGTGTAATAAGG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439 ACGGAAAAAAACACATACTGAAACCTTTTAGTCCCTGTGTAATAAGA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370 ACGGAAAAAAACACATACTGAAAACTTTTTAGTCCCTGTGTAATAAGA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361 ACGGAAAAAAACACATACTGAACTTTTTAGTCCCTGTGTAATAAGA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326 ACGGAAAAAAACACATACTGAAAACTTTTTAGTCCCTGTGTAATAAG</a:t>
              </a:r>
            </a:p>
            <a:p>
              <a:r>
                <a:rPr lang="en-US" sz="1050" b="0" dirty="0">
                  <a:solidFill>
                    <a:srgbClr val="3B2322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    323 ACGGAAAAAAACACATACTGAAACCTTTTAGTCCCTGTGTAATAAG</a:t>
              </a:r>
            </a:p>
            <a:p>
              <a:endParaRPr lang="en-US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42CFFD-6ECE-154E-00A3-A9B087A19188}"/>
                </a:ext>
              </a:extLst>
            </p:cNvPr>
            <p:cNvSpPr txBox="1"/>
            <p:nvPr/>
          </p:nvSpPr>
          <p:spPr>
            <a:xfrm>
              <a:off x="123904" y="1422261"/>
              <a:ext cx="31920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Known TSL in Hydra vulgaris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08FFFA-3536-3AC1-2CCB-96C192F879ED}"/>
                </a:ext>
              </a:extLst>
            </p:cNvPr>
            <p:cNvSpPr txBox="1"/>
            <p:nvPr/>
          </p:nvSpPr>
          <p:spPr>
            <a:xfrm>
              <a:off x="4470637" y="1422261"/>
              <a:ext cx="24520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Known &amp; Potential SL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CAE78F8-4085-FA29-34E0-9E6D94D87070}"/>
                </a:ext>
              </a:extLst>
            </p:cNvPr>
            <p:cNvGrpSpPr/>
            <p:nvPr/>
          </p:nvGrpSpPr>
          <p:grpSpPr>
            <a:xfrm>
              <a:off x="123904" y="1671336"/>
              <a:ext cx="4760793" cy="1606791"/>
              <a:chOff x="321332" y="1569503"/>
              <a:chExt cx="4760793" cy="160679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A5797A-83DA-88B6-2235-0772CF5E857D}"/>
                  </a:ext>
                </a:extLst>
              </p:cNvPr>
              <p:cNvSpPr txBox="1"/>
              <p:nvPr/>
            </p:nvSpPr>
            <p:spPr>
              <a:xfrm>
                <a:off x="321332" y="1569503"/>
                <a:ext cx="476079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5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361197 ACGGAAAAAAACACATACTGAAACTTTTTAGTCCCTGTGTAATAAGA</a:t>
                </a:r>
              </a:p>
              <a:p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317576 ACGGAAAAAAACACATACTGAAACTTTTTAGTCCCTGTGTAATAAG</a:t>
                </a:r>
              </a:p>
              <a:p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108547 ACGGAAAAAAACACATACTGAAACTTTTTAGTCCCTGTGTAATAAGG</a:t>
                </a:r>
              </a:p>
              <a:p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</a:t>
                </a:r>
                <a:r>
                  <a:rPr lang="en-US" sz="1050" b="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7 ACGGAAAAAAACACATACTGAAACTTTTTAGTCTCTGTGTAATAAG</a:t>
                </a:r>
              </a:p>
              <a:p>
                <a:r>
                  <a:rPr lang="en-US" sz="1050" b="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6 ACGGAAAAAAACACATACTGAAACTTTTTAGTCTCTGTGTAATAAGA</a:t>
                </a:r>
              </a:p>
              <a:p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</a:t>
                </a:r>
                <a:r>
                  <a:rPr lang="en-US" sz="1050" b="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1 ACGGAAAAAAACACATACTGAAACTTTTTAGTCTCTGTGTAATAAGG</a:t>
                </a:r>
                <a:r>
                  <a:rPr lang="en-US" sz="105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</a:t>
                </a:r>
              </a:p>
              <a:p>
                <a:r>
                  <a:rPr lang="en-US" sz="1050" b="0" dirty="0">
                    <a:solidFill>
                      <a:srgbClr val="7030A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5 </a:t>
                </a:r>
                <a:r>
                  <a:rPr lang="en-US" sz="1050" b="0" dirty="0">
                    <a:solidFill>
                      <a:srgbClr val="0432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ACGGAAAAAAACACATACTGAAACTTTTTATTCCCTGTGTAATAAG</a:t>
                </a:r>
              </a:p>
              <a:p>
                <a:r>
                  <a:rPr lang="en-US" sz="1050" b="0" dirty="0">
                    <a:solidFill>
                      <a:srgbClr val="0432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4 ACGGAAAAAAACACATACTGAAACTTTTTATTCCCTGTGTAATAAGA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305669-2DEA-DA22-D16A-72D1D42FE7EE}"/>
                  </a:ext>
                </a:extLst>
              </p:cNvPr>
              <p:cNvSpPr txBox="1"/>
              <p:nvPr/>
            </p:nvSpPr>
            <p:spPr>
              <a:xfrm>
                <a:off x="4444025" y="1754987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31022A-4E22-EAE2-2F41-D92CDAFF3C27}"/>
                  </a:ext>
                </a:extLst>
              </p:cNvPr>
              <p:cNvSpPr txBox="1"/>
              <p:nvPr/>
            </p:nvSpPr>
            <p:spPr>
              <a:xfrm>
                <a:off x="2598106" y="2914684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9701E2-A077-7922-FA83-4FF19F99105B}"/>
                  </a:ext>
                </a:extLst>
              </p:cNvPr>
              <p:cNvSpPr txBox="1"/>
              <p:nvPr/>
            </p:nvSpPr>
            <p:spPr>
              <a:xfrm>
                <a:off x="3341502" y="2914684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070C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F3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2A27F8-ECB0-E74B-8CDA-903AB28D4CD2}"/>
                  </a:ext>
                </a:extLst>
              </p:cNvPr>
              <p:cNvSpPr txBox="1"/>
              <p:nvPr/>
            </p:nvSpPr>
            <p:spPr>
              <a:xfrm>
                <a:off x="2969804" y="2914684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0B0F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57AA2E-6812-BD8D-1E34-1B75DB0942FB}"/>
                  </a:ext>
                </a:extLst>
              </p:cNvPr>
              <p:cNvSpPr txBox="1"/>
              <p:nvPr/>
            </p:nvSpPr>
            <p:spPr>
              <a:xfrm>
                <a:off x="3713201" y="2914684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FFC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735CAF-869A-94AF-E434-58B966564EDE}"/>
                  </a:ext>
                </a:extLst>
              </p:cNvPr>
              <p:cNvSpPr txBox="1"/>
              <p:nvPr/>
            </p:nvSpPr>
            <p:spPr>
              <a:xfrm>
                <a:off x="4444025" y="2232895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B4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76C047-8986-1075-0F94-5043464F05C3}"/>
                  </a:ext>
                </a:extLst>
              </p:cNvPr>
              <p:cNvSpPr txBox="1"/>
              <p:nvPr/>
            </p:nvSpPr>
            <p:spPr>
              <a:xfrm>
                <a:off x="4444025" y="2641892"/>
                <a:ext cx="5308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0" dirty="0">
                    <a:solidFill>
                      <a:srgbClr val="0432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B3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B37B41A-9EEB-4309-086D-83C95EBA96E5}"/>
              </a:ext>
            </a:extLst>
          </p:cNvPr>
          <p:cNvSpPr txBox="1"/>
          <p:nvPr/>
        </p:nvSpPr>
        <p:spPr>
          <a:xfrm>
            <a:off x="363612" y="724123"/>
            <a:ext cx="9042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cat  </a:t>
            </a:r>
            <a:r>
              <a:rPr lang="en-US" sz="12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liro.isoseq.raw.fasta</a:t>
            </a: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 | cut -c1-100 | \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grep -E -o "ACGG[A]{5,7}C[GATC]{20,24}TG[TC]{1}GT[GATC]{0,2}AATAA[GA]{1,2}" | sort | </a:t>
            </a:r>
            <a:r>
              <a:rPr lang="en-US" sz="12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uniq</a:t>
            </a: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 -c | \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sort -nr -k1,1 &gt; SL.liro.isoseq_raw.100.potential</a:t>
            </a:r>
          </a:p>
        </p:txBody>
      </p:sp>
    </p:spTree>
    <p:extLst>
      <p:ext uri="{BB962C8B-B14F-4D97-AF65-F5344CB8AC3E}">
        <p14:creationId xmlns:p14="http://schemas.microsoft.com/office/powerpoint/2010/main" val="1181380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731BE-CF9A-C83D-3759-C4CDB330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AC75D5-4B0E-23A6-82F3-7329516DA6F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C5CCA8-B068-1BDC-5013-C9BCF24C3FCF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3EB19C5-E135-A470-4D7C-D255DBC0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875" y="137180"/>
            <a:ext cx="80739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 and Operons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FB55C7-C167-2C06-DD3B-42C24ECFA77B}"/>
              </a:ext>
            </a:extLst>
          </p:cNvPr>
          <p:cNvGrpSpPr/>
          <p:nvPr/>
        </p:nvGrpSpPr>
        <p:grpSpPr>
          <a:xfrm>
            <a:off x="2964693" y="1993695"/>
            <a:ext cx="3884181" cy="2899"/>
            <a:chOff x="1937901" y="2921104"/>
            <a:chExt cx="3884181" cy="2899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38C4055-7339-CB65-337F-41C94BFC834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7901" y="2921104"/>
              <a:ext cx="3884181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042BAE-407A-3C48-7AF8-91E6E0972A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12778" y="2924003"/>
              <a:ext cx="758283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6CEF168-A972-BA5E-F9B9-41728BF5BC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5717" y="2921104"/>
              <a:ext cx="758283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982A11-0B10-053D-83F9-8E8547DDF9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35868" y="2921104"/>
              <a:ext cx="758283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02BF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4F9476D-ED4A-84E1-1254-82D50E4F8411}"/>
              </a:ext>
            </a:extLst>
          </p:cNvPr>
          <p:cNvGrpSpPr/>
          <p:nvPr/>
        </p:nvGrpSpPr>
        <p:grpSpPr>
          <a:xfrm>
            <a:off x="2966187" y="2623187"/>
            <a:ext cx="1507318" cy="2899"/>
            <a:chOff x="2952542" y="3352658"/>
            <a:chExt cx="1507318" cy="2899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BF7FAD0-D8C5-F759-071A-F4647C62503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52542" y="3352658"/>
              <a:ext cx="1507318" cy="2899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7AEC620-4C22-F9DE-1F1D-A4F05647ED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7419" y="3355557"/>
              <a:ext cx="758283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355990E-C1F0-8455-38AB-DA745AFFE313}"/>
              </a:ext>
            </a:extLst>
          </p:cNvPr>
          <p:cNvGrpSpPr/>
          <p:nvPr/>
        </p:nvGrpSpPr>
        <p:grpSpPr>
          <a:xfrm>
            <a:off x="4335629" y="2734714"/>
            <a:ext cx="1311077" cy="0"/>
            <a:chOff x="3365116" y="4365667"/>
            <a:chExt cx="1311077" cy="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6A1510D-0043-BF13-47C9-A9B593C69E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7404" y="4365667"/>
              <a:ext cx="1148789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AE8250B-2B83-DCD2-00A7-376F2464507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86123" y="4365667"/>
              <a:ext cx="758283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3314D60-4556-6C55-860A-7CB3241EEC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5116" y="4365667"/>
              <a:ext cx="165544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994E213-1DBB-2E2F-8B80-13E3371705D7}"/>
              </a:ext>
            </a:extLst>
          </p:cNvPr>
          <p:cNvGrpSpPr/>
          <p:nvPr/>
        </p:nvGrpSpPr>
        <p:grpSpPr>
          <a:xfrm>
            <a:off x="5481162" y="2830748"/>
            <a:ext cx="1093202" cy="0"/>
            <a:chOff x="4756471" y="4631749"/>
            <a:chExt cx="1093202" cy="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80ECB71-7321-8C75-9B0D-107BD93D1EFF}"/>
                </a:ext>
              </a:extLst>
            </p:cNvPr>
            <p:cNvGrpSpPr/>
            <p:nvPr/>
          </p:nvGrpSpPr>
          <p:grpSpPr>
            <a:xfrm>
              <a:off x="4756471" y="4631749"/>
              <a:ext cx="1093202" cy="0"/>
              <a:chOff x="3360173" y="4365667"/>
              <a:chExt cx="1093202" cy="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B747D2B-3FD6-579D-3FCB-0524A56680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527404" y="4365667"/>
                <a:ext cx="925971" cy="0"/>
              </a:xfrm>
              <a:prstGeom prst="line">
                <a:avLst/>
              </a:prstGeom>
              <a:solidFill>
                <a:schemeClr val="accent1"/>
              </a:solidFill>
              <a:ln w="539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C7F53EC-3580-C047-9B5D-EFFC3ECFD9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360173" y="4365667"/>
                <a:ext cx="165544" cy="0"/>
              </a:xfrm>
              <a:prstGeom prst="line">
                <a:avLst/>
              </a:prstGeom>
              <a:solidFill>
                <a:schemeClr val="accent1"/>
              </a:solidFill>
              <a:ln w="539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2624EB-F54A-275F-6891-9653BF8D887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51141" y="4631749"/>
              <a:ext cx="758283" cy="0"/>
            </a:xfrm>
            <a:prstGeom prst="line">
              <a:avLst/>
            </a:prstGeom>
            <a:solidFill>
              <a:schemeClr val="accent1"/>
            </a:solidFill>
            <a:ln w="53975" cap="flat" cmpd="sng" algn="ctr">
              <a:solidFill>
                <a:srgbClr val="02BF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2B2F493-5445-25DC-2DBB-D15121A1C18C}"/>
              </a:ext>
            </a:extLst>
          </p:cNvPr>
          <p:cNvGrpSpPr/>
          <p:nvPr/>
        </p:nvGrpSpPr>
        <p:grpSpPr>
          <a:xfrm>
            <a:off x="2860817" y="859441"/>
            <a:ext cx="4003288" cy="660854"/>
            <a:chOff x="1784195" y="1427211"/>
            <a:chExt cx="4003288" cy="66085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95B2053-B56F-0E85-06DE-34477B98666D}"/>
                </a:ext>
              </a:extLst>
            </p:cNvPr>
            <p:cNvGrpSpPr/>
            <p:nvPr/>
          </p:nvGrpSpPr>
          <p:grpSpPr>
            <a:xfrm>
              <a:off x="1784195" y="1787913"/>
              <a:ext cx="4003288" cy="300152"/>
              <a:chOff x="1784195" y="1787913"/>
              <a:chExt cx="4003288" cy="300152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18B2368-B6BC-0EA4-6EC2-59B2F7639B1A}"/>
                  </a:ext>
                </a:extLst>
              </p:cNvPr>
              <p:cNvCxnSpPr/>
              <p:nvPr/>
            </p:nvCxnSpPr>
            <p:spPr bwMode="auto">
              <a:xfrm>
                <a:off x="1784195" y="1940312"/>
                <a:ext cx="4003288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876FECB-0333-2B1B-E6F1-77D3466A2925}"/>
                  </a:ext>
                </a:extLst>
              </p:cNvPr>
              <p:cNvSpPr/>
              <p:nvPr/>
            </p:nvSpPr>
            <p:spPr bwMode="auto">
              <a:xfrm>
                <a:off x="2453268" y="1809285"/>
                <a:ext cx="758283" cy="278780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A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F2F27FA-23AC-3224-E8E4-88DA89B7E7A6}"/>
                  </a:ext>
                </a:extLst>
              </p:cNvPr>
              <p:cNvSpPr/>
              <p:nvPr/>
            </p:nvSpPr>
            <p:spPr bwMode="auto">
              <a:xfrm>
                <a:off x="3466207" y="1809285"/>
                <a:ext cx="758283" cy="27878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B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A60E8B-B039-8289-9EDF-8E8D97C3659E}"/>
                  </a:ext>
                </a:extLst>
              </p:cNvPr>
              <p:cNvSpPr/>
              <p:nvPr/>
            </p:nvSpPr>
            <p:spPr bwMode="auto">
              <a:xfrm>
                <a:off x="4572000" y="1809285"/>
                <a:ext cx="758283" cy="278780"/>
              </a:xfrm>
              <a:prstGeom prst="rect">
                <a:avLst/>
              </a:prstGeom>
              <a:solidFill>
                <a:srgbClr val="02BFC4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C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A9E0EB6-43FA-492B-D526-590B37B6034C}"/>
                  </a:ext>
                </a:extLst>
              </p:cNvPr>
              <p:cNvGrpSpPr/>
              <p:nvPr/>
            </p:nvGrpSpPr>
            <p:grpSpPr>
              <a:xfrm>
                <a:off x="1872781" y="1787913"/>
                <a:ext cx="256274" cy="152399"/>
                <a:chOff x="1892552" y="2520176"/>
                <a:chExt cx="256274" cy="152399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6B250A3-2E88-722F-76DF-AD37D540E41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1897495" y="2520176"/>
                  <a:ext cx="0" cy="152399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D215620-E9CC-FAE7-2401-6FCE510A555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892552" y="2520176"/>
                  <a:ext cx="256274" cy="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ACB4BD8-29E1-E228-BB84-07661519C3BD}"/>
                </a:ext>
              </a:extLst>
            </p:cNvPr>
            <p:cNvSpPr txBox="1"/>
            <p:nvPr/>
          </p:nvSpPr>
          <p:spPr>
            <a:xfrm>
              <a:off x="3107617" y="1427211"/>
              <a:ext cx="14754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/>
                <a:t>Operon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9E8D935-108F-BA6A-A5A6-98D07C74C4B1}"/>
              </a:ext>
            </a:extLst>
          </p:cNvPr>
          <p:cNvSpPr txBox="1"/>
          <p:nvPr/>
        </p:nvSpPr>
        <p:spPr>
          <a:xfrm>
            <a:off x="1712240" y="1827862"/>
            <a:ext cx="1475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/>
              <a:t>pre-mRNA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EA3D0A8-FFC3-A340-4DA1-9157C39865A7}"/>
              </a:ext>
            </a:extLst>
          </p:cNvPr>
          <p:cNvCxnSpPr>
            <a:cxnSpLocks/>
          </p:cNvCxnSpPr>
          <p:nvPr/>
        </p:nvCxnSpPr>
        <p:spPr bwMode="auto">
          <a:xfrm flipV="1">
            <a:off x="4690165" y="2201359"/>
            <a:ext cx="0" cy="39769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6453526-C841-30F3-0F48-989919D52C44}"/>
              </a:ext>
            </a:extLst>
          </p:cNvPr>
          <p:cNvSpPr txBox="1"/>
          <p:nvPr/>
        </p:nvSpPr>
        <p:spPr>
          <a:xfrm>
            <a:off x="4626022" y="2212840"/>
            <a:ext cx="2320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/>
              <a:t>Trans-Spliced Leader Addition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7725FD1-326F-6713-50E3-4773812FC224}"/>
              </a:ext>
            </a:extLst>
          </p:cNvPr>
          <p:cNvGrpSpPr/>
          <p:nvPr/>
        </p:nvGrpSpPr>
        <p:grpSpPr>
          <a:xfrm>
            <a:off x="719702" y="2843815"/>
            <a:ext cx="4761460" cy="1662832"/>
            <a:chOff x="719702" y="2843815"/>
            <a:chExt cx="4761460" cy="1662832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3D36962-8441-9263-B3F1-FAD982C2FCA6}"/>
                </a:ext>
              </a:extLst>
            </p:cNvPr>
            <p:cNvSpPr/>
            <p:nvPr/>
          </p:nvSpPr>
          <p:spPr bwMode="auto">
            <a:xfrm>
              <a:off x="719702" y="3038016"/>
              <a:ext cx="3994247" cy="146863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DC43F2D-D067-7199-0D2E-8072A147D24B}"/>
                </a:ext>
              </a:extLst>
            </p:cNvPr>
            <p:cNvGrpSpPr/>
            <p:nvPr/>
          </p:nvGrpSpPr>
          <p:grpSpPr>
            <a:xfrm>
              <a:off x="727168" y="2843815"/>
              <a:ext cx="4753994" cy="1583875"/>
              <a:chOff x="727168" y="2843815"/>
              <a:chExt cx="4753994" cy="1583875"/>
            </a:xfrm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35EC435D-8395-94FE-3E9B-16710B17E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99949" y="3476443"/>
                <a:ext cx="3535680" cy="658994"/>
              </a:xfrm>
              <a:prstGeom prst="rect">
                <a:avLst/>
              </a:prstGeom>
            </p:spPr>
          </p:pic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A9FFAD8-B8B3-52B3-061A-ED28DF30897F}"/>
                  </a:ext>
                </a:extLst>
              </p:cNvPr>
              <p:cNvSpPr txBox="1"/>
              <p:nvPr/>
            </p:nvSpPr>
            <p:spPr>
              <a:xfrm>
                <a:off x="767644" y="4150691"/>
                <a:ext cx="390667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Stover &amp; Steele  2001 </a:t>
                </a:r>
                <a:r>
                  <a:rPr lang="en-US" sz="1200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PNAS</a:t>
                </a:r>
                <a:r>
                  <a:rPr lang="en-US" sz="1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98</a:t>
                </a:r>
                <a:r>
                  <a:rPr lang="en-US" sz="1200" b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5693–569</a:t>
                </a: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0F92479F-EFF6-AF1C-BCB6-0E9B271DBF9C}"/>
                  </a:ext>
                </a:extLst>
              </p:cNvPr>
              <p:cNvSpPr/>
              <p:nvPr/>
            </p:nvSpPr>
            <p:spPr bwMode="auto">
              <a:xfrm>
                <a:off x="1752600" y="2843815"/>
                <a:ext cx="2677452" cy="729655"/>
              </a:xfrm>
              <a:custGeom>
                <a:avLst/>
                <a:gdLst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77452"/>
                  <a:gd name="connsiteY0" fmla="*/ 600424 h 600424"/>
                  <a:gd name="connsiteX1" fmla="*/ 1356360 w 2677452"/>
                  <a:gd name="connsiteY1" fmla="*/ 310864 h 600424"/>
                  <a:gd name="connsiteX2" fmla="*/ 2677452 w 2677452"/>
                  <a:gd name="connsiteY2" fmla="*/ 0 h 600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77452" h="600424">
                    <a:moveTo>
                      <a:pt x="0" y="600424"/>
                    </a:moveTo>
                    <a:cubicBezTo>
                      <a:pt x="404246" y="345919"/>
                      <a:pt x="851578" y="349935"/>
                      <a:pt x="1356360" y="310864"/>
                    </a:cubicBezTo>
                    <a:cubicBezTo>
                      <a:pt x="1856061" y="274625"/>
                      <a:pt x="2664114" y="297692"/>
                      <a:pt x="267745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DCD2356D-093E-619D-229E-513E6F45D136}"/>
                  </a:ext>
                </a:extLst>
              </p:cNvPr>
              <p:cNvSpPr/>
              <p:nvPr/>
            </p:nvSpPr>
            <p:spPr bwMode="auto">
              <a:xfrm>
                <a:off x="2803710" y="2939849"/>
                <a:ext cx="2677452" cy="874155"/>
              </a:xfrm>
              <a:custGeom>
                <a:avLst/>
                <a:gdLst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82240"/>
                  <a:gd name="connsiteY0" fmla="*/ 533400 h 533400"/>
                  <a:gd name="connsiteX1" fmla="*/ 1356360 w 2682240"/>
                  <a:gd name="connsiteY1" fmla="*/ 243840 h 533400"/>
                  <a:gd name="connsiteX2" fmla="*/ 2682240 w 2682240"/>
                  <a:gd name="connsiteY2" fmla="*/ 0 h 533400"/>
                  <a:gd name="connsiteX0" fmla="*/ 0 w 2677452"/>
                  <a:gd name="connsiteY0" fmla="*/ 600424 h 600424"/>
                  <a:gd name="connsiteX1" fmla="*/ 1356360 w 2677452"/>
                  <a:gd name="connsiteY1" fmla="*/ 310864 h 600424"/>
                  <a:gd name="connsiteX2" fmla="*/ 2677452 w 2677452"/>
                  <a:gd name="connsiteY2" fmla="*/ 0 h 600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77452" h="600424">
                    <a:moveTo>
                      <a:pt x="0" y="600424"/>
                    </a:moveTo>
                    <a:cubicBezTo>
                      <a:pt x="404246" y="345919"/>
                      <a:pt x="851578" y="349935"/>
                      <a:pt x="1356360" y="310864"/>
                    </a:cubicBezTo>
                    <a:cubicBezTo>
                      <a:pt x="1856061" y="274625"/>
                      <a:pt x="2664114" y="297692"/>
                      <a:pt x="267745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833A597-4C75-FC49-D0F0-9888C0B50A9A}"/>
                  </a:ext>
                </a:extLst>
              </p:cNvPr>
              <p:cNvSpPr txBox="1"/>
              <p:nvPr/>
            </p:nvSpPr>
            <p:spPr>
              <a:xfrm>
                <a:off x="727168" y="3098789"/>
                <a:ext cx="39066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1" dirty="0"/>
                  <a:t>Hydra vulgaris</a:t>
                </a:r>
                <a:endParaRPr lang="en-US" b="0" i="1" dirty="0">
                  <a:effectLst/>
                  <a:latin typeface="Helvetica" pitchFamily="2" charset="0"/>
                </a:endParaRPr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E52B49D9-040C-D507-7A7A-3169E5EE4827}"/>
              </a:ext>
            </a:extLst>
          </p:cNvPr>
          <p:cNvSpPr txBox="1"/>
          <p:nvPr/>
        </p:nvSpPr>
        <p:spPr>
          <a:xfrm>
            <a:off x="638085" y="4642754"/>
            <a:ext cx="816610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Caenorhabditis elegans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Nearly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15% of the ~20,000 genes are contained in ~ 1250 operons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to 8 genes per operon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Genes in the cluster are ~100 bp apart (from polyadenylation site to trans-splice site)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A spliced leader, SL2, is specialized for operon processing.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C699040-CE0B-1632-639F-D1F2DBA563EC}"/>
              </a:ext>
            </a:extLst>
          </p:cNvPr>
          <p:cNvSpPr txBox="1"/>
          <p:nvPr/>
        </p:nvSpPr>
        <p:spPr>
          <a:xfrm>
            <a:off x="3768973" y="62704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Blumenthal, Davis &amp; Garrido-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Lecca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WormBook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The Online Review of C. elegans Biology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2005-2018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6973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AE68A-86A1-D9EE-C8E8-2ED253E1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A58D804-372F-A5EE-37D2-E1068333E8C6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A0B05B4-E966-DFB0-C10E-AF75BCA6F909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420C040-DF19-F6F1-867F-A649F5967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875" y="137180"/>
            <a:ext cx="80739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 and Operons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C1FE9-7210-E23D-639D-855E9A8E34B5}"/>
              </a:ext>
            </a:extLst>
          </p:cNvPr>
          <p:cNvSpPr txBox="1"/>
          <p:nvPr/>
        </p:nvSpPr>
        <p:spPr>
          <a:xfrm>
            <a:off x="482600" y="3545627"/>
            <a:ext cx="23719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Consecutive Genes </a:t>
            </a:r>
            <a:r>
              <a:rPr lang="en-US" sz="1200" b="0" dirty="0"/>
              <a:t>(&lt; 500 bp)</a:t>
            </a:r>
          </a:p>
        </p:txBody>
      </p:sp>
      <p:sp>
        <p:nvSpPr>
          <p:cNvPr id="24" name="Folded Corner 23">
            <a:extLst>
              <a:ext uri="{FF2B5EF4-FFF2-40B4-BE49-F238E27FC236}">
                <a16:creationId xmlns:a16="http://schemas.microsoft.com/office/drawing/2014/main" id="{6F1D8068-0AA7-D2F9-06E1-751935E0542D}"/>
              </a:ext>
            </a:extLst>
          </p:cNvPr>
          <p:cNvSpPr/>
          <p:nvPr/>
        </p:nvSpPr>
        <p:spPr bwMode="auto">
          <a:xfrm>
            <a:off x="862489" y="2186658"/>
            <a:ext cx="667824" cy="851768"/>
          </a:xfrm>
          <a:prstGeom prst="foldedCorner">
            <a:avLst/>
          </a:prstGeom>
          <a:solidFill>
            <a:srgbClr val="FFC000">
              <a:alpha val="65277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 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GFF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03B8166E-6C05-9563-B01D-B775ECC82DC6}"/>
              </a:ext>
            </a:extLst>
          </p:cNvPr>
          <p:cNvSpPr/>
          <p:nvPr/>
        </p:nvSpPr>
        <p:spPr bwMode="auto">
          <a:xfrm flipH="1">
            <a:off x="1241024" y="1482024"/>
            <a:ext cx="2115633" cy="1689591"/>
          </a:xfrm>
          <a:prstGeom prst="arc">
            <a:avLst>
              <a:gd name="adj1" fmla="val 16475728"/>
              <a:gd name="adj2" fmla="val 20661878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606B70-621F-DF25-5DB3-0995F5A100D1}"/>
              </a:ext>
            </a:extLst>
          </p:cNvPr>
          <p:cNvSpPr txBox="1"/>
          <p:nvPr/>
        </p:nvSpPr>
        <p:spPr>
          <a:xfrm>
            <a:off x="1006320" y="1419567"/>
            <a:ext cx="1156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dirty="0"/>
              <a:t>braker3</a:t>
            </a: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163D5386-3951-C0AB-8DD5-7E2161AF4ACC}"/>
              </a:ext>
            </a:extLst>
          </p:cNvPr>
          <p:cNvSpPr/>
          <p:nvPr/>
        </p:nvSpPr>
        <p:spPr bwMode="auto">
          <a:xfrm rot="15942811" flipH="1">
            <a:off x="990750" y="2670159"/>
            <a:ext cx="1187387" cy="840533"/>
          </a:xfrm>
          <a:prstGeom prst="arc">
            <a:avLst>
              <a:gd name="adj1" fmla="val 16200000"/>
              <a:gd name="adj2" fmla="val 1918861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E8DD90-1B01-0B9B-86D4-F4D1CB5D428C}"/>
              </a:ext>
            </a:extLst>
          </p:cNvPr>
          <p:cNvSpPr txBox="1"/>
          <p:nvPr/>
        </p:nvSpPr>
        <p:spPr>
          <a:xfrm>
            <a:off x="916380" y="4525703"/>
            <a:ext cx="12213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g9 g10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g27 g28 g29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g62 g63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g78 g79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g84 g85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g98 g99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g106 g107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g109 g110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g175 g176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g178 g179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17D16C5A-8C50-1999-5BFC-0EA7C7546938}"/>
              </a:ext>
            </a:extLst>
          </p:cNvPr>
          <p:cNvSpPr/>
          <p:nvPr/>
        </p:nvSpPr>
        <p:spPr bwMode="auto">
          <a:xfrm flipV="1">
            <a:off x="315772" y="4287774"/>
            <a:ext cx="2835483" cy="890877"/>
          </a:xfrm>
          <a:prstGeom prst="arc">
            <a:avLst>
              <a:gd name="adj1" fmla="val 17593753"/>
              <a:gd name="adj2" fmla="val 3563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5BA2EF-166C-C8F8-B688-65A51466C1E2}"/>
              </a:ext>
            </a:extLst>
          </p:cNvPr>
          <p:cNvSpPr txBox="1"/>
          <p:nvPr/>
        </p:nvSpPr>
        <p:spPr>
          <a:xfrm>
            <a:off x="2555655" y="4240632"/>
            <a:ext cx="1221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Gene</a:t>
            </a:r>
          </a:p>
          <a:p>
            <a:pPr algn="ctr"/>
            <a:r>
              <a:rPr lang="en-US" sz="1200" dirty="0"/>
              <a:t>Coordinates</a:t>
            </a: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8B2D3C47-7C81-AC78-1516-09DD0F82556A}"/>
              </a:ext>
            </a:extLst>
          </p:cNvPr>
          <p:cNvSpPr/>
          <p:nvPr/>
        </p:nvSpPr>
        <p:spPr bwMode="auto">
          <a:xfrm>
            <a:off x="2870082" y="1655180"/>
            <a:ext cx="926414" cy="2585451"/>
          </a:xfrm>
          <a:custGeom>
            <a:avLst/>
            <a:gdLst>
              <a:gd name="connsiteX0" fmla="*/ 447365 w 1002950"/>
              <a:gd name="connsiteY0" fmla="*/ 2766350 h 2766350"/>
              <a:gd name="connsiteX1" fmla="*/ 19102 w 1002950"/>
              <a:gd name="connsiteY1" fmla="*/ 1377388 h 2766350"/>
              <a:gd name="connsiteX2" fmla="*/ 1002950 w 1002950"/>
              <a:gd name="connsiteY2" fmla="*/ 0 h 2766350"/>
              <a:gd name="connsiteX0" fmla="*/ 447365 w 1002950"/>
              <a:gd name="connsiteY0" fmla="*/ 2766350 h 2766350"/>
              <a:gd name="connsiteX1" fmla="*/ 19102 w 1002950"/>
              <a:gd name="connsiteY1" fmla="*/ 1377388 h 2766350"/>
              <a:gd name="connsiteX2" fmla="*/ 1002950 w 1002950"/>
              <a:gd name="connsiteY2" fmla="*/ 0 h 2766350"/>
              <a:gd name="connsiteX0" fmla="*/ 428263 w 983848"/>
              <a:gd name="connsiteY0" fmla="*/ 2766350 h 2766350"/>
              <a:gd name="connsiteX1" fmla="*/ 0 w 983848"/>
              <a:gd name="connsiteY1" fmla="*/ 1377388 h 2766350"/>
              <a:gd name="connsiteX2" fmla="*/ 983848 w 983848"/>
              <a:gd name="connsiteY2" fmla="*/ 0 h 2766350"/>
              <a:gd name="connsiteX0" fmla="*/ 428615 w 984200"/>
              <a:gd name="connsiteY0" fmla="*/ 2766350 h 2766350"/>
              <a:gd name="connsiteX1" fmla="*/ 352 w 984200"/>
              <a:gd name="connsiteY1" fmla="*/ 1377388 h 2766350"/>
              <a:gd name="connsiteX2" fmla="*/ 984200 w 984200"/>
              <a:gd name="connsiteY2" fmla="*/ 0 h 2766350"/>
              <a:gd name="connsiteX0" fmla="*/ 243420 w 984200"/>
              <a:gd name="connsiteY0" fmla="*/ 2951545 h 2951545"/>
              <a:gd name="connsiteX1" fmla="*/ 352 w 984200"/>
              <a:gd name="connsiteY1" fmla="*/ 1377388 h 2951545"/>
              <a:gd name="connsiteX2" fmla="*/ 984200 w 984200"/>
              <a:gd name="connsiteY2" fmla="*/ 0 h 2951545"/>
              <a:gd name="connsiteX0" fmla="*/ 243420 w 984200"/>
              <a:gd name="connsiteY0" fmla="*/ 2951545 h 2951545"/>
              <a:gd name="connsiteX1" fmla="*/ 352 w 984200"/>
              <a:gd name="connsiteY1" fmla="*/ 1377388 h 2951545"/>
              <a:gd name="connsiteX2" fmla="*/ 984200 w 984200"/>
              <a:gd name="connsiteY2" fmla="*/ 0 h 2951545"/>
              <a:gd name="connsiteX0" fmla="*/ 197121 w 984200"/>
              <a:gd name="connsiteY0" fmla="*/ 3067292 h 3067292"/>
              <a:gd name="connsiteX1" fmla="*/ 352 w 984200"/>
              <a:gd name="connsiteY1" fmla="*/ 1377388 h 3067292"/>
              <a:gd name="connsiteX2" fmla="*/ 984200 w 984200"/>
              <a:gd name="connsiteY2" fmla="*/ 0 h 3067292"/>
              <a:gd name="connsiteX0" fmla="*/ 197209 w 926414"/>
              <a:gd name="connsiteY0" fmla="*/ 2639029 h 2639029"/>
              <a:gd name="connsiteX1" fmla="*/ 440 w 926414"/>
              <a:gd name="connsiteY1" fmla="*/ 949125 h 2639029"/>
              <a:gd name="connsiteX2" fmla="*/ 926414 w 926414"/>
              <a:gd name="connsiteY2" fmla="*/ 0 h 2639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6414" h="2639029">
                <a:moveTo>
                  <a:pt x="197209" y="2639029"/>
                </a:moveTo>
                <a:cubicBezTo>
                  <a:pt x="64101" y="2059331"/>
                  <a:pt x="441" y="1444907"/>
                  <a:pt x="440" y="949125"/>
                </a:cubicBezTo>
                <a:cubicBezTo>
                  <a:pt x="-11136" y="499641"/>
                  <a:pt x="202995" y="18327"/>
                  <a:pt x="926414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E6FD24-1955-1161-B3C9-BF118ACD52D1}"/>
              </a:ext>
            </a:extLst>
          </p:cNvPr>
          <p:cNvSpPr txBox="1"/>
          <p:nvPr/>
        </p:nvSpPr>
        <p:spPr>
          <a:xfrm>
            <a:off x="3481615" y="1423216"/>
            <a:ext cx="1221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Gene</a:t>
            </a:r>
          </a:p>
          <a:p>
            <a:pPr algn="ctr"/>
            <a:r>
              <a:rPr lang="en-US" sz="1200" dirty="0"/>
              <a:t>Seqs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215BD97-F350-208B-7C28-CFB192969BBA}"/>
              </a:ext>
            </a:extLst>
          </p:cNvPr>
          <p:cNvSpPr txBox="1"/>
          <p:nvPr/>
        </p:nvSpPr>
        <p:spPr>
          <a:xfrm>
            <a:off x="6294111" y="2906463"/>
            <a:ext cx="20973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Menlo" panose="020B0609030804020204" pitchFamily="49" charset="0"/>
              </a:rPr>
              <a:t>    </a:t>
            </a: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n-US" sz="1600" dirty="0">
                <a:latin typeface="Menlo" panose="020B0609030804020204" pitchFamily="49" charset="0"/>
              </a:rPr>
              <a:t> </a:t>
            </a:r>
          </a:p>
          <a:p>
            <a:r>
              <a:rPr lang="en-US" sz="1600" b="0" dirty="0">
                <a:effectLst/>
                <a:latin typeface="Menlo" panose="020B0609030804020204" pitchFamily="49" charset="0"/>
              </a:rPr>
              <a:t>    </a:t>
            </a:r>
            <a:r>
              <a:rPr lang="en-US" sz="1600" b="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455 * *</a:t>
            </a:r>
          </a:p>
          <a:p>
            <a:r>
              <a:rPr lang="en-US" sz="1600" b="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en-US" sz="1600" b="0" dirty="0">
                <a:solidFill>
                  <a:srgbClr val="0432FF"/>
                </a:solidFill>
                <a:latin typeface="Menlo" panose="020B0609030804020204" pitchFamily="49" charset="0"/>
              </a:rPr>
              <a:t>49 * -</a:t>
            </a:r>
          </a:p>
          <a:p>
            <a:r>
              <a:rPr lang="en-US" sz="1600" b="0" dirty="0">
                <a:solidFill>
                  <a:srgbClr val="0432FF"/>
                </a:solidFill>
                <a:latin typeface="Menlo" panose="020B0609030804020204" pitchFamily="49" charset="0"/>
              </a:rPr>
              <a:t>     35 - *</a:t>
            </a:r>
          </a:p>
          <a:p>
            <a:r>
              <a:rPr lang="en-US" sz="1600" b="0" dirty="0">
                <a:solidFill>
                  <a:srgbClr val="0432FF"/>
                </a:solidFill>
                <a:latin typeface="Menlo" panose="020B0609030804020204" pitchFamily="49" charset="0"/>
              </a:rPr>
              <a:t>     47 - -</a:t>
            </a:r>
          </a:p>
          <a:p>
            <a:r>
              <a:rPr lang="en-US" sz="1600" b="0" dirty="0">
                <a:effectLst/>
                <a:latin typeface="Menlo" panose="020B0609030804020204" pitchFamily="49" charset="0"/>
              </a:rPr>
              <a:t>     </a:t>
            </a:r>
          </a:p>
          <a:p>
            <a:r>
              <a:rPr lang="en-US" sz="1600" b="0" dirty="0">
                <a:latin typeface="Menlo" panose="020B0609030804020204" pitchFamily="49" charset="0"/>
              </a:rPr>
              <a:t>     </a:t>
            </a:r>
            <a:r>
              <a:rPr lang="en-US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28 * * *</a:t>
            </a:r>
          </a:p>
          <a:p>
            <a:r>
              <a:rPr lang="en-US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     1 * * -</a:t>
            </a:r>
          </a:p>
          <a:p>
            <a:r>
              <a:rPr lang="en-US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     1 * - *</a:t>
            </a:r>
          </a:p>
          <a:p>
            <a:r>
              <a:rPr lang="en-US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     1 * - -</a:t>
            </a:r>
          </a:p>
          <a:p>
            <a:r>
              <a:rPr lang="en-US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en-US" sz="1600" b="0" dirty="0">
                <a:solidFill>
                  <a:srgbClr val="FF0000"/>
                </a:solidFill>
                <a:latin typeface="Menlo" panose="020B060903080402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3 - - -</a:t>
            </a:r>
          </a:p>
          <a:p>
            <a:endParaRPr lang="en-US" sz="1600" b="0" dirty="0"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latin typeface="Menlo" panose="020B0609030804020204" pitchFamily="49" charset="0"/>
              </a:rPr>
              <a:t>      </a:t>
            </a:r>
            <a:r>
              <a:rPr lang="en-US" sz="1600" b="0" dirty="0">
                <a:solidFill>
                  <a:srgbClr val="02BFC4"/>
                </a:solidFill>
                <a:latin typeface="Menlo" panose="020B0609030804020204" pitchFamily="49" charset="0"/>
              </a:rPr>
              <a:t>3 * * * *</a:t>
            </a:r>
          </a:p>
          <a:p>
            <a:endParaRPr lang="en-US" sz="1600" dirty="0">
              <a:effectLst/>
              <a:latin typeface="Menlo" panose="020B0609030804020204" pitchFamily="49" charset="0"/>
            </a:endParaRPr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1AC75F5B-0EFD-799B-441F-7DD680516CA3}"/>
              </a:ext>
            </a:extLst>
          </p:cNvPr>
          <p:cNvSpPr/>
          <p:nvPr/>
        </p:nvSpPr>
        <p:spPr bwMode="auto">
          <a:xfrm>
            <a:off x="2445980" y="1122198"/>
            <a:ext cx="817225" cy="979259"/>
          </a:xfrm>
          <a:prstGeom prst="foldedCorner">
            <a:avLst/>
          </a:prstGeom>
          <a:solidFill>
            <a:srgbClr val="92D050">
              <a:alpha val="8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Lirosoma</a:t>
            </a:r>
            <a:endParaRPr kumimoji="0" 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/>
              <a:t>Genome</a:t>
            </a:r>
            <a:endParaRPr kumimoji="0" 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6D36D99-5BA5-5920-F8C5-8041B9D06784}"/>
              </a:ext>
            </a:extLst>
          </p:cNvPr>
          <p:cNvGrpSpPr/>
          <p:nvPr/>
        </p:nvGrpSpPr>
        <p:grpSpPr>
          <a:xfrm>
            <a:off x="252497" y="4293364"/>
            <a:ext cx="4567021" cy="1701833"/>
            <a:chOff x="-1005684" y="4730537"/>
            <a:chExt cx="4567021" cy="1701833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30556BC-7415-0F00-6B60-E8E63518AB66}"/>
                </a:ext>
              </a:extLst>
            </p:cNvPr>
            <p:cNvSpPr txBox="1"/>
            <p:nvPr/>
          </p:nvSpPr>
          <p:spPr>
            <a:xfrm>
              <a:off x="-1005684" y="4730537"/>
              <a:ext cx="23719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623 Putative Operons</a:t>
              </a:r>
              <a:endParaRPr lang="en-US" sz="1200" b="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01D7547-BE19-67F4-FA3C-C4AABD13180A}"/>
                </a:ext>
              </a:extLst>
            </p:cNvPr>
            <p:cNvSpPr txBox="1"/>
            <p:nvPr/>
          </p:nvSpPr>
          <p:spPr>
            <a:xfrm>
              <a:off x="725854" y="5786039"/>
              <a:ext cx="283548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dirty="0"/>
                <a:t>586 with 2 genes (263.1 bp; 1-499)</a:t>
              </a:r>
            </a:p>
            <a:p>
              <a:r>
                <a:rPr lang="en-US" sz="1200" b="0" dirty="0"/>
                <a:t>  34 with 3 genes (292.9 bp; 3-500)</a:t>
              </a:r>
            </a:p>
            <a:p>
              <a:r>
                <a:rPr lang="en-US" sz="1200" b="0" dirty="0"/>
                <a:t>   3  with 4 genes (253.8 bp, 37-433)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01222FD-9C89-40BA-46DC-872096143CD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602424" y="5005022"/>
              <a:ext cx="156547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F0D204D-7E2E-06B2-C55F-8F5B38017C65}"/>
              </a:ext>
            </a:extLst>
          </p:cNvPr>
          <p:cNvGrpSpPr/>
          <p:nvPr/>
        </p:nvGrpSpPr>
        <p:grpSpPr>
          <a:xfrm>
            <a:off x="3926413" y="1687584"/>
            <a:ext cx="2635461" cy="4002373"/>
            <a:chOff x="3926413" y="1687584"/>
            <a:chExt cx="2635461" cy="4002373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5427E60-7BBE-03DF-89E5-11AEA068CD7B}"/>
                </a:ext>
              </a:extLst>
            </p:cNvPr>
            <p:cNvGrpSpPr/>
            <p:nvPr/>
          </p:nvGrpSpPr>
          <p:grpSpPr>
            <a:xfrm>
              <a:off x="4404182" y="1687584"/>
              <a:ext cx="2157692" cy="4002373"/>
              <a:chOff x="4404182" y="1687584"/>
              <a:chExt cx="2157692" cy="4002373"/>
            </a:xfrm>
          </p:grpSpPr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4E8A21E-E187-AC99-651B-06DD80684E6E}"/>
                  </a:ext>
                </a:extLst>
              </p:cNvPr>
              <p:cNvSpPr/>
              <p:nvPr/>
            </p:nvSpPr>
            <p:spPr bwMode="auto">
              <a:xfrm flipH="1" flipV="1">
                <a:off x="4404182" y="1687584"/>
                <a:ext cx="1139028" cy="1945084"/>
              </a:xfrm>
              <a:custGeom>
                <a:avLst/>
                <a:gdLst>
                  <a:gd name="connsiteX0" fmla="*/ 497711 w 497711"/>
                  <a:gd name="connsiteY0" fmla="*/ 2442259 h 2442259"/>
                  <a:gd name="connsiteX1" fmla="*/ 0 w 497711"/>
                  <a:gd name="connsiteY1" fmla="*/ 0 h 2442259"/>
                  <a:gd name="connsiteX0" fmla="*/ 803366 w 803366"/>
                  <a:gd name="connsiteY0" fmla="*/ 2442259 h 2442259"/>
                  <a:gd name="connsiteX1" fmla="*/ 305655 w 803366"/>
                  <a:gd name="connsiteY1" fmla="*/ 0 h 2442259"/>
                  <a:gd name="connsiteX0" fmla="*/ 950984 w 950984"/>
                  <a:gd name="connsiteY0" fmla="*/ 2442259 h 2442259"/>
                  <a:gd name="connsiteX1" fmla="*/ 453273 w 950984"/>
                  <a:gd name="connsiteY1" fmla="*/ 0 h 2442259"/>
                  <a:gd name="connsiteX0" fmla="*/ 479025 w 918863"/>
                  <a:gd name="connsiteY0" fmla="*/ 2349661 h 2349661"/>
                  <a:gd name="connsiteX1" fmla="*/ 918863 w 918863"/>
                  <a:gd name="connsiteY1" fmla="*/ 0 h 2349661"/>
                  <a:gd name="connsiteX0" fmla="*/ 444240 w 999825"/>
                  <a:gd name="connsiteY0" fmla="*/ 2210765 h 2210765"/>
                  <a:gd name="connsiteX1" fmla="*/ 999825 w 999825"/>
                  <a:gd name="connsiteY1" fmla="*/ 0 h 2210765"/>
                  <a:gd name="connsiteX0" fmla="*/ 523378 w 1078963"/>
                  <a:gd name="connsiteY0" fmla="*/ 2212177 h 2212177"/>
                  <a:gd name="connsiteX1" fmla="*/ 1078963 w 1078963"/>
                  <a:gd name="connsiteY1" fmla="*/ 1412 h 2212177"/>
                  <a:gd name="connsiteX0" fmla="*/ 457456 w 1221385"/>
                  <a:gd name="connsiteY0" fmla="*/ 1992492 h 1992492"/>
                  <a:gd name="connsiteX1" fmla="*/ 1221385 w 1221385"/>
                  <a:gd name="connsiteY1" fmla="*/ 1646 h 1992492"/>
                  <a:gd name="connsiteX0" fmla="*/ 532843 w 1296772"/>
                  <a:gd name="connsiteY0" fmla="*/ 1990846 h 1990846"/>
                  <a:gd name="connsiteX1" fmla="*/ 1296772 w 1296772"/>
                  <a:gd name="connsiteY1" fmla="*/ 0 h 1990846"/>
                  <a:gd name="connsiteX0" fmla="*/ 1720841 w 1720841"/>
                  <a:gd name="connsiteY0" fmla="*/ 2837736 h 2837736"/>
                  <a:gd name="connsiteX1" fmla="*/ 556266 w 1720841"/>
                  <a:gd name="connsiteY1" fmla="*/ 0 h 2837736"/>
                  <a:gd name="connsiteX0" fmla="*/ 1164574 w 1164574"/>
                  <a:gd name="connsiteY0" fmla="*/ 2837736 h 2837736"/>
                  <a:gd name="connsiteX1" fmla="*/ -1 w 1164574"/>
                  <a:gd name="connsiteY1" fmla="*/ 0 h 2837736"/>
                  <a:gd name="connsiteX0" fmla="*/ 1789043 w 1789043"/>
                  <a:gd name="connsiteY0" fmla="*/ 2781276 h 2781276"/>
                  <a:gd name="connsiteX1" fmla="*/ 0 w 1789043"/>
                  <a:gd name="connsiteY1" fmla="*/ 0 h 2781276"/>
                  <a:gd name="connsiteX0" fmla="*/ 1789043 w 1789043"/>
                  <a:gd name="connsiteY0" fmla="*/ 2781276 h 2781276"/>
                  <a:gd name="connsiteX1" fmla="*/ 0 w 1789043"/>
                  <a:gd name="connsiteY1" fmla="*/ 0 h 2781276"/>
                  <a:gd name="connsiteX0" fmla="*/ 1954343 w 1954343"/>
                  <a:gd name="connsiteY0" fmla="*/ 2837736 h 2837736"/>
                  <a:gd name="connsiteX1" fmla="*/ 0 w 1954343"/>
                  <a:gd name="connsiteY1" fmla="*/ 0 h 2837736"/>
                  <a:gd name="connsiteX0" fmla="*/ 1807409 w 1807409"/>
                  <a:gd name="connsiteY0" fmla="*/ 2371947 h 2371947"/>
                  <a:gd name="connsiteX1" fmla="*/ 0 w 1807409"/>
                  <a:gd name="connsiteY1" fmla="*/ 0 h 237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7409" h="2371947">
                    <a:moveTo>
                      <a:pt x="1807409" y="2371947"/>
                    </a:moveTo>
                    <a:cubicBezTo>
                      <a:pt x="967400" y="2194442"/>
                      <a:pt x="28541" y="1236408"/>
                      <a:pt x="0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36D6205-5F9F-80EB-CFE2-A2FA53046A18}"/>
                  </a:ext>
                </a:extLst>
              </p:cNvPr>
              <p:cNvSpPr txBox="1"/>
              <p:nvPr/>
            </p:nvSpPr>
            <p:spPr>
              <a:xfrm>
                <a:off x="5045101" y="3750965"/>
                <a:ext cx="137254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*g9 *g10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*g27 *g28 *g29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*g62 -g63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*g78 *g79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*g84 *g85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*g98 *g99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*g106 *g107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*g109 -g110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*g175 *g176</a:t>
                </a:r>
              </a:p>
              <a:p>
                <a:r>
                  <a:rPr lang="en-US" sz="1200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*g178 *g179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099871E-945E-991B-0E18-13D98923D2FF}"/>
                  </a:ext>
                </a:extLst>
              </p:cNvPr>
              <p:cNvSpPr txBox="1"/>
              <p:nvPr/>
            </p:nvSpPr>
            <p:spPr>
              <a:xfrm>
                <a:off x="4667358" y="3545627"/>
                <a:ext cx="18945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Genes w/wo TSL</a:t>
                </a:r>
                <a:endParaRPr lang="en-US" sz="1200" b="0" dirty="0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51DF2C3-B320-B8E1-2581-86FCE4BFEA1D}"/>
                </a:ext>
              </a:extLst>
            </p:cNvPr>
            <p:cNvSpPr txBox="1"/>
            <p:nvPr/>
          </p:nvSpPr>
          <p:spPr>
            <a:xfrm>
              <a:off x="3926413" y="2043623"/>
              <a:ext cx="122138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err="1"/>
                <a:t>BLASTn</a:t>
              </a:r>
              <a:r>
                <a:rPr lang="en-US" sz="1200" dirty="0"/>
                <a:t> </a:t>
              </a:r>
            </a:p>
            <a:p>
              <a:pPr algn="ctr"/>
              <a:r>
                <a:rPr lang="en-US" sz="1200" b="0" dirty="0"/>
                <a:t>(-</a:t>
              </a:r>
              <a:r>
                <a:rPr lang="en-US" sz="1200" b="0" dirty="0" err="1"/>
                <a:t>evalue</a:t>
              </a:r>
              <a:r>
                <a:rPr lang="en-US" sz="1200" b="0" dirty="0"/>
                <a:t> 1e-10)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A1FA099-F7AF-B357-3FBD-5A20A6C79BE2}"/>
              </a:ext>
            </a:extLst>
          </p:cNvPr>
          <p:cNvGrpSpPr/>
          <p:nvPr/>
        </p:nvGrpSpPr>
        <p:grpSpPr>
          <a:xfrm>
            <a:off x="6830049" y="3182813"/>
            <a:ext cx="1919063" cy="1057818"/>
            <a:chOff x="6919989" y="3182813"/>
            <a:chExt cx="1919063" cy="1057818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949EF42-63B9-23BF-8CF5-B8FB201AE47A}"/>
                </a:ext>
              </a:extLst>
            </p:cNvPr>
            <p:cNvSpPr txBox="1"/>
            <p:nvPr/>
          </p:nvSpPr>
          <p:spPr>
            <a:xfrm>
              <a:off x="8225371" y="3489354"/>
              <a:ext cx="61368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586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D9DC7CE-B6E7-34DB-25FD-C7AEA8429121}"/>
                </a:ext>
              </a:extLst>
            </p:cNvPr>
            <p:cNvSpPr/>
            <p:nvPr/>
          </p:nvSpPr>
          <p:spPr bwMode="auto">
            <a:xfrm>
              <a:off x="6919989" y="3182813"/>
              <a:ext cx="1894515" cy="1057818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090CB68-95A0-20F6-33A5-4620D8D724AD}"/>
              </a:ext>
            </a:extLst>
          </p:cNvPr>
          <p:cNvGrpSpPr/>
          <p:nvPr/>
        </p:nvGrpSpPr>
        <p:grpSpPr>
          <a:xfrm>
            <a:off x="6826014" y="4355739"/>
            <a:ext cx="1894515" cy="1334217"/>
            <a:chOff x="6944412" y="4355739"/>
            <a:chExt cx="1894515" cy="1334217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BF8A3D-82F5-A71B-973F-9DD31390F90D}"/>
                </a:ext>
              </a:extLst>
            </p:cNvPr>
            <p:cNvSpPr/>
            <p:nvPr/>
          </p:nvSpPr>
          <p:spPr bwMode="auto">
            <a:xfrm>
              <a:off x="6944412" y="4355739"/>
              <a:ext cx="1894515" cy="1334217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4A666B-6B69-6338-6BE0-5DCD5D7068DB}"/>
                </a:ext>
              </a:extLst>
            </p:cNvPr>
            <p:cNvSpPr txBox="1"/>
            <p:nvPr/>
          </p:nvSpPr>
          <p:spPr>
            <a:xfrm>
              <a:off x="8370085" y="4712969"/>
              <a:ext cx="44441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33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64FC482-D483-18DB-4692-23C00A234E1E}"/>
              </a:ext>
            </a:extLst>
          </p:cNvPr>
          <p:cNvGrpSpPr/>
          <p:nvPr/>
        </p:nvGrpSpPr>
        <p:grpSpPr>
          <a:xfrm>
            <a:off x="6827969" y="5784714"/>
            <a:ext cx="1976560" cy="566420"/>
            <a:chOff x="6944412" y="5784714"/>
            <a:chExt cx="1976560" cy="56642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30E5286-4198-A531-7AD4-3419713765D6}"/>
                </a:ext>
              </a:extLst>
            </p:cNvPr>
            <p:cNvSpPr/>
            <p:nvPr/>
          </p:nvSpPr>
          <p:spPr bwMode="auto">
            <a:xfrm>
              <a:off x="6944412" y="5784714"/>
              <a:ext cx="1894515" cy="566420"/>
            </a:xfrm>
            <a:prstGeom prst="rect">
              <a:avLst/>
            </a:prstGeom>
            <a:noFill/>
            <a:ln w="9525" cap="flat" cmpd="sng" algn="ctr">
              <a:solidFill>
                <a:srgbClr val="02BF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FD52DF1-35B1-5259-2F44-162AD04A2163}"/>
                </a:ext>
              </a:extLst>
            </p:cNvPr>
            <p:cNvSpPr txBox="1"/>
            <p:nvPr/>
          </p:nvSpPr>
          <p:spPr>
            <a:xfrm>
              <a:off x="8476553" y="5834439"/>
              <a:ext cx="44441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EE7024E8-539F-F5CE-6A4A-1EEF84D08BFA}"/>
              </a:ext>
            </a:extLst>
          </p:cNvPr>
          <p:cNvSpPr txBox="1"/>
          <p:nvPr/>
        </p:nvSpPr>
        <p:spPr>
          <a:xfrm>
            <a:off x="941725" y="3770705"/>
            <a:ext cx="1394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1286 genes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901EEBB-22AD-162F-5450-701B321D6EB4}"/>
              </a:ext>
            </a:extLst>
          </p:cNvPr>
          <p:cNvCxnSpPr/>
          <p:nvPr/>
        </p:nvCxnSpPr>
        <p:spPr bwMode="auto">
          <a:xfrm>
            <a:off x="1381099" y="4047704"/>
            <a:ext cx="0" cy="2839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</p:spPr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810283F-6247-EDDC-2A80-1A73754D7D09}"/>
              </a:ext>
            </a:extLst>
          </p:cNvPr>
          <p:cNvGrpSpPr/>
          <p:nvPr/>
        </p:nvGrpSpPr>
        <p:grpSpPr>
          <a:xfrm>
            <a:off x="5136265" y="844949"/>
            <a:ext cx="3559952" cy="2193477"/>
            <a:chOff x="5136265" y="844949"/>
            <a:chExt cx="3559952" cy="2193477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E1FAE5D-A171-9DE6-5C25-3FE7163F0A50}"/>
                </a:ext>
              </a:extLst>
            </p:cNvPr>
            <p:cNvGrpSpPr/>
            <p:nvPr/>
          </p:nvGrpSpPr>
          <p:grpSpPr>
            <a:xfrm>
              <a:off x="5136265" y="844949"/>
              <a:ext cx="3242940" cy="2193477"/>
              <a:chOff x="5136265" y="844949"/>
              <a:chExt cx="3242940" cy="2193477"/>
            </a:xfrm>
          </p:grpSpPr>
          <p:sp>
            <p:nvSpPr>
              <p:cNvPr id="56" name="Folded Corner 55">
                <a:extLst>
                  <a:ext uri="{FF2B5EF4-FFF2-40B4-BE49-F238E27FC236}">
                    <a16:creationId xmlns:a16="http://schemas.microsoft.com/office/drawing/2014/main" id="{9B4893BA-6C9D-734F-7CD4-EDAE1882DF3E}"/>
                  </a:ext>
                </a:extLst>
              </p:cNvPr>
              <p:cNvSpPr/>
              <p:nvPr/>
            </p:nvSpPr>
            <p:spPr bwMode="auto">
              <a:xfrm>
                <a:off x="7561980" y="844949"/>
                <a:ext cx="817225" cy="979259"/>
              </a:xfrm>
              <a:prstGeom prst="foldedCorner">
                <a:avLst/>
              </a:prstGeom>
              <a:solidFill>
                <a:srgbClr val="FFF8C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Lirosoma</a:t>
                </a:r>
                <a:endPara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/>
                  <a:t>Raw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IsoSeq</a:t>
                </a:r>
                <a:endPara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/>
                  <a:t>Reads</a:t>
                </a:r>
                <a:endPara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7" name="Folded Corner 76">
                <a:extLst>
                  <a:ext uri="{FF2B5EF4-FFF2-40B4-BE49-F238E27FC236}">
                    <a16:creationId xmlns:a16="http://schemas.microsoft.com/office/drawing/2014/main" id="{EBCF1552-D094-E70B-D15B-EFB2F64B2F0C}"/>
                  </a:ext>
                </a:extLst>
              </p:cNvPr>
              <p:cNvSpPr/>
              <p:nvPr/>
            </p:nvSpPr>
            <p:spPr bwMode="auto">
              <a:xfrm>
                <a:off x="5136265" y="2008758"/>
                <a:ext cx="817225" cy="1029668"/>
              </a:xfrm>
              <a:prstGeom prst="foldedCorner">
                <a:avLst/>
              </a:prstGeom>
              <a:solidFill>
                <a:srgbClr val="F07A86">
                  <a:alpha val="72000"/>
                </a:srgb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sz="1100" dirty="0"/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/>
                  <a:t>BLAST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DB</a:t>
                </a: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EF1DC0F1-8E41-97EB-EE40-774AF849E50D}"/>
                  </a:ext>
                </a:extLst>
              </p:cNvPr>
              <p:cNvSpPr/>
              <p:nvPr/>
            </p:nvSpPr>
            <p:spPr bwMode="auto">
              <a:xfrm flipV="1">
                <a:off x="5617063" y="1221829"/>
                <a:ext cx="1894516" cy="704784"/>
              </a:xfrm>
              <a:custGeom>
                <a:avLst/>
                <a:gdLst>
                  <a:gd name="connsiteX0" fmla="*/ 497711 w 497711"/>
                  <a:gd name="connsiteY0" fmla="*/ 2442259 h 2442259"/>
                  <a:gd name="connsiteX1" fmla="*/ 0 w 497711"/>
                  <a:gd name="connsiteY1" fmla="*/ 0 h 2442259"/>
                  <a:gd name="connsiteX0" fmla="*/ 803366 w 803366"/>
                  <a:gd name="connsiteY0" fmla="*/ 2442259 h 2442259"/>
                  <a:gd name="connsiteX1" fmla="*/ 305655 w 803366"/>
                  <a:gd name="connsiteY1" fmla="*/ 0 h 2442259"/>
                  <a:gd name="connsiteX0" fmla="*/ 950984 w 950984"/>
                  <a:gd name="connsiteY0" fmla="*/ 2442259 h 2442259"/>
                  <a:gd name="connsiteX1" fmla="*/ 453273 w 950984"/>
                  <a:gd name="connsiteY1" fmla="*/ 0 h 2442259"/>
                  <a:gd name="connsiteX0" fmla="*/ 479025 w 918863"/>
                  <a:gd name="connsiteY0" fmla="*/ 2349661 h 2349661"/>
                  <a:gd name="connsiteX1" fmla="*/ 918863 w 918863"/>
                  <a:gd name="connsiteY1" fmla="*/ 0 h 2349661"/>
                  <a:gd name="connsiteX0" fmla="*/ 444240 w 999825"/>
                  <a:gd name="connsiteY0" fmla="*/ 2210765 h 2210765"/>
                  <a:gd name="connsiteX1" fmla="*/ 999825 w 999825"/>
                  <a:gd name="connsiteY1" fmla="*/ 0 h 2210765"/>
                  <a:gd name="connsiteX0" fmla="*/ 523378 w 1078963"/>
                  <a:gd name="connsiteY0" fmla="*/ 2212177 h 2212177"/>
                  <a:gd name="connsiteX1" fmla="*/ 1078963 w 1078963"/>
                  <a:gd name="connsiteY1" fmla="*/ 1412 h 2212177"/>
                  <a:gd name="connsiteX0" fmla="*/ 457456 w 1221385"/>
                  <a:gd name="connsiteY0" fmla="*/ 1992492 h 1992492"/>
                  <a:gd name="connsiteX1" fmla="*/ 1221385 w 1221385"/>
                  <a:gd name="connsiteY1" fmla="*/ 1646 h 1992492"/>
                  <a:gd name="connsiteX0" fmla="*/ 532843 w 1296772"/>
                  <a:gd name="connsiteY0" fmla="*/ 1990846 h 1990846"/>
                  <a:gd name="connsiteX1" fmla="*/ 1296772 w 1296772"/>
                  <a:gd name="connsiteY1" fmla="*/ 0 h 1990846"/>
                  <a:gd name="connsiteX0" fmla="*/ 1720841 w 1720841"/>
                  <a:gd name="connsiteY0" fmla="*/ 2837736 h 2837736"/>
                  <a:gd name="connsiteX1" fmla="*/ 556266 w 1720841"/>
                  <a:gd name="connsiteY1" fmla="*/ 0 h 2837736"/>
                  <a:gd name="connsiteX0" fmla="*/ 1164574 w 1164574"/>
                  <a:gd name="connsiteY0" fmla="*/ 2837736 h 2837736"/>
                  <a:gd name="connsiteX1" fmla="*/ -1 w 1164574"/>
                  <a:gd name="connsiteY1" fmla="*/ 0 h 2837736"/>
                  <a:gd name="connsiteX0" fmla="*/ 1789043 w 1789043"/>
                  <a:gd name="connsiteY0" fmla="*/ 2781276 h 2781276"/>
                  <a:gd name="connsiteX1" fmla="*/ 0 w 1789043"/>
                  <a:gd name="connsiteY1" fmla="*/ 0 h 2781276"/>
                  <a:gd name="connsiteX0" fmla="*/ 1789043 w 1789043"/>
                  <a:gd name="connsiteY0" fmla="*/ 2781276 h 2781276"/>
                  <a:gd name="connsiteX1" fmla="*/ 0 w 1789043"/>
                  <a:gd name="connsiteY1" fmla="*/ 0 h 2781276"/>
                  <a:gd name="connsiteX0" fmla="*/ 1954343 w 1954343"/>
                  <a:gd name="connsiteY0" fmla="*/ 2837736 h 2837736"/>
                  <a:gd name="connsiteX1" fmla="*/ 0 w 1954343"/>
                  <a:gd name="connsiteY1" fmla="*/ 0 h 2837736"/>
                  <a:gd name="connsiteX0" fmla="*/ 1807409 w 1807409"/>
                  <a:gd name="connsiteY0" fmla="*/ 2371947 h 2371947"/>
                  <a:gd name="connsiteX1" fmla="*/ 0 w 1807409"/>
                  <a:gd name="connsiteY1" fmla="*/ 0 h 237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7409" h="2371947">
                    <a:moveTo>
                      <a:pt x="1807409" y="2371947"/>
                    </a:moveTo>
                    <a:cubicBezTo>
                      <a:pt x="967400" y="2194442"/>
                      <a:pt x="28541" y="1236408"/>
                      <a:pt x="0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8" name="Folded Corner 57">
                <a:extLst>
                  <a:ext uri="{FF2B5EF4-FFF2-40B4-BE49-F238E27FC236}">
                    <a16:creationId xmlns:a16="http://schemas.microsoft.com/office/drawing/2014/main" id="{22674EBF-1DB8-B3F1-BC16-3B0039E06693}"/>
                  </a:ext>
                </a:extLst>
              </p:cNvPr>
              <p:cNvSpPr/>
              <p:nvPr/>
            </p:nvSpPr>
            <p:spPr bwMode="auto">
              <a:xfrm>
                <a:off x="6239633" y="979090"/>
                <a:ext cx="817225" cy="1029668"/>
              </a:xfrm>
              <a:prstGeom prst="foldedCorner">
                <a:avLst/>
              </a:prstGeom>
              <a:solidFill>
                <a:srgbClr val="FFF8C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Lirosoma</a:t>
                </a:r>
                <a:endPara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/>
                  <a:t>Raw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IsoSeq</a:t>
                </a:r>
                <a:endPara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/>
                  <a:t>Reads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with TSL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F550659-439B-0C43-AA0E-2E947A93620B}"/>
                </a:ext>
              </a:extLst>
            </p:cNvPr>
            <p:cNvSpPr txBox="1"/>
            <p:nvPr/>
          </p:nvSpPr>
          <p:spPr>
            <a:xfrm>
              <a:off x="6201696" y="2017198"/>
              <a:ext cx="11008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dirty="0"/>
                <a:t>1,564,086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9715DC9-5758-22AE-307B-77545B6782F6}"/>
                </a:ext>
              </a:extLst>
            </p:cNvPr>
            <p:cNvSpPr txBox="1"/>
            <p:nvPr/>
          </p:nvSpPr>
          <p:spPr>
            <a:xfrm>
              <a:off x="7519938" y="1846548"/>
              <a:ext cx="117627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dirty="0"/>
                <a:t>4,292,478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11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FF341-6853-6D67-ECB1-3EDC1D9D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4B274-C013-8332-1273-60196C215434}"/>
              </a:ext>
            </a:extLst>
          </p:cNvPr>
          <p:cNvSpPr txBox="1"/>
          <p:nvPr/>
        </p:nvSpPr>
        <p:spPr>
          <a:xfrm>
            <a:off x="3046655" y="1048127"/>
            <a:ext cx="242599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861 * *</a:t>
            </a:r>
          </a:p>
          <a:p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214 * -</a:t>
            </a:r>
          </a:p>
          <a:p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218 - *</a:t>
            </a:r>
          </a:p>
          <a:p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366 - -</a:t>
            </a:r>
            <a:endParaRPr lang="en-US" sz="1500" b="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50 * * *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8 * * -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6 * - *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15 - * *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7 * - -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4 - * -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6 - - *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20 - - -</a:t>
            </a:r>
            <a:endParaRPr lang="en-US" sz="1500" b="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500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 * * * *</a:t>
            </a:r>
          </a:p>
          <a:p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* - * *</a:t>
            </a:r>
          </a:p>
          <a:p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* * - -</a:t>
            </a:r>
          </a:p>
          <a:p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* - - -</a:t>
            </a:r>
          </a:p>
          <a:p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1 - * - -</a:t>
            </a:r>
          </a:p>
          <a:p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4 - - - -</a:t>
            </a:r>
            <a:endParaRPr lang="en-US" sz="1500" b="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500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US" sz="1500" b="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* * * * -</a:t>
            </a:r>
          </a:p>
          <a:p>
            <a:r>
              <a:rPr lang="en-US" sz="1500" b="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* - * * -</a:t>
            </a:r>
          </a:p>
          <a:p>
            <a:r>
              <a:rPr lang="en-US" sz="1500" b="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1 - - * * *</a:t>
            </a:r>
            <a:endParaRPr lang="en-US" sz="1500" b="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500" b="0" dirty="0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1 - </a:t>
            </a:r>
            <a:r>
              <a:rPr lang="en-US" sz="1200" b="0" dirty="0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x15</a:t>
            </a:r>
            <a:r>
              <a:rPr lang="en-US" sz="1500" b="0" dirty="0">
                <a:solidFill>
                  <a:srgbClr val="7030A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2D1A762-C968-F121-8DC7-4230022DBC8D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B1E6AE-052E-0D94-0EE4-F1A7E96EB552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0933DD37-AC6B-94EE-B5F3-2099CB7CF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843" y="137180"/>
            <a:ext cx="66479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 and Operons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81672-16CF-64B8-7C69-77FE806F5287}"/>
              </a:ext>
            </a:extLst>
          </p:cNvPr>
          <p:cNvSpPr txBox="1"/>
          <p:nvPr/>
        </p:nvSpPr>
        <p:spPr>
          <a:xfrm>
            <a:off x="843737" y="759523"/>
            <a:ext cx="15593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16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16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65F49-599B-61CF-42A0-C396CBD1F8EB}"/>
              </a:ext>
            </a:extLst>
          </p:cNvPr>
          <p:cNvSpPr txBox="1"/>
          <p:nvPr/>
        </p:nvSpPr>
        <p:spPr>
          <a:xfrm>
            <a:off x="3454864" y="759523"/>
            <a:ext cx="2022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105 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66D37-1CD2-A475-C958-2B987BE92711}"/>
              </a:ext>
            </a:extLst>
          </p:cNvPr>
          <p:cNvSpPr txBox="1"/>
          <p:nvPr/>
        </p:nvSpPr>
        <p:spPr>
          <a:xfrm>
            <a:off x="5974711" y="759523"/>
            <a:ext cx="2022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AEP 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776E3-7C5E-C59C-3015-B268DA00D9F8}"/>
              </a:ext>
            </a:extLst>
          </p:cNvPr>
          <p:cNvSpPr txBox="1"/>
          <p:nvPr/>
        </p:nvSpPr>
        <p:spPr>
          <a:xfrm>
            <a:off x="760655" y="4914840"/>
            <a:ext cx="2425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1644 genes</a:t>
            </a:r>
          </a:p>
          <a:p>
            <a:r>
              <a:rPr lang="en-US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795 putative operons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30A76-1DF5-D115-C0AE-34F2EE6BC7F8}"/>
              </a:ext>
            </a:extLst>
          </p:cNvPr>
          <p:cNvSpPr txBox="1"/>
          <p:nvPr/>
        </p:nvSpPr>
        <p:spPr>
          <a:xfrm>
            <a:off x="5542877" y="1048127"/>
            <a:ext cx="2425996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latin typeface="Menlo" panose="020B0609030804020204" pitchFamily="49" charset="0"/>
              </a:rPr>
              <a:t>    </a:t>
            </a:r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</a:rPr>
              <a:t>476 * *</a:t>
            </a:r>
          </a:p>
          <a:p>
            <a:r>
              <a:rPr lang="en-US" sz="1500" b="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    106 * -</a:t>
            </a:r>
          </a:p>
          <a:p>
            <a:r>
              <a:rPr lang="en-US" sz="1500" b="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    123 - *</a:t>
            </a:r>
          </a:p>
          <a:p>
            <a:r>
              <a:rPr lang="en-US" sz="1500" b="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    684 - -</a:t>
            </a:r>
          </a:p>
          <a:p>
            <a:r>
              <a:rPr lang="en-US" sz="1500" b="0" dirty="0">
                <a:effectLst/>
                <a:latin typeface="Menlo" panose="020B0609030804020204" pitchFamily="49" charset="0"/>
              </a:rPr>
              <a:t>     </a:t>
            </a:r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23 * * *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     8 * * -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     3 * - *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9 - * *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     3 * - -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     1 - * -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     4 - - *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     50 - - -</a:t>
            </a:r>
          </a:p>
          <a:p>
            <a:r>
              <a:rPr lang="en-US" sz="1500" b="0" dirty="0">
                <a:latin typeface="Menlo" panose="020B0609030804020204" pitchFamily="49" charset="0"/>
              </a:rPr>
              <a:t>      </a:t>
            </a:r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</a:rPr>
              <a:t>2 * * * *</a:t>
            </a:r>
          </a:p>
          <a:p>
            <a:r>
              <a:rPr lang="en-US" sz="1500" b="0" dirty="0">
                <a:solidFill>
                  <a:srgbClr val="02BFC4"/>
                </a:solidFill>
                <a:effectLst/>
                <a:latin typeface="Menlo" panose="020B0609030804020204" pitchFamily="49" charset="0"/>
              </a:rPr>
              <a:t>      1 - * * *</a:t>
            </a:r>
          </a:p>
          <a:p>
            <a:r>
              <a:rPr lang="en-US" sz="1500" b="0" dirty="0">
                <a:solidFill>
                  <a:srgbClr val="02BFC4"/>
                </a:solidFill>
                <a:effectLst/>
                <a:latin typeface="Menlo" panose="020B0609030804020204" pitchFamily="49" charset="0"/>
              </a:rPr>
              <a:t>      3 - - - -</a:t>
            </a:r>
            <a:endParaRPr lang="en-US" sz="1500" b="0" dirty="0">
              <a:effectLst/>
              <a:latin typeface="Menlo" panose="020B0609030804020204" pitchFamily="49" charset="0"/>
            </a:endParaRPr>
          </a:p>
          <a:p>
            <a:r>
              <a:rPr lang="en-US" sz="1500" b="0" dirty="0">
                <a:solidFill>
                  <a:srgbClr val="00B050"/>
                </a:solidFill>
                <a:latin typeface="Menlo" panose="020B0609030804020204" pitchFamily="49" charset="0"/>
              </a:rPr>
              <a:t>      </a:t>
            </a:r>
            <a:r>
              <a:rPr lang="en-US" sz="15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4 - - - - -</a:t>
            </a:r>
            <a:endParaRPr lang="en-US" sz="1500" b="0" dirty="0">
              <a:effectLst/>
              <a:latin typeface="Menlo" panose="020B0609030804020204" pitchFamily="49" charset="0"/>
            </a:endParaRPr>
          </a:p>
          <a:p>
            <a:r>
              <a:rPr lang="en-US" sz="1500" b="0" dirty="0">
                <a:effectLst/>
                <a:latin typeface="Menlo" panose="020B0609030804020204" pitchFamily="49" charset="0"/>
              </a:rPr>
              <a:t>      </a:t>
            </a:r>
            <a:r>
              <a:rPr lang="en-US" sz="15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5 - </a:t>
            </a:r>
            <a:r>
              <a:rPr lang="en-US" sz="1200" b="0" dirty="0">
                <a:solidFill>
                  <a:srgbClr val="7030A0"/>
                </a:solidFill>
                <a:latin typeface="Menlo" panose="020B0609030804020204" pitchFamily="49" charset="0"/>
              </a:rPr>
              <a:t>x6</a:t>
            </a:r>
            <a:r>
              <a:rPr lang="en-US" sz="15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      </a:t>
            </a:r>
          </a:p>
          <a:p>
            <a:r>
              <a:rPr lang="en-US" sz="1500" b="0" dirty="0">
                <a:solidFill>
                  <a:srgbClr val="7030A0"/>
                </a:solidFill>
                <a:latin typeface="Menlo" panose="020B0609030804020204" pitchFamily="49" charset="0"/>
              </a:rPr>
              <a:t>      </a:t>
            </a:r>
            <a:r>
              <a:rPr lang="en-US" sz="15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2 - </a:t>
            </a:r>
            <a:r>
              <a:rPr lang="en-US" sz="12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x7</a:t>
            </a:r>
          </a:p>
          <a:p>
            <a:r>
              <a:rPr lang="en-US" sz="15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      1 - </a:t>
            </a:r>
            <a:r>
              <a:rPr lang="en-US" sz="12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x13 </a:t>
            </a:r>
          </a:p>
          <a:p>
            <a:r>
              <a:rPr lang="en-US" sz="15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      1 - </a:t>
            </a:r>
            <a:r>
              <a:rPr lang="en-US" sz="12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x25</a:t>
            </a:r>
          </a:p>
          <a:p>
            <a:r>
              <a:rPr lang="en-US" sz="15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      1 - </a:t>
            </a:r>
            <a:r>
              <a:rPr lang="en-US" sz="1200" b="0" dirty="0">
                <a:solidFill>
                  <a:srgbClr val="7030A0"/>
                </a:solidFill>
                <a:latin typeface="Menlo" panose="020B0609030804020204" pitchFamily="49" charset="0"/>
              </a:rPr>
              <a:t>x26</a:t>
            </a:r>
            <a:endParaRPr lang="en-US" sz="1200" b="0" dirty="0">
              <a:solidFill>
                <a:srgbClr val="7030A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62BBE9-7AFC-11EF-C9F4-9BED0E417E27}"/>
              </a:ext>
            </a:extLst>
          </p:cNvPr>
          <p:cNvSpPr txBox="1"/>
          <p:nvPr/>
        </p:nvSpPr>
        <p:spPr>
          <a:xfrm>
            <a:off x="3240620" y="6123668"/>
            <a:ext cx="2549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3756 genes</a:t>
            </a:r>
          </a:p>
          <a:p>
            <a:r>
              <a:rPr lang="en-US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1794 putative operons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BDB61-9379-C294-EACE-24975B57B49F}"/>
              </a:ext>
            </a:extLst>
          </p:cNvPr>
          <p:cNvSpPr txBox="1"/>
          <p:nvPr/>
        </p:nvSpPr>
        <p:spPr>
          <a:xfrm>
            <a:off x="5810981" y="5894359"/>
            <a:ext cx="2549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3233 genes</a:t>
            </a:r>
          </a:p>
          <a:p>
            <a:r>
              <a:rPr lang="en-US" b="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1510 putative operons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933117-5945-934A-3A9E-4A36678DCD54}"/>
              </a:ext>
            </a:extLst>
          </p:cNvPr>
          <p:cNvCxnSpPr>
            <a:cxnSpLocks/>
          </p:cNvCxnSpPr>
          <p:nvPr/>
        </p:nvCxnSpPr>
        <p:spPr bwMode="auto">
          <a:xfrm>
            <a:off x="760655" y="4874417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2E30F2-8393-0738-BA32-A03BC714348B}"/>
              </a:ext>
            </a:extLst>
          </p:cNvPr>
          <p:cNvCxnSpPr>
            <a:cxnSpLocks/>
          </p:cNvCxnSpPr>
          <p:nvPr/>
        </p:nvCxnSpPr>
        <p:spPr bwMode="auto">
          <a:xfrm>
            <a:off x="3237509" y="6114057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10C611-7EF1-6A80-2ACC-A9757D221EB9}"/>
              </a:ext>
            </a:extLst>
          </p:cNvPr>
          <p:cNvCxnSpPr>
            <a:cxnSpLocks/>
          </p:cNvCxnSpPr>
          <p:nvPr/>
        </p:nvCxnSpPr>
        <p:spPr bwMode="auto">
          <a:xfrm>
            <a:off x="5714363" y="5894359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52AD68-2F6A-34AC-5210-2916EB780794}"/>
              </a:ext>
            </a:extLst>
          </p:cNvPr>
          <p:cNvCxnSpPr>
            <a:cxnSpLocks/>
          </p:cNvCxnSpPr>
          <p:nvPr/>
        </p:nvCxnSpPr>
        <p:spPr bwMode="auto">
          <a:xfrm>
            <a:off x="760655" y="1048127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21FF10-E621-A47D-7DA5-4F8D5283E863}"/>
              </a:ext>
            </a:extLst>
          </p:cNvPr>
          <p:cNvCxnSpPr>
            <a:cxnSpLocks/>
          </p:cNvCxnSpPr>
          <p:nvPr/>
        </p:nvCxnSpPr>
        <p:spPr bwMode="auto">
          <a:xfrm>
            <a:off x="3237509" y="1057738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26B897F-9982-25EA-07D2-101C0390A84E}"/>
              </a:ext>
            </a:extLst>
          </p:cNvPr>
          <p:cNvCxnSpPr>
            <a:cxnSpLocks/>
          </p:cNvCxnSpPr>
          <p:nvPr/>
        </p:nvCxnSpPr>
        <p:spPr bwMode="auto">
          <a:xfrm>
            <a:off x="5714363" y="1067349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13165A1-4197-8EB9-4B1A-8FEB51DEE546}"/>
              </a:ext>
            </a:extLst>
          </p:cNvPr>
          <p:cNvSpPr txBox="1"/>
          <p:nvPr/>
        </p:nvSpPr>
        <p:spPr>
          <a:xfrm>
            <a:off x="973992" y="1048127"/>
            <a:ext cx="228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</a:rPr>
              <a:t>573 * *</a:t>
            </a:r>
          </a:p>
          <a:p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</a:rPr>
              <a:t> 56 * -</a:t>
            </a:r>
          </a:p>
          <a:p>
            <a:r>
              <a:rPr lang="en-US" sz="1500" b="0" dirty="0">
                <a:solidFill>
                  <a:srgbClr val="0432FF"/>
                </a:solidFill>
                <a:latin typeface="Menlo" panose="020B0609030804020204" pitchFamily="49" charset="0"/>
              </a:rPr>
              <a:t> 49 - *</a:t>
            </a:r>
            <a:endParaRPr lang="en-US" sz="1500" b="0" dirty="0">
              <a:solidFill>
                <a:srgbClr val="0432FF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b="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 67 - -</a:t>
            </a:r>
          </a:p>
          <a:p>
            <a:r>
              <a:rPr lang="en-US" sz="1500" b="0" dirty="0">
                <a:latin typeface="Menlo" panose="020B0609030804020204" pitchFamily="49" charset="0"/>
              </a:rPr>
              <a:t> </a:t>
            </a:r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32 * * *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  1 * * -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  4 * - *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  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  1 * - -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 </a:t>
            </a:r>
          </a:p>
          <a:p>
            <a:r>
              <a:rPr lang="en-US" sz="1500" b="0" dirty="0">
                <a:solidFill>
                  <a:srgbClr val="FF0000"/>
                </a:solidFill>
                <a:latin typeface="Menlo" panose="020B0609030804020204" pitchFamily="49" charset="0"/>
              </a:rPr>
              <a:t>  </a:t>
            </a:r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1 - - *</a:t>
            </a:r>
          </a:p>
          <a:p>
            <a:r>
              <a:rPr lang="en-US" sz="15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 7 - - -</a:t>
            </a:r>
          </a:p>
          <a:p>
            <a:r>
              <a:rPr lang="en-US" sz="1500" b="0" dirty="0">
                <a:latin typeface="Menlo" panose="020B0609030804020204" pitchFamily="49" charset="0"/>
              </a:rPr>
              <a:t>  </a:t>
            </a:r>
            <a:r>
              <a:rPr lang="en-US" sz="1500" b="0" dirty="0">
                <a:solidFill>
                  <a:srgbClr val="02BFC4"/>
                </a:solidFill>
                <a:latin typeface="Menlo" panose="020B0609030804020204" pitchFamily="49" charset="0"/>
              </a:rPr>
              <a:t>3 * * * *</a:t>
            </a:r>
          </a:p>
          <a:p>
            <a:r>
              <a:rPr lang="en-US" sz="1500" b="0" dirty="0">
                <a:solidFill>
                  <a:srgbClr val="02BFC4"/>
                </a:solidFill>
                <a:effectLst/>
                <a:latin typeface="Menlo" panose="020B0609030804020204" pitchFamily="49" charset="0"/>
              </a:rPr>
              <a:t>  </a:t>
            </a:r>
          </a:p>
          <a:p>
            <a:endParaRPr lang="en-US" sz="1500" b="0" dirty="0">
              <a:solidFill>
                <a:srgbClr val="02BFC4"/>
              </a:solidFill>
              <a:latin typeface="Menlo" panose="020B0609030804020204" pitchFamily="49" charset="0"/>
            </a:endParaRPr>
          </a:p>
          <a:p>
            <a:r>
              <a:rPr lang="en-US" sz="1500" b="0" dirty="0">
                <a:solidFill>
                  <a:srgbClr val="02BFC4"/>
                </a:solidFill>
                <a:effectLst/>
                <a:latin typeface="Menlo" panose="020B0609030804020204" pitchFamily="49" charset="0"/>
              </a:rPr>
              <a:t>  1 * - - -</a:t>
            </a:r>
          </a:p>
        </p:txBody>
      </p:sp>
    </p:spTree>
    <p:extLst>
      <p:ext uri="{BB962C8B-B14F-4D97-AF65-F5344CB8AC3E}">
        <p14:creationId xmlns:p14="http://schemas.microsoft.com/office/powerpoint/2010/main" val="2623313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AD6BA-BCB2-7309-03C1-59F77621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DBB92A1-69A2-010B-497D-2FF2C6BB847D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411835-E69F-5E28-3D9C-0AFA03E76A87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848B320-D435-6BBE-F8C9-C2BFD302E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8124" y="137180"/>
            <a:ext cx="4682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105 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Operons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A53919-E290-962D-39FE-F0FDADFA5C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3183" y="721151"/>
            <a:ext cx="4433306" cy="57441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E5841-4DA8-4045-DD51-60067F4DA043}"/>
              </a:ext>
            </a:extLst>
          </p:cNvPr>
          <p:cNvSpPr txBox="1"/>
          <p:nvPr/>
        </p:nvSpPr>
        <p:spPr>
          <a:xfrm>
            <a:off x="3322963" y="6465333"/>
            <a:ext cx="53478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Chapman, </a:t>
            </a:r>
            <a:r>
              <a:rPr lang="en-US" b="0" dirty="0" err="1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Kirkness</a:t>
            </a:r>
            <a:r>
              <a:rPr lang="en-US" b="0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dirty="0" err="1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Simakov</a:t>
            </a:r>
            <a:r>
              <a:rPr lang="en-US" b="0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1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al. </a:t>
            </a:r>
            <a:r>
              <a:rPr lang="en-US" b="0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2010</a:t>
            </a:r>
            <a:r>
              <a:rPr lang="en-US" b="0" i="1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Nature </a:t>
            </a:r>
            <a:r>
              <a:rPr lang="en-US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464</a:t>
            </a:r>
            <a:r>
              <a:rPr lang="en-US" b="0" dirty="0">
                <a:solidFill>
                  <a:srgbClr val="29252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592-596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54462-6ACA-55DF-6769-FA9DD527A2D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40702" y="1068277"/>
            <a:ext cx="3779197" cy="536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590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605F3-080F-736D-E092-9EC2CECA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382F062-4A3D-940E-EE6A-F2CBD69F0706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4998BA-1B7C-76E0-451E-665D8450F5CD}"/>
              </a:ext>
            </a:extLst>
          </p:cNvPr>
          <p:cNvGrpSpPr/>
          <p:nvPr/>
        </p:nvGrpSpPr>
        <p:grpSpPr>
          <a:xfrm>
            <a:off x="549710" y="963544"/>
            <a:ext cx="5116506" cy="5616027"/>
            <a:chOff x="4166042" y="1391819"/>
            <a:chExt cx="5116506" cy="5616027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5546F752-7B24-B539-2143-AB366BFF7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70" y="1391819"/>
              <a:ext cx="4013778" cy="5616027"/>
              <a:chOff x="3917515" y="970768"/>
              <a:chExt cx="3035602" cy="4247670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3203F348-ECC5-D095-E31B-9C9753F3F1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656091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428A7F5E-EBB6-E74C-7356-E273288292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869656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D8510642-8E98-2D14-4885-F4CA8962C7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08322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984F645A-0CC3-68B2-1506-336A2294EA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59CD11E5-039C-4EE3-A311-C9E50B76CA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33598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02CFA1DC-D17F-553E-7D08-A947AD9CF4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D82D73C4-355E-6079-74D4-04C2F63A8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5" y="970768"/>
                <a:ext cx="1392002" cy="4247670"/>
                <a:chOff x="3800787" y="842795"/>
                <a:chExt cx="1875622" cy="5723429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11B3AA3E-01BA-0002-1BB2-8DE65A8503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7" y="1940395"/>
                  <a:ext cx="1482884" cy="3753756"/>
                  <a:chOff x="2876195" y="2045287"/>
                  <a:chExt cx="2690594" cy="4030750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FE7AEF3C-0F57-D65E-9A7F-96C88B1D35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5" y="2474820"/>
                    <a:ext cx="1058335" cy="187724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A3BAAB25-30E3-C33B-B5A7-59A9C810B7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6" y="2045287"/>
                    <a:ext cx="914854" cy="739010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8037F452-7A29-8B9B-CE78-E8E2D6D8C7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521694"/>
                    <a:ext cx="387004" cy="417342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52037156-80A7-C1E4-416A-44A031A2E0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2892" y="2366129"/>
                    <a:ext cx="501526" cy="305138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BDF76F2A-CC54-9717-14D2-E68A1BD299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73212843-3984-A8C3-C720-8D8C9E1E62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" name="Freeform 176">
                    <a:extLst>
                      <a:ext uri="{FF2B5EF4-FFF2-40B4-BE49-F238E27FC236}">
                        <a16:creationId xmlns:a16="http://schemas.microsoft.com/office/drawing/2014/main" id="{46290FEE-000C-F2F4-671C-FAB5BCEE7B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0343" y="3646793"/>
                    <a:ext cx="638118" cy="140107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 176">
                    <a:extLst>
                      <a:ext uri="{FF2B5EF4-FFF2-40B4-BE49-F238E27FC236}">
                        <a16:creationId xmlns:a16="http://schemas.microsoft.com/office/drawing/2014/main" id="{64E65B0C-0AA5-18E1-0F21-D52A53625D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7171" y="4469767"/>
                    <a:ext cx="946655" cy="1606270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80E0D799-DE4B-CFCB-F58C-0647A8DB1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824837" y="1728248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1E72B750-AEA0-B307-113A-FC66ECC18A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34408" y="2026879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02F5D9BB-AB24-3349-8845-B5F05B5D4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240AA2C3-8961-D753-2389-9449713593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0061" y="2309719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319F6056-4840-2373-5CBD-50C887757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44284608-E0CF-AD6C-AB22-A29E0E405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7020A89D-AD7E-1DDD-C5BD-C552CBAA5B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1EAD9F0D-C801-75D5-893A-25CAC61611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24562" y="5314376"/>
                  <a:ext cx="1837166" cy="66652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B02530F9-7FAA-75D8-3126-5F1D36109E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3682022" y="980972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" name="Isosceles Triangle 448">
                  <a:extLst>
                    <a:ext uri="{FF2B5EF4-FFF2-40B4-BE49-F238E27FC236}">
                      <a16:creationId xmlns:a16="http://schemas.microsoft.com/office/drawing/2014/main" id="{1687B383-CC9D-A4DD-252E-6358F932A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5091162" y="4031480"/>
                  <a:ext cx="108113" cy="33016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04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C660B1CE-77C7-2E39-50F6-953A9AC243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924" y="1083462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59AFD344-EEA5-37DD-F4AE-D9C575E0FB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D5043DF1-2A57-A06B-60AE-702F3F6AB6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96378" y="4418012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78293869-8511-4C44-9844-E1C91EC92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740484"/>
              <a:ext cx="825500" cy="2106420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60EF81-4F60-31CE-A4BB-075093249B13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39E0C5-EA48-D1DF-54C9-AA994851E140}"/>
                </a:ext>
              </a:extLst>
            </p:cNvPr>
            <p:cNvSpPr txBox="1"/>
            <p:nvPr/>
          </p:nvSpPr>
          <p:spPr>
            <a:xfrm>
              <a:off x="5264097" y="3651783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78B826-75E8-BBFC-0BAB-201BC8BBE385}"/>
                </a:ext>
              </a:extLst>
            </p:cNvPr>
            <p:cNvSpPr txBox="1"/>
            <p:nvPr/>
          </p:nvSpPr>
          <p:spPr>
            <a:xfrm>
              <a:off x="5645927" y="6090916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666F66-7D26-6A1C-AFC8-918D8B030975}"/>
                </a:ext>
              </a:extLst>
            </p:cNvPr>
            <p:cNvSpPr txBox="1"/>
            <p:nvPr/>
          </p:nvSpPr>
          <p:spPr>
            <a:xfrm>
              <a:off x="4166042" y="1448364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627C78F-8ABF-6559-0F96-6F00BC065B7E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9EA33C5D-9530-6CCC-E57C-D91623C42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359" y="4089863"/>
            <a:ext cx="12105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578929-3A36-6115-EDAE-CDB513E5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31" y="3959001"/>
            <a:ext cx="9557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dirty="0" err="1">
                <a:solidFill>
                  <a:srgbClr val="FF0487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FF0487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19232E9-F447-4710-3AC1-D4AF39EF6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199" y="137180"/>
            <a:ext cx="38956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genome projects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7ECDAC7-BA1A-DC78-D3F7-5DACA65B5C78}"/>
              </a:ext>
            </a:extLst>
          </p:cNvPr>
          <p:cNvGrpSpPr/>
          <p:nvPr/>
        </p:nvGrpSpPr>
        <p:grpSpPr>
          <a:xfrm>
            <a:off x="7589735" y="4471272"/>
            <a:ext cx="1501730" cy="1637645"/>
            <a:chOff x="6878159" y="1664842"/>
            <a:chExt cx="1501730" cy="1637645"/>
          </a:xfrm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3AD660F8-FE8F-98E5-0638-DDD013649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1664842"/>
              <a:ext cx="92993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PacBio HiFi</a:t>
              </a:r>
            </a:p>
          </p:txBody>
        </p: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9D07F812-B49A-3E58-2AB1-28445D301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2003392"/>
              <a:ext cx="86754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Nanopore</a:t>
              </a:r>
            </a:p>
          </p:txBody>
        </p: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EA609069-FEE3-5BB1-BB36-54E076E24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840" y="2341942"/>
              <a:ext cx="95090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HiC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/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OmniC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47953A3-77A5-13C8-65CE-CA8F0774220F}"/>
                </a:ext>
              </a:extLst>
            </p:cNvPr>
            <p:cNvSpPr/>
            <p:nvPr/>
          </p:nvSpPr>
          <p:spPr bwMode="auto">
            <a:xfrm>
              <a:off x="6878159" y="1703699"/>
              <a:ext cx="215166" cy="21516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B4FD68B-2BCC-0CBE-E2B7-56E38E786E78}"/>
                </a:ext>
              </a:extLst>
            </p:cNvPr>
            <p:cNvSpPr/>
            <p:nvPr/>
          </p:nvSpPr>
          <p:spPr bwMode="auto">
            <a:xfrm>
              <a:off x="6878159" y="2043065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F0FC87-4ECD-E98D-1AA3-82F91889676B}"/>
                </a:ext>
              </a:extLst>
            </p:cNvPr>
            <p:cNvSpPr/>
            <p:nvPr/>
          </p:nvSpPr>
          <p:spPr bwMode="auto">
            <a:xfrm>
              <a:off x="6878159" y="2382431"/>
              <a:ext cx="215166" cy="215166"/>
            </a:xfrm>
            <a:prstGeom prst="ellipse">
              <a:avLst/>
            </a:prstGeom>
            <a:solidFill>
              <a:srgbClr val="FF048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Rectangle 5">
              <a:extLst>
                <a:ext uri="{FF2B5EF4-FFF2-40B4-BE49-F238E27FC236}">
                  <a16:creationId xmlns:a16="http://schemas.microsoft.com/office/drawing/2014/main" id="{DC943919-34F8-A87A-EDEE-946D83147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2680492"/>
              <a:ext cx="13227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Illumina 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DNAseq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B47CA2F-2CB9-6476-C764-1E02B19FF6FB}"/>
                </a:ext>
              </a:extLst>
            </p:cNvPr>
            <p:cNvSpPr/>
            <p:nvPr/>
          </p:nvSpPr>
          <p:spPr bwMode="auto">
            <a:xfrm>
              <a:off x="6878159" y="2721797"/>
              <a:ext cx="215166" cy="215166"/>
            </a:xfrm>
            <a:prstGeom prst="ellipse">
              <a:avLst/>
            </a:prstGeom>
            <a:solidFill>
              <a:srgbClr val="A3A3E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76" name="Rectangle 5">
              <a:extLst>
                <a:ext uri="{FF2B5EF4-FFF2-40B4-BE49-F238E27FC236}">
                  <a16:creationId xmlns:a16="http://schemas.microsoft.com/office/drawing/2014/main" id="{8DD8715A-23D8-47CD-7F9C-C511C14F4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8943" y="3025488"/>
              <a:ext cx="123142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Illumina/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IsoSeq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AB503B4-C817-9A46-B75B-2A5BD3860FC4}"/>
                </a:ext>
              </a:extLst>
            </p:cNvPr>
            <p:cNvSpPr/>
            <p:nvPr/>
          </p:nvSpPr>
          <p:spPr bwMode="auto">
            <a:xfrm>
              <a:off x="6878159" y="3061161"/>
              <a:ext cx="215166" cy="21516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9D4A5AF-F92F-359E-AF29-E921C348D2F1}"/>
              </a:ext>
            </a:extLst>
          </p:cNvPr>
          <p:cNvCxnSpPr>
            <a:cxnSpLocks/>
          </p:cNvCxnSpPr>
          <p:nvPr/>
        </p:nvCxnSpPr>
        <p:spPr bwMode="auto">
          <a:xfrm>
            <a:off x="3703687" y="926127"/>
            <a:ext cx="0" cy="826578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C0D66BE-B699-4448-4714-3D36F6F85DAF}"/>
              </a:ext>
            </a:extLst>
          </p:cNvPr>
          <p:cNvGrpSpPr/>
          <p:nvPr/>
        </p:nvGrpSpPr>
        <p:grpSpPr>
          <a:xfrm>
            <a:off x="3580735" y="5154816"/>
            <a:ext cx="1955292" cy="307777"/>
            <a:chOff x="3632983" y="4807672"/>
            <a:chExt cx="1955292" cy="307777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CA47101-A4DE-B754-B458-902457DEB571}"/>
                </a:ext>
              </a:extLst>
            </p:cNvPr>
            <p:cNvGrpSpPr/>
            <p:nvPr/>
          </p:nvGrpSpPr>
          <p:grpSpPr>
            <a:xfrm>
              <a:off x="4593723" y="4849658"/>
              <a:ext cx="948594" cy="215166"/>
              <a:chOff x="4752205" y="4128873"/>
              <a:chExt cx="948594" cy="215166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1877C1B-9F72-E90C-4D05-757B1A0A6176}"/>
                  </a:ext>
                </a:extLst>
              </p:cNvPr>
              <p:cNvSpPr/>
              <p:nvPr/>
            </p:nvSpPr>
            <p:spPr bwMode="auto">
              <a:xfrm>
                <a:off x="4752205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D497333C-83CD-A56D-CED0-1FC84AD54DE2}"/>
                  </a:ext>
                </a:extLst>
              </p:cNvPr>
              <p:cNvSpPr/>
              <p:nvPr/>
            </p:nvSpPr>
            <p:spPr bwMode="auto">
              <a:xfrm>
                <a:off x="4992922" y="4128873"/>
                <a:ext cx="215166" cy="215166"/>
              </a:xfrm>
              <a:prstGeom prst="ellipse">
                <a:avLst/>
              </a:prstGeom>
              <a:solidFill>
                <a:srgbClr val="00B05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FFADD402-6FB3-1256-D58B-6910EFED3558}"/>
                  </a:ext>
                </a:extLst>
              </p:cNvPr>
              <p:cNvSpPr/>
              <p:nvPr/>
            </p:nvSpPr>
            <p:spPr bwMode="auto">
              <a:xfrm>
                <a:off x="5234239" y="4128873"/>
                <a:ext cx="215166" cy="215166"/>
              </a:xfrm>
              <a:prstGeom prst="ellipse">
                <a:avLst/>
              </a:prstGeom>
              <a:solidFill>
                <a:srgbClr val="FF0487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95421D06-03F5-5A2E-11BE-C23FCEFD6D83}"/>
                  </a:ext>
                </a:extLst>
              </p:cNvPr>
              <p:cNvSpPr/>
              <p:nvPr/>
            </p:nvSpPr>
            <p:spPr bwMode="auto">
              <a:xfrm>
                <a:off x="5485633" y="4128873"/>
                <a:ext cx="215166" cy="215166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512648A-9A43-F47B-9AE1-7B27039CB739}"/>
                </a:ext>
              </a:extLst>
            </p:cNvPr>
            <p:cNvSpPr txBox="1"/>
            <p:nvPr/>
          </p:nvSpPr>
          <p:spPr>
            <a:xfrm>
              <a:off x="3632983" y="4807672"/>
              <a:ext cx="880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AEPx105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2C8E316-648C-BB6C-00CB-4A173C4F75AA}"/>
                </a:ext>
              </a:extLst>
            </p:cNvPr>
            <p:cNvSpPr/>
            <p:nvPr/>
          </p:nvSpPr>
          <p:spPr bwMode="auto">
            <a:xfrm>
              <a:off x="3693894" y="4839411"/>
              <a:ext cx="1894381" cy="2399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1C3D1FF6-6AEF-3860-D61F-AEB73E6D00D1}"/>
              </a:ext>
            </a:extLst>
          </p:cNvPr>
          <p:cNvGrpSpPr/>
          <p:nvPr/>
        </p:nvGrpSpPr>
        <p:grpSpPr>
          <a:xfrm>
            <a:off x="4307564" y="4045704"/>
            <a:ext cx="1504134" cy="307777"/>
            <a:chOff x="4274741" y="4045704"/>
            <a:chExt cx="1504134" cy="307777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FE18648-DD1A-2225-F87F-CA7077268497}"/>
                </a:ext>
              </a:extLst>
            </p:cNvPr>
            <p:cNvGrpSpPr/>
            <p:nvPr/>
          </p:nvGrpSpPr>
          <p:grpSpPr>
            <a:xfrm>
              <a:off x="4981452" y="4092009"/>
              <a:ext cx="723744" cy="215166"/>
              <a:chOff x="4752205" y="4128873"/>
              <a:chExt cx="723744" cy="215166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91DA50F-59DC-0D01-F055-C92870B9CADF}"/>
                  </a:ext>
                </a:extLst>
              </p:cNvPr>
              <p:cNvSpPr/>
              <p:nvPr/>
            </p:nvSpPr>
            <p:spPr bwMode="auto">
              <a:xfrm>
                <a:off x="4752205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6AA4338-28A0-2B44-D360-11BC8C934B56}"/>
                  </a:ext>
                </a:extLst>
              </p:cNvPr>
              <p:cNvSpPr/>
              <p:nvPr/>
            </p:nvSpPr>
            <p:spPr bwMode="auto">
              <a:xfrm>
                <a:off x="5009389" y="4128873"/>
                <a:ext cx="215166" cy="215166"/>
              </a:xfrm>
              <a:prstGeom prst="ellipse">
                <a:avLst/>
              </a:prstGeom>
              <a:solidFill>
                <a:srgbClr val="FF0487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1475264-7AC8-5920-B188-0D533C3BB27E}"/>
                  </a:ext>
                </a:extLst>
              </p:cNvPr>
              <p:cNvSpPr/>
              <p:nvPr/>
            </p:nvSpPr>
            <p:spPr bwMode="auto">
              <a:xfrm>
                <a:off x="5260783" y="4128873"/>
                <a:ext cx="215166" cy="215166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06BD931-F6E2-B1DA-2BC3-016EADE9D1D1}"/>
                </a:ext>
              </a:extLst>
            </p:cNvPr>
            <p:cNvSpPr txBox="1"/>
            <p:nvPr/>
          </p:nvSpPr>
          <p:spPr>
            <a:xfrm>
              <a:off x="4274741" y="4045704"/>
              <a:ext cx="8119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GA11c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01F91C2-4E4F-F411-3EEC-3CAFA655CDDC}"/>
                </a:ext>
              </a:extLst>
            </p:cNvPr>
            <p:cNvSpPr/>
            <p:nvPr/>
          </p:nvSpPr>
          <p:spPr bwMode="auto">
            <a:xfrm>
              <a:off x="4320336" y="4077553"/>
              <a:ext cx="1458539" cy="2399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2D92AF5-1913-ECC3-2AD1-E02C2C3BDEE3}"/>
              </a:ext>
            </a:extLst>
          </p:cNvPr>
          <p:cNvGrpSpPr/>
          <p:nvPr/>
        </p:nvGrpSpPr>
        <p:grpSpPr>
          <a:xfrm>
            <a:off x="4882593" y="3436354"/>
            <a:ext cx="1574063" cy="307777"/>
            <a:chOff x="4859731" y="3436354"/>
            <a:chExt cx="1574063" cy="307777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C7D15AE-1805-F15C-C795-6CF43E47F9B4}"/>
                </a:ext>
              </a:extLst>
            </p:cNvPr>
            <p:cNvSpPr/>
            <p:nvPr/>
          </p:nvSpPr>
          <p:spPr bwMode="auto">
            <a:xfrm>
              <a:off x="4912363" y="3463727"/>
              <a:ext cx="1521431" cy="239966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5F18945-B6FE-B15D-FC36-B2F7E8E4FDA1}"/>
                </a:ext>
              </a:extLst>
            </p:cNvPr>
            <p:cNvSpPr txBox="1"/>
            <p:nvPr/>
          </p:nvSpPr>
          <p:spPr>
            <a:xfrm>
              <a:off x="4859731" y="3436354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AUT04a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72EA0C05-9FFC-4906-AD20-791742B0A4A4}"/>
                </a:ext>
              </a:extLst>
            </p:cNvPr>
            <p:cNvGrpSpPr/>
            <p:nvPr/>
          </p:nvGrpSpPr>
          <p:grpSpPr>
            <a:xfrm>
              <a:off x="5605150" y="3474003"/>
              <a:ext cx="723744" cy="215166"/>
              <a:chOff x="4686223" y="4128873"/>
              <a:chExt cx="723744" cy="215166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7F89F206-F604-2591-024E-35E1FBE53CFF}"/>
                  </a:ext>
                </a:extLst>
              </p:cNvPr>
              <p:cNvSpPr/>
              <p:nvPr/>
            </p:nvSpPr>
            <p:spPr bwMode="auto">
              <a:xfrm>
                <a:off x="4686223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0B2149C7-F334-9BB9-17C5-92933C45B9F4}"/>
                  </a:ext>
                </a:extLst>
              </p:cNvPr>
              <p:cNvSpPr/>
              <p:nvPr/>
            </p:nvSpPr>
            <p:spPr bwMode="auto">
              <a:xfrm>
                <a:off x="4943407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8D32944F-04DB-7A76-D978-7B4DCAB0CCAE}"/>
                  </a:ext>
                </a:extLst>
              </p:cNvPr>
              <p:cNvSpPr/>
              <p:nvPr/>
            </p:nvSpPr>
            <p:spPr bwMode="auto">
              <a:xfrm>
                <a:off x="5194801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C000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E188120-181F-193C-8934-2F93A7D4FAEF}"/>
              </a:ext>
            </a:extLst>
          </p:cNvPr>
          <p:cNvGrpSpPr/>
          <p:nvPr/>
        </p:nvGrpSpPr>
        <p:grpSpPr>
          <a:xfrm>
            <a:off x="4884647" y="3733273"/>
            <a:ext cx="1577329" cy="307777"/>
            <a:chOff x="4856465" y="3429822"/>
            <a:chExt cx="1577329" cy="307777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47070E0-B44E-AC6A-88CC-11525EAB5DBA}"/>
                </a:ext>
              </a:extLst>
            </p:cNvPr>
            <p:cNvSpPr/>
            <p:nvPr/>
          </p:nvSpPr>
          <p:spPr bwMode="auto">
            <a:xfrm>
              <a:off x="4912363" y="3463727"/>
              <a:ext cx="1521431" cy="239966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095E50F-F074-2DE6-1220-DE9CA7879751}"/>
                </a:ext>
              </a:extLst>
            </p:cNvPr>
            <p:cNvSpPr txBox="1"/>
            <p:nvPr/>
          </p:nvSpPr>
          <p:spPr>
            <a:xfrm>
              <a:off x="4856465" y="3429822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MA03e</a:t>
              </a: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77ABFF8-477B-F135-31B9-CFFFD06D0143}"/>
                </a:ext>
              </a:extLst>
            </p:cNvPr>
            <p:cNvGrpSpPr/>
            <p:nvPr/>
          </p:nvGrpSpPr>
          <p:grpSpPr>
            <a:xfrm>
              <a:off x="5596453" y="3474003"/>
              <a:ext cx="723744" cy="215166"/>
              <a:chOff x="4677526" y="4128873"/>
              <a:chExt cx="723744" cy="215166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0793628D-6288-0231-82CC-8A6E1A753F7E}"/>
                  </a:ext>
                </a:extLst>
              </p:cNvPr>
              <p:cNvSpPr/>
              <p:nvPr/>
            </p:nvSpPr>
            <p:spPr bwMode="auto">
              <a:xfrm>
                <a:off x="4677526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A5013C47-2C76-1A5D-F99F-B9D400D9D7D5}"/>
                  </a:ext>
                </a:extLst>
              </p:cNvPr>
              <p:cNvSpPr/>
              <p:nvPr/>
            </p:nvSpPr>
            <p:spPr bwMode="auto">
              <a:xfrm>
                <a:off x="4934710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8385AEA-FF0B-6683-6F58-9089B2CE3F21}"/>
                  </a:ext>
                </a:extLst>
              </p:cNvPr>
              <p:cNvSpPr/>
              <p:nvPr/>
            </p:nvSpPr>
            <p:spPr bwMode="auto">
              <a:xfrm>
                <a:off x="5186104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C000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9325E5D-54AE-D835-275C-6F9E27DB773B}"/>
              </a:ext>
            </a:extLst>
          </p:cNvPr>
          <p:cNvGrpSpPr/>
          <p:nvPr/>
        </p:nvGrpSpPr>
        <p:grpSpPr>
          <a:xfrm>
            <a:off x="4293763" y="4314875"/>
            <a:ext cx="1517935" cy="307777"/>
            <a:chOff x="4856465" y="3429822"/>
            <a:chExt cx="1517935" cy="307777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763582E-48D1-299A-09BD-BC41BADA0BD0}"/>
                </a:ext>
              </a:extLst>
            </p:cNvPr>
            <p:cNvSpPr/>
            <p:nvPr/>
          </p:nvSpPr>
          <p:spPr bwMode="auto">
            <a:xfrm>
              <a:off x="4912363" y="3463727"/>
              <a:ext cx="1462037" cy="23996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20D1144-BB09-FCB7-A151-89CE4F51DF7E}"/>
                </a:ext>
              </a:extLst>
            </p:cNvPr>
            <p:cNvSpPr txBox="1"/>
            <p:nvPr/>
          </p:nvSpPr>
          <p:spPr>
            <a:xfrm>
              <a:off x="4856465" y="3429822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NC01a</a:t>
              </a: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E9D28C78-C52D-32BD-8F19-8E6CFE16FFF7}"/>
                </a:ext>
              </a:extLst>
            </p:cNvPr>
            <p:cNvGrpSpPr/>
            <p:nvPr/>
          </p:nvGrpSpPr>
          <p:grpSpPr>
            <a:xfrm>
              <a:off x="5575384" y="3474003"/>
              <a:ext cx="723744" cy="215166"/>
              <a:chOff x="4656457" y="4128873"/>
              <a:chExt cx="723744" cy="215166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8B1D5091-C98D-BAD0-32B4-9781D471236D}"/>
                  </a:ext>
                </a:extLst>
              </p:cNvPr>
              <p:cNvSpPr/>
              <p:nvPr/>
            </p:nvSpPr>
            <p:spPr bwMode="auto">
              <a:xfrm>
                <a:off x="4656457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DFDD8A1-C738-4498-E818-EAD00AEDB6DE}"/>
                  </a:ext>
                </a:extLst>
              </p:cNvPr>
              <p:cNvSpPr/>
              <p:nvPr/>
            </p:nvSpPr>
            <p:spPr bwMode="auto">
              <a:xfrm>
                <a:off x="4913641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3B5EA6E8-6CA6-169D-38AE-76AE52A63FD9}"/>
                  </a:ext>
                </a:extLst>
              </p:cNvPr>
              <p:cNvSpPr/>
              <p:nvPr/>
            </p:nvSpPr>
            <p:spPr bwMode="auto">
              <a:xfrm>
                <a:off x="5165035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C000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8E8006D-E749-89E8-D933-20A7E5EFFA49}"/>
              </a:ext>
            </a:extLst>
          </p:cNvPr>
          <p:cNvGrpSpPr/>
          <p:nvPr/>
        </p:nvGrpSpPr>
        <p:grpSpPr>
          <a:xfrm>
            <a:off x="4369068" y="2746164"/>
            <a:ext cx="1442623" cy="307777"/>
            <a:chOff x="4856465" y="3429822"/>
            <a:chExt cx="1442623" cy="307777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ACD1FB2-8489-1667-1E46-0FDC7870BBFD}"/>
                </a:ext>
              </a:extLst>
            </p:cNvPr>
            <p:cNvSpPr/>
            <p:nvPr/>
          </p:nvSpPr>
          <p:spPr bwMode="auto">
            <a:xfrm>
              <a:off x="4912363" y="3463727"/>
              <a:ext cx="1386725" cy="239966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582E4ACB-4F4D-50BE-1881-8AD49B25AD28}"/>
                </a:ext>
              </a:extLst>
            </p:cNvPr>
            <p:cNvSpPr txBox="1"/>
            <p:nvPr/>
          </p:nvSpPr>
          <p:spPr>
            <a:xfrm>
              <a:off x="4856465" y="3429822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CA31a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33E925D7-58CD-2EF3-9376-08A96ACF968D}"/>
                </a:ext>
              </a:extLst>
            </p:cNvPr>
            <p:cNvGrpSpPr/>
            <p:nvPr/>
          </p:nvGrpSpPr>
          <p:grpSpPr>
            <a:xfrm>
              <a:off x="5524459" y="3474003"/>
              <a:ext cx="723744" cy="215166"/>
              <a:chOff x="4605532" y="4128873"/>
              <a:chExt cx="723744" cy="215166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4D594F7-81E7-3209-D5AB-D67C28307102}"/>
                  </a:ext>
                </a:extLst>
              </p:cNvPr>
              <p:cNvSpPr/>
              <p:nvPr/>
            </p:nvSpPr>
            <p:spPr bwMode="auto">
              <a:xfrm>
                <a:off x="4605532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2108698E-8E58-AF20-DFF2-B6EC3A41A39C}"/>
                  </a:ext>
                </a:extLst>
              </p:cNvPr>
              <p:cNvSpPr/>
              <p:nvPr/>
            </p:nvSpPr>
            <p:spPr bwMode="auto">
              <a:xfrm>
                <a:off x="4862716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107F292A-A11A-8351-7726-FB7F2BE97299}"/>
                  </a:ext>
                </a:extLst>
              </p:cNvPr>
              <p:cNvSpPr/>
              <p:nvPr/>
            </p:nvSpPr>
            <p:spPr bwMode="auto">
              <a:xfrm>
                <a:off x="5114110" y="4128873"/>
                <a:ext cx="215166" cy="215166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299367A-1EBF-1431-8917-19F43D842B62}"/>
              </a:ext>
            </a:extLst>
          </p:cNvPr>
          <p:cNvGrpSpPr/>
          <p:nvPr/>
        </p:nvGrpSpPr>
        <p:grpSpPr>
          <a:xfrm>
            <a:off x="4789021" y="2173029"/>
            <a:ext cx="1764222" cy="307777"/>
            <a:chOff x="4831426" y="2404036"/>
            <a:chExt cx="1764222" cy="307777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C64D184C-B157-912F-2D69-E3B1CB34AFAE}"/>
                </a:ext>
              </a:extLst>
            </p:cNvPr>
            <p:cNvGrpSpPr/>
            <p:nvPr/>
          </p:nvGrpSpPr>
          <p:grpSpPr>
            <a:xfrm>
              <a:off x="4854992" y="2444245"/>
              <a:ext cx="1740656" cy="239966"/>
              <a:chOff x="4186529" y="2028476"/>
              <a:chExt cx="1740656" cy="23996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DB0FB77A-9A4E-7DA2-59AE-AEA9B268CDE5}"/>
                  </a:ext>
                </a:extLst>
              </p:cNvPr>
              <p:cNvGrpSpPr/>
              <p:nvPr/>
            </p:nvGrpSpPr>
            <p:grpSpPr>
              <a:xfrm>
                <a:off x="4901125" y="2042368"/>
                <a:ext cx="948594" cy="215166"/>
                <a:chOff x="4458067" y="2042368"/>
                <a:chExt cx="948594" cy="21516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1E876F7B-53B8-F1AB-D805-4066F797D1F3}"/>
                    </a:ext>
                  </a:extLst>
                </p:cNvPr>
                <p:cNvSpPr/>
                <p:nvPr/>
              </p:nvSpPr>
              <p:spPr bwMode="auto">
                <a:xfrm>
                  <a:off x="4458067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C2185E2D-1654-F2B5-9187-21D197212926}"/>
                    </a:ext>
                  </a:extLst>
                </p:cNvPr>
                <p:cNvSpPr/>
                <p:nvPr/>
              </p:nvSpPr>
              <p:spPr bwMode="auto">
                <a:xfrm>
                  <a:off x="4698784" y="204236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B9583DC4-0D9C-AD1D-4E2D-43A026E16F20}"/>
                    </a:ext>
                  </a:extLst>
                </p:cNvPr>
                <p:cNvSpPr/>
                <p:nvPr/>
              </p:nvSpPr>
              <p:spPr bwMode="auto">
                <a:xfrm>
                  <a:off x="4940101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0487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CF28DB84-C9A9-7EAF-8986-B43C59369FF3}"/>
                    </a:ext>
                  </a:extLst>
                </p:cNvPr>
                <p:cNvSpPr/>
                <p:nvPr/>
              </p:nvSpPr>
              <p:spPr bwMode="auto">
                <a:xfrm>
                  <a:off x="5191495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C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E77A408-09C6-8AF2-744B-23AB87019E31}"/>
                  </a:ext>
                </a:extLst>
              </p:cNvPr>
              <p:cNvSpPr/>
              <p:nvPr/>
            </p:nvSpPr>
            <p:spPr bwMode="auto">
              <a:xfrm>
                <a:off x="4186529" y="2028476"/>
                <a:ext cx="1740656" cy="239966"/>
              </a:xfrm>
              <a:prstGeom prst="rect">
                <a:avLst/>
              </a:prstGeom>
              <a:noFill/>
              <a:ln w="9525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CF77292-C95D-3041-3E0F-12EBB62B28B5}"/>
                </a:ext>
              </a:extLst>
            </p:cNvPr>
            <p:cNvSpPr txBox="1"/>
            <p:nvPr/>
          </p:nvSpPr>
          <p:spPr>
            <a:xfrm>
              <a:off x="4831426" y="2404036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AUT10a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5613CD-9EDC-A084-1A7E-D83FEC5A8EB1}"/>
              </a:ext>
            </a:extLst>
          </p:cNvPr>
          <p:cNvGrpSpPr/>
          <p:nvPr/>
        </p:nvGrpSpPr>
        <p:grpSpPr>
          <a:xfrm>
            <a:off x="4775199" y="2461045"/>
            <a:ext cx="1780170" cy="307777"/>
            <a:chOff x="4831426" y="2404036"/>
            <a:chExt cx="1780170" cy="307777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4A30056-F6E0-6ED4-0194-98E6DFB5E856}"/>
                </a:ext>
              </a:extLst>
            </p:cNvPr>
            <p:cNvGrpSpPr/>
            <p:nvPr/>
          </p:nvGrpSpPr>
          <p:grpSpPr>
            <a:xfrm>
              <a:off x="4870940" y="2444245"/>
              <a:ext cx="1740656" cy="239966"/>
              <a:chOff x="4202477" y="2028476"/>
              <a:chExt cx="1740656" cy="239966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8E5D8A6C-867D-F82F-77EB-AE3FE80B18AA}"/>
                  </a:ext>
                </a:extLst>
              </p:cNvPr>
              <p:cNvGrpSpPr/>
              <p:nvPr/>
            </p:nvGrpSpPr>
            <p:grpSpPr>
              <a:xfrm>
                <a:off x="4908559" y="2042368"/>
                <a:ext cx="948594" cy="215166"/>
                <a:chOff x="4465501" y="2042368"/>
                <a:chExt cx="948594" cy="215166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B15C2AF7-033D-D170-384B-0F395E5F072E}"/>
                    </a:ext>
                  </a:extLst>
                </p:cNvPr>
                <p:cNvSpPr/>
                <p:nvPr/>
              </p:nvSpPr>
              <p:spPr bwMode="auto">
                <a:xfrm>
                  <a:off x="4465501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0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BBD1E6FC-FE5F-80E1-003B-23A66F96FA02}"/>
                    </a:ext>
                  </a:extLst>
                </p:cNvPr>
                <p:cNvSpPr/>
                <p:nvPr/>
              </p:nvSpPr>
              <p:spPr bwMode="auto">
                <a:xfrm>
                  <a:off x="4706218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0B05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97E4A24C-87CD-15FF-EE78-897C9CB6E043}"/>
                    </a:ext>
                  </a:extLst>
                </p:cNvPr>
                <p:cNvSpPr/>
                <p:nvPr/>
              </p:nvSpPr>
              <p:spPr bwMode="auto">
                <a:xfrm>
                  <a:off x="4947535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0487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1BE62F31-A783-C8C9-93C3-9F337C6578B7}"/>
                    </a:ext>
                  </a:extLst>
                </p:cNvPr>
                <p:cNvSpPr/>
                <p:nvPr/>
              </p:nvSpPr>
              <p:spPr bwMode="auto">
                <a:xfrm>
                  <a:off x="5198929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C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EB457E43-23FC-7532-99BC-A35A28D08484}"/>
                  </a:ext>
                </a:extLst>
              </p:cNvPr>
              <p:cNvSpPr/>
              <p:nvPr/>
            </p:nvSpPr>
            <p:spPr bwMode="auto">
              <a:xfrm>
                <a:off x="4202477" y="2028476"/>
                <a:ext cx="1740656" cy="239966"/>
              </a:xfrm>
              <a:prstGeom prst="rect">
                <a:avLst/>
              </a:prstGeom>
              <a:noFill/>
              <a:ln w="9525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CFD9E7E8-6638-FFA7-6F56-947A93B3AD8F}"/>
                </a:ext>
              </a:extLst>
            </p:cNvPr>
            <p:cNvSpPr txBox="1"/>
            <p:nvPr/>
          </p:nvSpPr>
          <p:spPr>
            <a:xfrm>
              <a:off x="4831426" y="2404036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NOR04a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E119863-54CF-A23C-2FE1-669FF8B5B949}"/>
              </a:ext>
            </a:extLst>
          </p:cNvPr>
          <p:cNvGrpSpPr/>
          <p:nvPr/>
        </p:nvGrpSpPr>
        <p:grpSpPr>
          <a:xfrm>
            <a:off x="3734404" y="905200"/>
            <a:ext cx="2378307" cy="307777"/>
            <a:chOff x="6354241" y="1237375"/>
            <a:chExt cx="2223608" cy="307777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3B69C0B-32D4-393A-8164-9346AE169475}"/>
                </a:ext>
              </a:extLst>
            </p:cNvPr>
            <p:cNvSpPr txBox="1"/>
            <p:nvPr/>
          </p:nvSpPr>
          <p:spPr>
            <a:xfrm>
              <a:off x="6354241" y="1237375"/>
              <a:ext cx="16844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jhHydViri1/MA03f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2A7FE8A5-8E43-9C96-35E3-8C4948B2F370}"/>
                </a:ext>
              </a:extLst>
            </p:cNvPr>
            <p:cNvSpPr/>
            <p:nvPr/>
          </p:nvSpPr>
          <p:spPr bwMode="auto">
            <a:xfrm>
              <a:off x="6369174" y="1265096"/>
              <a:ext cx="2208675" cy="257977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D831E2D-B1DD-039C-EE6C-E7317E32990F}"/>
              </a:ext>
            </a:extLst>
          </p:cNvPr>
          <p:cNvGrpSpPr/>
          <p:nvPr/>
        </p:nvGrpSpPr>
        <p:grpSpPr>
          <a:xfrm>
            <a:off x="3703687" y="1189194"/>
            <a:ext cx="1541349" cy="307777"/>
            <a:chOff x="3703687" y="1334334"/>
            <a:chExt cx="1541349" cy="307777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4D62890-F168-934B-E7B4-B458F0CD1104}"/>
                </a:ext>
              </a:extLst>
            </p:cNvPr>
            <p:cNvSpPr txBox="1"/>
            <p:nvPr/>
          </p:nvSpPr>
          <p:spPr>
            <a:xfrm>
              <a:off x="3703687" y="1334334"/>
              <a:ext cx="1404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Multiheaded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45F1ACC-5553-0865-1367-149F68950921}"/>
                </a:ext>
              </a:extLst>
            </p:cNvPr>
            <p:cNvSpPr/>
            <p:nvPr/>
          </p:nvSpPr>
          <p:spPr bwMode="auto">
            <a:xfrm>
              <a:off x="4972063" y="1380639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DE232AAA-832C-4274-8677-BC3C1366EF50}"/>
                </a:ext>
              </a:extLst>
            </p:cNvPr>
            <p:cNvSpPr/>
            <p:nvPr/>
          </p:nvSpPr>
          <p:spPr bwMode="auto">
            <a:xfrm>
              <a:off x="3746103" y="1368239"/>
              <a:ext cx="1498933" cy="23996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610C3D9-745A-7F62-C09A-222BD819E603}"/>
              </a:ext>
            </a:extLst>
          </p:cNvPr>
          <p:cNvGrpSpPr/>
          <p:nvPr/>
        </p:nvGrpSpPr>
        <p:grpSpPr>
          <a:xfrm>
            <a:off x="3703687" y="1473944"/>
            <a:ext cx="1404132" cy="307777"/>
            <a:chOff x="3703687" y="1334334"/>
            <a:chExt cx="1404132" cy="307777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42EBD7EF-FADF-8678-5B4A-7163C4A60EE0}"/>
                </a:ext>
              </a:extLst>
            </p:cNvPr>
            <p:cNvSpPr txBox="1"/>
            <p:nvPr/>
          </p:nvSpPr>
          <p:spPr>
            <a:xfrm>
              <a:off x="3703687" y="1334334"/>
              <a:ext cx="1404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A99 </a:t>
              </a: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A2F56B9-B2CF-B953-A4CC-3C8257EA91DD}"/>
                </a:ext>
              </a:extLst>
            </p:cNvPr>
            <p:cNvSpPr/>
            <p:nvPr/>
          </p:nvSpPr>
          <p:spPr bwMode="auto">
            <a:xfrm>
              <a:off x="4185679" y="1380639"/>
              <a:ext cx="215166" cy="215166"/>
            </a:xfrm>
            <a:prstGeom prst="ellipse">
              <a:avLst/>
            </a:prstGeom>
            <a:solidFill>
              <a:srgbClr val="A3A3E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9CBEEA0-F146-7FF0-5FB2-3115644E83B9}"/>
                </a:ext>
              </a:extLst>
            </p:cNvPr>
            <p:cNvSpPr/>
            <p:nvPr/>
          </p:nvSpPr>
          <p:spPr bwMode="auto">
            <a:xfrm>
              <a:off x="3746104" y="1368239"/>
              <a:ext cx="754370" cy="23996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7D88D23-D79F-17F9-3346-B98ADAB666BA}"/>
              </a:ext>
            </a:extLst>
          </p:cNvPr>
          <p:cNvCxnSpPr>
            <a:cxnSpLocks/>
          </p:cNvCxnSpPr>
          <p:nvPr/>
        </p:nvCxnSpPr>
        <p:spPr bwMode="auto">
          <a:xfrm>
            <a:off x="4298186" y="4072127"/>
            <a:ext cx="0" cy="526069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E16F747-703F-8024-D396-432F5043E91B}"/>
              </a:ext>
            </a:extLst>
          </p:cNvPr>
          <p:cNvGrpSpPr/>
          <p:nvPr/>
        </p:nvGrpSpPr>
        <p:grpSpPr>
          <a:xfrm>
            <a:off x="4613324" y="3080334"/>
            <a:ext cx="2048297" cy="307777"/>
            <a:chOff x="3703687" y="1334334"/>
            <a:chExt cx="2048297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990B50-B73F-198E-19C9-D3DE802E7A02}"/>
                </a:ext>
              </a:extLst>
            </p:cNvPr>
            <p:cNvSpPr txBox="1"/>
            <p:nvPr/>
          </p:nvSpPr>
          <p:spPr>
            <a:xfrm>
              <a:off x="3703687" y="1334334"/>
              <a:ext cx="16121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Innsbruck f12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F16014C-3B38-1628-8015-B8292798D58D}"/>
                </a:ext>
              </a:extLst>
            </p:cNvPr>
            <p:cNvSpPr/>
            <p:nvPr/>
          </p:nvSpPr>
          <p:spPr bwMode="auto">
            <a:xfrm>
              <a:off x="5203077" y="1380639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FABE47-809A-FF26-17FE-ED305E0133F4}"/>
                </a:ext>
              </a:extLst>
            </p:cNvPr>
            <p:cNvSpPr/>
            <p:nvPr/>
          </p:nvSpPr>
          <p:spPr bwMode="auto">
            <a:xfrm>
              <a:off x="3746103" y="1368239"/>
              <a:ext cx="2005881" cy="2399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E9E97C8-F97D-E38B-4240-E056CA7F77CC}"/>
                </a:ext>
              </a:extLst>
            </p:cNvPr>
            <p:cNvSpPr/>
            <p:nvPr/>
          </p:nvSpPr>
          <p:spPr bwMode="auto">
            <a:xfrm>
              <a:off x="5460659" y="1380776"/>
              <a:ext cx="215166" cy="215166"/>
            </a:xfrm>
            <a:prstGeom prst="ellipse">
              <a:avLst/>
            </a:prstGeom>
            <a:solidFill>
              <a:srgbClr val="FF048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6599096-0FD9-90E9-19E8-57DBEF245504}"/>
              </a:ext>
            </a:extLst>
          </p:cNvPr>
          <p:cNvGrpSpPr/>
          <p:nvPr/>
        </p:nvGrpSpPr>
        <p:grpSpPr>
          <a:xfrm>
            <a:off x="6169192" y="905200"/>
            <a:ext cx="1974225" cy="307777"/>
            <a:chOff x="6286954" y="1747815"/>
            <a:chExt cx="1974225" cy="307777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35F8195-4A89-CF40-397B-127DD25382FE}"/>
                </a:ext>
              </a:extLst>
            </p:cNvPr>
            <p:cNvGrpSpPr/>
            <p:nvPr/>
          </p:nvGrpSpPr>
          <p:grpSpPr>
            <a:xfrm>
              <a:off x="6340698" y="1769244"/>
              <a:ext cx="1920481" cy="269175"/>
              <a:chOff x="4006703" y="2011535"/>
              <a:chExt cx="1920481" cy="26917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420F9B3-AB17-3919-E42B-247FB7C1C423}"/>
                  </a:ext>
                </a:extLst>
              </p:cNvPr>
              <p:cNvGrpSpPr/>
              <p:nvPr/>
            </p:nvGrpSpPr>
            <p:grpSpPr>
              <a:xfrm>
                <a:off x="4901125" y="2042368"/>
                <a:ext cx="948594" cy="215166"/>
                <a:chOff x="4458067" y="2042368"/>
                <a:chExt cx="948594" cy="215166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2A25E668-A83D-053D-3BE4-8CFA5735A9FD}"/>
                    </a:ext>
                  </a:extLst>
                </p:cNvPr>
                <p:cNvSpPr/>
                <p:nvPr/>
              </p:nvSpPr>
              <p:spPr bwMode="auto">
                <a:xfrm>
                  <a:off x="4458067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5C43B37D-B528-9DC2-E708-5FD582780ADE}"/>
                    </a:ext>
                  </a:extLst>
                </p:cNvPr>
                <p:cNvSpPr/>
                <p:nvPr/>
              </p:nvSpPr>
              <p:spPr bwMode="auto">
                <a:xfrm>
                  <a:off x="4698784" y="204236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16B9AA4-F766-2204-1F06-164CA2F91794}"/>
                    </a:ext>
                  </a:extLst>
                </p:cNvPr>
                <p:cNvSpPr/>
                <p:nvPr/>
              </p:nvSpPr>
              <p:spPr bwMode="auto">
                <a:xfrm>
                  <a:off x="4940101" y="2042368"/>
                  <a:ext cx="215166" cy="215166"/>
                </a:xfrm>
                <a:prstGeom prst="ellipse">
                  <a:avLst/>
                </a:prstGeom>
                <a:solidFill>
                  <a:srgbClr val="FF0487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185DBF98-A737-B6ED-3CFB-FD3D3D65A555}"/>
                    </a:ext>
                  </a:extLst>
                </p:cNvPr>
                <p:cNvSpPr/>
                <p:nvPr/>
              </p:nvSpPr>
              <p:spPr bwMode="auto">
                <a:xfrm>
                  <a:off x="5191495" y="2042368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5BABBAA-76AD-8C3D-80BE-3A8D1A7FCFEF}"/>
                  </a:ext>
                </a:extLst>
              </p:cNvPr>
              <p:cNvSpPr/>
              <p:nvPr/>
            </p:nvSpPr>
            <p:spPr bwMode="auto">
              <a:xfrm>
                <a:off x="4006703" y="2011535"/>
                <a:ext cx="1920481" cy="269175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5A0633D-3392-B0CE-6BC3-E3ECB756F440}"/>
                </a:ext>
              </a:extLst>
            </p:cNvPr>
            <p:cNvSpPr txBox="1"/>
            <p:nvPr/>
          </p:nvSpPr>
          <p:spPr>
            <a:xfrm>
              <a:off x="6286954" y="1747815"/>
              <a:ext cx="10775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Carnegie</a:t>
              </a:r>
            </a:p>
          </p:txBody>
        </p:sp>
      </p:grpSp>
      <p:sp>
        <p:nvSpPr>
          <p:cNvPr id="78" name="Rectangle 5">
            <a:extLst>
              <a:ext uri="{FF2B5EF4-FFF2-40B4-BE49-F238E27FC236}">
                <a16:creationId xmlns:a16="http://schemas.microsoft.com/office/drawing/2014/main" id="{25747B79-8E6C-811E-9808-3043095B2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709" y="3095722"/>
            <a:ext cx="139333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Cazet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et al. 2023)</a:t>
            </a:r>
          </a:p>
        </p:txBody>
      </p:sp>
      <p:sp>
        <p:nvSpPr>
          <p:cNvPr id="80" name="Rectangle 5">
            <a:extLst>
              <a:ext uri="{FF2B5EF4-FFF2-40B4-BE49-F238E27FC236}">
                <a16:creationId xmlns:a16="http://schemas.microsoft.com/office/drawing/2014/main" id="{7B43B846-D2F1-26E6-DA22-CF39ABCD1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946" y="1487818"/>
            <a:ext cx="158729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(Hamada et al. 2020)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2C928FC-4A3C-4639-A1E9-DD3CB8371F5E}"/>
              </a:ext>
            </a:extLst>
          </p:cNvPr>
          <p:cNvGrpSpPr/>
          <p:nvPr/>
        </p:nvGrpSpPr>
        <p:grpSpPr>
          <a:xfrm>
            <a:off x="4370373" y="1883490"/>
            <a:ext cx="1749326" cy="307777"/>
            <a:chOff x="5734397" y="1862541"/>
            <a:chExt cx="1749326" cy="307777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F9659A89-8FC6-B194-8B9C-31387D41971A}"/>
                </a:ext>
              </a:extLst>
            </p:cNvPr>
            <p:cNvGrpSpPr/>
            <p:nvPr/>
          </p:nvGrpSpPr>
          <p:grpSpPr>
            <a:xfrm>
              <a:off x="5769738" y="1892023"/>
              <a:ext cx="1713985" cy="239966"/>
              <a:chOff x="4213199" y="2028476"/>
              <a:chExt cx="1713985" cy="239966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F1A17CBD-D181-748F-FCBC-00B360338DBF}"/>
                  </a:ext>
                </a:extLst>
              </p:cNvPr>
              <p:cNvGrpSpPr/>
              <p:nvPr/>
            </p:nvGrpSpPr>
            <p:grpSpPr>
              <a:xfrm>
                <a:off x="4901125" y="2042368"/>
                <a:ext cx="948594" cy="215166"/>
                <a:chOff x="4458067" y="2042368"/>
                <a:chExt cx="948594" cy="215166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8BAFDF4F-6A77-77DC-3CEE-7D5BC0AE90F7}"/>
                    </a:ext>
                  </a:extLst>
                </p:cNvPr>
                <p:cNvSpPr/>
                <p:nvPr/>
              </p:nvSpPr>
              <p:spPr bwMode="auto">
                <a:xfrm>
                  <a:off x="4458067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38AAAD0D-FE21-E5FA-7365-BE7A8A36BE6F}"/>
                    </a:ext>
                  </a:extLst>
                </p:cNvPr>
                <p:cNvSpPr/>
                <p:nvPr/>
              </p:nvSpPr>
              <p:spPr bwMode="auto">
                <a:xfrm>
                  <a:off x="4698784" y="204236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84337D0-AE9A-2205-C1E1-73E1E6F0907A}"/>
                    </a:ext>
                  </a:extLst>
                </p:cNvPr>
                <p:cNvSpPr/>
                <p:nvPr/>
              </p:nvSpPr>
              <p:spPr bwMode="auto">
                <a:xfrm>
                  <a:off x="4940101" y="2042368"/>
                  <a:ext cx="215166" cy="215166"/>
                </a:xfrm>
                <a:prstGeom prst="ellipse">
                  <a:avLst/>
                </a:prstGeom>
                <a:solidFill>
                  <a:srgbClr val="FF0487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277B42D3-F6FC-0B9D-8A8B-AE1F3864FABE}"/>
                    </a:ext>
                  </a:extLst>
                </p:cNvPr>
                <p:cNvSpPr/>
                <p:nvPr/>
              </p:nvSpPr>
              <p:spPr bwMode="auto">
                <a:xfrm>
                  <a:off x="5191495" y="2042368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FD1E349F-8637-17A0-7210-2A5DA1EA2CAD}"/>
                  </a:ext>
                </a:extLst>
              </p:cNvPr>
              <p:cNvSpPr/>
              <p:nvPr/>
            </p:nvSpPr>
            <p:spPr bwMode="auto">
              <a:xfrm>
                <a:off x="4213199" y="2028476"/>
                <a:ext cx="1713985" cy="239966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365BDE4-5150-32CA-723C-5F3BAB20FDC4}"/>
                </a:ext>
              </a:extLst>
            </p:cNvPr>
            <p:cNvSpPr txBox="1"/>
            <p:nvPr/>
          </p:nvSpPr>
          <p:spPr>
            <a:xfrm>
              <a:off x="5734397" y="1862541"/>
              <a:ext cx="7566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CA25a</a:t>
              </a:r>
              <a:endParaRPr lang="en-US" dirty="0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CDC5798A-994E-CD3F-0D67-04C04DD12E98}"/>
              </a:ext>
            </a:extLst>
          </p:cNvPr>
          <p:cNvSpPr/>
          <p:nvPr/>
        </p:nvSpPr>
        <p:spPr bwMode="auto">
          <a:xfrm>
            <a:off x="5415511" y="946754"/>
            <a:ext cx="215166" cy="215166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DFAE983-D6C7-9023-41D1-9A94BF99D6D1}"/>
              </a:ext>
            </a:extLst>
          </p:cNvPr>
          <p:cNvSpPr/>
          <p:nvPr/>
        </p:nvSpPr>
        <p:spPr bwMode="auto">
          <a:xfrm>
            <a:off x="5655758" y="946754"/>
            <a:ext cx="215166" cy="215166"/>
          </a:xfrm>
          <a:prstGeom prst="ellipse">
            <a:avLst/>
          </a:prstGeom>
          <a:solidFill>
            <a:srgbClr val="FF04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1090D2-B6DA-FDCE-F6A7-04827452C4BD}"/>
              </a:ext>
            </a:extLst>
          </p:cNvPr>
          <p:cNvSpPr/>
          <p:nvPr/>
        </p:nvSpPr>
        <p:spPr bwMode="auto">
          <a:xfrm>
            <a:off x="5880775" y="946754"/>
            <a:ext cx="215166" cy="215166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E2C67CDC-CDBC-F68B-03AA-0606CFBC0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039" y="2172876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id="{9CD15550-1A3F-D745-479D-44DA748BD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242" y="1183620"/>
            <a:ext cx="12422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al.)</a:t>
            </a:r>
          </a:p>
        </p:txBody>
      </p:sp>
      <p:sp>
        <p:nvSpPr>
          <p:cNvPr id="88" name="Rectangle 5">
            <a:extLst>
              <a:ext uri="{FF2B5EF4-FFF2-40B4-BE49-F238E27FC236}">
                <a16:creationId xmlns:a16="http://schemas.microsoft.com/office/drawing/2014/main" id="{48C35B9C-355D-8FDD-922B-AACAA164F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89" y="3445210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5" name="Rectangle 5">
            <a:extLst>
              <a:ext uri="{FF2B5EF4-FFF2-40B4-BE49-F238E27FC236}">
                <a16:creationId xmlns:a16="http://schemas.microsoft.com/office/drawing/2014/main" id="{11D8A88F-6AFC-3753-E04F-9BBEE601E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89" y="3727496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FE0EE82E-6CC9-215B-3346-32702CEC2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479" y="4058162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7" name="Rectangle 5">
            <a:extLst>
              <a:ext uri="{FF2B5EF4-FFF2-40B4-BE49-F238E27FC236}">
                <a16:creationId xmlns:a16="http://schemas.microsoft.com/office/drawing/2014/main" id="{0D411195-D9E5-5507-103A-01B57297F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192" y="4314875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E2C6887D-1030-1EA7-11FF-AD766B882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66" y="1883490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9" name="Rectangle 5">
            <a:extLst>
              <a:ext uri="{FF2B5EF4-FFF2-40B4-BE49-F238E27FC236}">
                <a16:creationId xmlns:a16="http://schemas.microsoft.com/office/drawing/2014/main" id="{9D4A3B11-6906-576B-FF51-AC86CB810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919" y="2478072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257016AA-E5A6-4E7D-79E9-C7544A379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479" y="2762072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084493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AC07E-D8D5-49C5-D8C0-FB8E4599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11FCC18-BAE4-E5FB-A1E4-D0E8AFE6CA5A}"/>
              </a:ext>
            </a:extLst>
          </p:cNvPr>
          <p:cNvGrpSpPr/>
          <p:nvPr/>
        </p:nvGrpSpPr>
        <p:grpSpPr>
          <a:xfrm>
            <a:off x="549710" y="963544"/>
            <a:ext cx="5116506" cy="5616027"/>
            <a:chOff x="4166042" y="1391819"/>
            <a:chExt cx="5116506" cy="5616027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1D620EE8-073C-A9C3-CBE6-E56E6A237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70" y="1391819"/>
              <a:ext cx="4013778" cy="5616027"/>
              <a:chOff x="3917515" y="970768"/>
              <a:chExt cx="3035602" cy="4247670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24D300E7-EDCE-02B3-16C7-82457C25ED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656091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BFAF0959-2D9C-3488-B32F-F6C9605D63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869656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0030FA64-3966-75DB-7140-C1422F4C7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08322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1D235354-5ED2-CE75-FB07-9AC2D4C70D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EC719B57-8551-F70C-93F8-AC5252FA94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33598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012B6D0C-2034-6201-4750-2EEA00CB70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087DAB78-0990-07F8-DB45-D2EFB70041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5" y="970768"/>
                <a:ext cx="1392002" cy="4247670"/>
                <a:chOff x="3800787" y="842795"/>
                <a:chExt cx="1875622" cy="5723429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BAE3DE22-350A-C02D-2AEF-68B22738B1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7" y="1940395"/>
                  <a:ext cx="1482884" cy="3753756"/>
                  <a:chOff x="2876195" y="2045287"/>
                  <a:chExt cx="2690594" cy="4030750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83CA3A9F-4DAF-7B0F-E95D-066FCDA02F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5" y="2474820"/>
                    <a:ext cx="1058335" cy="187724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6F113ED8-A40C-2E2A-B170-DBF30C68EE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6" y="2045287"/>
                    <a:ext cx="914854" cy="739010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6EC3E8D8-4948-E822-2909-5DB7200ACF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521694"/>
                    <a:ext cx="387004" cy="417342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4D8A8A48-B181-7F9A-93A7-F293E36CD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2892" y="2366129"/>
                    <a:ext cx="501526" cy="305138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98317143-B16C-E9E3-FAEC-55CC8A40AC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5CAD35A4-A807-6C22-3345-0CABE37FCCA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" name="Freeform 176">
                    <a:extLst>
                      <a:ext uri="{FF2B5EF4-FFF2-40B4-BE49-F238E27FC236}">
                        <a16:creationId xmlns:a16="http://schemas.microsoft.com/office/drawing/2014/main" id="{9E940185-F858-45A7-5A1A-C065C5782D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0343" y="3646793"/>
                    <a:ext cx="638118" cy="140107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 176">
                    <a:extLst>
                      <a:ext uri="{FF2B5EF4-FFF2-40B4-BE49-F238E27FC236}">
                        <a16:creationId xmlns:a16="http://schemas.microsoft.com/office/drawing/2014/main" id="{C5DC415C-A643-7D51-95E4-8E685C10B3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7171" y="4469767"/>
                    <a:ext cx="946655" cy="1606270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7129D9DC-D8AA-D8F7-2389-45A3C5C34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824837" y="1728248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D459316D-29C8-982E-EC58-2520A44EA8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34408" y="2026879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74A2A7F0-E69F-DA2B-4EC9-F24D5205AC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4D4D76EC-CA11-D95F-5134-5C4385043A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0061" y="2309719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E1D30727-828E-B541-2EC4-028A698B52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C363C681-571F-5250-FB1C-50CA8DE70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574998B8-1A57-3A00-FF84-8AA3FCB09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1BF4D545-5EE7-4047-C7E6-E2C3239797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24562" y="5314376"/>
                  <a:ext cx="1837166" cy="66652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122C7758-12DD-AE18-2113-1D234E8B6E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3682022" y="980972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" name="Isosceles Triangle 448">
                  <a:extLst>
                    <a:ext uri="{FF2B5EF4-FFF2-40B4-BE49-F238E27FC236}">
                      <a16:creationId xmlns:a16="http://schemas.microsoft.com/office/drawing/2014/main" id="{A7892605-44B7-A88C-9CAB-4289A4F97E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5091162" y="4031480"/>
                  <a:ext cx="108113" cy="33016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04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A1EDCB04-1666-2F8D-C4E0-2A5AD537F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924" y="1083462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77BFAE3B-1420-1116-2B6A-E1A218BC40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1ABC1FEF-3409-F3FB-CF6F-7E7CE593F6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96378" y="4418012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0DDDA00F-850E-5325-216C-09A8C4F77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740484"/>
              <a:ext cx="825500" cy="2106420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08A102-6A6D-CF4D-55B4-2D4AF88D05B1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2A4B85-760C-84C0-ED91-6587E33C5867}"/>
                </a:ext>
              </a:extLst>
            </p:cNvPr>
            <p:cNvSpPr txBox="1"/>
            <p:nvPr/>
          </p:nvSpPr>
          <p:spPr>
            <a:xfrm>
              <a:off x="5264097" y="3651783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C268A9-7464-07DF-DBDC-A92C939077F2}"/>
                </a:ext>
              </a:extLst>
            </p:cNvPr>
            <p:cNvSpPr txBox="1"/>
            <p:nvPr/>
          </p:nvSpPr>
          <p:spPr>
            <a:xfrm>
              <a:off x="5645927" y="6090916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18C51C-11A7-9979-579A-FAFE07BC53F0}"/>
                </a:ext>
              </a:extLst>
            </p:cNvPr>
            <p:cNvSpPr txBox="1"/>
            <p:nvPr/>
          </p:nvSpPr>
          <p:spPr>
            <a:xfrm>
              <a:off x="4166042" y="1448364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6D9523-093B-372B-4A5C-C82E3EAF65BE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AB53F8BE-42BF-E19B-FC5C-C6FFF11D8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359" y="4089863"/>
            <a:ext cx="12105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0E1B69-DEFF-A940-F6FC-9BC29B3DF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31" y="3959001"/>
            <a:ext cx="9557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dirty="0" err="1">
                <a:solidFill>
                  <a:srgbClr val="FF0487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FF0487"/>
              </a:solidFill>
              <a:latin typeface="Myriad Pro"/>
              <a:ea typeface="Arial" charset="0"/>
              <a:cs typeface="Myriad Pro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AC4439D-82DD-022D-0349-4376DFAF0A29}"/>
              </a:ext>
            </a:extLst>
          </p:cNvPr>
          <p:cNvGrpSpPr/>
          <p:nvPr/>
        </p:nvGrpSpPr>
        <p:grpSpPr>
          <a:xfrm>
            <a:off x="6402234" y="4718671"/>
            <a:ext cx="1741183" cy="1911417"/>
            <a:chOff x="6638706" y="1391070"/>
            <a:chExt cx="1741183" cy="1911417"/>
          </a:xfrm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371264B1-9EF7-5426-DC34-CFADFAB53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1664842"/>
              <a:ext cx="92993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PacBio HiFi</a:t>
              </a:r>
            </a:p>
          </p:txBody>
        </p: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2769B688-6807-6426-80A9-E14DBC622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2003392"/>
              <a:ext cx="86754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Nanopore</a:t>
              </a:r>
            </a:p>
          </p:txBody>
        </p: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34362FB9-0BAD-198E-FDB7-A1BE7C2C7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840" y="2341942"/>
              <a:ext cx="95090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HiC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/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OmniC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0643751-B654-3621-722D-0BE3B574DAD6}"/>
                </a:ext>
              </a:extLst>
            </p:cNvPr>
            <p:cNvSpPr/>
            <p:nvPr/>
          </p:nvSpPr>
          <p:spPr bwMode="auto">
            <a:xfrm>
              <a:off x="6878159" y="1703699"/>
              <a:ext cx="215166" cy="21516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E5CD878-C400-505D-7EDB-938F0DB029EF}"/>
                </a:ext>
              </a:extLst>
            </p:cNvPr>
            <p:cNvSpPr/>
            <p:nvPr/>
          </p:nvSpPr>
          <p:spPr bwMode="auto">
            <a:xfrm>
              <a:off x="6878159" y="2043065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53E6DFE-E749-DB90-0B07-4C5F186390A1}"/>
                </a:ext>
              </a:extLst>
            </p:cNvPr>
            <p:cNvSpPr/>
            <p:nvPr/>
          </p:nvSpPr>
          <p:spPr bwMode="auto">
            <a:xfrm>
              <a:off x="6878159" y="2382431"/>
              <a:ext cx="215166" cy="215166"/>
            </a:xfrm>
            <a:prstGeom prst="ellipse">
              <a:avLst/>
            </a:prstGeom>
            <a:solidFill>
              <a:srgbClr val="FF048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Rectangle 5">
              <a:extLst>
                <a:ext uri="{FF2B5EF4-FFF2-40B4-BE49-F238E27FC236}">
                  <a16:creationId xmlns:a16="http://schemas.microsoft.com/office/drawing/2014/main" id="{3A3D89DD-FE0C-ADCB-1F4B-7AE5FE215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2680492"/>
              <a:ext cx="13227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Illumina 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DNAseq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9DEDEC0-2B49-36D1-5766-D729A8C6AB8F}"/>
                </a:ext>
              </a:extLst>
            </p:cNvPr>
            <p:cNvSpPr/>
            <p:nvPr/>
          </p:nvSpPr>
          <p:spPr bwMode="auto">
            <a:xfrm>
              <a:off x="6878159" y="2721797"/>
              <a:ext cx="215166" cy="215166"/>
            </a:xfrm>
            <a:prstGeom prst="ellipse">
              <a:avLst/>
            </a:prstGeom>
            <a:solidFill>
              <a:srgbClr val="A3A3E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charset="0"/>
              </a:endParaRPr>
            </a:p>
          </p:txBody>
        </p:sp>
        <p:sp>
          <p:nvSpPr>
            <p:cNvPr id="76" name="Rectangle 5">
              <a:extLst>
                <a:ext uri="{FF2B5EF4-FFF2-40B4-BE49-F238E27FC236}">
                  <a16:creationId xmlns:a16="http://schemas.microsoft.com/office/drawing/2014/main" id="{6FECE0FE-0C48-4FB2-DF32-29505319C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8943" y="3025488"/>
              <a:ext cx="123142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Illumina/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IsoSeq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4567BC8-06D9-FCD5-68C5-D3C2FEED809C}"/>
                </a:ext>
              </a:extLst>
            </p:cNvPr>
            <p:cNvSpPr/>
            <p:nvPr/>
          </p:nvSpPr>
          <p:spPr bwMode="auto">
            <a:xfrm>
              <a:off x="6878159" y="3061161"/>
              <a:ext cx="215166" cy="21516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518E97C-7287-855F-03B7-8729657B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8706" y="1391070"/>
              <a:ext cx="17043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Sequencing Methods</a:t>
              </a:r>
            </a:p>
          </p:txBody>
        </p:sp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D400F0C-C15F-CD16-ECFC-91C06B2CF313}"/>
              </a:ext>
            </a:extLst>
          </p:cNvPr>
          <p:cNvCxnSpPr>
            <a:cxnSpLocks/>
          </p:cNvCxnSpPr>
          <p:nvPr/>
        </p:nvCxnSpPr>
        <p:spPr bwMode="auto">
          <a:xfrm>
            <a:off x="3703687" y="926127"/>
            <a:ext cx="0" cy="826578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2B29364-3F70-CB53-E3C0-335805DB024A}"/>
              </a:ext>
            </a:extLst>
          </p:cNvPr>
          <p:cNvGrpSpPr/>
          <p:nvPr/>
        </p:nvGrpSpPr>
        <p:grpSpPr>
          <a:xfrm>
            <a:off x="3580735" y="5154816"/>
            <a:ext cx="1955292" cy="307777"/>
            <a:chOff x="3632983" y="4807672"/>
            <a:chExt cx="1955292" cy="307777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64E29C5-28A9-38A4-71B5-046DFBC0163C}"/>
                </a:ext>
              </a:extLst>
            </p:cNvPr>
            <p:cNvGrpSpPr/>
            <p:nvPr/>
          </p:nvGrpSpPr>
          <p:grpSpPr>
            <a:xfrm>
              <a:off x="4593723" y="4849658"/>
              <a:ext cx="948594" cy="215166"/>
              <a:chOff x="4752205" y="4128873"/>
              <a:chExt cx="948594" cy="215166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D1722606-F651-3573-3092-6D50BAE6B8BF}"/>
                  </a:ext>
                </a:extLst>
              </p:cNvPr>
              <p:cNvSpPr/>
              <p:nvPr/>
            </p:nvSpPr>
            <p:spPr bwMode="auto">
              <a:xfrm>
                <a:off x="4752205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1018D39-1C76-8FE2-DC79-BBD1620878B6}"/>
                  </a:ext>
                </a:extLst>
              </p:cNvPr>
              <p:cNvSpPr/>
              <p:nvPr/>
            </p:nvSpPr>
            <p:spPr bwMode="auto">
              <a:xfrm>
                <a:off x="4992922" y="4128873"/>
                <a:ext cx="215166" cy="215166"/>
              </a:xfrm>
              <a:prstGeom prst="ellipse">
                <a:avLst/>
              </a:prstGeom>
              <a:solidFill>
                <a:srgbClr val="00B05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6BA35A-BFFF-E4BF-42D6-40C568B16445}"/>
                  </a:ext>
                </a:extLst>
              </p:cNvPr>
              <p:cNvSpPr/>
              <p:nvPr/>
            </p:nvSpPr>
            <p:spPr bwMode="auto">
              <a:xfrm>
                <a:off x="5234239" y="4128873"/>
                <a:ext cx="215166" cy="215166"/>
              </a:xfrm>
              <a:prstGeom prst="ellipse">
                <a:avLst/>
              </a:prstGeom>
              <a:solidFill>
                <a:srgbClr val="FF0487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9782BF8-CAAB-1D54-4974-DFA06E270BE7}"/>
                  </a:ext>
                </a:extLst>
              </p:cNvPr>
              <p:cNvSpPr/>
              <p:nvPr/>
            </p:nvSpPr>
            <p:spPr bwMode="auto">
              <a:xfrm>
                <a:off x="5485633" y="4128873"/>
                <a:ext cx="215166" cy="215166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167B950-7E1D-CA5C-E1A7-92F1160D6EC1}"/>
                </a:ext>
              </a:extLst>
            </p:cNvPr>
            <p:cNvSpPr txBox="1"/>
            <p:nvPr/>
          </p:nvSpPr>
          <p:spPr>
            <a:xfrm>
              <a:off x="3632983" y="4807672"/>
              <a:ext cx="880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AEPx105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0B96552-3A6F-6A6D-E785-637F6A4C1F28}"/>
                </a:ext>
              </a:extLst>
            </p:cNvPr>
            <p:cNvSpPr/>
            <p:nvPr/>
          </p:nvSpPr>
          <p:spPr bwMode="auto">
            <a:xfrm>
              <a:off x="3693894" y="4839411"/>
              <a:ext cx="1894381" cy="2399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B26F090-FF45-523C-4F51-FCADF6B4E5D6}"/>
              </a:ext>
            </a:extLst>
          </p:cNvPr>
          <p:cNvGrpSpPr/>
          <p:nvPr/>
        </p:nvGrpSpPr>
        <p:grpSpPr>
          <a:xfrm>
            <a:off x="4307564" y="4045704"/>
            <a:ext cx="1504134" cy="307777"/>
            <a:chOff x="4274741" y="4045704"/>
            <a:chExt cx="1504134" cy="307777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172EC7A-A68C-698E-E8BA-A8C0B1332B5F}"/>
                </a:ext>
              </a:extLst>
            </p:cNvPr>
            <p:cNvGrpSpPr/>
            <p:nvPr/>
          </p:nvGrpSpPr>
          <p:grpSpPr>
            <a:xfrm>
              <a:off x="4981452" y="4092009"/>
              <a:ext cx="723744" cy="215166"/>
              <a:chOff x="4752205" y="4128873"/>
              <a:chExt cx="723744" cy="215166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5A5D22D7-0DE7-88B5-273F-31598280D4EA}"/>
                  </a:ext>
                </a:extLst>
              </p:cNvPr>
              <p:cNvSpPr/>
              <p:nvPr/>
            </p:nvSpPr>
            <p:spPr bwMode="auto">
              <a:xfrm>
                <a:off x="4752205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A7F4A75-429C-8DC3-EDE9-5A827195319B}"/>
                  </a:ext>
                </a:extLst>
              </p:cNvPr>
              <p:cNvSpPr/>
              <p:nvPr/>
            </p:nvSpPr>
            <p:spPr bwMode="auto">
              <a:xfrm>
                <a:off x="5009389" y="4128873"/>
                <a:ext cx="215166" cy="215166"/>
              </a:xfrm>
              <a:prstGeom prst="ellipse">
                <a:avLst/>
              </a:prstGeom>
              <a:solidFill>
                <a:srgbClr val="FF0487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B5D0A76-220B-39F5-129B-ACE7847BD30F}"/>
                  </a:ext>
                </a:extLst>
              </p:cNvPr>
              <p:cNvSpPr/>
              <p:nvPr/>
            </p:nvSpPr>
            <p:spPr bwMode="auto">
              <a:xfrm>
                <a:off x="5260783" y="4128873"/>
                <a:ext cx="215166" cy="215166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B9044AB-18F6-3185-DF83-68A88B84FE36}"/>
                </a:ext>
              </a:extLst>
            </p:cNvPr>
            <p:cNvSpPr txBox="1"/>
            <p:nvPr/>
          </p:nvSpPr>
          <p:spPr>
            <a:xfrm>
              <a:off x="4274741" y="4045704"/>
              <a:ext cx="8119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GA11c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8767AD3-3B63-1214-BD52-F3818474D09B}"/>
                </a:ext>
              </a:extLst>
            </p:cNvPr>
            <p:cNvSpPr/>
            <p:nvPr/>
          </p:nvSpPr>
          <p:spPr bwMode="auto">
            <a:xfrm>
              <a:off x="4320336" y="4077553"/>
              <a:ext cx="1458539" cy="2399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9ECCA56-5D28-73CD-CBF4-12059F506261}"/>
              </a:ext>
            </a:extLst>
          </p:cNvPr>
          <p:cNvGrpSpPr/>
          <p:nvPr/>
        </p:nvGrpSpPr>
        <p:grpSpPr>
          <a:xfrm>
            <a:off x="4882593" y="3436354"/>
            <a:ext cx="1574063" cy="307777"/>
            <a:chOff x="4859731" y="3436354"/>
            <a:chExt cx="1574063" cy="307777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5401B43-3AD8-CB21-58EC-D3AB5F90C836}"/>
                </a:ext>
              </a:extLst>
            </p:cNvPr>
            <p:cNvSpPr/>
            <p:nvPr/>
          </p:nvSpPr>
          <p:spPr bwMode="auto">
            <a:xfrm>
              <a:off x="4912363" y="3463727"/>
              <a:ext cx="1521431" cy="239966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8751F3C-5EC7-FF53-B5A4-7BD55FB7BAA5}"/>
                </a:ext>
              </a:extLst>
            </p:cNvPr>
            <p:cNvSpPr txBox="1"/>
            <p:nvPr/>
          </p:nvSpPr>
          <p:spPr>
            <a:xfrm>
              <a:off x="4859731" y="3436354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AUT04a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689CDBB-A924-0900-C3EE-9A8AE5A4D26D}"/>
                </a:ext>
              </a:extLst>
            </p:cNvPr>
            <p:cNvGrpSpPr/>
            <p:nvPr/>
          </p:nvGrpSpPr>
          <p:grpSpPr>
            <a:xfrm>
              <a:off x="5605150" y="3474003"/>
              <a:ext cx="723744" cy="215166"/>
              <a:chOff x="4686223" y="4128873"/>
              <a:chExt cx="723744" cy="215166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9F2750DA-D308-6B71-80A9-8B0D1BA74F18}"/>
                  </a:ext>
                </a:extLst>
              </p:cNvPr>
              <p:cNvSpPr/>
              <p:nvPr/>
            </p:nvSpPr>
            <p:spPr bwMode="auto">
              <a:xfrm>
                <a:off x="4686223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1E766F68-BA3D-1E64-22E5-07E94A72A657}"/>
                  </a:ext>
                </a:extLst>
              </p:cNvPr>
              <p:cNvSpPr/>
              <p:nvPr/>
            </p:nvSpPr>
            <p:spPr bwMode="auto">
              <a:xfrm>
                <a:off x="4943407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0578FC4-C080-91FE-2A8E-EA318BC9961C}"/>
                  </a:ext>
                </a:extLst>
              </p:cNvPr>
              <p:cNvSpPr/>
              <p:nvPr/>
            </p:nvSpPr>
            <p:spPr bwMode="auto">
              <a:xfrm>
                <a:off x="5194801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C000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AA25041-95BD-348B-538A-9037C2C8C6A2}"/>
              </a:ext>
            </a:extLst>
          </p:cNvPr>
          <p:cNvGrpSpPr/>
          <p:nvPr/>
        </p:nvGrpSpPr>
        <p:grpSpPr>
          <a:xfrm>
            <a:off x="4884647" y="3733273"/>
            <a:ext cx="1577329" cy="307777"/>
            <a:chOff x="4856465" y="3429822"/>
            <a:chExt cx="1577329" cy="307777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252D444-47EC-D2DC-B083-0B616A80CF23}"/>
                </a:ext>
              </a:extLst>
            </p:cNvPr>
            <p:cNvSpPr/>
            <p:nvPr/>
          </p:nvSpPr>
          <p:spPr bwMode="auto">
            <a:xfrm>
              <a:off x="4912363" y="3463727"/>
              <a:ext cx="1521431" cy="239966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591DC98-6F3A-40D9-B2F8-1E6BC11B460C}"/>
                </a:ext>
              </a:extLst>
            </p:cNvPr>
            <p:cNvSpPr txBox="1"/>
            <p:nvPr/>
          </p:nvSpPr>
          <p:spPr>
            <a:xfrm>
              <a:off x="4856465" y="3429822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MA03e</a:t>
              </a: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0CBC8FB1-63B3-2F34-454F-A0975831B6FE}"/>
                </a:ext>
              </a:extLst>
            </p:cNvPr>
            <p:cNvGrpSpPr/>
            <p:nvPr/>
          </p:nvGrpSpPr>
          <p:grpSpPr>
            <a:xfrm>
              <a:off x="5596453" y="3474003"/>
              <a:ext cx="723744" cy="215166"/>
              <a:chOff x="4677526" y="4128873"/>
              <a:chExt cx="723744" cy="215166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9AD1832E-38BD-AAE8-FCBA-5D11CD3FEC05}"/>
                  </a:ext>
                </a:extLst>
              </p:cNvPr>
              <p:cNvSpPr/>
              <p:nvPr/>
            </p:nvSpPr>
            <p:spPr bwMode="auto">
              <a:xfrm>
                <a:off x="4677526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5E4D35D2-C5B8-CA83-08FF-CBEBD3173C19}"/>
                  </a:ext>
                </a:extLst>
              </p:cNvPr>
              <p:cNvSpPr/>
              <p:nvPr/>
            </p:nvSpPr>
            <p:spPr bwMode="auto">
              <a:xfrm>
                <a:off x="4934710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099181B-D063-E23E-AA97-ACBBD12B30C6}"/>
                  </a:ext>
                </a:extLst>
              </p:cNvPr>
              <p:cNvSpPr/>
              <p:nvPr/>
            </p:nvSpPr>
            <p:spPr bwMode="auto">
              <a:xfrm>
                <a:off x="5186104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C000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5088971-AEB3-2D3A-593C-F437477D77EC}"/>
              </a:ext>
            </a:extLst>
          </p:cNvPr>
          <p:cNvGrpSpPr/>
          <p:nvPr/>
        </p:nvGrpSpPr>
        <p:grpSpPr>
          <a:xfrm>
            <a:off x="4293763" y="4314875"/>
            <a:ext cx="1517935" cy="307777"/>
            <a:chOff x="4856465" y="3429822"/>
            <a:chExt cx="1517935" cy="307777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765B58C-720C-0DEA-9339-9C7BE2112E4C}"/>
                </a:ext>
              </a:extLst>
            </p:cNvPr>
            <p:cNvSpPr/>
            <p:nvPr/>
          </p:nvSpPr>
          <p:spPr bwMode="auto">
            <a:xfrm>
              <a:off x="4912363" y="3463727"/>
              <a:ext cx="1462037" cy="23996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58977DA-8C41-72C2-8B63-37530703FCF9}"/>
                </a:ext>
              </a:extLst>
            </p:cNvPr>
            <p:cNvSpPr txBox="1"/>
            <p:nvPr/>
          </p:nvSpPr>
          <p:spPr>
            <a:xfrm>
              <a:off x="4856465" y="3429822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NC01a</a:t>
              </a: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BCF380E-5093-FEFD-6C56-C8010382039C}"/>
                </a:ext>
              </a:extLst>
            </p:cNvPr>
            <p:cNvGrpSpPr/>
            <p:nvPr/>
          </p:nvGrpSpPr>
          <p:grpSpPr>
            <a:xfrm>
              <a:off x="5575384" y="3474003"/>
              <a:ext cx="723744" cy="215166"/>
              <a:chOff x="4656457" y="4128873"/>
              <a:chExt cx="723744" cy="215166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3AE2020D-B700-2E77-35A2-B38C46F6272D}"/>
                  </a:ext>
                </a:extLst>
              </p:cNvPr>
              <p:cNvSpPr/>
              <p:nvPr/>
            </p:nvSpPr>
            <p:spPr bwMode="auto">
              <a:xfrm>
                <a:off x="4656457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86F4783F-ED46-ED9E-956E-36B6A2494294}"/>
                  </a:ext>
                </a:extLst>
              </p:cNvPr>
              <p:cNvSpPr/>
              <p:nvPr/>
            </p:nvSpPr>
            <p:spPr bwMode="auto">
              <a:xfrm>
                <a:off x="4913641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3DAF0925-A7DE-6B12-A98E-2A1BB58CA430}"/>
                  </a:ext>
                </a:extLst>
              </p:cNvPr>
              <p:cNvSpPr/>
              <p:nvPr/>
            </p:nvSpPr>
            <p:spPr bwMode="auto">
              <a:xfrm>
                <a:off x="5165035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C000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DBE3E0E-6855-2F71-08D8-DEE3B79A1CA0}"/>
              </a:ext>
            </a:extLst>
          </p:cNvPr>
          <p:cNvGrpSpPr/>
          <p:nvPr/>
        </p:nvGrpSpPr>
        <p:grpSpPr>
          <a:xfrm>
            <a:off x="4369068" y="2746164"/>
            <a:ext cx="1442623" cy="307777"/>
            <a:chOff x="4856465" y="3429822"/>
            <a:chExt cx="1442623" cy="307777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17A542B-EE48-F69F-33D1-7436C825D41A}"/>
                </a:ext>
              </a:extLst>
            </p:cNvPr>
            <p:cNvSpPr/>
            <p:nvPr/>
          </p:nvSpPr>
          <p:spPr bwMode="auto">
            <a:xfrm>
              <a:off x="4912363" y="3463727"/>
              <a:ext cx="1386725" cy="239966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0D32E291-4823-D989-E74C-90BA08370DC9}"/>
                </a:ext>
              </a:extLst>
            </p:cNvPr>
            <p:cNvSpPr txBox="1"/>
            <p:nvPr/>
          </p:nvSpPr>
          <p:spPr>
            <a:xfrm>
              <a:off x="4856465" y="3429822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CA31a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12235802-9273-D876-F317-796E8272ABEC}"/>
                </a:ext>
              </a:extLst>
            </p:cNvPr>
            <p:cNvGrpSpPr/>
            <p:nvPr/>
          </p:nvGrpSpPr>
          <p:grpSpPr>
            <a:xfrm>
              <a:off x="5524459" y="3474003"/>
              <a:ext cx="723744" cy="215166"/>
              <a:chOff x="4605532" y="4128873"/>
              <a:chExt cx="723744" cy="215166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09045F58-8489-FE8F-F8AC-7C52956F780E}"/>
                  </a:ext>
                </a:extLst>
              </p:cNvPr>
              <p:cNvSpPr/>
              <p:nvPr/>
            </p:nvSpPr>
            <p:spPr bwMode="auto">
              <a:xfrm>
                <a:off x="4605532" y="4128873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9A5E362D-F61D-4BC2-2307-364E6E21B045}"/>
                  </a:ext>
                </a:extLst>
              </p:cNvPr>
              <p:cNvSpPr/>
              <p:nvPr/>
            </p:nvSpPr>
            <p:spPr bwMode="auto">
              <a:xfrm>
                <a:off x="4862716" y="4128873"/>
                <a:ext cx="215166" cy="215166"/>
              </a:xfrm>
              <a:prstGeom prst="ellipse">
                <a:avLst/>
              </a:prstGeom>
              <a:pattFill prst="dkDnDiag">
                <a:fgClr>
                  <a:srgbClr val="FF0487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C4366B3C-3BEA-8B64-234C-DD1CA713F6A6}"/>
                  </a:ext>
                </a:extLst>
              </p:cNvPr>
              <p:cNvSpPr/>
              <p:nvPr/>
            </p:nvSpPr>
            <p:spPr bwMode="auto">
              <a:xfrm>
                <a:off x="5114110" y="4128873"/>
                <a:ext cx="215166" cy="215166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F728DDA-3EC4-9F31-E5EC-82F3DBB9DEB6}"/>
              </a:ext>
            </a:extLst>
          </p:cNvPr>
          <p:cNvGrpSpPr/>
          <p:nvPr/>
        </p:nvGrpSpPr>
        <p:grpSpPr>
          <a:xfrm>
            <a:off x="4789021" y="2173029"/>
            <a:ext cx="1764222" cy="307777"/>
            <a:chOff x="4831426" y="2404036"/>
            <a:chExt cx="1764222" cy="307777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6767B8D-04E3-A04C-F6DD-AA0B1E661AD9}"/>
                </a:ext>
              </a:extLst>
            </p:cNvPr>
            <p:cNvGrpSpPr/>
            <p:nvPr/>
          </p:nvGrpSpPr>
          <p:grpSpPr>
            <a:xfrm>
              <a:off x="4854992" y="2444245"/>
              <a:ext cx="1740656" cy="239966"/>
              <a:chOff x="4186529" y="2028476"/>
              <a:chExt cx="1740656" cy="23996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C2452F50-C7F6-0174-6ECF-4A26B539F941}"/>
                  </a:ext>
                </a:extLst>
              </p:cNvPr>
              <p:cNvGrpSpPr/>
              <p:nvPr/>
            </p:nvGrpSpPr>
            <p:grpSpPr>
              <a:xfrm>
                <a:off x="4901125" y="2042368"/>
                <a:ext cx="948594" cy="215166"/>
                <a:chOff x="4458067" y="2042368"/>
                <a:chExt cx="948594" cy="215166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F2EABFDA-ACB8-E057-EED0-E4E7C585CAB5}"/>
                    </a:ext>
                  </a:extLst>
                </p:cNvPr>
                <p:cNvSpPr/>
                <p:nvPr/>
              </p:nvSpPr>
              <p:spPr bwMode="auto">
                <a:xfrm>
                  <a:off x="4458067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43708A68-49B1-9699-E7BC-BF74BEA4EA02}"/>
                    </a:ext>
                  </a:extLst>
                </p:cNvPr>
                <p:cNvSpPr/>
                <p:nvPr/>
              </p:nvSpPr>
              <p:spPr bwMode="auto">
                <a:xfrm>
                  <a:off x="4698784" y="204236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E7DE9517-1ED5-84EE-463D-51AD74B6217C}"/>
                    </a:ext>
                  </a:extLst>
                </p:cNvPr>
                <p:cNvSpPr/>
                <p:nvPr/>
              </p:nvSpPr>
              <p:spPr bwMode="auto">
                <a:xfrm>
                  <a:off x="4940101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0487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328B0769-C271-D616-49A8-9C6617BB94E8}"/>
                    </a:ext>
                  </a:extLst>
                </p:cNvPr>
                <p:cNvSpPr/>
                <p:nvPr/>
              </p:nvSpPr>
              <p:spPr bwMode="auto">
                <a:xfrm>
                  <a:off x="5191495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C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797B1409-B204-8166-0877-8B89273D21E9}"/>
                  </a:ext>
                </a:extLst>
              </p:cNvPr>
              <p:cNvSpPr/>
              <p:nvPr/>
            </p:nvSpPr>
            <p:spPr bwMode="auto">
              <a:xfrm>
                <a:off x="4186529" y="2028476"/>
                <a:ext cx="1740656" cy="239966"/>
              </a:xfrm>
              <a:prstGeom prst="rect">
                <a:avLst/>
              </a:prstGeom>
              <a:noFill/>
              <a:ln w="9525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A38811EC-ED4C-2A25-FFC2-E4FC809AAC12}"/>
                </a:ext>
              </a:extLst>
            </p:cNvPr>
            <p:cNvSpPr txBox="1"/>
            <p:nvPr/>
          </p:nvSpPr>
          <p:spPr>
            <a:xfrm>
              <a:off x="4831426" y="2404036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AUT14a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23E4900-E93C-A4B4-CF86-75EDB5EB6C11}"/>
              </a:ext>
            </a:extLst>
          </p:cNvPr>
          <p:cNvGrpSpPr/>
          <p:nvPr/>
        </p:nvGrpSpPr>
        <p:grpSpPr>
          <a:xfrm>
            <a:off x="4775199" y="2461045"/>
            <a:ext cx="1780170" cy="307777"/>
            <a:chOff x="4831426" y="2404036"/>
            <a:chExt cx="1780170" cy="307777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29688D2-3EC1-4F22-53DC-A77580FC51A4}"/>
                </a:ext>
              </a:extLst>
            </p:cNvPr>
            <p:cNvGrpSpPr/>
            <p:nvPr/>
          </p:nvGrpSpPr>
          <p:grpSpPr>
            <a:xfrm>
              <a:off x="4870940" y="2444245"/>
              <a:ext cx="1740656" cy="239966"/>
              <a:chOff x="4202477" y="2028476"/>
              <a:chExt cx="1740656" cy="239966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8F500219-711B-70AD-5A99-49CFDDFC721C}"/>
                  </a:ext>
                </a:extLst>
              </p:cNvPr>
              <p:cNvGrpSpPr/>
              <p:nvPr/>
            </p:nvGrpSpPr>
            <p:grpSpPr>
              <a:xfrm>
                <a:off x="4908559" y="2042368"/>
                <a:ext cx="948594" cy="215166"/>
                <a:chOff x="4465501" y="2042368"/>
                <a:chExt cx="948594" cy="215166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F373A6D6-BBB0-1980-75E1-D240E7029EB0}"/>
                    </a:ext>
                  </a:extLst>
                </p:cNvPr>
                <p:cNvSpPr/>
                <p:nvPr/>
              </p:nvSpPr>
              <p:spPr bwMode="auto">
                <a:xfrm>
                  <a:off x="4465501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D009E9AC-D13D-1AF5-F653-62B9588F4B8D}"/>
                    </a:ext>
                  </a:extLst>
                </p:cNvPr>
                <p:cNvSpPr/>
                <p:nvPr/>
              </p:nvSpPr>
              <p:spPr bwMode="auto">
                <a:xfrm>
                  <a:off x="4706218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0B05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6AACB740-1E75-75DA-834A-4EC7BF34AEE4}"/>
                    </a:ext>
                  </a:extLst>
                </p:cNvPr>
                <p:cNvSpPr/>
                <p:nvPr/>
              </p:nvSpPr>
              <p:spPr bwMode="auto">
                <a:xfrm>
                  <a:off x="4947535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0487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789F7326-F174-E4FC-F547-F23462446E90}"/>
                    </a:ext>
                  </a:extLst>
                </p:cNvPr>
                <p:cNvSpPr/>
                <p:nvPr/>
              </p:nvSpPr>
              <p:spPr bwMode="auto">
                <a:xfrm>
                  <a:off x="5198929" y="204236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C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7662202-E88A-6CB7-EA64-36E1915DD9DF}"/>
                  </a:ext>
                </a:extLst>
              </p:cNvPr>
              <p:cNvSpPr/>
              <p:nvPr/>
            </p:nvSpPr>
            <p:spPr bwMode="auto">
              <a:xfrm>
                <a:off x="4202477" y="2028476"/>
                <a:ext cx="1740656" cy="239966"/>
              </a:xfrm>
              <a:prstGeom prst="rect">
                <a:avLst/>
              </a:prstGeom>
              <a:noFill/>
              <a:ln w="9525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29CA4ABE-738F-CB02-6B66-96348CF063FD}"/>
                </a:ext>
              </a:extLst>
            </p:cNvPr>
            <p:cNvSpPr txBox="1"/>
            <p:nvPr/>
          </p:nvSpPr>
          <p:spPr>
            <a:xfrm>
              <a:off x="4831426" y="2404036"/>
              <a:ext cx="8871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NOR04a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85152B2-82A0-6BA9-4AD8-C8A1428C22B5}"/>
              </a:ext>
            </a:extLst>
          </p:cNvPr>
          <p:cNvGrpSpPr/>
          <p:nvPr/>
        </p:nvGrpSpPr>
        <p:grpSpPr>
          <a:xfrm>
            <a:off x="3734404" y="905200"/>
            <a:ext cx="2378307" cy="307777"/>
            <a:chOff x="6354241" y="1237375"/>
            <a:chExt cx="2223608" cy="307777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BD92A41-84D0-928E-6F12-AA5FF44739BD}"/>
                </a:ext>
              </a:extLst>
            </p:cNvPr>
            <p:cNvSpPr txBox="1"/>
            <p:nvPr/>
          </p:nvSpPr>
          <p:spPr>
            <a:xfrm>
              <a:off x="6354241" y="1237375"/>
              <a:ext cx="16844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jhHydViri1/MA03f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12C110F9-1E3E-3BF4-489F-A91F49DB2E30}"/>
                </a:ext>
              </a:extLst>
            </p:cNvPr>
            <p:cNvSpPr/>
            <p:nvPr/>
          </p:nvSpPr>
          <p:spPr bwMode="auto">
            <a:xfrm>
              <a:off x="6369174" y="1265096"/>
              <a:ext cx="2208675" cy="257977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F067238-39BE-CA37-351A-2353EA661B81}"/>
              </a:ext>
            </a:extLst>
          </p:cNvPr>
          <p:cNvGrpSpPr/>
          <p:nvPr/>
        </p:nvGrpSpPr>
        <p:grpSpPr>
          <a:xfrm>
            <a:off x="3703687" y="1189194"/>
            <a:ext cx="1541349" cy="307777"/>
            <a:chOff x="3703687" y="1334334"/>
            <a:chExt cx="1541349" cy="307777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B16A7AC-7C33-1FA0-484F-E3E8283E25D7}"/>
                </a:ext>
              </a:extLst>
            </p:cNvPr>
            <p:cNvSpPr txBox="1"/>
            <p:nvPr/>
          </p:nvSpPr>
          <p:spPr>
            <a:xfrm>
              <a:off x="3703687" y="1334334"/>
              <a:ext cx="1404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Multiheaded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6EF995C-3224-9538-524D-905F355D8804}"/>
                </a:ext>
              </a:extLst>
            </p:cNvPr>
            <p:cNvSpPr/>
            <p:nvPr/>
          </p:nvSpPr>
          <p:spPr bwMode="auto">
            <a:xfrm>
              <a:off x="4972063" y="1380639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D645A4E-1FB1-741D-88E0-C6BF96CB2E92}"/>
                </a:ext>
              </a:extLst>
            </p:cNvPr>
            <p:cNvSpPr/>
            <p:nvPr/>
          </p:nvSpPr>
          <p:spPr bwMode="auto">
            <a:xfrm>
              <a:off x="3746103" y="1368239"/>
              <a:ext cx="1498933" cy="23996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53DA699-2B9F-F59B-5342-9FA91EDF615B}"/>
              </a:ext>
            </a:extLst>
          </p:cNvPr>
          <p:cNvGrpSpPr/>
          <p:nvPr/>
        </p:nvGrpSpPr>
        <p:grpSpPr>
          <a:xfrm>
            <a:off x="3703687" y="1473944"/>
            <a:ext cx="1404132" cy="307777"/>
            <a:chOff x="3703687" y="1334334"/>
            <a:chExt cx="1404132" cy="307777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4D71B380-B5DE-D477-5133-CECE863F5159}"/>
                </a:ext>
              </a:extLst>
            </p:cNvPr>
            <p:cNvSpPr txBox="1"/>
            <p:nvPr/>
          </p:nvSpPr>
          <p:spPr>
            <a:xfrm>
              <a:off x="3703687" y="1334334"/>
              <a:ext cx="14041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A99 </a:t>
              </a: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EFC6527-EDAA-0A5C-0834-C8710C19B8F7}"/>
                </a:ext>
              </a:extLst>
            </p:cNvPr>
            <p:cNvSpPr/>
            <p:nvPr/>
          </p:nvSpPr>
          <p:spPr bwMode="auto">
            <a:xfrm>
              <a:off x="4185679" y="1380639"/>
              <a:ext cx="215166" cy="215166"/>
            </a:xfrm>
            <a:prstGeom prst="ellipse">
              <a:avLst/>
            </a:prstGeom>
            <a:solidFill>
              <a:srgbClr val="A3A3E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0F1B5AA-ECED-E46B-7394-3C9DB78F146C}"/>
                </a:ext>
              </a:extLst>
            </p:cNvPr>
            <p:cNvSpPr/>
            <p:nvPr/>
          </p:nvSpPr>
          <p:spPr bwMode="auto">
            <a:xfrm>
              <a:off x="3746104" y="1368239"/>
              <a:ext cx="754370" cy="23996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0369711-F246-310A-80CB-02A03C4523F6}"/>
              </a:ext>
            </a:extLst>
          </p:cNvPr>
          <p:cNvCxnSpPr>
            <a:cxnSpLocks/>
          </p:cNvCxnSpPr>
          <p:nvPr/>
        </p:nvCxnSpPr>
        <p:spPr bwMode="auto">
          <a:xfrm>
            <a:off x="4298186" y="4072127"/>
            <a:ext cx="0" cy="526069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740107B-A9EF-5736-44A3-DFABB3B9C7D3}"/>
              </a:ext>
            </a:extLst>
          </p:cNvPr>
          <p:cNvGrpSpPr/>
          <p:nvPr/>
        </p:nvGrpSpPr>
        <p:grpSpPr>
          <a:xfrm>
            <a:off x="4613324" y="3080334"/>
            <a:ext cx="2048297" cy="307777"/>
            <a:chOff x="3703687" y="1334334"/>
            <a:chExt cx="2048297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BFA030-D821-CB26-88F3-3FB67E37335E}"/>
                </a:ext>
              </a:extLst>
            </p:cNvPr>
            <p:cNvSpPr txBox="1"/>
            <p:nvPr/>
          </p:nvSpPr>
          <p:spPr>
            <a:xfrm>
              <a:off x="3703687" y="1334334"/>
              <a:ext cx="16121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Innsbruck f12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F327DC-3013-CD54-D029-2BC35F4F18FB}"/>
                </a:ext>
              </a:extLst>
            </p:cNvPr>
            <p:cNvSpPr/>
            <p:nvPr/>
          </p:nvSpPr>
          <p:spPr bwMode="auto">
            <a:xfrm>
              <a:off x="5203077" y="1380639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E1E7A-15FF-CF30-FC15-53F1F2CC81B1}"/>
                </a:ext>
              </a:extLst>
            </p:cNvPr>
            <p:cNvSpPr/>
            <p:nvPr/>
          </p:nvSpPr>
          <p:spPr bwMode="auto">
            <a:xfrm>
              <a:off x="3746103" y="1368239"/>
              <a:ext cx="2005881" cy="23996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C48402F-D941-C544-02B4-1922D515D404}"/>
                </a:ext>
              </a:extLst>
            </p:cNvPr>
            <p:cNvSpPr/>
            <p:nvPr/>
          </p:nvSpPr>
          <p:spPr bwMode="auto">
            <a:xfrm>
              <a:off x="5460659" y="1380776"/>
              <a:ext cx="215166" cy="215166"/>
            </a:xfrm>
            <a:prstGeom prst="ellipse">
              <a:avLst/>
            </a:prstGeom>
            <a:solidFill>
              <a:srgbClr val="FF048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7EE78CB-7C55-8289-6C98-650DA6A8E5D0}"/>
              </a:ext>
            </a:extLst>
          </p:cNvPr>
          <p:cNvGrpSpPr/>
          <p:nvPr/>
        </p:nvGrpSpPr>
        <p:grpSpPr>
          <a:xfrm>
            <a:off x="6169192" y="905200"/>
            <a:ext cx="1974225" cy="307777"/>
            <a:chOff x="6286954" y="1747815"/>
            <a:chExt cx="1974225" cy="307777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AC51A13-D4A5-4379-0ECF-733A76DFC6F4}"/>
                </a:ext>
              </a:extLst>
            </p:cNvPr>
            <p:cNvGrpSpPr/>
            <p:nvPr/>
          </p:nvGrpSpPr>
          <p:grpSpPr>
            <a:xfrm>
              <a:off x="6340698" y="1769244"/>
              <a:ext cx="1920481" cy="269175"/>
              <a:chOff x="4006703" y="2011535"/>
              <a:chExt cx="1920481" cy="26917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4D9406A1-6E2F-818C-275F-465EF1BD32CE}"/>
                  </a:ext>
                </a:extLst>
              </p:cNvPr>
              <p:cNvGrpSpPr/>
              <p:nvPr/>
            </p:nvGrpSpPr>
            <p:grpSpPr>
              <a:xfrm>
                <a:off x="4901125" y="2042368"/>
                <a:ext cx="948594" cy="215166"/>
                <a:chOff x="4458067" y="2042368"/>
                <a:chExt cx="948594" cy="215166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A17AE25E-03E1-F85E-2DC4-6991AF467A33}"/>
                    </a:ext>
                  </a:extLst>
                </p:cNvPr>
                <p:cNvSpPr/>
                <p:nvPr/>
              </p:nvSpPr>
              <p:spPr bwMode="auto">
                <a:xfrm>
                  <a:off x="4458067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9B5C81EE-100D-2CE0-54BD-C65DEF44500B}"/>
                    </a:ext>
                  </a:extLst>
                </p:cNvPr>
                <p:cNvSpPr/>
                <p:nvPr/>
              </p:nvSpPr>
              <p:spPr bwMode="auto">
                <a:xfrm>
                  <a:off x="4698784" y="204236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D1B40D4-8D41-EA51-1285-FC5215FEBBEB}"/>
                    </a:ext>
                  </a:extLst>
                </p:cNvPr>
                <p:cNvSpPr/>
                <p:nvPr/>
              </p:nvSpPr>
              <p:spPr bwMode="auto">
                <a:xfrm>
                  <a:off x="4940101" y="2042368"/>
                  <a:ext cx="215166" cy="215166"/>
                </a:xfrm>
                <a:prstGeom prst="ellipse">
                  <a:avLst/>
                </a:prstGeom>
                <a:solidFill>
                  <a:srgbClr val="FF0487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88F83D5C-B8A3-F17B-75B8-A48BF559EC60}"/>
                    </a:ext>
                  </a:extLst>
                </p:cNvPr>
                <p:cNvSpPr/>
                <p:nvPr/>
              </p:nvSpPr>
              <p:spPr bwMode="auto">
                <a:xfrm>
                  <a:off x="5191495" y="2042368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69061B1-8DAC-455C-26EF-D312415A90C1}"/>
                  </a:ext>
                </a:extLst>
              </p:cNvPr>
              <p:cNvSpPr/>
              <p:nvPr/>
            </p:nvSpPr>
            <p:spPr bwMode="auto">
              <a:xfrm>
                <a:off x="4006703" y="2011535"/>
                <a:ext cx="1920481" cy="269175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F0059BA-14EB-7187-3F17-4B7D41D64CDB}"/>
                </a:ext>
              </a:extLst>
            </p:cNvPr>
            <p:cNvSpPr txBox="1"/>
            <p:nvPr/>
          </p:nvSpPr>
          <p:spPr>
            <a:xfrm>
              <a:off x="6286954" y="1747815"/>
              <a:ext cx="10775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Carnegie</a:t>
              </a:r>
            </a:p>
          </p:txBody>
        </p:sp>
      </p:grpSp>
      <p:sp>
        <p:nvSpPr>
          <p:cNvPr id="78" name="Rectangle 5">
            <a:extLst>
              <a:ext uri="{FF2B5EF4-FFF2-40B4-BE49-F238E27FC236}">
                <a16:creationId xmlns:a16="http://schemas.microsoft.com/office/drawing/2014/main" id="{D2BA8AA9-88FE-DA81-E010-87C9EB854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709" y="3095722"/>
            <a:ext cx="139333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Cazet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et al. 2023)</a:t>
            </a:r>
          </a:p>
        </p:txBody>
      </p:sp>
      <p:sp>
        <p:nvSpPr>
          <p:cNvPr id="80" name="Rectangle 5">
            <a:extLst>
              <a:ext uri="{FF2B5EF4-FFF2-40B4-BE49-F238E27FC236}">
                <a16:creationId xmlns:a16="http://schemas.microsoft.com/office/drawing/2014/main" id="{D3ADCF6B-70AD-6BB9-353E-51502DB91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946" y="1487818"/>
            <a:ext cx="158729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(Hamada et al. 2020)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CE8B430-84E4-101C-2C78-6297C5450900}"/>
              </a:ext>
            </a:extLst>
          </p:cNvPr>
          <p:cNvGrpSpPr/>
          <p:nvPr/>
        </p:nvGrpSpPr>
        <p:grpSpPr>
          <a:xfrm>
            <a:off x="4370373" y="1883490"/>
            <a:ext cx="1749326" cy="307777"/>
            <a:chOff x="5734397" y="1862541"/>
            <a:chExt cx="1749326" cy="307777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25F93F16-B7A0-34EF-1DFC-860CB0860081}"/>
                </a:ext>
              </a:extLst>
            </p:cNvPr>
            <p:cNvGrpSpPr/>
            <p:nvPr/>
          </p:nvGrpSpPr>
          <p:grpSpPr>
            <a:xfrm>
              <a:off x="5769738" y="1892023"/>
              <a:ext cx="1713985" cy="239966"/>
              <a:chOff x="4213199" y="2028476"/>
              <a:chExt cx="1713985" cy="239966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35770E85-BDAC-E3DB-7255-A8476E9CD351}"/>
                  </a:ext>
                </a:extLst>
              </p:cNvPr>
              <p:cNvGrpSpPr/>
              <p:nvPr/>
            </p:nvGrpSpPr>
            <p:grpSpPr>
              <a:xfrm>
                <a:off x="4901125" y="2042368"/>
                <a:ext cx="948594" cy="215166"/>
                <a:chOff x="4458067" y="2042368"/>
                <a:chExt cx="948594" cy="215166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F7C43DA1-EAB1-24E5-A805-AAD1CA02B9B0}"/>
                    </a:ext>
                  </a:extLst>
                </p:cNvPr>
                <p:cNvSpPr/>
                <p:nvPr/>
              </p:nvSpPr>
              <p:spPr bwMode="auto">
                <a:xfrm>
                  <a:off x="4458067" y="204236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2E708AD8-6B85-790C-68C2-7D04F978C363}"/>
                    </a:ext>
                  </a:extLst>
                </p:cNvPr>
                <p:cNvSpPr/>
                <p:nvPr/>
              </p:nvSpPr>
              <p:spPr bwMode="auto">
                <a:xfrm>
                  <a:off x="4698784" y="204236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351AC698-70B4-55B8-BA26-1DC1BCE6D7A1}"/>
                    </a:ext>
                  </a:extLst>
                </p:cNvPr>
                <p:cNvSpPr/>
                <p:nvPr/>
              </p:nvSpPr>
              <p:spPr bwMode="auto">
                <a:xfrm>
                  <a:off x="4940101" y="2042368"/>
                  <a:ext cx="215166" cy="215166"/>
                </a:xfrm>
                <a:prstGeom prst="ellipse">
                  <a:avLst/>
                </a:prstGeom>
                <a:solidFill>
                  <a:srgbClr val="FF0487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699A93AE-89CB-9DE8-EFDA-09B1AA772C04}"/>
                    </a:ext>
                  </a:extLst>
                </p:cNvPr>
                <p:cNvSpPr/>
                <p:nvPr/>
              </p:nvSpPr>
              <p:spPr bwMode="auto">
                <a:xfrm>
                  <a:off x="5191495" y="2042368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C2B7C94-6F3B-95CB-7BBC-AF3663E19E52}"/>
                  </a:ext>
                </a:extLst>
              </p:cNvPr>
              <p:cNvSpPr/>
              <p:nvPr/>
            </p:nvSpPr>
            <p:spPr bwMode="auto">
              <a:xfrm>
                <a:off x="4213199" y="2028476"/>
                <a:ext cx="1713985" cy="239966"/>
              </a:xfrm>
              <a:prstGeom prst="rect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BC08B31-67DF-311D-F3E9-C23532E8F937}"/>
                </a:ext>
              </a:extLst>
            </p:cNvPr>
            <p:cNvSpPr txBox="1"/>
            <p:nvPr/>
          </p:nvSpPr>
          <p:spPr>
            <a:xfrm>
              <a:off x="5734397" y="1862541"/>
              <a:ext cx="7566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CA25a</a:t>
              </a:r>
              <a:endParaRPr lang="en-US" dirty="0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849E8BB7-AC37-108D-8568-81843C665707}"/>
              </a:ext>
            </a:extLst>
          </p:cNvPr>
          <p:cNvSpPr/>
          <p:nvPr/>
        </p:nvSpPr>
        <p:spPr bwMode="auto">
          <a:xfrm>
            <a:off x="5415511" y="946754"/>
            <a:ext cx="215166" cy="215166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CD7CD52-FDFD-A229-C75E-E3F95E6411C4}"/>
              </a:ext>
            </a:extLst>
          </p:cNvPr>
          <p:cNvSpPr/>
          <p:nvPr/>
        </p:nvSpPr>
        <p:spPr bwMode="auto">
          <a:xfrm>
            <a:off x="5655758" y="946754"/>
            <a:ext cx="215166" cy="215166"/>
          </a:xfrm>
          <a:prstGeom prst="ellipse">
            <a:avLst/>
          </a:prstGeom>
          <a:solidFill>
            <a:srgbClr val="FF04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55FC273-0D61-0D98-7900-87DD77386305}"/>
              </a:ext>
            </a:extLst>
          </p:cNvPr>
          <p:cNvSpPr/>
          <p:nvPr/>
        </p:nvSpPr>
        <p:spPr bwMode="auto">
          <a:xfrm>
            <a:off x="5880775" y="946754"/>
            <a:ext cx="215166" cy="215166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B820050D-B941-8923-4B8F-88828069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039" y="2172876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id="{F56A83DA-BF04-3A44-4E9B-5709F7A9E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242" y="1183620"/>
            <a:ext cx="12422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al.)</a:t>
            </a:r>
          </a:p>
        </p:txBody>
      </p:sp>
      <p:sp>
        <p:nvSpPr>
          <p:cNvPr id="88" name="Rectangle 5">
            <a:extLst>
              <a:ext uri="{FF2B5EF4-FFF2-40B4-BE49-F238E27FC236}">
                <a16:creationId xmlns:a16="http://schemas.microsoft.com/office/drawing/2014/main" id="{A824C48B-6D32-85CB-2AA3-844E7A3F4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89" y="3445210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5" name="Rectangle 5">
            <a:extLst>
              <a:ext uri="{FF2B5EF4-FFF2-40B4-BE49-F238E27FC236}">
                <a16:creationId xmlns:a16="http://schemas.microsoft.com/office/drawing/2014/main" id="{0B96073F-7126-A8E4-AF68-346F8EFF5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89" y="3727496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A7AE99C7-C1D0-5F1B-A7A9-B03460255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479" y="4058162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7" name="Rectangle 5">
            <a:extLst>
              <a:ext uri="{FF2B5EF4-FFF2-40B4-BE49-F238E27FC236}">
                <a16:creationId xmlns:a16="http://schemas.microsoft.com/office/drawing/2014/main" id="{6EFB0F71-040A-144A-DF84-77C0F12F9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192" y="4314875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3E03D4C-1DEF-ABAD-4360-21D0D32D8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66" y="1883490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99" name="Rectangle 5">
            <a:extLst>
              <a:ext uri="{FF2B5EF4-FFF2-40B4-BE49-F238E27FC236}">
                <a16:creationId xmlns:a16="http://schemas.microsoft.com/office/drawing/2014/main" id="{389B4F0C-DD7F-FE19-85A6-57E91B334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919" y="2478072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A078CF90-791A-03BA-9DB8-98FB7B137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479" y="2762072"/>
            <a:ext cx="17568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(Martínez et al. </a:t>
            </a:r>
            <a:r>
              <a:rPr lang="en-US" sz="12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unpub</a:t>
            </a:r>
            <a:r>
              <a: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0755800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99633-9C44-ED85-0603-2142A6B7D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2D5C529-9F16-4D2B-DF22-1FFE0120C066}"/>
              </a:ext>
            </a:extLst>
          </p:cNvPr>
          <p:cNvGrpSpPr/>
          <p:nvPr/>
        </p:nvGrpSpPr>
        <p:grpSpPr>
          <a:xfrm>
            <a:off x="262911" y="641568"/>
            <a:ext cx="7759072" cy="4868987"/>
            <a:chOff x="4285643" y="1042023"/>
            <a:chExt cx="7759072" cy="4868987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0A820BE4-8232-2E03-2A3E-16C5081EC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8972" y="1042023"/>
              <a:ext cx="7425743" cy="4868987"/>
              <a:chOff x="3426076" y="706201"/>
              <a:chExt cx="5616056" cy="3682647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B3E62E5E-644B-C8EC-C6D4-72B0631684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656091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BF0B3E14-023E-0504-61C5-78E227FE2B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869656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E82BE0F8-79A0-2889-01BA-B9D111A01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08322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A7E39F08-B71A-E7CC-2A26-69F910F40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5CD72FD1-02E7-142F-6A6C-D042929E1F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33598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7F1AE74E-998C-B5F4-D29D-4D7AA9D796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797910CD-872A-D35F-BA02-C938D0770A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6774" y="1034836"/>
                <a:ext cx="1389147" cy="3354012"/>
                <a:chOff x="3786315" y="929123"/>
                <a:chExt cx="1871776" cy="4519289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581D6206-2599-1696-FF03-4555AAC22B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7" y="1940395"/>
                  <a:ext cx="1482884" cy="3136972"/>
                  <a:chOff x="2876195" y="2045287"/>
                  <a:chExt cx="2690594" cy="3368452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D0A22554-6333-FFE8-A9C6-59F20CC3F2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5" y="2474820"/>
                    <a:ext cx="1058335" cy="187724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B1A814CC-5659-BB5C-A806-95B41FBF90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6" y="2045287"/>
                    <a:ext cx="914854" cy="739010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D2986BAB-8D95-7E52-34B2-DD928755DB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521694"/>
                    <a:ext cx="387004" cy="417342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8BA3274C-762A-437D-425A-5B6D963FBA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2892" y="2366129"/>
                    <a:ext cx="501526" cy="305138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26A24969-86C3-D8D0-7049-3A896F6C6D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FD83EE9A-A911-EA85-DAFD-314626B96C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" name="Freeform 176">
                    <a:extLst>
                      <a:ext uri="{FF2B5EF4-FFF2-40B4-BE49-F238E27FC236}">
                        <a16:creationId xmlns:a16="http://schemas.microsoft.com/office/drawing/2014/main" id="{533E9ACE-BA3E-9DCB-7233-086FD5FBC6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0342" y="3646794"/>
                    <a:ext cx="638117" cy="1277497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 176">
                    <a:extLst>
                      <a:ext uri="{FF2B5EF4-FFF2-40B4-BE49-F238E27FC236}">
                        <a16:creationId xmlns:a16="http://schemas.microsoft.com/office/drawing/2014/main" id="{8B9E9C05-58F8-CB1A-4945-3E41E924FD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7171" y="4469768"/>
                    <a:ext cx="946655" cy="94397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4F7D9BFE-B587-B2FD-DB48-559BF3404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824837" y="1728248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93972BE4-E2EA-F9C0-45F9-D70B7DD529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34408" y="2026879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2C8800AF-E920-3B25-DDEE-2C3DA25D53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0D95F005-A84B-5BF0-3A3E-AF2BB4DAB3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0061" y="2309719"/>
                  <a:ext cx="201061" cy="41544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73936550-C088-69A6-BB3F-72A1FD9E3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D7A25DD4-A917-92A6-78EC-9749512165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D3602C8F-673C-C1AA-781F-78204BBE85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1F7D26A0-C860-A292-1EAD-4A068D92D4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896215" y="4788331"/>
                  <a:ext cx="776125" cy="544038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ACD8AB00-35FA-3645-E773-CD982BF1A5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3707148" y="1008290"/>
                  <a:ext cx="560069" cy="401735"/>
                </a:xfrm>
                <a:prstGeom prst="triangle">
                  <a:avLst>
                    <a:gd name="adj" fmla="val 52338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" name="Isosceles Triangle 448">
                  <a:extLst>
                    <a:ext uri="{FF2B5EF4-FFF2-40B4-BE49-F238E27FC236}">
                      <a16:creationId xmlns:a16="http://schemas.microsoft.com/office/drawing/2014/main" id="{24BD80CA-614B-8B14-2914-572BB6C1C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5091162" y="4031480"/>
                  <a:ext cx="108113" cy="33016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04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DFC020C8-FBC3-2FA9-59C7-9A4943142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924" y="1083462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EB2B88D1-B690-A0B4-36E5-EA22234F9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200461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F6A3D8E6-95FC-2139-61DB-7CEF59C8D3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5929" y="3963902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H. vulgaris</a:t>
                </a:r>
              </a:p>
            </p:txBody>
          </p:sp>
          <p:sp>
            <p:nvSpPr>
              <p:cNvPr id="244" name="Text Box 213">
                <a:extLst>
                  <a:ext uri="{FF2B5EF4-FFF2-40B4-BE49-F238E27FC236}">
                    <a16:creationId xmlns:a16="http://schemas.microsoft.com/office/drawing/2014/main" id="{89662204-1A4B-7291-0BB7-4A450BBFFD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6076" y="706201"/>
                <a:ext cx="5616056" cy="232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solidFill>
                      <a:srgbClr val="000000"/>
                    </a:solidFill>
                    <a:latin typeface="Myriad Pro"/>
                    <a:cs typeface="Myriad Pro"/>
                  </a:rPr>
                  <a:t>Group                </a:t>
                </a:r>
                <a:r>
                  <a:rPr lang="en-US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Species                                       Strain                   Sequencing        Author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E342959F-998F-D03E-4C42-31CDA275B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775" y="1740484"/>
              <a:ext cx="701322" cy="2106411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00C616-A34C-0AA3-F428-B16CE9E6818E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BA6C2A-7DD5-AEE2-38FB-4CCF1517B270}"/>
                </a:ext>
              </a:extLst>
            </p:cNvPr>
            <p:cNvSpPr txBox="1"/>
            <p:nvPr/>
          </p:nvSpPr>
          <p:spPr>
            <a:xfrm>
              <a:off x="5264097" y="3651783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224072-D15F-F122-F67F-E0D173614989}"/>
                </a:ext>
              </a:extLst>
            </p:cNvPr>
            <p:cNvSpPr txBox="1"/>
            <p:nvPr/>
          </p:nvSpPr>
          <p:spPr>
            <a:xfrm>
              <a:off x="5648792" y="557876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832B29-B346-47A7-B613-254B34949431}"/>
                </a:ext>
              </a:extLst>
            </p:cNvPr>
            <p:cNvSpPr txBox="1"/>
            <p:nvPr/>
          </p:nvSpPr>
          <p:spPr>
            <a:xfrm>
              <a:off x="4285643" y="1426350"/>
              <a:ext cx="1142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D214E28-8940-E7EA-BCD0-330824D506C6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FDA8B43F-561C-79E1-6881-1BDB01D9A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531" y="4137749"/>
            <a:ext cx="12052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215E7FC-ABFC-554E-8903-ACFC5B960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31" y="3986821"/>
            <a:ext cx="9557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dirty="0" err="1">
                <a:solidFill>
                  <a:srgbClr val="FF0487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FF0487"/>
              </a:solidFill>
              <a:latin typeface="Myriad Pro"/>
              <a:ea typeface="Arial" charset="0"/>
              <a:cs typeface="Myriad Pro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80DB15D-0FC4-B6A8-D724-4F9D8315D1B9}"/>
              </a:ext>
            </a:extLst>
          </p:cNvPr>
          <p:cNvGrpSpPr/>
          <p:nvPr/>
        </p:nvGrpSpPr>
        <p:grpSpPr>
          <a:xfrm>
            <a:off x="3100485" y="5451885"/>
            <a:ext cx="5165019" cy="559326"/>
            <a:chOff x="6776993" y="1394390"/>
            <a:chExt cx="5165019" cy="559326"/>
          </a:xfrm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5AE6751F-A752-CACA-B786-B169FBEB3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7091" y="1676717"/>
              <a:ext cx="92993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PacBio HiFi</a:t>
              </a:r>
            </a:p>
          </p:txBody>
        </p: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04F23D2E-443C-14E5-E3B1-F590E9285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6631" y="1676717"/>
              <a:ext cx="86754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Nanopore</a:t>
              </a:r>
            </a:p>
          </p:txBody>
        </p: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E632C2B-847F-8271-5344-AD9083C99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4205" y="1676717"/>
              <a:ext cx="95090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HiC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/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OmniC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63AF542-F542-7E4F-6822-B829C35B4A9B}"/>
                </a:ext>
              </a:extLst>
            </p:cNvPr>
            <p:cNvSpPr/>
            <p:nvPr/>
          </p:nvSpPr>
          <p:spPr bwMode="auto">
            <a:xfrm>
              <a:off x="6888098" y="1708733"/>
              <a:ext cx="215166" cy="215166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A43FB72-426E-2919-0793-888B2D19D31C}"/>
                </a:ext>
              </a:extLst>
            </p:cNvPr>
            <p:cNvSpPr/>
            <p:nvPr/>
          </p:nvSpPr>
          <p:spPr bwMode="auto">
            <a:xfrm>
              <a:off x="8117516" y="1708733"/>
              <a:ext cx="215166" cy="215166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AA62D33-A417-2AB4-85DF-CB7F12C2EC34}"/>
                </a:ext>
              </a:extLst>
            </p:cNvPr>
            <p:cNvSpPr/>
            <p:nvPr/>
          </p:nvSpPr>
          <p:spPr bwMode="auto">
            <a:xfrm>
              <a:off x="9341402" y="1708733"/>
              <a:ext cx="215166" cy="215166"/>
            </a:xfrm>
            <a:prstGeom prst="ellipse">
              <a:avLst/>
            </a:prstGeom>
            <a:solidFill>
              <a:srgbClr val="0432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6" name="Rectangle 5">
              <a:extLst>
                <a:ext uri="{FF2B5EF4-FFF2-40B4-BE49-F238E27FC236}">
                  <a16:creationId xmlns:a16="http://schemas.microsoft.com/office/drawing/2014/main" id="{B2356190-966F-C32F-1E85-8FDD7A058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0585" y="1676717"/>
              <a:ext cx="123142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Illumina/</a:t>
              </a: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IsoSeq</a:t>
              </a:r>
              <a:endParaRPr lang="en-US" sz="12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00ADC-CE62-4CD5-7E3D-79E80303B955}"/>
                </a:ext>
              </a:extLst>
            </p:cNvPr>
            <p:cNvSpPr/>
            <p:nvPr/>
          </p:nvSpPr>
          <p:spPr bwMode="auto">
            <a:xfrm>
              <a:off x="10529740" y="1708733"/>
              <a:ext cx="215166" cy="215166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065C031A-D162-5952-4056-B2FA0AF3E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6993" y="1394390"/>
              <a:ext cx="17043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Sequencing Methods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D9DF23-E337-F878-B893-37C9B79C677F}"/>
              </a:ext>
            </a:extLst>
          </p:cNvPr>
          <p:cNvGrpSpPr/>
          <p:nvPr/>
        </p:nvGrpSpPr>
        <p:grpSpPr>
          <a:xfrm>
            <a:off x="7151096" y="1037352"/>
            <a:ext cx="1897443" cy="4206825"/>
            <a:chOff x="5898572" y="1058631"/>
            <a:chExt cx="1897443" cy="4206825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4F359433-77FF-3F8F-2453-F8E4498C8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3117718"/>
              <a:ext cx="130035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Cazet</a:t>
              </a: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 et al. 2023</a:t>
              </a:r>
            </a:p>
          </p:txBody>
        </p:sp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C082F5A6-C9CD-A5AE-7473-832F650B5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2196777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B60D4874-DB60-E476-26AA-EE61A6085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1589401"/>
              <a:ext cx="126816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Steele, Martínez</a:t>
              </a:r>
            </a:p>
          </p:txBody>
        </p:sp>
        <p:sp>
          <p:nvSpPr>
            <p:cNvPr id="88" name="Rectangle 5">
              <a:extLst>
                <a:ext uri="{FF2B5EF4-FFF2-40B4-BE49-F238E27FC236}">
                  <a16:creationId xmlns:a16="http://schemas.microsoft.com/office/drawing/2014/main" id="{AB94F7DF-4BF5-74A3-2505-E795D47B3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3458732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95" name="Rectangle 5">
              <a:extLst>
                <a:ext uri="{FF2B5EF4-FFF2-40B4-BE49-F238E27FC236}">
                  <a16:creationId xmlns:a16="http://schemas.microsoft.com/office/drawing/2014/main" id="{B39D9E52-96FF-60D5-0E25-44B41D0A4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3774064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9AC1C1C1-7615-DF11-B752-D82D85D47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4097098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97" name="Rectangle 5">
              <a:extLst>
                <a:ext uri="{FF2B5EF4-FFF2-40B4-BE49-F238E27FC236}">
                  <a16:creationId xmlns:a16="http://schemas.microsoft.com/office/drawing/2014/main" id="{666E665E-4554-AAEF-D6FE-9CF5C5298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4396065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98" name="Rectangle 5">
              <a:extLst>
                <a:ext uri="{FF2B5EF4-FFF2-40B4-BE49-F238E27FC236}">
                  <a16:creationId xmlns:a16="http://schemas.microsoft.com/office/drawing/2014/main" id="{546708F5-64C7-9BE2-BF91-938DDB608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1906020"/>
              <a:ext cx="181639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Hyland, Steele, Martínez</a:t>
              </a:r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2892EB89-BE43-E738-52F3-31ED6639D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2479352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246" name="Rectangle 5">
              <a:extLst>
                <a:ext uri="{FF2B5EF4-FFF2-40B4-BE49-F238E27FC236}">
                  <a16:creationId xmlns:a16="http://schemas.microsoft.com/office/drawing/2014/main" id="{35FE23C6-7260-7AA9-6987-E1BB9F30F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2823991"/>
              <a:ext cx="1065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Martínez Lab</a:t>
              </a:r>
            </a:p>
          </p:txBody>
        </p:sp>
        <p:sp>
          <p:nvSpPr>
            <p:cNvPr id="247" name="Rectangle 5">
              <a:extLst>
                <a:ext uri="{FF2B5EF4-FFF2-40B4-BE49-F238E27FC236}">
                  <a16:creationId xmlns:a16="http://schemas.microsoft.com/office/drawing/2014/main" id="{8F3212BE-3B1C-1841-E4B2-39FDCD338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572" y="4988457"/>
              <a:ext cx="189744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ctr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Kon, Martínez, et al. 2025</a:t>
              </a:r>
            </a:p>
          </p:txBody>
        </p:sp>
        <p:sp>
          <p:nvSpPr>
            <p:cNvPr id="262" name="Rectangle 5">
              <a:extLst>
                <a:ext uri="{FF2B5EF4-FFF2-40B4-BE49-F238E27FC236}">
                  <a16:creationId xmlns:a16="http://schemas.microsoft.com/office/drawing/2014/main" id="{CD7F33EA-FEB2-5401-6C6B-2F27BCB32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4666" y="1058631"/>
              <a:ext cx="97776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Consortium</a:t>
              </a: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57C1379-22FB-8434-C945-1AA69FCDBA82}"/>
              </a:ext>
            </a:extLst>
          </p:cNvPr>
          <p:cNvGrpSpPr/>
          <p:nvPr/>
        </p:nvGrpSpPr>
        <p:grpSpPr>
          <a:xfrm>
            <a:off x="2987256" y="992178"/>
            <a:ext cx="4140794" cy="4278129"/>
            <a:chOff x="3701766" y="964358"/>
            <a:chExt cx="4140794" cy="4278129"/>
          </a:xfrm>
        </p:grpSpPr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7A7AFF5-712B-B68A-61E4-8640E62AED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54785" y="964358"/>
              <a:ext cx="0" cy="427812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9F361137-AD1A-A969-0DC4-5FB55965D2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12695" y="964358"/>
              <a:ext cx="0" cy="427812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8DC14719-3D57-5B43-22BB-AF1025C2BF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95463" y="964358"/>
              <a:ext cx="0" cy="427812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0494FE9-7AF2-7F38-B80A-4776E14707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01766" y="1292479"/>
              <a:ext cx="8088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F5D0B36-7C84-277E-7BF0-B3AF51D7DB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46976" y="2053650"/>
              <a:ext cx="116717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5629AAF-B903-1AC9-1FA4-8DE4C2B177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08179" y="2893970"/>
              <a:ext cx="12516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E36F2C9-801E-AAA7-823F-0352BC7B2D0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3639" y="964358"/>
              <a:ext cx="0" cy="4278129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4222A8D-75AA-066A-D6BF-C1433238DDD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7124" y="4263818"/>
              <a:ext cx="86858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B4AC2149-984E-B1A6-EC71-55E3BBAA3A3E}"/>
                </a:ext>
              </a:extLst>
            </p:cNvPr>
            <p:cNvGrpSpPr/>
            <p:nvPr/>
          </p:nvGrpSpPr>
          <p:grpSpPr>
            <a:xfrm>
              <a:off x="4624518" y="980267"/>
              <a:ext cx="3218042" cy="4252228"/>
              <a:chOff x="5066968" y="980267"/>
              <a:chExt cx="3218042" cy="4252228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7D2EE56-C59C-DFF4-72FE-D546F00142E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066968" y="993930"/>
                <a:ext cx="0" cy="826578"/>
              </a:xfrm>
              <a:prstGeom prst="line">
                <a:avLst/>
              </a:prstGeom>
              <a:solidFill>
                <a:schemeClr val="accent1"/>
              </a:solidFill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178544-ACDB-7EB9-3B16-2F77938E2AB7}"/>
                  </a:ext>
                </a:extLst>
              </p:cNvPr>
              <p:cNvSpPr txBox="1"/>
              <p:nvPr/>
            </p:nvSpPr>
            <p:spPr>
              <a:xfrm>
                <a:off x="5988223" y="4924718"/>
                <a:ext cx="8803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AEPx105</a:t>
                </a: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EADF2607-A808-D908-4553-B1366CEF4628}"/>
                  </a:ext>
                </a:extLst>
              </p:cNvPr>
              <p:cNvSpPr/>
              <p:nvPr/>
            </p:nvSpPr>
            <p:spPr bwMode="auto">
              <a:xfrm>
                <a:off x="5988222" y="4956457"/>
                <a:ext cx="2294103" cy="239966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22C7397-0D31-4712-7C22-179DFBC57843}"/>
                  </a:ext>
                </a:extLst>
              </p:cNvPr>
              <p:cNvSpPr/>
              <p:nvPr/>
            </p:nvSpPr>
            <p:spPr bwMode="auto">
              <a:xfrm>
                <a:off x="6111958" y="3389810"/>
                <a:ext cx="2170980" cy="259200"/>
              </a:xfrm>
              <a:prstGeom prst="rect">
                <a:avLst/>
              </a:prstGeom>
              <a:noFill/>
              <a:ln w="12700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ACD5929-092D-CFAB-778B-C6702545D4D6}"/>
                  </a:ext>
                </a:extLst>
              </p:cNvPr>
              <p:cNvSpPr txBox="1"/>
              <p:nvPr/>
            </p:nvSpPr>
            <p:spPr>
              <a:xfrm>
                <a:off x="5981447" y="3385297"/>
                <a:ext cx="8871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AUT04a</a:t>
                </a: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9F8272E6-A3A9-B210-8BC5-893648CAC5D9}"/>
                  </a:ext>
                </a:extLst>
              </p:cNvPr>
              <p:cNvSpPr/>
              <p:nvPr/>
            </p:nvSpPr>
            <p:spPr bwMode="auto">
              <a:xfrm>
                <a:off x="6173172" y="3734167"/>
                <a:ext cx="2104076" cy="259200"/>
              </a:xfrm>
              <a:prstGeom prst="rect">
                <a:avLst/>
              </a:prstGeom>
              <a:noFill/>
              <a:ln w="12700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5B138FAE-EBC1-6E21-B167-8374F4101536}"/>
                  </a:ext>
                </a:extLst>
              </p:cNvPr>
              <p:cNvSpPr txBox="1"/>
              <p:nvPr/>
            </p:nvSpPr>
            <p:spPr>
              <a:xfrm>
                <a:off x="6173172" y="3723122"/>
                <a:ext cx="6954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MA03e</a:t>
                </a: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B946CC8-BC6B-9713-AFAD-72428D6EEB32}"/>
                  </a:ext>
                </a:extLst>
              </p:cNvPr>
              <p:cNvSpPr/>
              <p:nvPr/>
            </p:nvSpPr>
            <p:spPr bwMode="auto">
              <a:xfrm>
                <a:off x="6056598" y="2139321"/>
                <a:ext cx="2226340" cy="259200"/>
              </a:xfrm>
              <a:prstGeom prst="rect">
                <a:avLst/>
              </a:prstGeom>
              <a:noFill/>
              <a:ln w="12700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CD5A2E94-F0D1-8AAB-78B1-D49E9359299B}"/>
                  </a:ext>
                </a:extLst>
              </p:cNvPr>
              <p:cNvSpPr txBox="1"/>
              <p:nvPr/>
            </p:nvSpPr>
            <p:spPr>
              <a:xfrm>
                <a:off x="5981447" y="2121972"/>
                <a:ext cx="8871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AUT14a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C9A261A-17BA-28E5-F39F-58B50F7976F5}"/>
                  </a:ext>
                </a:extLst>
              </p:cNvPr>
              <p:cNvSpPr/>
              <p:nvPr/>
            </p:nvSpPr>
            <p:spPr bwMode="auto">
              <a:xfrm>
                <a:off x="6056598" y="2450197"/>
                <a:ext cx="2226339" cy="239966"/>
              </a:xfrm>
              <a:prstGeom prst="rect">
                <a:avLst/>
              </a:prstGeom>
              <a:noFill/>
              <a:ln w="12700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125152C-32A2-8BB9-72AC-D1E1D62529C7}"/>
                  </a:ext>
                </a:extLst>
              </p:cNvPr>
              <p:cNvSpPr txBox="1"/>
              <p:nvPr/>
            </p:nvSpPr>
            <p:spPr>
              <a:xfrm>
                <a:off x="5981447" y="2409988"/>
                <a:ext cx="8871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NOR04a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66F5EC8-D0E1-02A8-CDBE-5F94AB431481}"/>
                  </a:ext>
                </a:extLst>
              </p:cNvPr>
              <p:cNvSpPr txBox="1"/>
              <p:nvPr/>
            </p:nvSpPr>
            <p:spPr>
              <a:xfrm>
                <a:off x="5066968" y="980267"/>
                <a:ext cx="18016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jhHydViri1/MA03f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E9A39867-F992-9A35-1162-EE8DDD5383CB}"/>
                  </a:ext>
                </a:extLst>
              </p:cNvPr>
              <p:cNvSpPr/>
              <p:nvPr/>
            </p:nvSpPr>
            <p:spPr bwMode="auto">
              <a:xfrm>
                <a:off x="5119635" y="1007988"/>
                <a:ext cx="3163305" cy="257977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24E08E5-BD4B-3CFB-1909-62E612537A39}"/>
                  </a:ext>
                </a:extLst>
              </p:cNvPr>
              <p:cNvSpPr txBox="1"/>
              <p:nvPr/>
            </p:nvSpPr>
            <p:spPr>
              <a:xfrm>
                <a:off x="5464460" y="1258574"/>
                <a:ext cx="14041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Multiheaded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AA859A0-BCA0-A871-6E86-AECF315C6FD1}"/>
                  </a:ext>
                </a:extLst>
              </p:cNvPr>
              <p:cNvSpPr/>
              <p:nvPr/>
            </p:nvSpPr>
            <p:spPr bwMode="auto">
              <a:xfrm>
                <a:off x="5581859" y="1292478"/>
                <a:ext cx="2701156" cy="24578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27DFA0-E507-7138-524C-5ED8F3538678}"/>
                  </a:ext>
                </a:extLst>
              </p:cNvPr>
              <p:cNvSpPr txBox="1"/>
              <p:nvPr/>
            </p:nvSpPr>
            <p:spPr>
              <a:xfrm>
                <a:off x="5256415" y="3085004"/>
                <a:ext cx="161217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Innsbruck f12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67D8A22-26F3-D65F-C076-F9E31337E4C2}"/>
                  </a:ext>
                </a:extLst>
              </p:cNvPr>
              <p:cNvSpPr/>
              <p:nvPr/>
            </p:nvSpPr>
            <p:spPr bwMode="auto">
              <a:xfrm>
                <a:off x="5873262" y="1561308"/>
                <a:ext cx="2409677" cy="259200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96AFEA-092A-3592-62E0-EC87D43A3C40}"/>
                  </a:ext>
                </a:extLst>
              </p:cNvPr>
              <p:cNvSpPr txBox="1"/>
              <p:nvPr/>
            </p:nvSpPr>
            <p:spPr>
              <a:xfrm>
                <a:off x="5791004" y="1523923"/>
                <a:ext cx="107758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Carnegie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98A4D287-0822-9F20-DB23-AEE324142E51}"/>
                  </a:ext>
                </a:extLst>
              </p:cNvPr>
              <p:cNvSpPr/>
              <p:nvPr/>
            </p:nvSpPr>
            <p:spPr bwMode="auto">
              <a:xfrm>
                <a:off x="7333380" y="1306286"/>
                <a:ext cx="215166" cy="215166"/>
              </a:xfrm>
              <a:prstGeom prst="ellipse">
                <a:avLst/>
              </a:prstGeom>
              <a:solidFill>
                <a:srgbClr val="00B05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B2E09149-0A53-8FCE-9A7E-AA8D2F984826}"/>
                  </a:ext>
                </a:extLst>
              </p:cNvPr>
              <p:cNvSpPr/>
              <p:nvPr/>
            </p:nvSpPr>
            <p:spPr bwMode="auto">
              <a:xfrm>
                <a:off x="6170629" y="1861915"/>
                <a:ext cx="2112309" cy="239966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CEE66C7-B7BF-84CB-F359-ECC321AB9092}"/>
                  </a:ext>
                </a:extLst>
              </p:cNvPr>
              <p:cNvSpPr txBox="1"/>
              <p:nvPr/>
            </p:nvSpPr>
            <p:spPr>
              <a:xfrm>
                <a:off x="6111958" y="1820808"/>
                <a:ext cx="75663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CA25a</a:t>
                </a:r>
                <a:endParaRPr lang="en-US" dirty="0"/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CAFC8894-3BDE-76C6-8217-F8C6D97F0680}"/>
                  </a:ext>
                </a:extLst>
              </p:cNvPr>
              <p:cNvGrpSpPr/>
              <p:nvPr/>
            </p:nvGrpSpPr>
            <p:grpSpPr>
              <a:xfrm>
                <a:off x="5421086" y="3095063"/>
                <a:ext cx="2861851" cy="259200"/>
                <a:chOff x="5421086" y="3095063"/>
                <a:chExt cx="2861851" cy="259200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8139916-0EF6-35D2-8390-2F6E1E9A3A26}"/>
                    </a:ext>
                  </a:extLst>
                </p:cNvPr>
                <p:cNvSpPr/>
                <p:nvPr/>
              </p:nvSpPr>
              <p:spPr bwMode="auto">
                <a:xfrm>
                  <a:off x="5421086" y="3095063"/>
                  <a:ext cx="2861851" cy="2592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15967B39-D015-2840-21D8-8FD0C82A3F82}"/>
                    </a:ext>
                  </a:extLst>
                </p:cNvPr>
                <p:cNvSpPr/>
                <p:nvPr/>
              </p:nvSpPr>
              <p:spPr bwMode="auto">
                <a:xfrm>
                  <a:off x="7333380" y="3111413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6EC85BA9-199C-A07B-D75B-C5E2F3890777}"/>
                    </a:ext>
                  </a:extLst>
                </p:cNvPr>
                <p:cNvSpPr/>
                <p:nvPr/>
              </p:nvSpPr>
              <p:spPr bwMode="auto">
                <a:xfrm>
                  <a:off x="7646070" y="3111413"/>
                  <a:ext cx="215166" cy="215166"/>
                </a:xfrm>
                <a:prstGeom prst="ellipse">
                  <a:avLst/>
                </a:prstGeom>
                <a:solidFill>
                  <a:srgbClr val="0432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C5D5CE5A-BA2B-F2FF-38E0-C6F6A862F17F}"/>
                  </a:ext>
                </a:extLst>
              </p:cNvPr>
              <p:cNvGrpSpPr/>
              <p:nvPr/>
            </p:nvGrpSpPr>
            <p:grpSpPr>
              <a:xfrm>
                <a:off x="7003471" y="4964233"/>
                <a:ext cx="1200416" cy="215166"/>
                <a:chOff x="7003471" y="4883848"/>
                <a:chExt cx="1200416" cy="215166"/>
              </a:xfrm>
            </p:grpSpPr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A994DB25-CF18-D2E5-7A5C-4546974E2E49}"/>
                    </a:ext>
                  </a:extLst>
                </p:cNvPr>
                <p:cNvSpPr/>
                <p:nvPr/>
              </p:nvSpPr>
              <p:spPr bwMode="auto">
                <a:xfrm>
                  <a:off x="7333380" y="4883848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1C4E1B5E-A829-2240-7CD3-EC2F109F0522}"/>
                    </a:ext>
                  </a:extLst>
                </p:cNvPr>
                <p:cNvSpPr/>
                <p:nvPr/>
              </p:nvSpPr>
              <p:spPr bwMode="auto">
                <a:xfrm>
                  <a:off x="7003471" y="488384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91C7C335-67AF-99B9-2E07-EA51BEDCF9DF}"/>
                    </a:ext>
                  </a:extLst>
                </p:cNvPr>
                <p:cNvSpPr/>
                <p:nvPr/>
              </p:nvSpPr>
              <p:spPr bwMode="auto">
                <a:xfrm>
                  <a:off x="7646070" y="4883848"/>
                  <a:ext cx="215166" cy="215166"/>
                </a:xfrm>
                <a:prstGeom prst="ellipse">
                  <a:avLst/>
                </a:prstGeom>
                <a:solidFill>
                  <a:srgbClr val="0432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72FEDC21-A075-AF97-BB30-0A687958DEB9}"/>
                    </a:ext>
                  </a:extLst>
                </p:cNvPr>
                <p:cNvSpPr/>
                <p:nvPr/>
              </p:nvSpPr>
              <p:spPr bwMode="auto">
                <a:xfrm>
                  <a:off x="7988721" y="4883848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FFEBDB43-AB87-0879-75D6-67F868635BE8}"/>
                  </a:ext>
                </a:extLst>
              </p:cNvPr>
              <p:cNvGrpSpPr/>
              <p:nvPr/>
            </p:nvGrpSpPr>
            <p:grpSpPr>
              <a:xfrm>
                <a:off x="7003471" y="3412855"/>
                <a:ext cx="1200416" cy="215166"/>
                <a:chOff x="7003471" y="3420475"/>
                <a:chExt cx="1200416" cy="215166"/>
              </a:xfrm>
            </p:grpSpPr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138CFC8C-A50D-C760-B5A7-5AB43770D1CE}"/>
                    </a:ext>
                  </a:extLst>
                </p:cNvPr>
                <p:cNvSpPr/>
                <p:nvPr/>
              </p:nvSpPr>
              <p:spPr bwMode="auto">
                <a:xfrm>
                  <a:off x="7003471" y="3420475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7E63D5EE-5AA5-E16C-7AA8-89A3CACB311A}"/>
                    </a:ext>
                  </a:extLst>
                </p:cNvPr>
                <p:cNvSpPr/>
                <p:nvPr/>
              </p:nvSpPr>
              <p:spPr bwMode="auto">
                <a:xfrm>
                  <a:off x="7646070" y="3420475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432FF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$</a:t>
                  </a:r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FC567BFE-FCEE-F347-BD92-647C517FC390}"/>
                    </a:ext>
                  </a:extLst>
                </p:cNvPr>
                <p:cNvSpPr/>
                <p:nvPr/>
              </p:nvSpPr>
              <p:spPr bwMode="auto">
                <a:xfrm>
                  <a:off x="7988721" y="3420475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C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0113334-3206-2866-1F80-51D7BB7ED520}"/>
                  </a:ext>
                </a:extLst>
              </p:cNvPr>
              <p:cNvGrpSpPr/>
              <p:nvPr/>
            </p:nvGrpSpPr>
            <p:grpSpPr>
              <a:xfrm>
                <a:off x="6998392" y="3760957"/>
                <a:ext cx="1200416" cy="215166"/>
                <a:chOff x="7003471" y="3720051"/>
                <a:chExt cx="1200416" cy="215166"/>
              </a:xfrm>
            </p:grpSpPr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6449D2FE-31A8-F380-5619-9F566DBCD655}"/>
                    </a:ext>
                  </a:extLst>
                </p:cNvPr>
                <p:cNvSpPr/>
                <p:nvPr/>
              </p:nvSpPr>
              <p:spPr bwMode="auto">
                <a:xfrm>
                  <a:off x="7003471" y="3720051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FB68FDD6-3105-5367-EF72-C50321FF383B}"/>
                    </a:ext>
                  </a:extLst>
                </p:cNvPr>
                <p:cNvSpPr/>
                <p:nvPr/>
              </p:nvSpPr>
              <p:spPr bwMode="auto">
                <a:xfrm>
                  <a:off x="7646070" y="3720051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432FF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$</a:t>
                  </a: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D886C4E0-C563-7B56-98EB-B44C74D60DF7}"/>
                    </a:ext>
                  </a:extLst>
                </p:cNvPr>
                <p:cNvSpPr/>
                <p:nvPr/>
              </p:nvSpPr>
              <p:spPr bwMode="auto">
                <a:xfrm>
                  <a:off x="7988721" y="3720051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FFC00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2D559F8-9A6E-27AD-11C1-AEA8680DE0CD}"/>
                  </a:ext>
                </a:extLst>
              </p:cNvPr>
              <p:cNvSpPr txBox="1"/>
              <p:nvPr/>
            </p:nvSpPr>
            <p:spPr>
              <a:xfrm>
                <a:off x="6056599" y="4036405"/>
                <a:ext cx="81199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GA11c</a:t>
                </a: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84089ABB-E8E9-E065-7D81-5048DA286783}"/>
                  </a:ext>
                </a:extLst>
              </p:cNvPr>
              <p:cNvSpPr/>
              <p:nvPr/>
            </p:nvSpPr>
            <p:spPr bwMode="auto">
              <a:xfrm>
                <a:off x="6170630" y="4053014"/>
                <a:ext cx="2104076" cy="259200"/>
              </a:xfrm>
              <a:prstGeom prst="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01D411A-EA0F-C5C2-1EAD-A2607F9B0811}"/>
                  </a:ext>
                </a:extLst>
              </p:cNvPr>
              <p:cNvSpPr/>
              <p:nvPr/>
            </p:nvSpPr>
            <p:spPr bwMode="auto">
              <a:xfrm>
                <a:off x="6170629" y="4362341"/>
                <a:ext cx="2114381" cy="259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49E91CA3-1979-F712-DE46-ADD933CD175D}"/>
                  </a:ext>
                </a:extLst>
              </p:cNvPr>
              <p:cNvSpPr txBox="1"/>
              <p:nvPr/>
            </p:nvSpPr>
            <p:spPr>
              <a:xfrm>
                <a:off x="5981447" y="4336056"/>
                <a:ext cx="8871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NC01a</a:t>
                </a:r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EE61B25-58F8-FF9F-CB47-6271362C1B3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02254" y="4053531"/>
                <a:ext cx="0" cy="590302"/>
              </a:xfrm>
              <a:prstGeom prst="line">
                <a:avLst/>
              </a:prstGeom>
              <a:solidFill>
                <a:schemeClr val="accent1"/>
              </a:solidFill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35E688F5-1AC5-9DEB-E388-CE5054D63910}"/>
                  </a:ext>
                </a:extLst>
              </p:cNvPr>
              <p:cNvGrpSpPr/>
              <p:nvPr/>
            </p:nvGrpSpPr>
            <p:grpSpPr>
              <a:xfrm>
                <a:off x="6995851" y="4074548"/>
                <a:ext cx="1200416" cy="215166"/>
                <a:chOff x="7003471" y="4002310"/>
                <a:chExt cx="1200416" cy="215166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9D542666-2E77-0E65-2611-DA8595CDB469}"/>
                    </a:ext>
                  </a:extLst>
                </p:cNvPr>
                <p:cNvSpPr/>
                <p:nvPr/>
              </p:nvSpPr>
              <p:spPr bwMode="auto">
                <a:xfrm>
                  <a:off x="7003471" y="4002310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F825738D-A5B3-2D35-893D-7CD10D123C5A}"/>
                    </a:ext>
                  </a:extLst>
                </p:cNvPr>
                <p:cNvSpPr/>
                <p:nvPr/>
              </p:nvSpPr>
              <p:spPr bwMode="auto">
                <a:xfrm>
                  <a:off x="7646070" y="4002310"/>
                  <a:ext cx="215166" cy="215166"/>
                </a:xfrm>
                <a:prstGeom prst="ellipse">
                  <a:avLst/>
                </a:prstGeom>
                <a:solidFill>
                  <a:srgbClr val="0432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E38CAF5-025C-1FEA-1EA4-C4883CF0D4D4}"/>
                    </a:ext>
                  </a:extLst>
                </p:cNvPr>
                <p:cNvSpPr/>
                <p:nvPr/>
              </p:nvSpPr>
              <p:spPr bwMode="auto">
                <a:xfrm>
                  <a:off x="7988721" y="4002310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8965612F-7A52-2419-2EE4-4E7B40565C97}"/>
                  </a:ext>
                </a:extLst>
              </p:cNvPr>
              <p:cNvSpPr/>
              <p:nvPr/>
            </p:nvSpPr>
            <p:spPr bwMode="auto">
              <a:xfrm>
                <a:off x="6995851" y="4377766"/>
                <a:ext cx="215166" cy="215166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72F9FDE-361D-472D-7A93-9A4A9C6A030A}"/>
                  </a:ext>
                </a:extLst>
              </p:cNvPr>
              <p:cNvSpPr/>
              <p:nvPr/>
            </p:nvSpPr>
            <p:spPr bwMode="auto">
              <a:xfrm>
                <a:off x="6179261" y="2782817"/>
                <a:ext cx="2104076" cy="239966"/>
              </a:xfrm>
              <a:prstGeom prst="rect">
                <a:avLst/>
              </a:prstGeom>
              <a:noFill/>
              <a:ln w="12700" cap="flat" cmpd="sng" algn="ctr">
                <a:solidFill>
                  <a:srgbClr val="0432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1C7D1D2-ED55-A059-442C-94ACA4D8E079}"/>
                  </a:ext>
                </a:extLst>
              </p:cNvPr>
              <p:cNvSpPr txBox="1"/>
              <p:nvPr/>
            </p:nvSpPr>
            <p:spPr>
              <a:xfrm>
                <a:off x="6174053" y="2748912"/>
                <a:ext cx="6945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b="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CA31a</a:t>
                </a:r>
              </a:p>
            </p:txBody>
          </p: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9375481F-B7AD-D509-314D-AF8269265346}"/>
                  </a:ext>
                </a:extLst>
              </p:cNvPr>
              <p:cNvGrpSpPr/>
              <p:nvPr/>
            </p:nvGrpSpPr>
            <p:grpSpPr>
              <a:xfrm>
                <a:off x="7003870" y="2790622"/>
                <a:ext cx="1200416" cy="215166"/>
                <a:chOff x="7003471" y="2736817"/>
                <a:chExt cx="1200416" cy="215166"/>
              </a:xfrm>
            </p:grpSpPr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3104D309-BF0E-EB7F-D841-E49A3F72993B}"/>
                    </a:ext>
                  </a:extLst>
                </p:cNvPr>
                <p:cNvSpPr/>
                <p:nvPr/>
              </p:nvSpPr>
              <p:spPr bwMode="auto">
                <a:xfrm>
                  <a:off x="7003471" y="2736817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AB531E60-0B5E-89D7-F79A-954E94FB3DDD}"/>
                    </a:ext>
                  </a:extLst>
                </p:cNvPr>
                <p:cNvSpPr/>
                <p:nvPr/>
              </p:nvSpPr>
              <p:spPr bwMode="auto">
                <a:xfrm>
                  <a:off x="7646070" y="2736817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432FF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12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$</a:t>
                  </a:r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D958B7E1-69AE-94CB-ADC8-E58FA21D6CEF}"/>
                    </a:ext>
                  </a:extLst>
                </p:cNvPr>
                <p:cNvSpPr/>
                <p:nvPr/>
              </p:nvSpPr>
              <p:spPr bwMode="auto">
                <a:xfrm>
                  <a:off x="7988721" y="2736817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D8972CB8-C217-C929-BD85-A57432BB16D3}"/>
                  </a:ext>
                </a:extLst>
              </p:cNvPr>
              <p:cNvGrpSpPr/>
              <p:nvPr/>
            </p:nvGrpSpPr>
            <p:grpSpPr>
              <a:xfrm>
                <a:off x="7003471" y="2173602"/>
                <a:ext cx="1200416" cy="215166"/>
                <a:chOff x="7003471" y="2173602"/>
                <a:chExt cx="1200416" cy="215166"/>
              </a:xfrm>
            </p:grpSpPr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5683C60F-7F5A-7DAD-C7C3-780E7B629ED3}"/>
                    </a:ext>
                  </a:extLst>
                </p:cNvPr>
                <p:cNvSpPr/>
                <p:nvPr/>
              </p:nvSpPr>
              <p:spPr bwMode="auto">
                <a:xfrm>
                  <a:off x="7333380" y="2173602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F1227B45-05C9-2428-EF12-13E3B6568046}"/>
                    </a:ext>
                  </a:extLst>
                </p:cNvPr>
                <p:cNvSpPr/>
                <p:nvPr/>
              </p:nvSpPr>
              <p:spPr bwMode="auto">
                <a:xfrm>
                  <a:off x="7003471" y="2173602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54B73759-F438-1727-0860-9DDC6C7811C5}"/>
                    </a:ext>
                  </a:extLst>
                </p:cNvPr>
                <p:cNvSpPr/>
                <p:nvPr/>
              </p:nvSpPr>
              <p:spPr bwMode="auto">
                <a:xfrm>
                  <a:off x="7646070" y="2173602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432FF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$</a:t>
                  </a: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E775B962-8EB2-C6B4-C9F0-B4A670C6BFB8}"/>
                    </a:ext>
                  </a:extLst>
                </p:cNvPr>
                <p:cNvSpPr/>
                <p:nvPr/>
              </p:nvSpPr>
              <p:spPr bwMode="auto">
                <a:xfrm>
                  <a:off x="7988721" y="2173602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16290EFE-92A5-49D7-4294-4D3CF3C9D7A2}"/>
                  </a:ext>
                </a:extLst>
              </p:cNvPr>
              <p:cNvGrpSpPr/>
              <p:nvPr/>
            </p:nvGrpSpPr>
            <p:grpSpPr>
              <a:xfrm>
                <a:off x="7003471" y="2461618"/>
                <a:ext cx="1200416" cy="215166"/>
                <a:chOff x="7003471" y="2461618"/>
                <a:chExt cx="1200416" cy="215166"/>
              </a:xfrm>
            </p:grpSpPr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D64FCFE2-EB92-D893-9938-EA8962379A69}"/>
                    </a:ext>
                  </a:extLst>
                </p:cNvPr>
                <p:cNvSpPr/>
                <p:nvPr/>
              </p:nvSpPr>
              <p:spPr bwMode="auto">
                <a:xfrm>
                  <a:off x="7333380" y="246161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0B050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62FF5AC0-5A22-ADE5-4FC0-769267637A83}"/>
                    </a:ext>
                  </a:extLst>
                </p:cNvPr>
                <p:cNvSpPr/>
                <p:nvPr/>
              </p:nvSpPr>
              <p:spPr bwMode="auto">
                <a:xfrm>
                  <a:off x="7003471" y="2461618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735BD89A-BBDD-395B-C64D-B22709ED3C91}"/>
                    </a:ext>
                  </a:extLst>
                </p:cNvPr>
                <p:cNvSpPr/>
                <p:nvPr/>
              </p:nvSpPr>
              <p:spPr bwMode="auto">
                <a:xfrm>
                  <a:off x="7646070" y="2461618"/>
                  <a:ext cx="215166" cy="215166"/>
                </a:xfrm>
                <a:prstGeom prst="ellipse">
                  <a:avLst/>
                </a:prstGeom>
                <a:pattFill prst="dkDnDiag">
                  <a:fgClr>
                    <a:srgbClr val="0432FF"/>
                  </a:fgClr>
                  <a:bgClr>
                    <a:schemeClr val="bg1"/>
                  </a:bgClr>
                </a:patt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12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$</a:t>
                  </a:r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FCADFB8A-11CD-6518-2128-02FD07DE8B30}"/>
                    </a:ext>
                  </a:extLst>
                </p:cNvPr>
                <p:cNvSpPr/>
                <p:nvPr/>
              </p:nvSpPr>
              <p:spPr bwMode="auto">
                <a:xfrm>
                  <a:off x="7988721" y="2461618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EB61964-DBA3-CEBC-DE0B-41DAF845586B}"/>
                  </a:ext>
                </a:extLst>
              </p:cNvPr>
              <p:cNvGrpSpPr/>
              <p:nvPr/>
            </p:nvGrpSpPr>
            <p:grpSpPr>
              <a:xfrm>
                <a:off x="7003471" y="1579938"/>
                <a:ext cx="1200416" cy="215166"/>
                <a:chOff x="7003471" y="1573714"/>
                <a:chExt cx="1200416" cy="215166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68FBAD4A-35F3-84DA-3D15-733C67AC1088}"/>
                    </a:ext>
                  </a:extLst>
                </p:cNvPr>
                <p:cNvSpPr/>
                <p:nvPr/>
              </p:nvSpPr>
              <p:spPr bwMode="auto">
                <a:xfrm>
                  <a:off x="7333380" y="1573714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51D66903-06BC-CE82-44C1-AAC147AAC612}"/>
                    </a:ext>
                  </a:extLst>
                </p:cNvPr>
                <p:cNvSpPr/>
                <p:nvPr/>
              </p:nvSpPr>
              <p:spPr bwMode="auto">
                <a:xfrm>
                  <a:off x="7003471" y="1573714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E9E0612-4CED-D5A0-7B30-59C7EF1266BE}"/>
                    </a:ext>
                  </a:extLst>
                </p:cNvPr>
                <p:cNvSpPr/>
                <p:nvPr/>
              </p:nvSpPr>
              <p:spPr bwMode="auto">
                <a:xfrm>
                  <a:off x="7646070" y="1573714"/>
                  <a:ext cx="215166" cy="215166"/>
                </a:xfrm>
                <a:prstGeom prst="ellipse">
                  <a:avLst/>
                </a:prstGeom>
                <a:solidFill>
                  <a:srgbClr val="0432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6D019233-AA01-B99E-EC82-DC32AFC97200}"/>
                    </a:ext>
                  </a:extLst>
                </p:cNvPr>
                <p:cNvSpPr/>
                <p:nvPr/>
              </p:nvSpPr>
              <p:spPr bwMode="auto">
                <a:xfrm>
                  <a:off x="7988721" y="1573714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42296A7C-179A-EC65-F76C-540D18EE358D}"/>
                  </a:ext>
                </a:extLst>
              </p:cNvPr>
              <p:cNvGrpSpPr/>
              <p:nvPr/>
            </p:nvGrpSpPr>
            <p:grpSpPr>
              <a:xfrm>
                <a:off x="7003471" y="1873336"/>
                <a:ext cx="1200416" cy="215166"/>
                <a:chOff x="7003471" y="1873336"/>
                <a:chExt cx="1200416" cy="215166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E6D70761-61C4-35E1-2D5C-2CD28E68FB66}"/>
                    </a:ext>
                  </a:extLst>
                </p:cNvPr>
                <p:cNvSpPr/>
                <p:nvPr/>
              </p:nvSpPr>
              <p:spPr bwMode="auto">
                <a:xfrm>
                  <a:off x="7333380" y="1873336"/>
                  <a:ext cx="215166" cy="215166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32E88A40-4864-0171-0BD5-18885523EF17}"/>
                    </a:ext>
                  </a:extLst>
                </p:cNvPr>
                <p:cNvSpPr/>
                <p:nvPr/>
              </p:nvSpPr>
              <p:spPr bwMode="auto">
                <a:xfrm>
                  <a:off x="7003471" y="1873336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B45E6EE8-CFC4-1A26-39AE-AAAE9A041B70}"/>
                    </a:ext>
                  </a:extLst>
                </p:cNvPr>
                <p:cNvSpPr/>
                <p:nvPr/>
              </p:nvSpPr>
              <p:spPr bwMode="auto">
                <a:xfrm>
                  <a:off x="7646070" y="1873336"/>
                  <a:ext cx="215166" cy="215166"/>
                </a:xfrm>
                <a:prstGeom prst="ellipse">
                  <a:avLst/>
                </a:prstGeom>
                <a:solidFill>
                  <a:srgbClr val="0432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99597647-546A-79D2-6882-10CA9A67462E}"/>
                    </a:ext>
                  </a:extLst>
                </p:cNvPr>
                <p:cNvSpPr/>
                <p:nvPr/>
              </p:nvSpPr>
              <p:spPr bwMode="auto">
                <a:xfrm>
                  <a:off x="7988721" y="1873336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69B2047A-295B-2C30-55A2-2288DBDC3D2E}"/>
                  </a:ext>
                </a:extLst>
              </p:cNvPr>
              <p:cNvGrpSpPr/>
              <p:nvPr/>
            </p:nvGrpSpPr>
            <p:grpSpPr>
              <a:xfrm>
                <a:off x="7003471" y="1037289"/>
                <a:ext cx="1200416" cy="215166"/>
                <a:chOff x="7003471" y="1037289"/>
                <a:chExt cx="1200416" cy="215166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358C569B-CA15-D77A-53C7-296B15D883C0}"/>
                    </a:ext>
                  </a:extLst>
                </p:cNvPr>
                <p:cNvSpPr/>
                <p:nvPr/>
              </p:nvSpPr>
              <p:spPr bwMode="auto">
                <a:xfrm>
                  <a:off x="7003471" y="1037289"/>
                  <a:ext cx="215166" cy="21516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1BCB68D3-BE2D-4D5B-D655-C7CCC1C84DA5}"/>
                    </a:ext>
                  </a:extLst>
                </p:cNvPr>
                <p:cNvSpPr/>
                <p:nvPr/>
              </p:nvSpPr>
              <p:spPr bwMode="auto">
                <a:xfrm>
                  <a:off x="7646070" y="1037289"/>
                  <a:ext cx="215166" cy="215166"/>
                </a:xfrm>
                <a:prstGeom prst="ellipse">
                  <a:avLst/>
                </a:prstGeom>
                <a:solidFill>
                  <a:srgbClr val="0432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B97B0D50-C3C4-B479-2507-C65F3C4CDD21}"/>
                    </a:ext>
                  </a:extLst>
                </p:cNvPr>
                <p:cNvSpPr/>
                <p:nvPr/>
              </p:nvSpPr>
              <p:spPr bwMode="auto">
                <a:xfrm>
                  <a:off x="7988721" y="1037289"/>
                  <a:ext cx="215166" cy="215166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7CE35D4-92F8-7D8A-DEE6-ADB554E408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29494" y="2337323"/>
                <a:ext cx="709082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9BC8E2F7-096D-237F-89F6-BA9ECC5EC80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56415" y="2602085"/>
                <a:ext cx="6821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008142A-D09E-4BF3-45AF-8A04C01198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119635" y="3236442"/>
                <a:ext cx="219719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02646CBD-5EA5-0C3B-2B51-85941F3680F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339354" y="3592685"/>
                <a:ext cx="648869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04F97238-20AE-99B7-9EF8-B4E155BAE1A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36481" y="3889865"/>
                <a:ext cx="62011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F3175381-6FC5-83D6-A2CF-7491E29B9D6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1023" y="5074249"/>
                <a:ext cx="5339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5273381-ADA2-9CB8-ED7F-1A1E56ABDDEA}"/>
              </a:ext>
            </a:extLst>
          </p:cNvPr>
          <p:cNvSpPr/>
          <p:nvPr/>
        </p:nvSpPr>
        <p:spPr bwMode="auto">
          <a:xfrm>
            <a:off x="3163466" y="5432525"/>
            <a:ext cx="5176924" cy="6346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6005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9" name="Picture 26"/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1791692" y="2307500"/>
            <a:ext cx="8255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1" name="Picture 9"/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27639" y="2227556"/>
            <a:ext cx="8096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2" name="Picture 10"/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37959" y="3233884"/>
            <a:ext cx="1895475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913278" y="1497766"/>
            <a:ext cx="4572000" cy="22378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600" b="0" i="1" dirty="0">
                <a:latin typeface="Myriad Pro"/>
                <a:cs typeface="Myriad Pro"/>
              </a:rPr>
              <a:t>“Nature must be explained by Nature and not by our own views. These are too limited to envision so grand a Design in all its immensity. The beauty of Nature certainly shines forth all the more when what we know about it is not mixed with our fancies.”       </a:t>
            </a:r>
          </a:p>
          <a:p>
            <a:pPr algn="r">
              <a:lnSpc>
                <a:spcPct val="110000"/>
              </a:lnSpc>
            </a:pPr>
            <a:r>
              <a:rPr lang="en-US" sz="1600" b="0" i="1" dirty="0">
                <a:latin typeface="Myriad Pro"/>
                <a:cs typeface="Myriad Pro"/>
              </a:rPr>
              <a:t>                                 Abraham </a:t>
            </a:r>
            <a:r>
              <a:rPr lang="en-US" sz="1600" b="0" i="1" dirty="0" err="1">
                <a:latin typeface="Myriad Pro"/>
                <a:cs typeface="Myriad Pro"/>
              </a:rPr>
              <a:t>Trembley</a:t>
            </a:r>
            <a:r>
              <a:rPr lang="en-US" sz="1600" b="0" i="1" dirty="0">
                <a:latin typeface="Myriad Pro"/>
                <a:cs typeface="Myriad Pro"/>
              </a:rPr>
              <a:t>, Memories,1744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60" y="2307500"/>
            <a:ext cx="803939" cy="1396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3FCB48-86AB-7E4A-9F9E-4899248F30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051" y="4144290"/>
            <a:ext cx="2408413" cy="2302548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005525F5-BBBE-DEE5-B7B1-F990453EE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9531" y="137180"/>
            <a:ext cx="32912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Acknowledgements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F11FF1-C476-0E74-2038-325424D44809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36CB1599-2B27-37D5-0C31-A232DA27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321" y="1021641"/>
            <a:ext cx="69649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Rob Steele ~ Koto Kon-Nanjo ~ Tetsuo Kon ~ Oleg </a:t>
            </a:r>
            <a:r>
              <a:rPr lang="en-US" sz="20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Simakov</a:t>
            </a:r>
            <a:endParaRPr lang="en-US" sz="2000" b="0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C607DD-FBF5-FC43-2373-C2E0FA803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64" y="3624116"/>
            <a:ext cx="7531742" cy="496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lnSpc>
                <a:spcPct val="150000"/>
              </a:lnSpc>
              <a:buSzPct val="100000"/>
              <a:defRPr/>
            </a:pPr>
            <a:r>
              <a:rPr lang="en-US" sz="2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Martha Castro      ~         Sean Perez       ~      Cameron Hodges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5B8593-30F6-53AB-170B-B9DB4D1F9D5C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218" t="32993" r="21946" b="10314"/>
          <a:stretch/>
        </p:blipFill>
        <p:spPr>
          <a:xfrm>
            <a:off x="5678233" y="4144290"/>
            <a:ext cx="2807045" cy="23025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3CBD82-4FC4-FBAE-0191-889F5472D5F7}"/>
              </a:ext>
            </a:extLst>
          </p:cNvPr>
          <p:cNvPicPr>
            <a:picLocks noChangeAspect="1"/>
          </p:cNvPicPr>
          <p:nvPr/>
        </p:nvPicPr>
        <p:blipFill>
          <a:blip/>
          <a:srcRect l="39191" t="26403" r="12401" b="13836"/>
          <a:stretch/>
        </p:blipFill>
        <p:spPr>
          <a:xfrm>
            <a:off x="3132452" y="4144291"/>
            <a:ext cx="2486816" cy="23025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26DC49-ED8F-A2F8-B3F1-84689B84095B}"/>
              </a:ext>
            </a:extLst>
          </p:cNvPr>
          <p:cNvSpPr txBox="1"/>
          <p:nvPr/>
        </p:nvSpPr>
        <p:spPr>
          <a:xfrm>
            <a:off x="1592238" y="1632330"/>
            <a:ext cx="2049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Dick Campbell  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325" y="137180"/>
            <a:ext cx="65644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and its endosymbionts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 Box 1048">
            <a:extLst>
              <a:ext uri="{FF2B5EF4-FFF2-40B4-BE49-F238E27FC236}">
                <a16:creationId xmlns:a16="http://schemas.microsoft.com/office/drawing/2014/main" id="{A59B8788-7D71-7543-BA2F-9667CEBEE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825" y="6318250"/>
            <a:ext cx="309802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b="0">
                <a:solidFill>
                  <a:schemeClr val="bg1"/>
                </a:solidFill>
                <a:latin typeface="Myriad Pro"/>
                <a:cs typeface="Myriad Pro"/>
              </a:rPr>
              <a:t>Maximum Likelihood Phylogram</a:t>
            </a:r>
            <a:endParaRPr lang="en-US" sz="1600">
              <a:solidFill>
                <a:schemeClr val="bg1"/>
              </a:solidFill>
              <a:latin typeface="Myriad Pro"/>
              <a:cs typeface="Myriad Pro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4074FCC5-6B10-6440-85E4-729A72301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76" y="766325"/>
            <a:ext cx="72771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In 1914 Schulze established the genus </a:t>
            </a:r>
            <a:r>
              <a:rPr lang="en-US" sz="2000" b="0" i="1" dirty="0" err="1">
                <a:latin typeface="Myriad Pro"/>
                <a:cs typeface="Myriad Pro"/>
              </a:rPr>
              <a:t>Chlorohydra</a:t>
            </a:r>
            <a:r>
              <a:rPr lang="en-US" sz="2000" b="0" dirty="0">
                <a:latin typeface="Myriad Pro"/>
                <a:cs typeface="Myriad Pro"/>
              </a:rPr>
              <a:t>. </a:t>
            </a: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2C3D8F1F-EDF8-2B41-9970-3D1FB9AB0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76" y="1439425"/>
            <a:ext cx="72771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Aft>
                <a:spcPts val="1800"/>
              </a:spcAft>
            </a:pPr>
            <a:r>
              <a:rPr lang="en-US" sz="2000" b="0" dirty="0">
                <a:latin typeface="Myriad Pro"/>
                <a:cs typeface="Myriad Pro"/>
              </a:rPr>
              <a:t>Four species have been described: </a:t>
            </a:r>
          </a:p>
          <a:p>
            <a:pPr>
              <a:spcAft>
                <a:spcPts val="1200"/>
              </a:spcAft>
            </a:pPr>
            <a:r>
              <a:rPr lang="en-US" sz="2000" b="0" i="1" dirty="0">
                <a:latin typeface="Myriad Pro"/>
                <a:cs typeface="Myriad Pro"/>
              </a:rPr>
              <a:t>H. </a:t>
            </a:r>
            <a:r>
              <a:rPr lang="en-US" sz="2000" b="0" i="1" dirty="0" err="1">
                <a:latin typeface="Myriad Pro"/>
                <a:cs typeface="Myriad Pro"/>
              </a:rPr>
              <a:t>viridissima</a:t>
            </a:r>
            <a:r>
              <a:rPr lang="en-US" sz="2000" b="0" dirty="0">
                <a:latin typeface="Myriad Pro"/>
                <a:cs typeface="Myriad Pro"/>
              </a:rPr>
              <a:t> (Pallas, 1766) from Europe</a:t>
            </a:r>
            <a:r>
              <a:rPr lang="en-US" sz="2000" b="0" i="1" dirty="0">
                <a:latin typeface="Myriad Pro"/>
                <a:cs typeface="Myriad Pro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en-US" sz="2000" b="0" i="1" dirty="0">
                <a:latin typeface="Myriad Pro"/>
                <a:cs typeface="Myriad Pro"/>
              </a:rPr>
              <a:t>H. </a:t>
            </a:r>
            <a:r>
              <a:rPr lang="en-US" sz="2000" b="0" i="1" dirty="0" err="1">
                <a:latin typeface="Myriad Pro"/>
                <a:cs typeface="Myriad Pro"/>
              </a:rPr>
              <a:t>hadleyi</a:t>
            </a:r>
            <a:r>
              <a:rPr lang="en-US" sz="2000" b="0" dirty="0">
                <a:latin typeface="Myriad Pro"/>
                <a:cs typeface="Myriad Pro"/>
              </a:rPr>
              <a:t> (Forrest, 1959) from North America</a:t>
            </a:r>
          </a:p>
          <a:p>
            <a:pPr>
              <a:spcAft>
                <a:spcPts val="1200"/>
              </a:spcAft>
            </a:pPr>
            <a:r>
              <a:rPr lang="en-US" sz="2000" b="0" i="1" dirty="0">
                <a:latin typeface="Myriad Pro"/>
                <a:cs typeface="Myriad Pro"/>
              </a:rPr>
              <a:t>H. </a:t>
            </a:r>
            <a:r>
              <a:rPr lang="en-US" sz="2000" b="0" i="1" dirty="0" err="1">
                <a:latin typeface="Myriad Pro"/>
                <a:cs typeface="Myriad Pro"/>
              </a:rPr>
              <a:t>plagiodesmica</a:t>
            </a:r>
            <a:r>
              <a:rPr lang="en-US" sz="2000" b="0" dirty="0">
                <a:latin typeface="Myriad Pro"/>
                <a:cs typeface="Myriad Pro"/>
              </a:rPr>
              <a:t>  (</a:t>
            </a:r>
            <a:r>
              <a:rPr lang="en-US" sz="2000" b="0" dirty="0" err="1">
                <a:latin typeface="Myriad Pro"/>
                <a:cs typeface="Myriad Pro"/>
              </a:rPr>
              <a:t>Dioni</a:t>
            </a:r>
            <a:r>
              <a:rPr lang="en-US" sz="2000" b="0" dirty="0">
                <a:latin typeface="Myriad Pro"/>
                <a:cs typeface="Myriad Pro"/>
              </a:rPr>
              <a:t>, 1968) from South America </a:t>
            </a:r>
          </a:p>
          <a:p>
            <a:pPr>
              <a:spcAft>
                <a:spcPts val="1200"/>
              </a:spcAft>
            </a:pPr>
            <a:r>
              <a:rPr lang="en-US" sz="2000" b="0" i="1" dirty="0">
                <a:latin typeface="Myriad Pro"/>
                <a:cs typeface="Myriad Pro"/>
              </a:rPr>
              <a:t>H. </a:t>
            </a:r>
            <a:r>
              <a:rPr lang="en-US" sz="2000" b="0" i="1" dirty="0" err="1">
                <a:latin typeface="Myriad Pro"/>
                <a:cs typeface="Myriad Pro"/>
              </a:rPr>
              <a:t>sinensis</a:t>
            </a:r>
            <a:r>
              <a:rPr lang="en-US" sz="2000" b="0" dirty="0">
                <a:latin typeface="Myriad Pro"/>
                <a:cs typeface="Myriad Pro"/>
              </a:rPr>
              <a:t> (Wang et al., 2009) from China </a:t>
            </a: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ADE510E5-D221-204E-AD64-16FDA7DCA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76" y="4142499"/>
            <a:ext cx="8105224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The endosymbiont has been assumed to be a green algae of the genus Chlorella. </a:t>
            </a:r>
          </a:p>
          <a:p>
            <a:endParaRPr lang="en-US" sz="2000" b="0" dirty="0">
              <a:latin typeface="Myriad Pro"/>
              <a:cs typeface="Myriad Pro"/>
            </a:endParaRPr>
          </a:p>
          <a:p>
            <a:r>
              <a:rPr lang="en-US" sz="2000" b="0" dirty="0">
                <a:latin typeface="Myriad Pro"/>
                <a:cs typeface="Myriad Pro"/>
              </a:rPr>
              <a:t> Chlorella is a known endosymbiont </a:t>
            </a:r>
          </a:p>
          <a:p>
            <a:r>
              <a:rPr lang="en-US" sz="2000" b="0" dirty="0">
                <a:latin typeface="Myriad Pro"/>
                <a:cs typeface="Myriad Pro"/>
              </a:rPr>
              <a:t>of </a:t>
            </a:r>
            <a:r>
              <a:rPr lang="en-US" sz="2000" b="0" i="1" dirty="0">
                <a:latin typeface="Myriad Pro"/>
                <a:cs typeface="Myriad Pro"/>
              </a:rPr>
              <a:t>Paramecium </a:t>
            </a:r>
            <a:r>
              <a:rPr lang="en-US" sz="2000" b="0" i="1" dirty="0" err="1">
                <a:latin typeface="Myriad Pro"/>
                <a:cs typeface="Myriad Pro"/>
              </a:rPr>
              <a:t>bursaria</a:t>
            </a:r>
            <a:r>
              <a:rPr lang="en-US" sz="2000" b="0" dirty="0">
                <a:latin typeface="Myriad Pro"/>
                <a:cs typeface="Myriad Pro"/>
              </a:rPr>
              <a:t>. </a:t>
            </a:r>
          </a:p>
        </p:txBody>
      </p:sp>
      <p:pic>
        <p:nvPicPr>
          <p:cNvPr id="33" name="Picture 1032">
            <a:extLst>
              <a:ext uri="{FF2B5EF4-FFF2-40B4-BE49-F238E27FC236}">
                <a16:creationId xmlns:a16="http://schemas.microsoft.com/office/drawing/2014/main" id="{70E33068-053F-1847-8B78-0579D281BB98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6249" y="4648475"/>
            <a:ext cx="1955800" cy="189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9A7DBF-E308-8443-A82E-730C706F087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357" y="4142499"/>
            <a:ext cx="8569286" cy="23998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A7524-9E29-01E2-6C3C-2BD6D0184122}"/>
              </a:ext>
            </a:extLst>
          </p:cNvPr>
          <p:cNvSpPr txBox="1"/>
          <p:nvPr/>
        </p:nvSpPr>
        <p:spPr>
          <a:xfrm>
            <a:off x="7598981" y="256452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33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1">
            <a:extLst>
              <a:ext uri="{FF2B5EF4-FFF2-40B4-BE49-F238E27FC236}">
                <a16:creationId xmlns:a16="http://schemas.microsoft.com/office/drawing/2014/main" id="{A1FFAF22-4F6A-B748-A764-9FC87A882C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3686" y="816204"/>
            <a:ext cx="5980113" cy="568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" name="Group 61">
            <a:extLst>
              <a:ext uri="{FF2B5EF4-FFF2-40B4-BE49-F238E27FC236}">
                <a16:creationId xmlns:a16="http://schemas.microsoft.com/office/drawing/2014/main" id="{1A596C66-DBBF-304B-8A2D-3B1A564DE17B}"/>
              </a:ext>
            </a:extLst>
          </p:cNvPr>
          <p:cNvGrpSpPr>
            <a:grpSpLocks/>
          </p:cNvGrpSpPr>
          <p:nvPr/>
        </p:nvGrpSpPr>
        <p:grpSpPr bwMode="auto">
          <a:xfrm>
            <a:off x="3656122" y="3995969"/>
            <a:ext cx="3008312" cy="276225"/>
            <a:chOff x="4147987" y="4347686"/>
            <a:chExt cx="3008406" cy="276999"/>
          </a:xfrm>
        </p:grpSpPr>
        <p:sp>
          <p:nvSpPr>
            <p:cNvPr id="38" name="Rectangle 49">
              <a:extLst>
                <a:ext uri="{FF2B5EF4-FFF2-40B4-BE49-F238E27FC236}">
                  <a16:creationId xmlns:a16="http://schemas.microsoft.com/office/drawing/2014/main" id="{BF3A2883-81C8-8D45-805A-51E705E46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7987" y="4385361"/>
              <a:ext cx="2822133" cy="203572"/>
            </a:xfrm>
            <a:prstGeom prst="rect">
              <a:avLst/>
            </a:prstGeom>
            <a:solidFill>
              <a:srgbClr val="99CC00">
                <a:alpha val="59999"/>
              </a:srgbClr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 Box 1046">
              <a:extLst>
                <a:ext uri="{FF2B5EF4-FFF2-40B4-BE49-F238E27FC236}">
                  <a16:creationId xmlns:a16="http://schemas.microsoft.com/office/drawing/2014/main" id="{F0101B73-F860-8B46-9AF6-FF9EB8EE4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449" y="4347686"/>
              <a:ext cx="239394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</a:rPr>
                <a:t>Chlorella 2 </a:t>
              </a:r>
              <a:r>
                <a:rPr lang="en-US" sz="1100" b="0">
                  <a:solidFill>
                    <a:srgbClr val="000000"/>
                  </a:solidFill>
                </a:rPr>
                <a:t>(No 18S introns)</a:t>
              </a:r>
            </a:p>
          </p:txBody>
        </p:sp>
      </p:grpSp>
      <p:grpSp>
        <p:nvGrpSpPr>
          <p:cNvPr id="40" name="Group 62">
            <a:extLst>
              <a:ext uri="{FF2B5EF4-FFF2-40B4-BE49-F238E27FC236}">
                <a16:creationId xmlns:a16="http://schemas.microsoft.com/office/drawing/2014/main" id="{01A06738-D07E-A14F-992F-7EA841AE31AD}"/>
              </a:ext>
            </a:extLst>
          </p:cNvPr>
          <p:cNvGrpSpPr>
            <a:grpSpLocks/>
          </p:cNvGrpSpPr>
          <p:nvPr/>
        </p:nvGrpSpPr>
        <p:grpSpPr bwMode="auto">
          <a:xfrm>
            <a:off x="3514836" y="3218099"/>
            <a:ext cx="3146425" cy="307777"/>
            <a:chOff x="4388244" y="4548717"/>
            <a:chExt cx="3146122" cy="306876"/>
          </a:xfrm>
        </p:grpSpPr>
        <p:sp>
          <p:nvSpPr>
            <p:cNvPr id="41" name="Rectangle 50">
              <a:extLst>
                <a:ext uri="{FF2B5EF4-FFF2-40B4-BE49-F238E27FC236}">
                  <a16:creationId xmlns:a16="http://schemas.microsoft.com/office/drawing/2014/main" id="{1DE93CB3-8AFF-624B-B7F2-A985C64EE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244" y="4568239"/>
              <a:ext cx="2963047" cy="223894"/>
            </a:xfrm>
            <a:prstGeom prst="rect">
              <a:avLst/>
            </a:prstGeom>
            <a:solidFill>
              <a:srgbClr val="FF6600">
                <a:alpha val="63136"/>
              </a:srgbClr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Text Box 1037">
              <a:extLst>
                <a:ext uri="{FF2B5EF4-FFF2-40B4-BE49-F238E27FC236}">
                  <a16:creationId xmlns:a16="http://schemas.microsoft.com/office/drawing/2014/main" id="{6D382596-134C-924F-ADEB-34ABEADCC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361" y="4548717"/>
              <a:ext cx="2613005" cy="306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</a:rPr>
                <a:t>Chlorella 1 </a:t>
              </a:r>
              <a:r>
                <a:rPr lang="en-US" sz="1100" b="0">
                  <a:solidFill>
                    <a:srgbClr val="000000"/>
                  </a:solidFill>
                </a:rPr>
                <a:t>(No 18S introns</a:t>
              </a:r>
              <a:r>
                <a:rPr lang="en-US" sz="1100">
                  <a:solidFill>
                    <a:srgbClr val="000000"/>
                  </a:solidFill>
                </a:rPr>
                <a:t>)</a:t>
              </a:r>
              <a:r>
                <a:rPr lang="en-US">
                  <a:solidFill>
                    <a:srgbClr val="000000"/>
                  </a:solidFill>
                </a:rPr>
                <a:t> </a:t>
              </a:r>
            </a:p>
          </p:txBody>
        </p:sp>
      </p:grpSp>
      <p:grpSp>
        <p:nvGrpSpPr>
          <p:cNvPr id="43" name="Group 60">
            <a:extLst>
              <a:ext uri="{FF2B5EF4-FFF2-40B4-BE49-F238E27FC236}">
                <a16:creationId xmlns:a16="http://schemas.microsoft.com/office/drawing/2014/main" id="{0E949CE9-81DB-6243-99A8-A28FA9798224}"/>
              </a:ext>
            </a:extLst>
          </p:cNvPr>
          <p:cNvGrpSpPr>
            <a:grpSpLocks/>
          </p:cNvGrpSpPr>
          <p:nvPr/>
        </p:nvGrpSpPr>
        <p:grpSpPr bwMode="auto">
          <a:xfrm>
            <a:off x="3417999" y="5024669"/>
            <a:ext cx="3076575" cy="312737"/>
            <a:chOff x="5998752" y="3788810"/>
            <a:chExt cx="3077605" cy="312997"/>
          </a:xfrm>
        </p:grpSpPr>
        <p:sp>
          <p:nvSpPr>
            <p:cNvPr id="44" name="Rectangle 48">
              <a:extLst>
                <a:ext uri="{FF2B5EF4-FFF2-40B4-BE49-F238E27FC236}">
                  <a16:creationId xmlns:a16="http://schemas.microsoft.com/office/drawing/2014/main" id="{80F00DDE-5C3F-324B-BBB2-A23CF3C2D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8752" y="3788810"/>
              <a:ext cx="3077605" cy="312997"/>
            </a:xfrm>
            <a:prstGeom prst="rect">
              <a:avLst/>
            </a:prstGeom>
            <a:solidFill>
              <a:srgbClr val="FF0000">
                <a:alpha val="47058"/>
              </a:srgbClr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Text Box 1040">
              <a:extLst>
                <a:ext uri="{FF2B5EF4-FFF2-40B4-BE49-F238E27FC236}">
                  <a16:creationId xmlns:a16="http://schemas.microsoft.com/office/drawing/2014/main" id="{7EBF2D2D-AE2A-E442-840E-0ABD5014E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8378" y="3804932"/>
              <a:ext cx="229235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</a:rPr>
                <a:t>Chlorella 5 </a:t>
              </a:r>
              <a:r>
                <a:rPr lang="en-US" sz="1100" b="0">
                  <a:solidFill>
                    <a:srgbClr val="000000"/>
                  </a:solidFill>
                </a:rPr>
                <a:t>(1 18S intron: I9)</a:t>
              </a:r>
            </a:p>
          </p:txBody>
        </p:sp>
      </p:grpSp>
      <p:grpSp>
        <p:nvGrpSpPr>
          <p:cNvPr id="46" name="Group 59">
            <a:extLst>
              <a:ext uri="{FF2B5EF4-FFF2-40B4-BE49-F238E27FC236}">
                <a16:creationId xmlns:a16="http://schemas.microsoft.com/office/drawing/2014/main" id="{33473FE5-7C78-BA43-B8D1-7BD23E6751A1}"/>
              </a:ext>
            </a:extLst>
          </p:cNvPr>
          <p:cNvGrpSpPr>
            <a:grpSpLocks/>
          </p:cNvGrpSpPr>
          <p:nvPr/>
        </p:nvGrpSpPr>
        <p:grpSpPr bwMode="auto">
          <a:xfrm>
            <a:off x="3670411" y="3665769"/>
            <a:ext cx="2816225" cy="276225"/>
            <a:chOff x="4164922" y="2868138"/>
            <a:chExt cx="2815670" cy="276999"/>
          </a:xfrm>
        </p:grpSpPr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8895DBDD-2F4E-0045-8466-D15A50F53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922" y="2910060"/>
              <a:ext cx="2815670" cy="197207"/>
            </a:xfrm>
            <a:prstGeom prst="rect">
              <a:avLst/>
            </a:prstGeom>
            <a:solidFill>
              <a:srgbClr val="008080">
                <a:alpha val="47058"/>
              </a:srgbClr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Text Box 1031">
              <a:extLst>
                <a:ext uri="{FF2B5EF4-FFF2-40B4-BE49-F238E27FC236}">
                  <a16:creationId xmlns:a16="http://schemas.microsoft.com/office/drawing/2014/main" id="{424ADD1F-5AEE-CD4B-9313-DA164E091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372" y="2868138"/>
              <a:ext cx="239234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</a:rPr>
                <a:t>Chlorella 3 </a:t>
              </a:r>
              <a:r>
                <a:rPr lang="en-US" sz="1100" b="0">
                  <a:solidFill>
                    <a:srgbClr val="000000"/>
                  </a:solidFill>
                </a:rPr>
                <a:t>(1 18S intron: I9)</a:t>
              </a:r>
            </a:p>
          </p:txBody>
        </p:sp>
      </p:grpSp>
      <p:grpSp>
        <p:nvGrpSpPr>
          <p:cNvPr id="49" name="Group 63">
            <a:extLst>
              <a:ext uri="{FF2B5EF4-FFF2-40B4-BE49-F238E27FC236}">
                <a16:creationId xmlns:a16="http://schemas.microsoft.com/office/drawing/2014/main" id="{280C4395-FA13-8C40-AB90-94D35A5F6218}"/>
              </a:ext>
            </a:extLst>
          </p:cNvPr>
          <p:cNvGrpSpPr>
            <a:grpSpLocks/>
          </p:cNvGrpSpPr>
          <p:nvPr/>
        </p:nvGrpSpPr>
        <p:grpSpPr bwMode="auto">
          <a:xfrm>
            <a:off x="3657711" y="3443519"/>
            <a:ext cx="2847975" cy="280987"/>
            <a:chOff x="4194557" y="4760454"/>
            <a:chExt cx="2847620" cy="276999"/>
          </a:xfrm>
        </p:grpSpPr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CF501387-63F1-C841-B8B5-66B20FB5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557" y="4804115"/>
              <a:ext cx="2811641" cy="198007"/>
            </a:xfrm>
            <a:prstGeom prst="rect">
              <a:avLst/>
            </a:prstGeom>
            <a:solidFill>
              <a:srgbClr val="FFDB34">
                <a:alpha val="47058"/>
              </a:srgbClr>
            </a:soli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Text Box 1043">
              <a:extLst>
                <a:ext uri="{FF2B5EF4-FFF2-40B4-BE49-F238E27FC236}">
                  <a16:creationId xmlns:a16="http://schemas.microsoft.com/office/drawing/2014/main" id="{6A639B92-2550-C14E-AD96-94A64E4EC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859" y="4760454"/>
              <a:ext cx="247631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</a:rPr>
                <a:t>Chlorella 4 </a:t>
              </a:r>
              <a:r>
                <a:rPr lang="en-US" sz="1100" b="0">
                  <a:solidFill>
                    <a:srgbClr val="000000"/>
                  </a:solidFill>
                </a:rPr>
                <a:t>(3 18S introns: I3, I5, I9)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F8D5F14-AD4D-6D48-81AD-B3C224F08753}"/>
              </a:ext>
            </a:extLst>
          </p:cNvPr>
          <p:cNvSpPr/>
          <p:nvPr/>
        </p:nvSpPr>
        <p:spPr bwMode="auto">
          <a:xfrm>
            <a:off x="733535" y="5566004"/>
            <a:ext cx="6468777" cy="774700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" name="TextBox 38">
            <a:extLst>
              <a:ext uri="{FF2B5EF4-FFF2-40B4-BE49-F238E27FC236}">
                <a16:creationId xmlns:a16="http://schemas.microsoft.com/office/drawing/2014/main" id="{B2DE901B-A4B3-974C-A25B-9D0538F05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8441" y="2633326"/>
            <a:ext cx="16779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Chlorella Clade</a:t>
            </a:r>
          </a:p>
        </p:txBody>
      </p:sp>
      <p:sp>
        <p:nvSpPr>
          <p:cNvPr id="54" name="TextBox 39">
            <a:extLst>
              <a:ext uri="{FF2B5EF4-FFF2-40B4-BE49-F238E27FC236}">
                <a16:creationId xmlns:a16="http://schemas.microsoft.com/office/drawing/2014/main" id="{6ABEDBEB-EC28-334B-8C8B-78828233D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159" y="5657568"/>
            <a:ext cx="2087276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dirty="0" err="1"/>
              <a:t>Parachlorella</a:t>
            </a:r>
            <a:r>
              <a:rPr lang="en-US" sz="1600" dirty="0"/>
              <a:t> </a:t>
            </a:r>
          </a:p>
          <a:p>
            <a:r>
              <a:rPr lang="en-US" sz="1600" dirty="0"/>
              <a:t>Clade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4985FE-6C23-1243-9B7A-5771F4D504F6}"/>
              </a:ext>
            </a:extLst>
          </p:cNvPr>
          <p:cNvCxnSpPr/>
          <p:nvPr/>
        </p:nvCxnSpPr>
        <p:spPr bwMode="auto">
          <a:xfrm>
            <a:off x="-752366" y="931917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Rectangle 5">
            <a:extLst>
              <a:ext uri="{FF2B5EF4-FFF2-40B4-BE49-F238E27FC236}">
                <a16:creationId xmlns:a16="http://schemas.microsoft.com/office/drawing/2014/main" id="{5C6CB864-8681-1642-8207-74CE6F20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325" y="137180"/>
            <a:ext cx="65644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and its endosymbionts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35ACA39-4DE4-2D4C-84F5-9763B8ACCF68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TextBox 375">
            <a:extLst>
              <a:ext uri="{FF2B5EF4-FFF2-40B4-BE49-F238E27FC236}">
                <a16:creationId xmlns:a16="http://schemas.microsoft.com/office/drawing/2014/main" id="{78280FE5-7EE5-9448-9527-1FD87EF52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67" y="800741"/>
            <a:ext cx="2867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/>
              <a:t>Chlorella Phylogram</a:t>
            </a:r>
          </a:p>
        </p:txBody>
      </p:sp>
      <p:sp>
        <p:nvSpPr>
          <p:cNvPr id="59" name="Text Box 4">
            <a:extLst>
              <a:ext uri="{FF2B5EF4-FFF2-40B4-BE49-F238E27FC236}">
                <a16:creationId xmlns:a16="http://schemas.microsoft.com/office/drawing/2014/main" id="{B243A754-DCFB-B644-85B1-C0919B098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8779" y="6472357"/>
            <a:ext cx="2379923" cy="29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5pPr>
            <a:lvl6pPr marL="15367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6pPr>
            <a:lvl7pPr marL="19939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7pPr>
            <a:lvl8pPr marL="24511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8pPr>
            <a:lvl9pPr marL="29083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9pPr>
          </a:lstStyle>
          <a:p>
            <a:r>
              <a:rPr lang="en-GB" sz="1400" b="0" dirty="0">
                <a:latin typeface="Calibri"/>
                <a:cs typeface="Calibri"/>
              </a:rPr>
              <a:t>Martínez et al. unpublished</a:t>
            </a:r>
          </a:p>
        </p:txBody>
      </p:sp>
    </p:spTree>
    <p:extLst>
      <p:ext uri="{BB962C8B-B14F-4D97-AF65-F5344CB8AC3E}">
        <p14:creationId xmlns:p14="http://schemas.microsoft.com/office/powerpoint/2010/main" val="119873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402">
            <a:extLst>
              <a:ext uri="{FF2B5EF4-FFF2-40B4-BE49-F238E27FC236}">
                <a16:creationId xmlns:a16="http://schemas.microsoft.com/office/drawing/2014/main" id="{0E025FF8-F1FA-B748-A0A8-08841C259639}"/>
              </a:ext>
            </a:extLst>
          </p:cNvPr>
          <p:cNvGrpSpPr>
            <a:grpSpLocks/>
          </p:cNvGrpSpPr>
          <p:nvPr/>
        </p:nvGrpSpPr>
        <p:grpSpPr bwMode="auto">
          <a:xfrm>
            <a:off x="3330685" y="1002433"/>
            <a:ext cx="4626053" cy="2563318"/>
            <a:chOff x="19184201" y="21341000"/>
            <a:chExt cx="13671790" cy="6859866"/>
          </a:xfrm>
        </p:grpSpPr>
        <p:sp>
          <p:nvSpPr>
            <p:cNvPr id="64" name="Freeform 377">
              <a:extLst>
                <a:ext uri="{FF2B5EF4-FFF2-40B4-BE49-F238E27FC236}">
                  <a16:creationId xmlns:a16="http://schemas.microsoft.com/office/drawing/2014/main" id="{328F5561-C451-8E4F-9DBB-E008B5CD2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4201" y="21341000"/>
              <a:ext cx="13671790" cy="6859866"/>
            </a:xfrm>
            <a:custGeom>
              <a:avLst/>
              <a:gdLst>
                <a:gd name="T0" fmla="*/ 2147483647 w 3968"/>
                <a:gd name="T1" fmla="*/ 2147483647 h 1908"/>
                <a:gd name="T2" fmla="*/ 2147483647 w 3968"/>
                <a:gd name="T3" fmla="*/ 2147483647 h 1908"/>
                <a:gd name="T4" fmla="*/ 2147483647 w 3968"/>
                <a:gd name="T5" fmla="*/ 2147483647 h 1908"/>
                <a:gd name="T6" fmla="*/ 2147483647 w 3968"/>
                <a:gd name="T7" fmla="*/ 2147483647 h 1908"/>
                <a:gd name="T8" fmla="*/ 2147483647 w 3968"/>
                <a:gd name="T9" fmla="*/ 2147483647 h 1908"/>
                <a:gd name="T10" fmla="*/ 2147483647 w 3968"/>
                <a:gd name="T11" fmla="*/ 2147483647 h 1908"/>
                <a:gd name="T12" fmla="*/ 2147483647 w 3968"/>
                <a:gd name="T13" fmla="*/ 2147483647 h 19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68"/>
                <a:gd name="T22" fmla="*/ 0 h 1908"/>
                <a:gd name="T23" fmla="*/ 3968 w 3968"/>
                <a:gd name="T24" fmla="*/ 1908 h 19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68" h="1908">
                  <a:moveTo>
                    <a:pt x="485" y="579"/>
                  </a:moveTo>
                  <a:cubicBezTo>
                    <a:pt x="174" y="859"/>
                    <a:pt x="0" y="1548"/>
                    <a:pt x="208" y="1728"/>
                  </a:cubicBezTo>
                  <a:cubicBezTo>
                    <a:pt x="416" y="1908"/>
                    <a:pt x="1211" y="1748"/>
                    <a:pt x="1735" y="1660"/>
                  </a:cubicBezTo>
                  <a:cubicBezTo>
                    <a:pt x="2259" y="1572"/>
                    <a:pt x="3017" y="1425"/>
                    <a:pt x="3354" y="1198"/>
                  </a:cubicBezTo>
                  <a:cubicBezTo>
                    <a:pt x="3691" y="971"/>
                    <a:pt x="3968" y="490"/>
                    <a:pt x="3755" y="298"/>
                  </a:cubicBezTo>
                  <a:cubicBezTo>
                    <a:pt x="3542" y="106"/>
                    <a:pt x="2620" y="0"/>
                    <a:pt x="2075" y="47"/>
                  </a:cubicBezTo>
                  <a:cubicBezTo>
                    <a:pt x="1530" y="94"/>
                    <a:pt x="796" y="299"/>
                    <a:pt x="485" y="579"/>
                  </a:cubicBezTo>
                  <a:close/>
                </a:path>
              </a:pathLst>
            </a:custGeom>
            <a:solidFill>
              <a:srgbClr val="FF0000">
                <a:alpha val="4705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baseline="-25000"/>
            </a:p>
          </p:txBody>
        </p:sp>
        <p:sp>
          <p:nvSpPr>
            <p:cNvPr id="65" name="Text Box 14">
              <a:extLst>
                <a:ext uri="{FF2B5EF4-FFF2-40B4-BE49-F238E27FC236}">
                  <a16:creationId xmlns:a16="http://schemas.microsoft.com/office/drawing/2014/main" id="{A16D754F-77C4-2D48-BDDD-79F9E2918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9167" y="22407217"/>
              <a:ext cx="3622008" cy="823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00"/>
                  </a:solidFill>
                </a:rPr>
                <a:t>Chlorella 5</a:t>
              </a:r>
            </a:p>
          </p:txBody>
        </p:sp>
      </p:grpSp>
      <p:grpSp>
        <p:nvGrpSpPr>
          <p:cNvPr id="33" name="Group 391">
            <a:extLst>
              <a:ext uri="{FF2B5EF4-FFF2-40B4-BE49-F238E27FC236}">
                <a16:creationId xmlns:a16="http://schemas.microsoft.com/office/drawing/2014/main" id="{A868F6E5-6900-0141-9E11-0286BD3119A1}"/>
              </a:ext>
            </a:extLst>
          </p:cNvPr>
          <p:cNvGrpSpPr>
            <a:grpSpLocks/>
          </p:cNvGrpSpPr>
          <p:nvPr/>
        </p:nvGrpSpPr>
        <p:grpSpPr bwMode="auto">
          <a:xfrm>
            <a:off x="3206870" y="3601721"/>
            <a:ext cx="4193348" cy="2725857"/>
            <a:chOff x="2366" y="720"/>
            <a:chExt cx="4864" cy="2799"/>
          </a:xfrm>
        </p:grpSpPr>
        <p:sp>
          <p:nvSpPr>
            <p:cNvPr id="58" name="Freeform 392">
              <a:extLst>
                <a:ext uri="{FF2B5EF4-FFF2-40B4-BE49-F238E27FC236}">
                  <a16:creationId xmlns:a16="http://schemas.microsoft.com/office/drawing/2014/main" id="{A81E8DD4-2AA7-1E4F-A828-1D1E14DFC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720"/>
              <a:ext cx="4864" cy="2799"/>
            </a:xfrm>
            <a:custGeom>
              <a:avLst/>
              <a:gdLst>
                <a:gd name="T0" fmla="*/ 52 w 3262"/>
                <a:gd name="T1" fmla="*/ 767 h 1877"/>
                <a:gd name="T2" fmla="*/ 164 w 3262"/>
                <a:gd name="T3" fmla="*/ 1506 h 1877"/>
                <a:gd name="T4" fmla="*/ 1033 w 3262"/>
                <a:gd name="T5" fmla="*/ 1647 h 1877"/>
                <a:gd name="T6" fmla="*/ 2372 w 3262"/>
                <a:gd name="T7" fmla="*/ 1748 h 1877"/>
                <a:gd name="T8" fmla="*/ 3199 w 3262"/>
                <a:gd name="T9" fmla="*/ 873 h 1877"/>
                <a:gd name="T10" fmla="*/ 1997 w 3262"/>
                <a:gd name="T11" fmla="*/ 130 h 1877"/>
                <a:gd name="T12" fmla="*/ 1546 w 3262"/>
                <a:gd name="T13" fmla="*/ 92 h 1877"/>
                <a:gd name="T14" fmla="*/ 561 w 3262"/>
                <a:gd name="T15" fmla="*/ 220 h 1877"/>
                <a:gd name="T16" fmla="*/ 52 w 3262"/>
                <a:gd name="T17" fmla="*/ 767 h 18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62"/>
                <a:gd name="T28" fmla="*/ 0 h 1877"/>
                <a:gd name="T29" fmla="*/ 3262 w 3262"/>
                <a:gd name="T30" fmla="*/ 1877 h 18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62" h="1877">
                  <a:moveTo>
                    <a:pt x="52" y="767"/>
                  </a:moveTo>
                  <a:cubicBezTo>
                    <a:pt x="21" y="1012"/>
                    <a:pt x="0" y="1359"/>
                    <a:pt x="164" y="1506"/>
                  </a:cubicBezTo>
                  <a:cubicBezTo>
                    <a:pt x="328" y="1653"/>
                    <a:pt x="665" y="1607"/>
                    <a:pt x="1033" y="1647"/>
                  </a:cubicBezTo>
                  <a:cubicBezTo>
                    <a:pt x="1401" y="1687"/>
                    <a:pt x="2011" y="1877"/>
                    <a:pt x="2372" y="1748"/>
                  </a:cubicBezTo>
                  <a:cubicBezTo>
                    <a:pt x="2733" y="1619"/>
                    <a:pt x="3262" y="1143"/>
                    <a:pt x="3199" y="873"/>
                  </a:cubicBezTo>
                  <a:cubicBezTo>
                    <a:pt x="3137" y="603"/>
                    <a:pt x="2273" y="260"/>
                    <a:pt x="1997" y="130"/>
                  </a:cubicBezTo>
                  <a:cubicBezTo>
                    <a:pt x="1722" y="0"/>
                    <a:pt x="1785" y="77"/>
                    <a:pt x="1546" y="92"/>
                  </a:cubicBezTo>
                  <a:cubicBezTo>
                    <a:pt x="1307" y="107"/>
                    <a:pt x="810" y="107"/>
                    <a:pt x="561" y="220"/>
                  </a:cubicBezTo>
                  <a:cubicBezTo>
                    <a:pt x="312" y="333"/>
                    <a:pt x="107" y="359"/>
                    <a:pt x="52" y="767"/>
                  </a:cubicBezTo>
                  <a:close/>
                </a:path>
              </a:pathLst>
            </a:custGeom>
            <a:solidFill>
              <a:srgbClr val="FFCC00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" name="Text Box 20">
              <a:extLst>
                <a:ext uri="{FF2B5EF4-FFF2-40B4-BE49-F238E27FC236}">
                  <a16:creationId xmlns:a16="http://schemas.microsoft.com/office/drawing/2014/main" id="{FB5B4A66-4B59-534A-B97C-0B7B8DA39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2664"/>
              <a:ext cx="1721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Chlorella 4</a:t>
              </a:r>
            </a:p>
          </p:txBody>
        </p:sp>
      </p:grpSp>
      <p:grpSp>
        <p:nvGrpSpPr>
          <p:cNvPr id="30" name="Group 404">
            <a:extLst>
              <a:ext uri="{FF2B5EF4-FFF2-40B4-BE49-F238E27FC236}">
                <a16:creationId xmlns:a16="http://schemas.microsoft.com/office/drawing/2014/main" id="{7EBA5540-F14E-364F-87DF-8F030B55C67E}"/>
              </a:ext>
            </a:extLst>
          </p:cNvPr>
          <p:cNvGrpSpPr>
            <a:grpSpLocks/>
          </p:cNvGrpSpPr>
          <p:nvPr/>
        </p:nvGrpSpPr>
        <p:grpSpPr bwMode="auto">
          <a:xfrm>
            <a:off x="5585330" y="2373102"/>
            <a:ext cx="3065171" cy="1276757"/>
            <a:chOff x="25847554" y="25009134"/>
            <a:chExt cx="9058776" cy="3416815"/>
          </a:xfrm>
        </p:grpSpPr>
        <p:sp>
          <p:nvSpPr>
            <p:cNvPr id="62" name="Freeform 380">
              <a:extLst>
                <a:ext uri="{FF2B5EF4-FFF2-40B4-BE49-F238E27FC236}">
                  <a16:creationId xmlns:a16="http://schemas.microsoft.com/office/drawing/2014/main" id="{A3D40AE5-26D2-8F45-BCF5-37BBB0EC2F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847554" y="25009134"/>
              <a:ext cx="9058776" cy="3416815"/>
            </a:xfrm>
            <a:custGeom>
              <a:avLst/>
              <a:gdLst>
                <a:gd name="T0" fmla="*/ 2147483647 w 2159"/>
                <a:gd name="T1" fmla="*/ 2147483647 h 724"/>
                <a:gd name="T2" fmla="*/ 2147483647 w 2159"/>
                <a:gd name="T3" fmla="*/ 2147483647 h 724"/>
                <a:gd name="T4" fmla="*/ 2147483647 w 2159"/>
                <a:gd name="T5" fmla="*/ 2147483647 h 724"/>
                <a:gd name="T6" fmla="*/ 2147483647 w 2159"/>
                <a:gd name="T7" fmla="*/ 2147483647 h 724"/>
                <a:gd name="T8" fmla="*/ 2147483647 w 2159"/>
                <a:gd name="T9" fmla="*/ 2147483647 h 724"/>
                <a:gd name="T10" fmla="*/ 2147483647 w 2159"/>
                <a:gd name="T11" fmla="*/ 2147483647 h 724"/>
                <a:gd name="T12" fmla="*/ 2147483647 w 2159"/>
                <a:gd name="T13" fmla="*/ 2147483647 h 7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59"/>
                <a:gd name="T22" fmla="*/ 0 h 724"/>
                <a:gd name="T23" fmla="*/ 2159 w 2159"/>
                <a:gd name="T24" fmla="*/ 724 h 7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59" h="724">
                  <a:moveTo>
                    <a:pt x="201" y="651"/>
                  </a:moveTo>
                  <a:cubicBezTo>
                    <a:pt x="0" y="578"/>
                    <a:pt x="26" y="294"/>
                    <a:pt x="160" y="147"/>
                  </a:cubicBezTo>
                  <a:cubicBezTo>
                    <a:pt x="309" y="0"/>
                    <a:pt x="547" y="95"/>
                    <a:pt x="755" y="138"/>
                  </a:cubicBezTo>
                  <a:cubicBezTo>
                    <a:pt x="1040" y="228"/>
                    <a:pt x="1384" y="346"/>
                    <a:pt x="1611" y="408"/>
                  </a:cubicBezTo>
                  <a:cubicBezTo>
                    <a:pt x="1838" y="470"/>
                    <a:pt x="2159" y="480"/>
                    <a:pt x="2118" y="509"/>
                  </a:cubicBezTo>
                  <a:cubicBezTo>
                    <a:pt x="2077" y="538"/>
                    <a:pt x="1686" y="559"/>
                    <a:pt x="1367" y="583"/>
                  </a:cubicBezTo>
                  <a:cubicBezTo>
                    <a:pt x="1048" y="607"/>
                    <a:pt x="402" y="724"/>
                    <a:pt x="201" y="651"/>
                  </a:cubicBezTo>
                  <a:close/>
                </a:path>
              </a:pathLst>
            </a:custGeom>
            <a:solidFill>
              <a:srgbClr val="008080">
                <a:alpha val="5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" name="Text Box 11">
              <a:extLst>
                <a:ext uri="{FF2B5EF4-FFF2-40B4-BE49-F238E27FC236}">
                  <a16:creationId xmlns:a16="http://schemas.microsoft.com/office/drawing/2014/main" id="{518E7A01-E813-204E-ADB8-C371057EF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1262" y="26601595"/>
              <a:ext cx="3622005" cy="823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00"/>
                  </a:solidFill>
                </a:rPr>
                <a:t>Chlorella 3</a:t>
              </a:r>
            </a:p>
          </p:txBody>
        </p:sp>
      </p:grpSp>
      <p:grpSp>
        <p:nvGrpSpPr>
          <p:cNvPr id="34" name="Group 405">
            <a:extLst>
              <a:ext uri="{FF2B5EF4-FFF2-40B4-BE49-F238E27FC236}">
                <a16:creationId xmlns:a16="http://schemas.microsoft.com/office/drawing/2014/main" id="{F47DD8C8-7EC2-6D45-A98B-128CCEA4948E}"/>
              </a:ext>
            </a:extLst>
          </p:cNvPr>
          <p:cNvGrpSpPr>
            <a:grpSpLocks/>
          </p:cNvGrpSpPr>
          <p:nvPr/>
        </p:nvGrpSpPr>
        <p:grpSpPr bwMode="auto">
          <a:xfrm>
            <a:off x="2259155" y="3072000"/>
            <a:ext cx="3382069" cy="925672"/>
            <a:chOff x="15870369" y="27217476"/>
            <a:chExt cx="9995334" cy="2477251"/>
          </a:xfrm>
        </p:grpSpPr>
        <p:sp>
          <p:nvSpPr>
            <p:cNvPr id="56" name="Freeform 398">
              <a:extLst>
                <a:ext uri="{FF2B5EF4-FFF2-40B4-BE49-F238E27FC236}">
                  <a16:creationId xmlns:a16="http://schemas.microsoft.com/office/drawing/2014/main" id="{FAC4F1A8-DE1F-6748-A2E4-E2DD0F54B7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870369" y="27217476"/>
              <a:ext cx="9995334" cy="2477251"/>
            </a:xfrm>
            <a:custGeom>
              <a:avLst/>
              <a:gdLst>
                <a:gd name="T0" fmla="*/ 2147483647 w 2809"/>
                <a:gd name="T1" fmla="*/ 2147483647 h 885"/>
                <a:gd name="T2" fmla="*/ 2147483647 w 2809"/>
                <a:gd name="T3" fmla="*/ 2147483647 h 885"/>
                <a:gd name="T4" fmla="*/ 2147483647 w 2809"/>
                <a:gd name="T5" fmla="*/ 2147483647 h 885"/>
                <a:gd name="T6" fmla="*/ 2147483647 w 2809"/>
                <a:gd name="T7" fmla="*/ 2147483647 h 885"/>
                <a:gd name="T8" fmla="*/ 2147483647 w 2809"/>
                <a:gd name="T9" fmla="*/ 2147483647 h 885"/>
                <a:gd name="T10" fmla="*/ 2147483647 w 2809"/>
                <a:gd name="T11" fmla="*/ 2147483647 h 885"/>
                <a:gd name="T12" fmla="*/ 2147483647 w 2809"/>
                <a:gd name="T13" fmla="*/ 2147483647 h 885"/>
                <a:gd name="T14" fmla="*/ 2147483647 w 2809"/>
                <a:gd name="T15" fmla="*/ 2147483647 h 8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09"/>
                <a:gd name="T25" fmla="*/ 0 h 885"/>
                <a:gd name="T26" fmla="*/ 2809 w 2809"/>
                <a:gd name="T27" fmla="*/ 885 h 8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09" h="885">
                  <a:moveTo>
                    <a:pt x="200" y="398"/>
                  </a:moveTo>
                  <a:cubicBezTo>
                    <a:pt x="66" y="336"/>
                    <a:pt x="0" y="239"/>
                    <a:pt x="204" y="235"/>
                  </a:cubicBezTo>
                  <a:cubicBezTo>
                    <a:pt x="408" y="231"/>
                    <a:pt x="1024" y="404"/>
                    <a:pt x="1425" y="374"/>
                  </a:cubicBezTo>
                  <a:cubicBezTo>
                    <a:pt x="1826" y="344"/>
                    <a:pt x="2413" y="0"/>
                    <a:pt x="2611" y="56"/>
                  </a:cubicBezTo>
                  <a:cubicBezTo>
                    <a:pt x="2809" y="112"/>
                    <a:pt x="2700" y="572"/>
                    <a:pt x="2615" y="709"/>
                  </a:cubicBezTo>
                  <a:cubicBezTo>
                    <a:pt x="2530" y="846"/>
                    <a:pt x="2306" y="885"/>
                    <a:pt x="2101" y="880"/>
                  </a:cubicBezTo>
                  <a:cubicBezTo>
                    <a:pt x="1896" y="875"/>
                    <a:pt x="1545" y="707"/>
                    <a:pt x="1385" y="681"/>
                  </a:cubicBezTo>
                  <a:cubicBezTo>
                    <a:pt x="1052" y="585"/>
                    <a:pt x="442" y="457"/>
                    <a:pt x="200" y="398"/>
                  </a:cubicBezTo>
                  <a:close/>
                </a:path>
              </a:pathLst>
            </a:custGeom>
            <a:solidFill>
              <a:srgbClr val="99CC00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" name="Text Box 8">
              <a:extLst>
                <a:ext uri="{FF2B5EF4-FFF2-40B4-BE49-F238E27FC236}">
                  <a16:creationId xmlns:a16="http://schemas.microsoft.com/office/drawing/2014/main" id="{AC8A64A6-E147-6244-950F-F2D57D36A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9455" y="28099272"/>
              <a:ext cx="3750115" cy="823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Chlorella 2</a:t>
              </a:r>
            </a:p>
          </p:txBody>
        </p:sp>
      </p:grpSp>
      <p:grpSp>
        <p:nvGrpSpPr>
          <p:cNvPr id="32" name="Group 403">
            <a:extLst>
              <a:ext uri="{FF2B5EF4-FFF2-40B4-BE49-F238E27FC236}">
                <a16:creationId xmlns:a16="http://schemas.microsoft.com/office/drawing/2014/main" id="{2B2DD6F0-967C-0648-B34F-E4DC86A81F2A}"/>
              </a:ext>
            </a:extLst>
          </p:cNvPr>
          <p:cNvGrpSpPr>
            <a:grpSpLocks/>
          </p:cNvGrpSpPr>
          <p:nvPr/>
        </p:nvGrpSpPr>
        <p:grpSpPr bwMode="auto">
          <a:xfrm>
            <a:off x="5671659" y="3501581"/>
            <a:ext cx="3494320" cy="2066158"/>
            <a:chOff x="26102694" y="28200869"/>
            <a:chExt cx="8798313" cy="4399618"/>
          </a:xfrm>
        </p:grpSpPr>
        <p:sp>
          <p:nvSpPr>
            <p:cNvPr id="60" name="Freeform 389">
              <a:extLst>
                <a:ext uri="{FF2B5EF4-FFF2-40B4-BE49-F238E27FC236}">
                  <a16:creationId xmlns:a16="http://schemas.microsoft.com/office/drawing/2014/main" id="{D9C0CF69-7BE2-B145-BF85-38102B5B676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102694" y="28200869"/>
              <a:ext cx="8798313" cy="4399618"/>
            </a:xfrm>
            <a:custGeom>
              <a:avLst/>
              <a:gdLst>
                <a:gd name="T0" fmla="*/ 2147483647 w 2103"/>
                <a:gd name="T1" fmla="*/ 2147483647 h 795"/>
                <a:gd name="T2" fmla="*/ 2147483647 w 2103"/>
                <a:gd name="T3" fmla="*/ 2147483647 h 795"/>
                <a:gd name="T4" fmla="*/ 2147483647 w 2103"/>
                <a:gd name="T5" fmla="*/ 2147483647 h 795"/>
                <a:gd name="T6" fmla="*/ 2147483647 w 2103"/>
                <a:gd name="T7" fmla="*/ 2147483647 h 795"/>
                <a:gd name="T8" fmla="*/ 2147483647 w 2103"/>
                <a:gd name="T9" fmla="*/ 2147483647 h 795"/>
                <a:gd name="T10" fmla="*/ 2147483647 w 2103"/>
                <a:gd name="T11" fmla="*/ 2147483647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03"/>
                <a:gd name="T19" fmla="*/ 0 h 795"/>
                <a:gd name="T20" fmla="*/ 2103 w 2103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03" h="795">
                  <a:moveTo>
                    <a:pt x="191" y="104"/>
                  </a:moveTo>
                  <a:cubicBezTo>
                    <a:pt x="0" y="208"/>
                    <a:pt x="146" y="747"/>
                    <a:pt x="369" y="771"/>
                  </a:cubicBezTo>
                  <a:cubicBezTo>
                    <a:pt x="592" y="795"/>
                    <a:pt x="1239" y="367"/>
                    <a:pt x="1528" y="246"/>
                  </a:cubicBezTo>
                  <a:cubicBezTo>
                    <a:pt x="1817" y="125"/>
                    <a:pt x="2103" y="64"/>
                    <a:pt x="2101" y="47"/>
                  </a:cubicBezTo>
                  <a:cubicBezTo>
                    <a:pt x="2099" y="30"/>
                    <a:pt x="1834" y="137"/>
                    <a:pt x="1516" y="146"/>
                  </a:cubicBezTo>
                  <a:cubicBezTo>
                    <a:pt x="1198" y="156"/>
                    <a:pt x="382" y="0"/>
                    <a:pt x="191" y="104"/>
                  </a:cubicBezTo>
                  <a:close/>
                </a:path>
              </a:pathLst>
            </a:custGeom>
            <a:solidFill>
              <a:srgbClr val="FF6117">
                <a:alpha val="6196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baseline="-25000"/>
            </a:p>
          </p:txBody>
        </p:sp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4553C333-447A-B547-AC50-5F84AE5F0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4951" y="30373296"/>
              <a:ext cx="3622000" cy="983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00"/>
                  </a:solidFill>
                </a:rPr>
                <a:t>Chlorella</a:t>
              </a:r>
              <a:r>
                <a:rPr lang="en-US" altLang="en-US" dirty="0">
                  <a:solidFill>
                    <a:srgbClr val="000000"/>
                  </a:solidFill>
                </a:rPr>
                <a:t> </a:t>
              </a:r>
              <a:r>
                <a:rPr lang="en-US" altLang="en-US" sz="1400" dirty="0">
                  <a:solidFill>
                    <a:srgbClr val="000000"/>
                  </a:solidFill>
                </a:rPr>
                <a:t>1</a:t>
              </a: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4985FE-6C23-1243-9B7A-5771F4D504F6}"/>
              </a:ext>
            </a:extLst>
          </p:cNvPr>
          <p:cNvCxnSpPr/>
          <p:nvPr/>
        </p:nvCxnSpPr>
        <p:spPr bwMode="auto">
          <a:xfrm>
            <a:off x="-752366" y="931917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5" name="Picture 412" descr="tree3.eps">
            <a:extLst>
              <a:ext uri="{FF2B5EF4-FFF2-40B4-BE49-F238E27FC236}">
                <a16:creationId xmlns:a16="http://schemas.microsoft.com/office/drawing/2014/main" id="{604ACE49-4B53-3A47-98E6-84BAD68D0D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9816" y="803929"/>
            <a:ext cx="5328425" cy="552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Freeform 382">
            <a:extLst>
              <a:ext uri="{FF2B5EF4-FFF2-40B4-BE49-F238E27FC236}">
                <a16:creationId xmlns:a16="http://schemas.microsoft.com/office/drawing/2014/main" id="{E774E3F4-8DED-844E-BB26-F2ABC9094EC2}"/>
              </a:ext>
            </a:extLst>
          </p:cNvPr>
          <p:cNvSpPr>
            <a:spLocks/>
          </p:cNvSpPr>
          <p:nvPr/>
        </p:nvSpPr>
        <p:spPr bwMode="auto">
          <a:xfrm flipH="1">
            <a:off x="3027006" y="2227971"/>
            <a:ext cx="873" cy="241"/>
          </a:xfrm>
          <a:custGeom>
            <a:avLst/>
            <a:gdLst>
              <a:gd name="T0" fmla="*/ 560 w 2581"/>
              <a:gd name="T1" fmla="*/ 159 h 646"/>
              <a:gd name="T2" fmla="*/ 5 w 2581"/>
              <a:gd name="T3" fmla="*/ 15 h 646"/>
              <a:gd name="T4" fmla="*/ 592 w 2581"/>
              <a:gd name="T5" fmla="*/ 70 h 646"/>
              <a:gd name="T6" fmla="*/ 1456 w 2581"/>
              <a:gd name="T7" fmla="*/ 135 h 646"/>
              <a:gd name="T8" fmla="*/ 2354 w 2581"/>
              <a:gd name="T9" fmla="*/ 137 h 646"/>
              <a:gd name="T10" fmla="*/ 2541 w 2581"/>
              <a:gd name="T11" fmla="*/ 359 h 646"/>
              <a:gd name="T12" fmla="*/ 2112 w 2581"/>
              <a:gd name="T13" fmla="*/ 641 h 646"/>
              <a:gd name="T14" fmla="*/ 1481 w 2581"/>
              <a:gd name="T15" fmla="*/ 386 h 646"/>
              <a:gd name="T16" fmla="*/ 560 w 2581"/>
              <a:gd name="T17" fmla="*/ 159 h 64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81"/>
              <a:gd name="T28" fmla="*/ 0 h 646"/>
              <a:gd name="T29" fmla="*/ 2581 w 2581"/>
              <a:gd name="T30" fmla="*/ 646 h 64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81" h="646">
                <a:moveTo>
                  <a:pt x="560" y="159"/>
                </a:moveTo>
                <a:cubicBezTo>
                  <a:pt x="303" y="87"/>
                  <a:pt x="0" y="30"/>
                  <a:pt x="5" y="15"/>
                </a:cubicBezTo>
                <a:cubicBezTo>
                  <a:pt x="10" y="0"/>
                  <a:pt x="350" y="50"/>
                  <a:pt x="592" y="70"/>
                </a:cubicBezTo>
                <a:cubicBezTo>
                  <a:pt x="834" y="90"/>
                  <a:pt x="1162" y="124"/>
                  <a:pt x="1456" y="135"/>
                </a:cubicBezTo>
                <a:cubicBezTo>
                  <a:pt x="1750" y="146"/>
                  <a:pt x="2173" y="100"/>
                  <a:pt x="2354" y="137"/>
                </a:cubicBezTo>
                <a:cubicBezTo>
                  <a:pt x="2535" y="174"/>
                  <a:pt x="2581" y="275"/>
                  <a:pt x="2541" y="359"/>
                </a:cubicBezTo>
                <a:cubicBezTo>
                  <a:pt x="2501" y="443"/>
                  <a:pt x="2289" y="637"/>
                  <a:pt x="2112" y="641"/>
                </a:cubicBezTo>
                <a:cubicBezTo>
                  <a:pt x="1935" y="646"/>
                  <a:pt x="1641" y="412"/>
                  <a:pt x="1481" y="386"/>
                </a:cubicBezTo>
                <a:cubicBezTo>
                  <a:pt x="1148" y="290"/>
                  <a:pt x="802" y="218"/>
                  <a:pt x="560" y="159"/>
                </a:cubicBezTo>
                <a:close/>
              </a:path>
            </a:pathLst>
          </a:custGeom>
          <a:solidFill>
            <a:srgbClr val="99CC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8" name="TextBox 375">
            <a:extLst>
              <a:ext uri="{FF2B5EF4-FFF2-40B4-BE49-F238E27FC236}">
                <a16:creationId xmlns:a16="http://schemas.microsoft.com/office/drawing/2014/main" id="{234276C4-5A63-E14F-9D8D-F7158DA06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773" y="6148193"/>
            <a:ext cx="28968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 dirty="0"/>
              <a:t>ITS1, 5.8S &amp; IT2 Maximum Likelihood Unrooted Phylogram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8519B4-C891-484E-A868-60CFF2809972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8760" y="1158411"/>
            <a:ext cx="3108396" cy="1936104"/>
          </a:xfrm>
          <a:prstGeom prst="rect">
            <a:avLst/>
          </a:prstGeom>
        </p:spPr>
      </p:pic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325" y="137180"/>
            <a:ext cx="65644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and its endosymbionts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Rectangle 5">
            <a:extLst>
              <a:ext uri="{FF2B5EF4-FFF2-40B4-BE49-F238E27FC236}">
                <a16:creationId xmlns:a16="http://schemas.microsoft.com/office/drawing/2014/main" id="{CF01DDD1-A55E-8142-A180-1A5312A0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55" y="3840719"/>
            <a:ext cx="289682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Green hydra that are closely related shared the same type of algae</a:t>
            </a:r>
            <a:endParaRPr lang="en-US" sz="18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375">
            <a:extLst>
              <a:ext uri="{FF2B5EF4-FFF2-40B4-BE49-F238E27FC236}">
                <a16:creationId xmlns:a16="http://schemas.microsoft.com/office/drawing/2014/main" id="{53A26E77-17EF-6D40-BC8B-9CEC9186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913" y="5767958"/>
            <a:ext cx="20103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/>
              <a:t>Hydra Phylogram</a:t>
            </a:r>
          </a:p>
        </p:txBody>
      </p:sp>
      <p:sp>
        <p:nvSpPr>
          <p:cNvPr id="70" name="TextBox 375">
            <a:extLst>
              <a:ext uri="{FF2B5EF4-FFF2-40B4-BE49-F238E27FC236}">
                <a16:creationId xmlns:a16="http://schemas.microsoft.com/office/drawing/2014/main" id="{B8EC105F-D786-FF49-81F1-104F9C94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1" y="757818"/>
            <a:ext cx="31083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/>
              <a:t>Chlorella Phylogram</a:t>
            </a: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FB16067A-10D4-A543-BF48-B336B7FC5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95" y="4822426"/>
            <a:ext cx="298974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Given that the different Chlorella groups are not closely related, this pattern suggest algal replacement during the radiation of the   green hydra </a:t>
            </a:r>
            <a:endParaRPr lang="en-US" sz="18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2" name="Text Box 4">
            <a:extLst>
              <a:ext uri="{FF2B5EF4-FFF2-40B4-BE49-F238E27FC236}">
                <a16:creationId xmlns:a16="http://schemas.microsoft.com/office/drawing/2014/main" id="{4397FC59-165A-9349-B14A-8282D339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639" y="6427592"/>
            <a:ext cx="2379923" cy="29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5pPr>
            <a:lvl6pPr marL="15367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6pPr>
            <a:lvl7pPr marL="19939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7pPr>
            <a:lvl8pPr marL="24511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8pPr>
            <a:lvl9pPr marL="29083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9pPr>
          </a:lstStyle>
          <a:p>
            <a:r>
              <a:rPr lang="en-GB" sz="1400" b="0" dirty="0">
                <a:latin typeface="Calibri"/>
                <a:cs typeface="Calibri"/>
              </a:rPr>
              <a:t>Martínez et al. unpublished</a:t>
            </a:r>
          </a:p>
        </p:txBody>
      </p:sp>
    </p:spTree>
    <p:extLst>
      <p:ext uri="{BB962C8B-B14F-4D97-AF65-F5344CB8AC3E}">
        <p14:creationId xmlns:p14="http://schemas.microsoft.com/office/powerpoint/2010/main" val="199960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70" grpId="0"/>
      <p:bldP spid="7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687" y="137180"/>
            <a:ext cx="38341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Chlorovirus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of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Chlorella</a:t>
            </a:r>
            <a:endParaRPr lang="en-US" sz="2800" b="0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6" name="Picture 10">
            <a:extLst>
              <a:ext uri="{FF2B5EF4-FFF2-40B4-BE49-F238E27FC236}">
                <a16:creationId xmlns:a16="http://schemas.microsoft.com/office/drawing/2014/main" id="{026EE1F2-84AA-9D44-A531-B6BA72FC4423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0565" y="3727452"/>
            <a:ext cx="2765425" cy="275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Rectangle 2">
            <a:extLst>
              <a:ext uri="{FF2B5EF4-FFF2-40B4-BE49-F238E27FC236}">
                <a16:creationId xmlns:a16="http://schemas.microsoft.com/office/drawing/2014/main" id="{6D1628A4-94FD-0944-9CD8-33877E9A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191000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Myriad Pro"/>
              <a:cs typeface="Myriad Pro"/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0C3B4D5C-ECE3-5C42-8888-C1006BBE0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825" y="4632325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Myriad Pro"/>
              <a:cs typeface="Myriad Pro"/>
            </a:endParaRPr>
          </a:p>
        </p:txBody>
      </p:sp>
      <p:pic>
        <p:nvPicPr>
          <p:cNvPr id="39" name="Picture 9">
            <a:extLst>
              <a:ext uri="{FF2B5EF4-FFF2-40B4-BE49-F238E27FC236}">
                <a16:creationId xmlns:a16="http://schemas.microsoft.com/office/drawing/2014/main" id="{613B93F6-8FE7-D240-B9D4-F151FD900EBA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3252790" y="1138238"/>
            <a:ext cx="2568575" cy="269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11">
            <a:extLst>
              <a:ext uri="{FF2B5EF4-FFF2-40B4-BE49-F238E27FC236}">
                <a16:creationId xmlns:a16="http://schemas.microsoft.com/office/drawing/2014/main" id="{15219A18-5830-2D41-9F06-133192830447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608013" y="1125538"/>
            <a:ext cx="2652712" cy="268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Picture 12">
            <a:extLst>
              <a:ext uri="{FF2B5EF4-FFF2-40B4-BE49-F238E27FC236}">
                <a16:creationId xmlns:a16="http://schemas.microsoft.com/office/drawing/2014/main" id="{FEEFCD57-677D-D044-8108-259FFFFD0BE8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3268665" y="3843338"/>
            <a:ext cx="2541587" cy="260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13">
            <a:extLst>
              <a:ext uri="{FF2B5EF4-FFF2-40B4-BE49-F238E27FC236}">
                <a16:creationId xmlns:a16="http://schemas.microsoft.com/office/drawing/2014/main" id="{A3F30578-76B3-DF42-B10F-7FC528FFC9B7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608013" y="3813175"/>
            <a:ext cx="2659062" cy="263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7">
            <a:extLst>
              <a:ext uri="{FF2B5EF4-FFF2-40B4-BE49-F238E27FC236}">
                <a16:creationId xmlns:a16="http://schemas.microsoft.com/office/drawing/2014/main" id="{571FB9D8-C070-A04E-B136-0B5B8951FF6E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5813427" y="1138240"/>
            <a:ext cx="26955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Rectangle 14">
            <a:extLst>
              <a:ext uri="{FF2B5EF4-FFF2-40B4-BE49-F238E27FC236}">
                <a16:creationId xmlns:a16="http://schemas.microsoft.com/office/drawing/2014/main" id="{E53D3413-B2D9-4448-8970-D45956F6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2" y="690841"/>
            <a:ext cx="47159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latin typeface="Myriad Pro"/>
                <a:cs typeface="Myriad Pro"/>
              </a:rPr>
              <a:t>James Van </a:t>
            </a:r>
            <a:r>
              <a:rPr lang="en-US" sz="1800" b="0" dirty="0" err="1">
                <a:latin typeface="Myriad Pro"/>
                <a:cs typeface="Myriad Pro"/>
              </a:rPr>
              <a:t>Etten</a:t>
            </a:r>
            <a:r>
              <a:rPr lang="en-US" sz="1800" b="0" dirty="0">
                <a:latin typeface="Myriad Pro"/>
                <a:cs typeface="Myriad Pro"/>
              </a:rPr>
              <a:t>, </a:t>
            </a:r>
            <a:r>
              <a:rPr lang="en-US" b="0" dirty="0">
                <a:latin typeface="Myriad Pro"/>
                <a:cs typeface="Myriad Pro"/>
              </a:rPr>
              <a:t>University of Nebraska, Lincoln</a:t>
            </a:r>
            <a:endParaRPr lang="en-US" sz="2400" b="0" dirty="0"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2923275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185" y="137180"/>
            <a:ext cx="39826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Four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Chlorovirus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species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ctangle 1027">
            <a:extLst>
              <a:ext uri="{FF2B5EF4-FFF2-40B4-BE49-F238E27FC236}">
                <a16:creationId xmlns:a16="http://schemas.microsoft.com/office/drawing/2014/main" id="{9B9A09AF-6B77-AF47-B162-635C6991B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1058865"/>
            <a:ext cx="63627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2000" b="0" dirty="0">
                <a:latin typeface="Myriad Pro"/>
                <a:cs typeface="Myriad Pro"/>
              </a:rPr>
              <a:t>PBCV viruses NC64A group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sz="1800" b="0" dirty="0">
                <a:latin typeface="Myriad Pro"/>
                <a:cs typeface="Myriad Pro"/>
              </a:rPr>
              <a:t>Infect </a:t>
            </a:r>
            <a:r>
              <a:rPr lang="en-US" sz="1800" b="0" i="1" dirty="0">
                <a:latin typeface="Myriad Pro"/>
                <a:cs typeface="Myriad Pro"/>
              </a:rPr>
              <a:t>Chlorella</a:t>
            </a:r>
            <a:r>
              <a:rPr lang="en-US" sz="1800" b="0" dirty="0">
                <a:latin typeface="Myriad Pro"/>
                <a:cs typeface="Myriad Pro"/>
              </a:rPr>
              <a:t>-NC64A SAG 211.6 from  </a:t>
            </a:r>
            <a:r>
              <a:rPr lang="en-US" sz="1800" b="0" i="1" dirty="0">
                <a:latin typeface="Myriad Pro"/>
                <a:cs typeface="Myriad Pro"/>
              </a:rPr>
              <a:t>Paramecium </a:t>
            </a:r>
            <a:r>
              <a:rPr lang="en-US" sz="1800" b="0" i="1" dirty="0" err="1">
                <a:latin typeface="Myriad Pro"/>
                <a:cs typeface="Myriad Pro"/>
              </a:rPr>
              <a:t>bursaria</a:t>
            </a:r>
            <a:r>
              <a:rPr lang="en-US" sz="1800" b="0" dirty="0">
                <a:latin typeface="Myriad Pro"/>
                <a:cs typeface="Myriad Pro"/>
              </a:rPr>
              <a:t> (from southeastern United States).</a:t>
            </a:r>
          </a:p>
          <a:p>
            <a:pPr marL="457200" indent="-457200"/>
            <a:endParaRPr lang="en-US" sz="2000" b="0" dirty="0">
              <a:latin typeface="Myriad Pro"/>
              <a:cs typeface="Myriad Pro"/>
            </a:endParaRPr>
          </a:p>
          <a:p>
            <a:pPr marL="457200" indent="-457200">
              <a:buFont typeface="Arial" charset="0"/>
              <a:buAutoNum type="arabicPeriod" startAt="2"/>
            </a:pPr>
            <a:r>
              <a:rPr lang="en-US" sz="2000" b="0" dirty="0">
                <a:latin typeface="Myriad Pro"/>
                <a:cs typeface="Myriad Pro"/>
              </a:rPr>
              <a:t>PBCV viruses </a:t>
            </a:r>
            <a:r>
              <a:rPr lang="en-US" sz="2000" b="0" dirty="0" err="1">
                <a:latin typeface="Myriad Pro"/>
                <a:cs typeface="Myriad Pro"/>
              </a:rPr>
              <a:t>Pbi</a:t>
            </a:r>
            <a:r>
              <a:rPr lang="en-US" sz="2000" b="0" dirty="0">
                <a:latin typeface="Myriad Pro"/>
                <a:cs typeface="Myriad Pro"/>
              </a:rPr>
              <a:t> group 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sz="1800" b="0" dirty="0">
                <a:latin typeface="Myriad Pro"/>
                <a:cs typeface="Myriad Pro"/>
              </a:rPr>
              <a:t>Infect </a:t>
            </a:r>
            <a:r>
              <a:rPr lang="en-US" sz="1800" b="0" i="1" dirty="0">
                <a:latin typeface="Myriad Pro"/>
                <a:cs typeface="Myriad Pro"/>
              </a:rPr>
              <a:t>Chlorella</a:t>
            </a:r>
            <a:r>
              <a:rPr lang="en-US" sz="1800" b="0" dirty="0">
                <a:latin typeface="Myriad Pro"/>
                <a:cs typeface="Myriad Pro"/>
              </a:rPr>
              <a:t>-</a:t>
            </a:r>
            <a:r>
              <a:rPr lang="en-US" sz="1800" b="0" dirty="0" err="1">
                <a:latin typeface="Myriad Pro"/>
                <a:cs typeface="Myriad Pro"/>
              </a:rPr>
              <a:t>Pbi</a:t>
            </a:r>
            <a:r>
              <a:rPr lang="en-US" sz="1800" b="0" dirty="0">
                <a:latin typeface="Myriad Pro"/>
                <a:cs typeface="Myriad Pro"/>
              </a:rPr>
              <a:t>  SAG 241.80 from </a:t>
            </a:r>
            <a:r>
              <a:rPr lang="en-US" sz="1800" b="0" i="1" dirty="0">
                <a:latin typeface="Myriad Pro"/>
                <a:cs typeface="Myriad Pro"/>
              </a:rPr>
              <a:t>Paramecium </a:t>
            </a:r>
            <a:r>
              <a:rPr lang="en-US" sz="1800" b="0" i="1" dirty="0" err="1">
                <a:latin typeface="Myriad Pro"/>
                <a:cs typeface="Myriad Pro"/>
              </a:rPr>
              <a:t>bursaria</a:t>
            </a:r>
            <a:r>
              <a:rPr lang="en-US" sz="1800" b="0" dirty="0">
                <a:latin typeface="Myriad Pro"/>
                <a:cs typeface="Myriad Pro"/>
              </a:rPr>
              <a:t> (originally collected from Germany)</a:t>
            </a:r>
          </a:p>
          <a:p>
            <a:pPr marL="457200" indent="-457200"/>
            <a:endParaRPr lang="en-US" sz="2000" b="0" dirty="0">
              <a:latin typeface="Myriad Pro"/>
              <a:cs typeface="Myriad Pro"/>
            </a:endParaRPr>
          </a:p>
          <a:p>
            <a:pPr marL="457200" indent="-457200">
              <a:buFont typeface="Arial" charset="0"/>
              <a:buAutoNum type="arabicPeriod" startAt="3"/>
            </a:pPr>
            <a:r>
              <a:rPr lang="en-US" sz="2000" b="0" dirty="0">
                <a:latin typeface="Myriad Pro"/>
                <a:cs typeface="Myriad Pro"/>
              </a:rPr>
              <a:t>HVCV viruses 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b="0" dirty="0">
                <a:latin typeface="Myriad Pro"/>
                <a:cs typeface="Myriad Pro"/>
              </a:rPr>
              <a:t>	</a:t>
            </a:r>
            <a:r>
              <a:rPr lang="en-US" sz="1800" b="0" dirty="0">
                <a:latin typeface="Myriad Pro"/>
                <a:cs typeface="Myriad Pro"/>
              </a:rPr>
              <a:t>Infect </a:t>
            </a:r>
            <a:r>
              <a:rPr lang="en-US" sz="1800" b="0" i="1" dirty="0">
                <a:latin typeface="Myriad Pro"/>
                <a:cs typeface="Myriad Pro"/>
              </a:rPr>
              <a:t>Chlorella</a:t>
            </a:r>
            <a:r>
              <a:rPr lang="en-US" sz="1800" b="0" dirty="0">
                <a:latin typeface="Myriad Pro"/>
                <a:cs typeface="Myriad Pro"/>
              </a:rPr>
              <a:t> originally isolated from </a:t>
            </a:r>
            <a:r>
              <a:rPr lang="en-US" sz="1800" b="0" i="1" dirty="0">
                <a:latin typeface="Myriad Pro"/>
                <a:cs typeface="Myriad Pro"/>
              </a:rPr>
              <a:t>Hydra </a:t>
            </a:r>
            <a:r>
              <a:rPr lang="en-US" sz="1800" b="0" i="1" dirty="0" err="1">
                <a:latin typeface="Myriad Pro"/>
                <a:cs typeface="Myriad Pro"/>
              </a:rPr>
              <a:t>viridissima</a:t>
            </a:r>
            <a:r>
              <a:rPr lang="en-US" sz="1800" b="0" i="1" dirty="0">
                <a:latin typeface="Myriad Pro"/>
                <a:cs typeface="Myriad Pro"/>
              </a:rPr>
              <a:t> </a:t>
            </a:r>
          </a:p>
          <a:p>
            <a:pPr marL="457200" indent="-457200">
              <a:lnSpc>
                <a:spcPct val="120000"/>
              </a:lnSpc>
            </a:pPr>
            <a:r>
              <a:rPr lang="en-US" sz="1800" b="0" i="1" dirty="0">
                <a:latin typeface="Myriad Pro"/>
                <a:cs typeface="Myriad Pro"/>
              </a:rPr>
              <a:t>		(e.g. </a:t>
            </a:r>
            <a:r>
              <a:rPr lang="en-US" sz="1800" b="0" dirty="0">
                <a:latin typeface="Myriad Pro"/>
                <a:cs typeface="Myriad Pro"/>
              </a:rPr>
              <a:t>SAG 242.80) </a:t>
            </a:r>
            <a:endParaRPr lang="en-US" sz="2000" b="0" dirty="0">
              <a:latin typeface="Myriad Pro"/>
              <a:cs typeface="Myriad Pro"/>
            </a:endParaRPr>
          </a:p>
          <a:p>
            <a:pPr marL="457200" indent="-457200"/>
            <a:endParaRPr lang="en-US" sz="2000" b="0" dirty="0">
              <a:latin typeface="Myriad Pro"/>
              <a:cs typeface="Myriad Pro"/>
            </a:endParaRPr>
          </a:p>
          <a:p>
            <a:pPr marL="457200" indent="-457200"/>
            <a:r>
              <a:rPr lang="en-US" sz="2000" b="0" dirty="0">
                <a:latin typeface="Myriad Pro"/>
                <a:cs typeface="Myriad Pro"/>
              </a:rPr>
              <a:t>4. 	ATCV viruses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sz="1800" b="0" dirty="0">
                <a:latin typeface="Myriad Pro"/>
                <a:cs typeface="Myriad Pro"/>
              </a:rPr>
              <a:t>Infect </a:t>
            </a:r>
            <a:r>
              <a:rPr lang="en-US" sz="1800" b="0" i="1" dirty="0">
                <a:latin typeface="Myriad Pro"/>
                <a:cs typeface="Myriad Pro"/>
              </a:rPr>
              <a:t>Chlorella</a:t>
            </a:r>
            <a:r>
              <a:rPr lang="en-US" sz="1800" b="0" dirty="0">
                <a:latin typeface="Myriad Pro"/>
                <a:cs typeface="Myriad Pro"/>
              </a:rPr>
              <a:t> strain SAG 3.83  from </a:t>
            </a:r>
            <a:r>
              <a:rPr lang="en-US" sz="1800" b="0" i="1" dirty="0" err="1">
                <a:latin typeface="Myriad Pro"/>
                <a:cs typeface="Myriad Pro"/>
              </a:rPr>
              <a:t>Acanthocystis</a:t>
            </a:r>
            <a:r>
              <a:rPr lang="en-US" sz="1800" b="0" i="1" dirty="0">
                <a:latin typeface="Myriad Pro"/>
                <a:cs typeface="Myriad Pro"/>
              </a:rPr>
              <a:t> </a:t>
            </a:r>
            <a:r>
              <a:rPr lang="en-US" sz="1800" b="0" i="1" dirty="0" err="1">
                <a:latin typeface="Myriad Pro"/>
                <a:cs typeface="Myriad Pro"/>
              </a:rPr>
              <a:t>turfacea</a:t>
            </a:r>
            <a:r>
              <a:rPr lang="en-US" sz="1800" b="0" dirty="0">
                <a:latin typeface="Myriad Pro"/>
                <a:cs typeface="Myriad Pro"/>
              </a:rPr>
              <a:t> (heliozoan</a:t>
            </a:r>
            <a:r>
              <a:rPr lang="en-US" sz="2000" b="0" dirty="0">
                <a:latin typeface="Myriad Pro"/>
                <a:cs typeface="Myriad Pro"/>
              </a:rPr>
              <a:t>)</a:t>
            </a:r>
          </a:p>
        </p:txBody>
      </p:sp>
      <p:grpSp>
        <p:nvGrpSpPr>
          <p:cNvPr id="22" name="Group 1028">
            <a:extLst>
              <a:ext uri="{FF2B5EF4-FFF2-40B4-BE49-F238E27FC236}">
                <a16:creationId xmlns:a16="http://schemas.microsoft.com/office/drawing/2014/main" id="{DB8C09DE-CB69-024B-95CC-DF1A145FA362}"/>
              </a:ext>
            </a:extLst>
          </p:cNvPr>
          <p:cNvGrpSpPr>
            <a:grpSpLocks/>
          </p:cNvGrpSpPr>
          <p:nvPr/>
        </p:nvGrpSpPr>
        <p:grpSpPr bwMode="auto">
          <a:xfrm>
            <a:off x="6942138" y="909638"/>
            <a:ext cx="2201862" cy="5738812"/>
            <a:chOff x="4373" y="573"/>
            <a:chExt cx="1387" cy="3615"/>
          </a:xfrm>
        </p:grpSpPr>
        <p:grpSp>
          <p:nvGrpSpPr>
            <p:cNvPr id="23" name="Group 1029">
              <a:extLst>
                <a:ext uri="{FF2B5EF4-FFF2-40B4-BE49-F238E27FC236}">
                  <a16:creationId xmlns:a16="http://schemas.microsoft.com/office/drawing/2014/main" id="{E8D0651F-69DB-1442-9A66-2EF6C350EE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" y="573"/>
              <a:ext cx="1236" cy="3615"/>
              <a:chOff x="4387" y="573"/>
              <a:chExt cx="1236" cy="3615"/>
            </a:xfrm>
          </p:grpSpPr>
          <p:pic>
            <p:nvPicPr>
              <p:cNvPr id="26" name="Picture 1030">
                <a:extLst>
                  <a:ext uri="{FF2B5EF4-FFF2-40B4-BE49-F238E27FC236}">
                    <a16:creationId xmlns:a16="http://schemas.microsoft.com/office/drawing/2014/main" id="{41C46FBD-3BA0-8448-97CA-CDFBDBD7FB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7" y="3008"/>
                <a:ext cx="1236" cy="11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" name="Picture 1031">
                <a:extLst>
                  <a:ext uri="{FF2B5EF4-FFF2-40B4-BE49-F238E27FC236}">
                    <a16:creationId xmlns:a16="http://schemas.microsoft.com/office/drawing/2014/main" id="{337D1FD3-6A1C-AB4F-BFA1-528062AC80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8" y="1744"/>
                <a:ext cx="1234" cy="1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8" name="Picture 1032">
                <a:extLst>
                  <a:ext uri="{FF2B5EF4-FFF2-40B4-BE49-F238E27FC236}">
                    <a16:creationId xmlns:a16="http://schemas.microsoft.com/office/drawing/2014/main" id="{969175AC-8BBC-D645-98F6-5F15762042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7" y="573"/>
                <a:ext cx="1232" cy="1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4" name="Rectangle 1033">
              <a:extLst>
                <a:ext uri="{FF2B5EF4-FFF2-40B4-BE49-F238E27FC236}">
                  <a16:creationId xmlns:a16="http://schemas.microsoft.com/office/drawing/2014/main" id="{DFF9843F-44E3-0B40-B1AC-6B6F48374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4014"/>
              <a:ext cx="12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>
                  <a:latin typeface="Myriad Pro"/>
                  <a:cs typeface="Myriad Pro"/>
                </a:rPr>
                <a:t>Acanthocystis turfacea</a:t>
              </a:r>
              <a:endParaRPr lang="en-US" sz="1200" b="0">
                <a:latin typeface="Myriad Pro"/>
                <a:cs typeface="Myriad Pro"/>
              </a:endParaRPr>
            </a:p>
          </p:txBody>
        </p:sp>
        <p:sp>
          <p:nvSpPr>
            <p:cNvPr id="25" name="Rectangle 1034">
              <a:extLst>
                <a:ext uri="{FF2B5EF4-FFF2-40B4-BE49-F238E27FC236}">
                  <a16:creationId xmlns:a16="http://schemas.microsoft.com/office/drawing/2014/main" id="{38122C41-7661-0A46-A869-FB6662DEA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" y="574"/>
              <a:ext cx="1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200" b="0" i="1">
                  <a:latin typeface="Myriad Pro"/>
                  <a:cs typeface="Myriad Pro"/>
                </a:rPr>
                <a:t>Paramecium </a:t>
              </a:r>
            </a:p>
            <a:p>
              <a:r>
                <a:rPr lang="en-US" sz="1200" b="0" i="1">
                  <a:latin typeface="Myriad Pro"/>
                  <a:cs typeface="Myriad Pro"/>
                </a:rPr>
                <a:t>bursaria</a:t>
              </a:r>
              <a:endParaRPr lang="en-US" sz="1200" b="0">
                <a:latin typeface="Myriad Pro"/>
                <a:cs typeface="Myriad Pro"/>
              </a:endParaRPr>
            </a:p>
          </p:txBody>
        </p:sp>
      </p:grpSp>
      <p:sp>
        <p:nvSpPr>
          <p:cNvPr id="29" name="Rectangle 1035">
            <a:extLst>
              <a:ext uri="{FF2B5EF4-FFF2-40B4-BE49-F238E27FC236}">
                <a16:creationId xmlns:a16="http://schemas.microsoft.com/office/drawing/2014/main" id="{BF4F558A-177A-FA40-A308-A6336C7F7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3596481"/>
            <a:ext cx="62865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yriad Pro"/>
              <a:cs typeface="Myriad Pro"/>
            </a:endParaRPr>
          </a:p>
        </p:txBody>
      </p:sp>
      <p:sp>
        <p:nvSpPr>
          <p:cNvPr id="30" name="Rectangle 1036">
            <a:extLst>
              <a:ext uri="{FF2B5EF4-FFF2-40B4-BE49-F238E27FC236}">
                <a16:creationId xmlns:a16="http://schemas.microsoft.com/office/drawing/2014/main" id="{8FE3442B-2145-984A-839A-17BADC2EA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5118100"/>
            <a:ext cx="62865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yriad Pro"/>
              <a:cs typeface="Myriad Pro"/>
            </a:endParaRPr>
          </a:p>
        </p:txBody>
      </p:sp>
      <p:sp>
        <p:nvSpPr>
          <p:cNvPr id="31" name="Rectangle 1037">
            <a:extLst>
              <a:ext uri="{FF2B5EF4-FFF2-40B4-BE49-F238E27FC236}">
                <a16:creationId xmlns:a16="http://schemas.microsoft.com/office/drawing/2014/main" id="{8FC3740C-0E17-A643-A612-F60DD2EA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06700"/>
            <a:ext cx="2019300" cy="198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yriad Pro"/>
              <a:cs typeface="Myriad Pro"/>
            </a:endParaRPr>
          </a:p>
        </p:txBody>
      </p:sp>
      <p:sp>
        <p:nvSpPr>
          <p:cNvPr id="32" name="Rectangle 1038">
            <a:extLst>
              <a:ext uri="{FF2B5EF4-FFF2-40B4-BE49-F238E27FC236}">
                <a16:creationId xmlns:a16="http://schemas.microsoft.com/office/drawing/2014/main" id="{FCCFBEED-7CE2-C542-9909-72900D25F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87900"/>
            <a:ext cx="2019300" cy="198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422869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100" y="137180"/>
            <a:ext cx="60837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Chlorovirus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have large DNA genomes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A6E670DB-8D75-C34D-9341-F4ED40CA4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191000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Myriad Pro"/>
              <a:cs typeface="Myriad Pro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0B654242-9FF2-0E45-AEA3-B19A7F815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58" y="1519240"/>
            <a:ext cx="7205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000" b="0">
                <a:latin typeface="Myriad Pro"/>
                <a:cs typeface="Myriad Pro"/>
              </a:rPr>
              <a:t>Large dsDNA genomes with cross-linked hairpin ends</a:t>
            </a:r>
            <a:endParaRPr lang="en-US" sz="1800" b="0">
              <a:latin typeface="Myriad Pro"/>
              <a:cs typeface="Myriad Pro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50F82126-A8D6-0741-B76A-052F90025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0" y="1027113"/>
            <a:ext cx="46178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0">
                <a:latin typeface="Myriad Pro"/>
                <a:cs typeface="Myriad Pro"/>
              </a:rPr>
              <a:t>Large, icosahedral, and plaque-forming</a:t>
            </a:r>
            <a:endParaRPr lang="en-US" sz="1800" b="0">
              <a:latin typeface="Myriad Pro"/>
              <a:cs typeface="Myriad Pro"/>
            </a:endParaRP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BF3DCA85-7029-A54F-922C-7301F003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0" y="2012950"/>
            <a:ext cx="491031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b="0">
                <a:latin typeface="Myriad Pro"/>
                <a:cs typeface="Myriad Pro"/>
              </a:rPr>
              <a:t>e.g ATCV-1 	288,075 bp  </a:t>
            </a:r>
          </a:p>
          <a:p>
            <a:r>
              <a:rPr lang="en-US" sz="1800" b="0">
                <a:latin typeface="Myriad Pro"/>
                <a:cs typeface="Myriad Pro"/>
              </a:rPr>
              <a:t>	        	329 protein-encoding genes</a:t>
            </a:r>
          </a:p>
          <a:p>
            <a:r>
              <a:rPr lang="en-US" sz="1800" b="0">
                <a:latin typeface="Myriad Pro"/>
                <a:cs typeface="Myriad Pro"/>
              </a:rPr>
              <a:t>		11 tRNA-encoding genes</a:t>
            </a:r>
          </a:p>
        </p:txBody>
      </p:sp>
      <p:pic>
        <p:nvPicPr>
          <p:cNvPr id="20" name="Picture 12">
            <a:extLst>
              <a:ext uri="{FF2B5EF4-FFF2-40B4-BE49-F238E27FC236}">
                <a16:creationId xmlns:a16="http://schemas.microsoft.com/office/drawing/2014/main" id="{EB57F2EA-8879-8F44-A242-CACD1484C88F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7373" y="4148335"/>
            <a:ext cx="2700337" cy="254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13">
            <a:extLst>
              <a:ext uri="{FF2B5EF4-FFF2-40B4-BE49-F238E27FC236}">
                <a16:creationId xmlns:a16="http://schemas.microsoft.com/office/drawing/2014/main" id="{1C2D42B0-CA92-6546-871E-2FCB5CA96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388" y="2956930"/>
            <a:ext cx="5489516" cy="1154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>
                <a:latin typeface="Myriad Pro"/>
                <a:cs typeface="Myriad Pro"/>
              </a:rPr>
              <a:t>Hepatitis B virus (HBV) 	3,200 bp (4 proteins)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latin typeface="Myriad Pro"/>
                <a:cs typeface="Myriad Pro"/>
              </a:rPr>
              <a:t>SARS-CoV-2 (COVID-19)	29,903 bp (50 proteins) </a:t>
            </a:r>
          </a:p>
          <a:p>
            <a:pPr>
              <a:lnSpc>
                <a:spcPct val="150000"/>
              </a:lnSpc>
            </a:pPr>
            <a:r>
              <a:rPr lang="en-US" sz="1600" b="0" dirty="0" err="1">
                <a:latin typeface="Myriad Pro"/>
                <a:cs typeface="Myriad Pro"/>
              </a:rPr>
              <a:t>Mimivirus</a:t>
            </a:r>
            <a:r>
              <a:rPr lang="en-US" sz="1600" b="0" dirty="0">
                <a:latin typeface="Myriad Pro"/>
                <a:cs typeface="Myriad Pro"/>
              </a:rPr>
              <a:t>			1.2 million bp (911 proteins)</a:t>
            </a:r>
          </a:p>
        </p:txBody>
      </p:sp>
      <p:grpSp>
        <p:nvGrpSpPr>
          <p:cNvPr id="34" name="Group 9">
            <a:extLst>
              <a:ext uri="{FF2B5EF4-FFF2-40B4-BE49-F238E27FC236}">
                <a16:creationId xmlns:a16="http://schemas.microsoft.com/office/drawing/2014/main" id="{DF96CD0B-B6E4-C44E-9DF3-52A06AD6CFBC}"/>
              </a:ext>
            </a:extLst>
          </p:cNvPr>
          <p:cNvGrpSpPr>
            <a:grpSpLocks/>
          </p:cNvGrpSpPr>
          <p:nvPr/>
        </p:nvGrpSpPr>
        <p:grpSpPr bwMode="auto">
          <a:xfrm>
            <a:off x="6683904" y="1005947"/>
            <a:ext cx="1866900" cy="5641975"/>
            <a:chOff x="4367" y="325"/>
            <a:chExt cx="1176" cy="3554"/>
          </a:xfrm>
        </p:grpSpPr>
        <p:pic>
          <p:nvPicPr>
            <p:cNvPr id="35" name="Picture 10">
              <a:extLst>
                <a:ext uri="{FF2B5EF4-FFF2-40B4-BE49-F238E27FC236}">
                  <a16:creationId xmlns:a16="http://schemas.microsoft.com/office/drawing/2014/main" id="{0AFEE3EE-C795-7444-BFAE-F30C7BA34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4384" y="1541"/>
              <a:ext cx="1144" cy="1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96F2FE60-E6E7-5248-BD74-B0BB4836F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2640"/>
              <a:ext cx="11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pic>
          <p:nvPicPr>
            <p:cNvPr id="37" name="Picture 12">
              <a:extLst>
                <a:ext uri="{FF2B5EF4-FFF2-40B4-BE49-F238E27FC236}">
                  <a16:creationId xmlns:a16="http://schemas.microsoft.com/office/drawing/2014/main" id="{B2F5125B-AE06-2A40-BAB6-D162EE9F2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4384" y="325"/>
              <a:ext cx="1144" cy="1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" name="Picture 13">
              <a:extLst>
                <a:ext uri="{FF2B5EF4-FFF2-40B4-BE49-F238E27FC236}">
                  <a16:creationId xmlns:a16="http://schemas.microsoft.com/office/drawing/2014/main" id="{88090C5C-0426-9B41-B1CA-6D333EFD1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7" y="2694"/>
              <a:ext cx="1176" cy="1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0" name="Picture 17">
            <a:extLst>
              <a:ext uri="{FF2B5EF4-FFF2-40B4-BE49-F238E27FC236}">
                <a16:creationId xmlns:a16="http://schemas.microsoft.com/office/drawing/2014/main" id="{3965B4B0-A126-524A-AD95-9789A65784CC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1077309" y="4337513"/>
            <a:ext cx="2071762" cy="2096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91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687" y="137180"/>
            <a:ext cx="38341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Chlorovirus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of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Chlorella</a:t>
            </a:r>
            <a:endParaRPr lang="en-US" sz="2800" b="0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ctangle 1035">
            <a:extLst>
              <a:ext uri="{FF2B5EF4-FFF2-40B4-BE49-F238E27FC236}">
                <a16:creationId xmlns:a16="http://schemas.microsoft.com/office/drawing/2014/main" id="{5F17B8BE-EA3A-7B41-96B1-78FC14EE2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5" y="2124070"/>
            <a:ext cx="16843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0" dirty="0">
                <a:latin typeface="Myriad Pro"/>
                <a:cs typeface="Myriad Pro"/>
              </a:rPr>
              <a:t>Wards Hydra </a:t>
            </a:r>
          </a:p>
          <a:p>
            <a:pPr algn="ctr"/>
            <a:r>
              <a:rPr lang="en-US" sz="1800" b="0" dirty="0">
                <a:latin typeface="Myriad Pro"/>
                <a:cs typeface="Myriad Pro"/>
              </a:rPr>
              <a:t>(HVCV-1)</a:t>
            </a:r>
            <a:endParaRPr lang="en-US" sz="2000" dirty="0">
              <a:latin typeface="Myriad Pro"/>
              <a:cs typeface="Myriad Pro"/>
            </a:endParaRPr>
          </a:p>
        </p:txBody>
      </p:sp>
      <p:sp>
        <p:nvSpPr>
          <p:cNvPr id="13" name="Rectangle 1039">
            <a:extLst>
              <a:ext uri="{FF2B5EF4-FFF2-40B4-BE49-F238E27FC236}">
                <a16:creationId xmlns:a16="http://schemas.microsoft.com/office/drawing/2014/main" id="{FCBC4DB9-E785-1145-8D5C-1CF64AEF4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24370"/>
            <a:ext cx="1917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0">
                <a:latin typeface="Myriad Pro"/>
                <a:cs typeface="Myriad Pro"/>
              </a:rPr>
              <a:t>Carolina Hydra </a:t>
            </a:r>
          </a:p>
          <a:p>
            <a:pPr algn="ctr"/>
            <a:r>
              <a:rPr lang="en-US" sz="1800" b="0">
                <a:latin typeface="Myriad Pro"/>
                <a:cs typeface="Myriad Pro"/>
              </a:rPr>
              <a:t>(HVCV-2)</a:t>
            </a:r>
          </a:p>
        </p:txBody>
      </p:sp>
      <p:pic>
        <p:nvPicPr>
          <p:cNvPr id="14" name="Picture 1042">
            <a:extLst>
              <a:ext uri="{FF2B5EF4-FFF2-40B4-BE49-F238E27FC236}">
                <a16:creationId xmlns:a16="http://schemas.microsoft.com/office/drawing/2014/main" id="{2393A8DA-877D-8746-A0FF-FBDB11F3ED61}"/>
              </a:ext>
            </a:extLst>
          </p:cNvPr>
          <p:cNvPicPr>
            <a:picLocks noChangeAspect="1" noChangeArrowheads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7100" y="1306509"/>
            <a:ext cx="5715000" cy="503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41">
            <a:extLst>
              <a:ext uri="{FF2B5EF4-FFF2-40B4-BE49-F238E27FC236}">
                <a16:creationId xmlns:a16="http://schemas.microsoft.com/office/drawing/2014/main" id="{D2DFCA09-9883-D643-AA24-9B4044F59579}"/>
              </a:ext>
            </a:extLst>
          </p:cNvPr>
          <p:cNvPicPr>
            <a:picLocks noChangeAspect="1" noChangeArrowheads="1"/>
          </p:cNvPicPr>
          <p:nvPr/>
        </p:nvPicPr>
        <p:blipFill>
          <a:blip/>
          <a:srcRect/>
          <a:stretch>
            <a:fillRect/>
          </a:stretch>
        </p:blipFill>
        <p:spPr bwMode="auto">
          <a:xfrm>
            <a:off x="3751263" y="2197095"/>
            <a:ext cx="2468562" cy="267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1031">
            <a:extLst>
              <a:ext uri="{FF2B5EF4-FFF2-40B4-BE49-F238E27FC236}">
                <a16:creationId xmlns:a16="http://schemas.microsoft.com/office/drawing/2014/main" id="{E7A0B5D4-8301-9A43-B811-E2E3A8E7E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6443823"/>
            <a:ext cx="51661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30000"/>
              </a:spcBef>
            </a:pPr>
            <a:r>
              <a:rPr lang="en-US" b="0" dirty="0">
                <a:latin typeface="Myriad Pro"/>
                <a:cs typeface="Myriad Pro"/>
              </a:rPr>
              <a:t>Van </a:t>
            </a:r>
            <a:r>
              <a:rPr lang="en-US" b="0" dirty="0" err="1">
                <a:latin typeface="Myriad Pro"/>
                <a:cs typeface="Myriad Pro"/>
              </a:rPr>
              <a:t>Etten</a:t>
            </a:r>
            <a:r>
              <a:rPr lang="en-US" b="0" dirty="0">
                <a:latin typeface="Myriad Pro"/>
                <a:cs typeface="Myriad Pro"/>
              </a:rPr>
              <a:t> </a:t>
            </a:r>
            <a:r>
              <a:rPr lang="en-US" b="0" i="1" dirty="0">
                <a:latin typeface="Myriad Pro"/>
                <a:cs typeface="Myriad Pro"/>
              </a:rPr>
              <a:t>et al</a:t>
            </a:r>
            <a:r>
              <a:rPr lang="en-US" b="0" dirty="0">
                <a:latin typeface="Myriad Pro"/>
                <a:cs typeface="Myriad Pro"/>
              </a:rPr>
              <a:t> (1982). Proc. Nat. Acad. Sci. USA 79: 3867-38711</a:t>
            </a:r>
          </a:p>
        </p:txBody>
      </p:sp>
      <p:sp>
        <p:nvSpPr>
          <p:cNvPr id="17" name="Rectangle 1033">
            <a:extLst>
              <a:ext uri="{FF2B5EF4-FFF2-40B4-BE49-F238E27FC236}">
                <a16:creationId xmlns:a16="http://schemas.microsoft.com/office/drawing/2014/main" id="{F7847BA1-2EBC-3A48-91BF-82BE6D2F5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702" y="906454"/>
            <a:ext cx="23621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latin typeface="Myriad Pro"/>
                <a:cs typeface="Myriad Pro"/>
              </a:rPr>
              <a:t>Chlorella in hydra cell</a:t>
            </a:r>
            <a:endParaRPr lang="en-US" sz="2000" dirty="0">
              <a:latin typeface="Myriad Pro"/>
              <a:cs typeface="Myriad Pro"/>
            </a:endParaRPr>
          </a:p>
        </p:txBody>
      </p:sp>
      <p:sp>
        <p:nvSpPr>
          <p:cNvPr id="18" name="Rectangle 1034">
            <a:extLst>
              <a:ext uri="{FF2B5EF4-FFF2-40B4-BE49-F238E27FC236}">
                <a16:creationId xmlns:a16="http://schemas.microsoft.com/office/drawing/2014/main" id="{F6668CA2-03EE-B647-AD15-EAF155B6A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900104"/>
            <a:ext cx="30902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b="0">
                <a:latin typeface="Myriad Pro"/>
                <a:cs typeface="Myriad Pro"/>
              </a:rPr>
              <a:t>Chlorella 8 hrs after isolation</a:t>
            </a:r>
            <a:endParaRPr lang="en-US" sz="1800">
              <a:latin typeface="Myriad Pro"/>
              <a:cs typeface="Myriad Pro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96D25C1F-B774-DF49-945A-D67CD2F6B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007" y="297391"/>
            <a:ext cx="267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latin typeface="Myriad Pro"/>
                <a:cs typeface="Myriad Pro"/>
              </a:rPr>
              <a:t>James Van </a:t>
            </a:r>
            <a:r>
              <a:rPr lang="en-US" sz="1800" b="0" dirty="0" err="1">
                <a:latin typeface="Myriad Pro"/>
                <a:cs typeface="Myriad Pro"/>
              </a:rPr>
              <a:t>Etten</a:t>
            </a:r>
            <a:endParaRPr lang="en-US" sz="1800" b="0" dirty="0">
              <a:latin typeface="Myriad Pro"/>
              <a:cs typeface="Myriad Pro"/>
            </a:endParaRPr>
          </a:p>
          <a:p>
            <a:r>
              <a:rPr lang="en-US" b="0" dirty="0">
                <a:latin typeface="Myriad Pro"/>
                <a:cs typeface="Myriad Pro"/>
              </a:rPr>
              <a:t>University of Nebraska, Lincoln</a:t>
            </a:r>
            <a:endParaRPr lang="en-US" sz="2400" b="0" dirty="0">
              <a:latin typeface="Myriad Pro"/>
              <a:cs typeface="Myriad Pro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5575B-76FE-5741-B874-6D25469C7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4" y="812794"/>
            <a:ext cx="3454400" cy="56515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376443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402">
            <a:extLst>
              <a:ext uri="{FF2B5EF4-FFF2-40B4-BE49-F238E27FC236}">
                <a16:creationId xmlns:a16="http://schemas.microsoft.com/office/drawing/2014/main" id="{0E025FF8-F1FA-B748-A0A8-08841C259639}"/>
              </a:ext>
            </a:extLst>
          </p:cNvPr>
          <p:cNvGrpSpPr>
            <a:grpSpLocks/>
          </p:cNvGrpSpPr>
          <p:nvPr/>
        </p:nvGrpSpPr>
        <p:grpSpPr bwMode="auto">
          <a:xfrm>
            <a:off x="3402124" y="1231037"/>
            <a:ext cx="4626053" cy="2563318"/>
            <a:chOff x="19184201" y="21341000"/>
            <a:chExt cx="13671790" cy="6859866"/>
          </a:xfrm>
        </p:grpSpPr>
        <p:sp>
          <p:nvSpPr>
            <p:cNvPr id="64" name="Freeform 377">
              <a:extLst>
                <a:ext uri="{FF2B5EF4-FFF2-40B4-BE49-F238E27FC236}">
                  <a16:creationId xmlns:a16="http://schemas.microsoft.com/office/drawing/2014/main" id="{328F5561-C451-8E4F-9DBB-E008B5CD2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4201" y="21341000"/>
              <a:ext cx="13671790" cy="6859866"/>
            </a:xfrm>
            <a:custGeom>
              <a:avLst/>
              <a:gdLst>
                <a:gd name="T0" fmla="*/ 2147483647 w 3968"/>
                <a:gd name="T1" fmla="*/ 2147483647 h 1908"/>
                <a:gd name="T2" fmla="*/ 2147483647 w 3968"/>
                <a:gd name="T3" fmla="*/ 2147483647 h 1908"/>
                <a:gd name="T4" fmla="*/ 2147483647 w 3968"/>
                <a:gd name="T5" fmla="*/ 2147483647 h 1908"/>
                <a:gd name="T6" fmla="*/ 2147483647 w 3968"/>
                <a:gd name="T7" fmla="*/ 2147483647 h 1908"/>
                <a:gd name="T8" fmla="*/ 2147483647 w 3968"/>
                <a:gd name="T9" fmla="*/ 2147483647 h 1908"/>
                <a:gd name="T10" fmla="*/ 2147483647 w 3968"/>
                <a:gd name="T11" fmla="*/ 2147483647 h 1908"/>
                <a:gd name="T12" fmla="*/ 2147483647 w 3968"/>
                <a:gd name="T13" fmla="*/ 2147483647 h 19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68"/>
                <a:gd name="T22" fmla="*/ 0 h 1908"/>
                <a:gd name="T23" fmla="*/ 3968 w 3968"/>
                <a:gd name="T24" fmla="*/ 1908 h 19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68" h="1908">
                  <a:moveTo>
                    <a:pt x="485" y="579"/>
                  </a:moveTo>
                  <a:cubicBezTo>
                    <a:pt x="174" y="859"/>
                    <a:pt x="0" y="1548"/>
                    <a:pt x="208" y="1728"/>
                  </a:cubicBezTo>
                  <a:cubicBezTo>
                    <a:pt x="416" y="1908"/>
                    <a:pt x="1211" y="1748"/>
                    <a:pt x="1735" y="1660"/>
                  </a:cubicBezTo>
                  <a:cubicBezTo>
                    <a:pt x="2259" y="1572"/>
                    <a:pt x="3017" y="1425"/>
                    <a:pt x="3354" y="1198"/>
                  </a:cubicBezTo>
                  <a:cubicBezTo>
                    <a:pt x="3691" y="971"/>
                    <a:pt x="3968" y="490"/>
                    <a:pt x="3755" y="298"/>
                  </a:cubicBezTo>
                  <a:cubicBezTo>
                    <a:pt x="3542" y="106"/>
                    <a:pt x="2620" y="0"/>
                    <a:pt x="2075" y="47"/>
                  </a:cubicBezTo>
                  <a:cubicBezTo>
                    <a:pt x="1530" y="94"/>
                    <a:pt x="796" y="299"/>
                    <a:pt x="485" y="579"/>
                  </a:cubicBezTo>
                  <a:close/>
                </a:path>
              </a:pathLst>
            </a:custGeom>
            <a:solidFill>
              <a:srgbClr val="FF0000">
                <a:alpha val="4705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baseline="-25000"/>
            </a:p>
          </p:txBody>
        </p:sp>
        <p:sp>
          <p:nvSpPr>
            <p:cNvPr id="65" name="Text Box 14">
              <a:extLst>
                <a:ext uri="{FF2B5EF4-FFF2-40B4-BE49-F238E27FC236}">
                  <a16:creationId xmlns:a16="http://schemas.microsoft.com/office/drawing/2014/main" id="{A16D754F-77C4-2D48-BDDD-79F9E2918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9167" y="22407217"/>
              <a:ext cx="3622008" cy="823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00"/>
                  </a:solidFill>
                </a:rPr>
                <a:t>Chlorella 5</a:t>
              </a:r>
            </a:p>
          </p:txBody>
        </p:sp>
      </p:grpSp>
      <p:grpSp>
        <p:nvGrpSpPr>
          <p:cNvPr id="33" name="Group 391">
            <a:extLst>
              <a:ext uri="{FF2B5EF4-FFF2-40B4-BE49-F238E27FC236}">
                <a16:creationId xmlns:a16="http://schemas.microsoft.com/office/drawing/2014/main" id="{A868F6E5-6900-0141-9E11-0286BD3119A1}"/>
              </a:ext>
            </a:extLst>
          </p:cNvPr>
          <p:cNvGrpSpPr>
            <a:grpSpLocks/>
          </p:cNvGrpSpPr>
          <p:nvPr/>
        </p:nvGrpSpPr>
        <p:grpSpPr bwMode="auto">
          <a:xfrm>
            <a:off x="3278309" y="3830325"/>
            <a:ext cx="4193348" cy="2725857"/>
            <a:chOff x="2366" y="720"/>
            <a:chExt cx="4864" cy="2799"/>
          </a:xfrm>
        </p:grpSpPr>
        <p:sp>
          <p:nvSpPr>
            <p:cNvPr id="58" name="Freeform 392">
              <a:extLst>
                <a:ext uri="{FF2B5EF4-FFF2-40B4-BE49-F238E27FC236}">
                  <a16:creationId xmlns:a16="http://schemas.microsoft.com/office/drawing/2014/main" id="{A81E8DD4-2AA7-1E4F-A828-1D1E14DFC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720"/>
              <a:ext cx="4864" cy="2799"/>
            </a:xfrm>
            <a:custGeom>
              <a:avLst/>
              <a:gdLst>
                <a:gd name="T0" fmla="*/ 52 w 3262"/>
                <a:gd name="T1" fmla="*/ 767 h 1877"/>
                <a:gd name="T2" fmla="*/ 164 w 3262"/>
                <a:gd name="T3" fmla="*/ 1506 h 1877"/>
                <a:gd name="T4" fmla="*/ 1033 w 3262"/>
                <a:gd name="T5" fmla="*/ 1647 h 1877"/>
                <a:gd name="T6" fmla="*/ 2372 w 3262"/>
                <a:gd name="T7" fmla="*/ 1748 h 1877"/>
                <a:gd name="T8" fmla="*/ 3199 w 3262"/>
                <a:gd name="T9" fmla="*/ 873 h 1877"/>
                <a:gd name="T10" fmla="*/ 1997 w 3262"/>
                <a:gd name="T11" fmla="*/ 130 h 1877"/>
                <a:gd name="T12" fmla="*/ 1546 w 3262"/>
                <a:gd name="T13" fmla="*/ 92 h 1877"/>
                <a:gd name="T14" fmla="*/ 561 w 3262"/>
                <a:gd name="T15" fmla="*/ 220 h 1877"/>
                <a:gd name="T16" fmla="*/ 52 w 3262"/>
                <a:gd name="T17" fmla="*/ 767 h 18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62"/>
                <a:gd name="T28" fmla="*/ 0 h 1877"/>
                <a:gd name="T29" fmla="*/ 3262 w 3262"/>
                <a:gd name="T30" fmla="*/ 1877 h 18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62" h="1877">
                  <a:moveTo>
                    <a:pt x="52" y="767"/>
                  </a:moveTo>
                  <a:cubicBezTo>
                    <a:pt x="21" y="1012"/>
                    <a:pt x="0" y="1359"/>
                    <a:pt x="164" y="1506"/>
                  </a:cubicBezTo>
                  <a:cubicBezTo>
                    <a:pt x="328" y="1653"/>
                    <a:pt x="665" y="1607"/>
                    <a:pt x="1033" y="1647"/>
                  </a:cubicBezTo>
                  <a:cubicBezTo>
                    <a:pt x="1401" y="1687"/>
                    <a:pt x="2011" y="1877"/>
                    <a:pt x="2372" y="1748"/>
                  </a:cubicBezTo>
                  <a:cubicBezTo>
                    <a:pt x="2733" y="1619"/>
                    <a:pt x="3262" y="1143"/>
                    <a:pt x="3199" y="873"/>
                  </a:cubicBezTo>
                  <a:cubicBezTo>
                    <a:pt x="3137" y="603"/>
                    <a:pt x="2273" y="260"/>
                    <a:pt x="1997" y="130"/>
                  </a:cubicBezTo>
                  <a:cubicBezTo>
                    <a:pt x="1722" y="0"/>
                    <a:pt x="1785" y="77"/>
                    <a:pt x="1546" y="92"/>
                  </a:cubicBezTo>
                  <a:cubicBezTo>
                    <a:pt x="1307" y="107"/>
                    <a:pt x="810" y="107"/>
                    <a:pt x="561" y="220"/>
                  </a:cubicBezTo>
                  <a:cubicBezTo>
                    <a:pt x="312" y="333"/>
                    <a:pt x="107" y="359"/>
                    <a:pt x="52" y="767"/>
                  </a:cubicBezTo>
                  <a:close/>
                </a:path>
              </a:pathLst>
            </a:custGeom>
            <a:solidFill>
              <a:srgbClr val="FFCC00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9" name="Text Box 20">
              <a:extLst>
                <a:ext uri="{FF2B5EF4-FFF2-40B4-BE49-F238E27FC236}">
                  <a16:creationId xmlns:a16="http://schemas.microsoft.com/office/drawing/2014/main" id="{FB5B4A66-4B59-534A-B97C-0B7B8DA39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" y="2664"/>
              <a:ext cx="1721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Chlorella 4</a:t>
              </a:r>
            </a:p>
          </p:txBody>
        </p:sp>
      </p:grpSp>
      <p:grpSp>
        <p:nvGrpSpPr>
          <p:cNvPr id="30" name="Group 404">
            <a:extLst>
              <a:ext uri="{FF2B5EF4-FFF2-40B4-BE49-F238E27FC236}">
                <a16:creationId xmlns:a16="http://schemas.microsoft.com/office/drawing/2014/main" id="{7EBA5540-F14E-364F-87DF-8F030B55C67E}"/>
              </a:ext>
            </a:extLst>
          </p:cNvPr>
          <p:cNvGrpSpPr>
            <a:grpSpLocks/>
          </p:cNvGrpSpPr>
          <p:nvPr/>
        </p:nvGrpSpPr>
        <p:grpSpPr bwMode="auto">
          <a:xfrm>
            <a:off x="5656769" y="2601706"/>
            <a:ext cx="3065171" cy="1276757"/>
            <a:chOff x="25847554" y="25009134"/>
            <a:chExt cx="9058776" cy="3416815"/>
          </a:xfrm>
        </p:grpSpPr>
        <p:sp>
          <p:nvSpPr>
            <p:cNvPr id="62" name="Freeform 380">
              <a:extLst>
                <a:ext uri="{FF2B5EF4-FFF2-40B4-BE49-F238E27FC236}">
                  <a16:creationId xmlns:a16="http://schemas.microsoft.com/office/drawing/2014/main" id="{A3D40AE5-26D2-8F45-BCF5-37BBB0EC2F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847554" y="25009134"/>
              <a:ext cx="9058776" cy="3416815"/>
            </a:xfrm>
            <a:custGeom>
              <a:avLst/>
              <a:gdLst>
                <a:gd name="T0" fmla="*/ 2147483647 w 2159"/>
                <a:gd name="T1" fmla="*/ 2147483647 h 724"/>
                <a:gd name="T2" fmla="*/ 2147483647 w 2159"/>
                <a:gd name="T3" fmla="*/ 2147483647 h 724"/>
                <a:gd name="T4" fmla="*/ 2147483647 w 2159"/>
                <a:gd name="T5" fmla="*/ 2147483647 h 724"/>
                <a:gd name="T6" fmla="*/ 2147483647 w 2159"/>
                <a:gd name="T7" fmla="*/ 2147483647 h 724"/>
                <a:gd name="T8" fmla="*/ 2147483647 w 2159"/>
                <a:gd name="T9" fmla="*/ 2147483647 h 724"/>
                <a:gd name="T10" fmla="*/ 2147483647 w 2159"/>
                <a:gd name="T11" fmla="*/ 2147483647 h 724"/>
                <a:gd name="T12" fmla="*/ 2147483647 w 2159"/>
                <a:gd name="T13" fmla="*/ 2147483647 h 7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59"/>
                <a:gd name="T22" fmla="*/ 0 h 724"/>
                <a:gd name="T23" fmla="*/ 2159 w 2159"/>
                <a:gd name="T24" fmla="*/ 724 h 7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59" h="724">
                  <a:moveTo>
                    <a:pt x="201" y="651"/>
                  </a:moveTo>
                  <a:cubicBezTo>
                    <a:pt x="0" y="578"/>
                    <a:pt x="26" y="294"/>
                    <a:pt x="160" y="147"/>
                  </a:cubicBezTo>
                  <a:cubicBezTo>
                    <a:pt x="309" y="0"/>
                    <a:pt x="547" y="95"/>
                    <a:pt x="755" y="138"/>
                  </a:cubicBezTo>
                  <a:cubicBezTo>
                    <a:pt x="1040" y="228"/>
                    <a:pt x="1384" y="346"/>
                    <a:pt x="1611" y="408"/>
                  </a:cubicBezTo>
                  <a:cubicBezTo>
                    <a:pt x="1838" y="470"/>
                    <a:pt x="2159" y="480"/>
                    <a:pt x="2118" y="509"/>
                  </a:cubicBezTo>
                  <a:cubicBezTo>
                    <a:pt x="2077" y="538"/>
                    <a:pt x="1686" y="559"/>
                    <a:pt x="1367" y="583"/>
                  </a:cubicBezTo>
                  <a:cubicBezTo>
                    <a:pt x="1048" y="607"/>
                    <a:pt x="402" y="724"/>
                    <a:pt x="201" y="651"/>
                  </a:cubicBezTo>
                  <a:close/>
                </a:path>
              </a:pathLst>
            </a:custGeom>
            <a:solidFill>
              <a:srgbClr val="008080">
                <a:alpha val="5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" name="Text Box 11">
              <a:extLst>
                <a:ext uri="{FF2B5EF4-FFF2-40B4-BE49-F238E27FC236}">
                  <a16:creationId xmlns:a16="http://schemas.microsoft.com/office/drawing/2014/main" id="{518E7A01-E813-204E-ADB8-C371057EF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1262" y="26601595"/>
              <a:ext cx="3622005" cy="823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00"/>
                  </a:solidFill>
                </a:rPr>
                <a:t>Chlorella 3</a:t>
              </a:r>
            </a:p>
          </p:txBody>
        </p:sp>
      </p:grpSp>
      <p:grpSp>
        <p:nvGrpSpPr>
          <p:cNvPr id="34" name="Group 405">
            <a:extLst>
              <a:ext uri="{FF2B5EF4-FFF2-40B4-BE49-F238E27FC236}">
                <a16:creationId xmlns:a16="http://schemas.microsoft.com/office/drawing/2014/main" id="{F47DD8C8-7EC2-6D45-A98B-128CCEA4948E}"/>
              </a:ext>
            </a:extLst>
          </p:cNvPr>
          <p:cNvGrpSpPr>
            <a:grpSpLocks/>
          </p:cNvGrpSpPr>
          <p:nvPr/>
        </p:nvGrpSpPr>
        <p:grpSpPr bwMode="auto">
          <a:xfrm>
            <a:off x="2330594" y="3300604"/>
            <a:ext cx="3382069" cy="925672"/>
            <a:chOff x="15870369" y="27217476"/>
            <a:chExt cx="9995334" cy="2477251"/>
          </a:xfrm>
        </p:grpSpPr>
        <p:sp>
          <p:nvSpPr>
            <p:cNvPr id="56" name="Freeform 398">
              <a:extLst>
                <a:ext uri="{FF2B5EF4-FFF2-40B4-BE49-F238E27FC236}">
                  <a16:creationId xmlns:a16="http://schemas.microsoft.com/office/drawing/2014/main" id="{FAC4F1A8-DE1F-6748-A2E4-E2DD0F54B7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870369" y="27217476"/>
              <a:ext cx="9995334" cy="2477251"/>
            </a:xfrm>
            <a:custGeom>
              <a:avLst/>
              <a:gdLst>
                <a:gd name="T0" fmla="*/ 2147483647 w 2809"/>
                <a:gd name="T1" fmla="*/ 2147483647 h 885"/>
                <a:gd name="T2" fmla="*/ 2147483647 w 2809"/>
                <a:gd name="T3" fmla="*/ 2147483647 h 885"/>
                <a:gd name="T4" fmla="*/ 2147483647 w 2809"/>
                <a:gd name="T5" fmla="*/ 2147483647 h 885"/>
                <a:gd name="T6" fmla="*/ 2147483647 w 2809"/>
                <a:gd name="T7" fmla="*/ 2147483647 h 885"/>
                <a:gd name="T8" fmla="*/ 2147483647 w 2809"/>
                <a:gd name="T9" fmla="*/ 2147483647 h 885"/>
                <a:gd name="T10" fmla="*/ 2147483647 w 2809"/>
                <a:gd name="T11" fmla="*/ 2147483647 h 885"/>
                <a:gd name="T12" fmla="*/ 2147483647 w 2809"/>
                <a:gd name="T13" fmla="*/ 2147483647 h 885"/>
                <a:gd name="T14" fmla="*/ 2147483647 w 2809"/>
                <a:gd name="T15" fmla="*/ 2147483647 h 8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09"/>
                <a:gd name="T25" fmla="*/ 0 h 885"/>
                <a:gd name="T26" fmla="*/ 2809 w 2809"/>
                <a:gd name="T27" fmla="*/ 885 h 8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09" h="885">
                  <a:moveTo>
                    <a:pt x="200" y="398"/>
                  </a:moveTo>
                  <a:cubicBezTo>
                    <a:pt x="66" y="336"/>
                    <a:pt x="0" y="239"/>
                    <a:pt x="204" y="235"/>
                  </a:cubicBezTo>
                  <a:cubicBezTo>
                    <a:pt x="408" y="231"/>
                    <a:pt x="1024" y="404"/>
                    <a:pt x="1425" y="374"/>
                  </a:cubicBezTo>
                  <a:cubicBezTo>
                    <a:pt x="1826" y="344"/>
                    <a:pt x="2413" y="0"/>
                    <a:pt x="2611" y="56"/>
                  </a:cubicBezTo>
                  <a:cubicBezTo>
                    <a:pt x="2809" y="112"/>
                    <a:pt x="2700" y="572"/>
                    <a:pt x="2615" y="709"/>
                  </a:cubicBezTo>
                  <a:cubicBezTo>
                    <a:pt x="2530" y="846"/>
                    <a:pt x="2306" y="885"/>
                    <a:pt x="2101" y="880"/>
                  </a:cubicBezTo>
                  <a:cubicBezTo>
                    <a:pt x="1896" y="875"/>
                    <a:pt x="1545" y="707"/>
                    <a:pt x="1385" y="681"/>
                  </a:cubicBezTo>
                  <a:cubicBezTo>
                    <a:pt x="1052" y="585"/>
                    <a:pt x="442" y="457"/>
                    <a:pt x="200" y="398"/>
                  </a:cubicBezTo>
                  <a:close/>
                </a:path>
              </a:pathLst>
            </a:custGeom>
            <a:solidFill>
              <a:srgbClr val="99CC00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" name="Text Box 8">
              <a:extLst>
                <a:ext uri="{FF2B5EF4-FFF2-40B4-BE49-F238E27FC236}">
                  <a16:creationId xmlns:a16="http://schemas.microsoft.com/office/drawing/2014/main" id="{AC8A64A6-E147-6244-950F-F2D57D36A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9455" y="28099272"/>
              <a:ext cx="3750115" cy="823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Chlorella 2</a:t>
              </a:r>
            </a:p>
          </p:txBody>
        </p:sp>
      </p:grpSp>
      <p:grpSp>
        <p:nvGrpSpPr>
          <p:cNvPr id="32" name="Group 403">
            <a:extLst>
              <a:ext uri="{FF2B5EF4-FFF2-40B4-BE49-F238E27FC236}">
                <a16:creationId xmlns:a16="http://schemas.microsoft.com/office/drawing/2014/main" id="{2B2DD6F0-967C-0648-B34F-E4DC86A81F2A}"/>
              </a:ext>
            </a:extLst>
          </p:cNvPr>
          <p:cNvGrpSpPr>
            <a:grpSpLocks/>
          </p:cNvGrpSpPr>
          <p:nvPr/>
        </p:nvGrpSpPr>
        <p:grpSpPr bwMode="auto">
          <a:xfrm>
            <a:off x="5743098" y="3730185"/>
            <a:ext cx="3494320" cy="2066158"/>
            <a:chOff x="26102694" y="28200869"/>
            <a:chExt cx="8798313" cy="4399618"/>
          </a:xfrm>
        </p:grpSpPr>
        <p:sp>
          <p:nvSpPr>
            <p:cNvPr id="60" name="Freeform 389">
              <a:extLst>
                <a:ext uri="{FF2B5EF4-FFF2-40B4-BE49-F238E27FC236}">
                  <a16:creationId xmlns:a16="http://schemas.microsoft.com/office/drawing/2014/main" id="{D9C0CF69-7BE2-B145-BF85-38102B5B676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102694" y="28200869"/>
              <a:ext cx="8798313" cy="4399618"/>
            </a:xfrm>
            <a:custGeom>
              <a:avLst/>
              <a:gdLst>
                <a:gd name="T0" fmla="*/ 2147483647 w 2103"/>
                <a:gd name="T1" fmla="*/ 2147483647 h 795"/>
                <a:gd name="T2" fmla="*/ 2147483647 w 2103"/>
                <a:gd name="T3" fmla="*/ 2147483647 h 795"/>
                <a:gd name="T4" fmla="*/ 2147483647 w 2103"/>
                <a:gd name="T5" fmla="*/ 2147483647 h 795"/>
                <a:gd name="T6" fmla="*/ 2147483647 w 2103"/>
                <a:gd name="T7" fmla="*/ 2147483647 h 795"/>
                <a:gd name="T8" fmla="*/ 2147483647 w 2103"/>
                <a:gd name="T9" fmla="*/ 2147483647 h 795"/>
                <a:gd name="T10" fmla="*/ 2147483647 w 2103"/>
                <a:gd name="T11" fmla="*/ 2147483647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03"/>
                <a:gd name="T19" fmla="*/ 0 h 795"/>
                <a:gd name="T20" fmla="*/ 2103 w 2103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03" h="795">
                  <a:moveTo>
                    <a:pt x="191" y="104"/>
                  </a:moveTo>
                  <a:cubicBezTo>
                    <a:pt x="0" y="208"/>
                    <a:pt x="146" y="747"/>
                    <a:pt x="369" y="771"/>
                  </a:cubicBezTo>
                  <a:cubicBezTo>
                    <a:pt x="592" y="795"/>
                    <a:pt x="1239" y="367"/>
                    <a:pt x="1528" y="246"/>
                  </a:cubicBezTo>
                  <a:cubicBezTo>
                    <a:pt x="1817" y="125"/>
                    <a:pt x="2103" y="64"/>
                    <a:pt x="2101" y="47"/>
                  </a:cubicBezTo>
                  <a:cubicBezTo>
                    <a:pt x="2099" y="30"/>
                    <a:pt x="1834" y="137"/>
                    <a:pt x="1516" y="146"/>
                  </a:cubicBezTo>
                  <a:cubicBezTo>
                    <a:pt x="1198" y="156"/>
                    <a:pt x="382" y="0"/>
                    <a:pt x="191" y="104"/>
                  </a:cubicBezTo>
                  <a:close/>
                </a:path>
              </a:pathLst>
            </a:custGeom>
            <a:solidFill>
              <a:srgbClr val="FF6117">
                <a:alpha val="6196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baseline="-25000"/>
            </a:p>
          </p:txBody>
        </p:sp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4553C333-447A-B547-AC50-5F84AE5F0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4951" y="30373296"/>
              <a:ext cx="3622000" cy="983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00"/>
                  </a:solidFill>
                </a:rPr>
                <a:t>Chlorella</a:t>
              </a:r>
              <a:r>
                <a:rPr lang="en-US" altLang="en-US" dirty="0">
                  <a:solidFill>
                    <a:srgbClr val="000000"/>
                  </a:solidFill>
                </a:rPr>
                <a:t> </a:t>
              </a:r>
              <a:r>
                <a:rPr lang="en-US" altLang="en-US" sz="1400" dirty="0">
                  <a:solidFill>
                    <a:srgbClr val="000000"/>
                  </a:solidFill>
                </a:rPr>
                <a:t>1</a:t>
              </a: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4985FE-6C23-1243-9B7A-5771F4D504F6}"/>
              </a:ext>
            </a:extLst>
          </p:cNvPr>
          <p:cNvCxnSpPr/>
          <p:nvPr/>
        </p:nvCxnSpPr>
        <p:spPr bwMode="auto">
          <a:xfrm>
            <a:off x="-752366" y="931917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5" name="Picture 412" descr="tree3.eps">
            <a:extLst>
              <a:ext uri="{FF2B5EF4-FFF2-40B4-BE49-F238E27FC236}">
                <a16:creationId xmlns:a16="http://schemas.microsoft.com/office/drawing/2014/main" id="{604ACE49-4B53-3A47-98E6-84BAD68D0D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1255" y="1032533"/>
            <a:ext cx="5328425" cy="552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Freeform 382">
            <a:extLst>
              <a:ext uri="{FF2B5EF4-FFF2-40B4-BE49-F238E27FC236}">
                <a16:creationId xmlns:a16="http://schemas.microsoft.com/office/drawing/2014/main" id="{E774E3F4-8DED-844E-BB26-F2ABC9094EC2}"/>
              </a:ext>
            </a:extLst>
          </p:cNvPr>
          <p:cNvSpPr>
            <a:spLocks/>
          </p:cNvSpPr>
          <p:nvPr/>
        </p:nvSpPr>
        <p:spPr bwMode="auto">
          <a:xfrm flipH="1">
            <a:off x="3525817" y="2290312"/>
            <a:ext cx="873" cy="241"/>
          </a:xfrm>
          <a:custGeom>
            <a:avLst/>
            <a:gdLst>
              <a:gd name="T0" fmla="*/ 560 w 2581"/>
              <a:gd name="T1" fmla="*/ 159 h 646"/>
              <a:gd name="T2" fmla="*/ 5 w 2581"/>
              <a:gd name="T3" fmla="*/ 15 h 646"/>
              <a:gd name="T4" fmla="*/ 592 w 2581"/>
              <a:gd name="T5" fmla="*/ 70 h 646"/>
              <a:gd name="T6" fmla="*/ 1456 w 2581"/>
              <a:gd name="T7" fmla="*/ 135 h 646"/>
              <a:gd name="T8" fmla="*/ 2354 w 2581"/>
              <a:gd name="T9" fmla="*/ 137 h 646"/>
              <a:gd name="T10" fmla="*/ 2541 w 2581"/>
              <a:gd name="T11" fmla="*/ 359 h 646"/>
              <a:gd name="T12" fmla="*/ 2112 w 2581"/>
              <a:gd name="T13" fmla="*/ 641 h 646"/>
              <a:gd name="T14" fmla="*/ 1481 w 2581"/>
              <a:gd name="T15" fmla="*/ 386 h 646"/>
              <a:gd name="T16" fmla="*/ 560 w 2581"/>
              <a:gd name="T17" fmla="*/ 159 h 64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81"/>
              <a:gd name="T28" fmla="*/ 0 h 646"/>
              <a:gd name="T29" fmla="*/ 2581 w 2581"/>
              <a:gd name="T30" fmla="*/ 646 h 64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81" h="646">
                <a:moveTo>
                  <a:pt x="560" y="159"/>
                </a:moveTo>
                <a:cubicBezTo>
                  <a:pt x="303" y="87"/>
                  <a:pt x="0" y="30"/>
                  <a:pt x="5" y="15"/>
                </a:cubicBezTo>
                <a:cubicBezTo>
                  <a:pt x="10" y="0"/>
                  <a:pt x="350" y="50"/>
                  <a:pt x="592" y="70"/>
                </a:cubicBezTo>
                <a:cubicBezTo>
                  <a:pt x="834" y="90"/>
                  <a:pt x="1162" y="124"/>
                  <a:pt x="1456" y="135"/>
                </a:cubicBezTo>
                <a:cubicBezTo>
                  <a:pt x="1750" y="146"/>
                  <a:pt x="2173" y="100"/>
                  <a:pt x="2354" y="137"/>
                </a:cubicBezTo>
                <a:cubicBezTo>
                  <a:pt x="2535" y="174"/>
                  <a:pt x="2581" y="275"/>
                  <a:pt x="2541" y="359"/>
                </a:cubicBezTo>
                <a:cubicBezTo>
                  <a:pt x="2501" y="443"/>
                  <a:pt x="2289" y="637"/>
                  <a:pt x="2112" y="641"/>
                </a:cubicBezTo>
                <a:cubicBezTo>
                  <a:pt x="1935" y="646"/>
                  <a:pt x="1641" y="412"/>
                  <a:pt x="1481" y="386"/>
                </a:cubicBezTo>
                <a:cubicBezTo>
                  <a:pt x="1148" y="290"/>
                  <a:pt x="802" y="218"/>
                  <a:pt x="560" y="159"/>
                </a:cubicBezTo>
                <a:close/>
              </a:path>
            </a:pathLst>
          </a:custGeom>
          <a:solidFill>
            <a:srgbClr val="99CC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6" name="Rectangle 5">
            <a:extLst>
              <a:ext uri="{FF2B5EF4-FFF2-40B4-BE49-F238E27FC236}">
                <a16:creationId xmlns:a16="http://schemas.microsoft.com/office/drawing/2014/main" id="{953E92FC-BD2F-3646-BE10-CA67311C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984" y="137180"/>
            <a:ext cx="57568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available datasets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3037D2-38D1-AC40-BE78-AF41C9A511C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Rectangle 5">
            <a:extLst>
              <a:ext uri="{FF2B5EF4-FFF2-40B4-BE49-F238E27FC236}">
                <a16:creationId xmlns:a16="http://schemas.microsoft.com/office/drawing/2014/main" id="{CF01DDD1-A55E-8142-A180-1A5312A0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51" y="741116"/>
            <a:ext cx="81652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Eight Illumina RNA-Seq datasets available from 4 strains of green hydra with and without the alga. </a:t>
            </a:r>
            <a:endParaRPr lang="en-US" sz="18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65B5B-F00C-B94D-AF70-A77C29C2A8CA}"/>
              </a:ext>
            </a:extLst>
          </p:cNvPr>
          <p:cNvSpPr/>
          <p:nvPr/>
        </p:nvSpPr>
        <p:spPr>
          <a:xfrm>
            <a:off x="920875" y="1664446"/>
            <a:ext cx="2293739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1695c,  Chile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CA07a,  USA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GBR01b,   UK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PAN04a,  Panama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DE54F4-C9F2-6148-9EA2-99B8475B7334}"/>
              </a:ext>
            </a:extLst>
          </p:cNvPr>
          <p:cNvSpPr/>
          <p:nvPr/>
        </p:nvSpPr>
        <p:spPr bwMode="auto">
          <a:xfrm>
            <a:off x="2285557" y="1789919"/>
            <a:ext cx="249616" cy="249616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36402E0-9D3E-3B44-B3BA-E36FAD636F7F}"/>
              </a:ext>
            </a:extLst>
          </p:cNvPr>
          <p:cNvSpPr/>
          <p:nvPr/>
        </p:nvSpPr>
        <p:spPr bwMode="auto">
          <a:xfrm>
            <a:off x="7308349" y="3331531"/>
            <a:ext cx="249616" cy="249616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C943722-BC26-B444-8644-2F6B794E2562}"/>
              </a:ext>
            </a:extLst>
          </p:cNvPr>
          <p:cNvSpPr/>
          <p:nvPr/>
        </p:nvSpPr>
        <p:spPr bwMode="auto">
          <a:xfrm>
            <a:off x="2340075" y="2159079"/>
            <a:ext cx="249616" cy="249616"/>
          </a:xfrm>
          <a:prstGeom prst="ellipse">
            <a:avLst/>
          </a:prstGeom>
          <a:solidFill>
            <a:srgbClr val="0432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8345AA-E2A7-BE46-955A-28803AED619A}"/>
              </a:ext>
            </a:extLst>
          </p:cNvPr>
          <p:cNvSpPr/>
          <p:nvPr/>
        </p:nvSpPr>
        <p:spPr bwMode="auto">
          <a:xfrm>
            <a:off x="3638295" y="5016804"/>
            <a:ext cx="249616" cy="249616"/>
          </a:xfrm>
          <a:prstGeom prst="ellipse">
            <a:avLst/>
          </a:prstGeom>
          <a:solidFill>
            <a:srgbClr val="0432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655299E-07EF-DA4F-A5D8-D6EF10D9D471}"/>
              </a:ext>
            </a:extLst>
          </p:cNvPr>
          <p:cNvSpPr/>
          <p:nvPr/>
        </p:nvSpPr>
        <p:spPr bwMode="auto">
          <a:xfrm>
            <a:off x="2381117" y="2528239"/>
            <a:ext cx="249616" cy="249616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2BFF28-4AF0-EA44-9B7D-F7E3C42491EB}"/>
              </a:ext>
            </a:extLst>
          </p:cNvPr>
          <p:cNvSpPr/>
          <p:nvPr/>
        </p:nvSpPr>
        <p:spPr bwMode="auto">
          <a:xfrm>
            <a:off x="7678476" y="4425378"/>
            <a:ext cx="249616" cy="249616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9E81536-4084-D64A-BEC6-F54BC0522209}"/>
              </a:ext>
            </a:extLst>
          </p:cNvPr>
          <p:cNvSpPr/>
          <p:nvPr/>
        </p:nvSpPr>
        <p:spPr bwMode="auto">
          <a:xfrm>
            <a:off x="2752030" y="2893009"/>
            <a:ext cx="249616" cy="249616"/>
          </a:xfrm>
          <a:prstGeom prst="ellipse">
            <a:avLst/>
          </a:prstGeom>
          <a:solidFill>
            <a:srgbClr val="FF04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5A6D2E-CF3C-EC42-9237-3BBDC76E1F4E}"/>
              </a:ext>
            </a:extLst>
          </p:cNvPr>
          <p:cNvSpPr/>
          <p:nvPr/>
        </p:nvSpPr>
        <p:spPr bwMode="auto">
          <a:xfrm>
            <a:off x="5406562" y="2450370"/>
            <a:ext cx="249616" cy="249616"/>
          </a:xfrm>
          <a:prstGeom prst="ellipse">
            <a:avLst/>
          </a:prstGeom>
          <a:solidFill>
            <a:srgbClr val="FF04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3D4C1F09-B776-5841-8181-FE1416452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51" y="4487884"/>
            <a:ext cx="259966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Illumina DNA-Seq dataset for strain 1695c</a:t>
            </a:r>
            <a:endParaRPr lang="en-US" sz="18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200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A3796-71FE-E544-88AA-D53662D847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603" y="867900"/>
            <a:ext cx="5291938" cy="5852920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6734" y="137180"/>
            <a:ext cx="41440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lab strains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B57E8EF3-B674-6549-950B-5E114023A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184" y="6333305"/>
            <a:ext cx="40169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0" dirty="0" err="1">
                <a:ea typeface="Arial" charset="0"/>
                <a:cs typeface="Arial" charset="0"/>
              </a:rPr>
              <a:t>Martínez</a:t>
            </a:r>
            <a:r>
              <a:rPr lang="en-US" b="0" dirty="0">
                <a:ea typeface="Arial" charset="0"/>
                <a:cs typeface="Arial" charset="0"/>
              </a:rPr>
              <a:t> et al. 2010. </a:t>
            </a:r>
            <a:r>
              <a:rPr lang="en-US" b="0" i="1" dirty="0">
                <a:ea typeface="Arial" charset="0"/>
                <a:cs typeface="Arial" charset="0"/>
              </a:rPr>
              <a:t>Mol </a:t>
            </a:r>
            <a:r>
              <a:rPr lang="en-US" b="0" i="1" dirty="0" err="1">
                <a:ea typeface="Arial" charset="0"/>
                <a:cs typeface="Arial" charset="0"/>
              </a:rPr>
              <a:t>Phyl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i="1" dirty="0" err="1">
                <a:ea typeface="Arial" charset="0"/>
                <a:cs typeface="Arial" charset="0"/>
              </a:rPr>
              <a:t>Evol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dirty="0">
                <a:ea typeface="Arial" charset="0"/>
                <a:cs typeface="Arial" charset="0"/>
              </a:rPr>
              <a:t>57: 403-410.</a:t>
            </a:r>
          </a:p>
        </p:txBody>
      </p:sp>
      <p:sp>
        <p:nvSpPr>
          <p:cNvPr id="65" name="Rectangle 1">
            <a:extLst>
              <a:ext uri="{FF2B5EF4-FFF2-40B4-BE49-F238E27FC236}">
                <a16:creationId xmlns:a16="http://schemas.microsoft.com/office/drawing/2014/main" id="{A664970B-4B43-1042-AAF0-B3E2845C6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543" y="1933826"/>
            <a:ext cx="239079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AEP (CA x PA)</a:t>
            </a: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4DAD3FB3-ADFD-4340-8A3E-28ACACB71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541" y="4940526"/>
            <a:ext cx="30131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105 (</a:t>
            </a:r>
            <a:r>
              <a:rPr lang="en-US" sz="2000" b="0" i="1" dirty="0">
                <a:latin typeface="Myriad Pro"/>
                <a:cs typeface="Myriad Pro"/>
              </a:rPr>
              <a:t>H. </a:t>
            </a:r>
            <a:r>
              <a:rPr lang="en-US" sz="2000" b="0" i="1" dirty="0" err="1">
                <a:latin typeface="Myriad Pro"/>
                <a:cs typeface="Myriad Pro"/>
              </a:rPr>
              <a:t>magnipapillata</a:t>
            </a:r>
            <a:r>
              <a:rPr lang="en-US" sz="2000" b="0" dirty="0">
                <a:latin typeface="Myriad Pro"/>
                <a:cs typeface="Myriad Pro"/>
              </a:rPr>
              <a:t>)</a:t>
            </a: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D75B9F96-A48F-014F-A609-3953F2E60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543" y="5817488"/>
            <a:ext cx="1004699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Zurich</a:t>
            </a:r>
          </a:p>
        </p:txBody>
      </p:sp>
      <p:sp>
        <p:nvSpPr>
          <p:cNvPr id="68" name="Rectangle 1">
            <a:extLst>
              <a:ext uri="{FF2B5EF4-FFF2-40B4-BE49-F238E27FC236}">
                <a16:creationId xmlns:a16="http://schemas.microsoft.com/office/drawing/2014/main" id="{157A395B-D50D-DC46-A695-A97C6F001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543" y="1029286"/>
            <a:ext cx="1004699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b="0" dirty="0" err="1">
                <a:latin typeface="Myriad Pro"/>
                <a:cs typeface="Myriad Pro"/>
              </a:rPr>
              <a:t>Carnea</a:t>
            </a:r>
            <a:endParaRPr lang="en-US" sz="2000" b="0" dirty="0">
              <a:latin typeface="Myriad Pro"/>
              <a:cs typeface="Myriad Pro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EF56258-4798-904A-982B-6CC057253D0A}"/>
              </a:ext>
            </a:extLst>
          </p:cNvPr>
          <p:cNvCxnSpPr>
            <a:cxnSpLocks/>
          </p:cNvCxnSpPr>
          <p:nvPr/>
        </p:nvCxnSpPr>
        <p:spPr bwMode="auto">
          <a:xfrm flipH="1">
            <a:off x="3985146" y="1272824"/>
            <a:ext cx="1526880" cy="16986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9ADABAB-E813-0D4A-9719-7F942C643D57}"/>
              </a:ext>
            </a:extLst>
          </p:cNvPr>
          <p:cNvCxnSpPr>
            <a:cxnSpLocks/>
          </p:cNvCxnSpPr>
          <p:nvPr/>
        </p:nvCxnSpPr>
        <p:spPr bwMode="auto">
          <a:xfrm flipH="1">
            <a:off x="3574011" y="2175465"/>
            <a:ext cx="1866635" cy="37852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ED1A825-7F83-5349-B295-08DEA066702D}"/>
              </a:ext>
            </a:extLst>
          </p:cNvPr>
          <p:cNvCxnSpPr>
            <a:cxnSpLocks/>
          </p:cNvCxnSpPr>
          <p:nvPr/>
        </p:nvCxnSpPr>
        <p:spPr bwMode="auto">
          <a:xfrm flipH="1">
            <a:off x="4354210" y="5214255"/>
            <a:ext cx="122433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5177348-F33A-8246-BC41-CB5745AD7035}"/>
              </a:ext>
            </a:extLst>
          </p:cNvPr>
          <p:cNvCxnSpPr>
            <a:cxnSpLocks/>
          </p:cNvCxnSpPr>
          <p:nvPr/>
        </p:nvCxnSpPr>
        <p:spPr bwMode="auto">
          <a:xfrm flipH="1">
            <a:off x="3914568" y="5994452"/>
            <a:ext cx="166397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7A0ABC-CD54-6F4A-B19D-33C51C2861FB}"/>
              </a:ext>
            </a:extLst>
          </p:cNvPr>
          <p:cNvGrpSpPr/>
          <p:nvPr/>
        </p:nvGrpSpPr>
        <p:grpSpPr>
          <a:xfrm>
            <a:off x="6736619" y="2684191"/>
            <a:ext cx="2245471" cy="1606874"/>
            <a:chOff x="6721448" y="3741656"/>
            <a:chExt cx="2245471" cy="1606874"/>
          </a:xfrm>
        </p:grpSpPr>
        <p:sp>
          <p:nvSpPr>
            <p:cNvPr id="73" name="Rectangle 1">
              <a:extLst>
                <a:ext uri="{FF2B5EF4-FFF2-40B4-BE49-F238E27FC236}">
                  <a16:creationId xmlns:a16="http://schemas.microsoft.com/office/drawing/2014/main" id="{B708A757-F191-DC4C-84B6-18E3089F4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851" y="4763755"/>
              <a:ext cx="1942068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600" b="0" dirty="0">
                  <a:latin typeface="Myriad Pro"/>
                  <a:cs typeface="Myriad Pro"/>
                </a:rPr>
                <a:t>PacBio + Nanopore + </a:t>
              </a:r>
              <a:r>
                <a:rPr lang="en-US" sz="1600" b="0" dirty="0" err="1">
                  <a:latin typeface="Myriad Pro"/>
                  <a:cs typeface="Myriad Pro"/>
                </a:rPr>
                <a:t>OmniC</a:t>
              </a:r>
              <a:r>
                <a:rPr lang="en-US" sz="1600" b="0" dirty="0">
                  <a:latin typeface="Myriad Pro"/>
                  <a:cs typeface="Myriad Pro"/>
                </a:rPr>
                <a:t> + </a:t>
              </a:r>
              <a:r>
                <a:rPr lang="en-US" sz="1600" b="0" dirty="0" err="1">
                  <a:latin typeface="Myriad Pro"/>
                  <a:cs typeface="Myriad Pro"/>
                </a:rPr>
                <a:t>IsoSeq</a:t>
              </a:r>
              <a:endParaRPr lang="en-US" sz="1600" b="0" dirty="0">
                <a:latin typeface="Myriad Pro"/>
                <a:cs typeface="Myriad Pro"/>
              </a:endParaRP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0A50F3E-45BA-624D-9E29-6099ABBB57A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73937" y="4940526"/>
              <a:ext cx="2509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3D9712A9-3C7B-6B4C-A5EF-6C4A58345B8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836001" y="4368802"/>
              <a:ext cx="0" cy="43685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5D550B-CBB0-98AA-305F-BAA830C4EC4F}"/>
                </a:ext>
              </a:extLst>
            </p:cNvPr>
            <p:cNvSpPr/>
            <p:nvPr/>
          </p:nvSpPr>
          <p:spPr>
            <a:xfrm>
              <a:off x="6721448" y="3741656"/>
              <a:ext cx="212750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>
                  <a:latin typeface="Myriad Pro"/>
                  <a:cs typeface="Myriad Pro"/>
                </a:rPr>
                <a:t>T2T Assemblies</a:t>
              </a:r>
            </a:p>
            <a:p>
              <a:pPr algn="ctr"/>
              <a:r>
                <a:rPr lang="en-US" sz="1600" b="0" dirty="0">
                  <a:latin typeface="Myriad Pro"/>
                </a:rPr>
                <a:t>(Koto, Tetsuo &amp; Oleg)</a:t>
              </a:r>
              <a:endParaRPr lang="en-US" sz="1600" b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C6477C-D083-F30B-9249-F59ECD491C35}"/>
              </a:ext>
            </a:extLst>
          </p:cNvPr>
          <p:cNvGrpSpPr/>
          <p:nvPr/>
        </p:nvGrpSpPr>
        <p:grpSpPr>
          <a:xfrm>
            <a:off x="4750319" y="2406614"/>
            <a:ext cx="2390793" cy="2533912"/>
            <a:chOff x="4750317" y="2406614"/>
            <a:chExt cx="2390793" cy="253391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154C36B-A721-BC1A-C19C-75FDCB7A5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317" y="3299215"/>
              <a:ext cx="2390793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Rob Steele, UCI 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AEP x105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(AEP x NE07a) x105</a:t>
              </a:r>
            </a:p>
            <a:p>
              <a:pPr algn="ctr"/>
              <a:endParaRPr lang="en-US" b="0" dirty="0">
                <a:latin typeface="Myriad Pro"/>
                <a:cs typeface="Myriad Pro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76F4054-E5D0-AECA-8EE1-9692F7FCEE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72431" y="2406614"/>
              <a:ext cx="0" cy="8799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4ECEB80-DDEB-FC2D-E50C-0ABC55D5F3E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872431" y="4039698"/>
              <a:ext cx="6681" cy="90082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4901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F6FCE-0D67-79F4-667D-CE1C0EEF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1A56552-0359-2B44-4A3E-0D1DA7EE4BAB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F5764C-EC4D-395F-BBA2-4D2A493EE648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DD4CB7A-7674-6319-758A-6A8435999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567" y="137180"/>
            <a:ext cx="59242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30FEB8-137F-7FE5-0C9D-489877591B60}"/>
              </a:ext>
            </a:extLst>
          </p:cNvPr>
          <p:cNvSpPr txBox="1"/>
          <p:nvPr/>
        </p:nvSpPr>
        <p:spPr>
          <a:xfrm>
            <a:off x="4675412" y="7765704"/>
            <a:ext cx="851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the three that Naomi found for </a:t>
            </a:r>
            <a:r>
              <a:rPr lang="en-US" dirty="0" err="1"/>
              <a:t>hymanae</a:t>
            </a:r>
            <a:r>
              <a:rPr lang="en-US" dirty="0"/>
              <a:t> in her thesis  </a:t>
            </a:r>
          </a:p>
          <a:p>
            <a:r>
              <a:rPr lang="en-US" dirty="0" err="1"/>
              <a:t>HymTop</a:t>
            </a:r>
            <a:r>
              <a:rPr lang="en-US" dirty="0"/>
              <a:t>          ACGGAAAAATCACAAATTTTAAAATACAATTTAATTTTTGTGAATAAG</a:t>
            </a:r>
          </a:p>
          <a:p>
            <a:r>
              <a:rPr lang="en-US" dirty="0" err="1"/>
              <a:t>HymMid</a:t>
            </a:r>
            <a:r>
              <a:rPr lang="en-US" dirty="0"/>
              <a:t>          ACGGAAAAAACACAAACTATTTTTCAAATTTAGTCACTGTGTATTAAG</a:t>
            </a:r>
          </a:p>
          <a:p>
            <a:r>
              <a:rPr lang="en-US" dirty="0" err="1"/>
              <a:t>HymBot</a:t>
            </a:r>
            <a:r>
              <a:rPr lang="en-US" dirty="0"/>
              <a:t>          ACGGAAAAACACAAAATTTTAACTTTACATTTTGTGTCAATAAG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F8D30-B2C3-F536-E262-8B0C47D09310}"/>
              </a:ext>
            </a:extLst>
          </p:cNvPr>
          <p:cNvSpPr txBox="1"/>
          <p:nvPr/>
        </p:nvSpPr>
        <p:spPr>
          <a:xfrm>
            <a:off x="288866" y="1422261"/>
            <a:ext cx="31920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Known TSL in Hydra vulgaris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C732D-30D7-18AB-FC5A-CB17506EC2CF}"/>
              </a:ext>
            </a:extLst>
          </p:cNvPr>
          <p:cNvSpPr txBox="1"/>
          <p:nvPr/>
        </p:nvSpPr>
        <p:spPr>
          <a:xfrm>
            <a:off x="4630402" y="1422261"/>
            <a:ext cx="24520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Known &amp; 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Potential TSL</a:t>
            </a: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4B5B29-D208-8F43-69F7-700637D76D82}"/>
              </a:ext>
            </a:extLst>
          </p:cNvPr>
          <p:cNvSpPr txBox="1"/>
          <p:nvPr/>
        </p:nvSpPr>
        <p:spPr>
          <a:xfrm>
            <a:off x="363612" y="724123"/>
            <a:ext cx="9042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cat  AEPx105.clust.fa  | cut -c1-100 | \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grep -E -o "ACGG[A]{5,7}C[GATC]{20,24}TG[TC]{1}GT[GATC]{0,2}AATAA[GA]{1,2}" | sort | </a:t>
            </a:r>
            <a:r>
              <a:rPr lang="en-US" sz="12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uniq</a:t>
            </a:r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 -c | \</a:t>
            </a:r>
          </a:p>
          <a:p>
            <a:r>
              <a:rPr lang="en-US" sz="1200" b="0" dirty="0">
                <a:latin typeface="Consolas" panose="020B0609020204030204" pitchFamily="49" charset="0"/>
                <a:cs typeface="Consolas" panose="020B0609020204030204" pitchFamily="49" charset="0"/>
              </a:rPr>
              <a:t>sort -nr -k1,1 &gt; SL.AEPx105.100.potential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F94E3-9D31-0185-1593-356BB99720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8866" y="1725098"/>
            <a:ext cx="4025710" cy="110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D7282C-D49B-411D-4883-E753753EA1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90192" y="1725098"/>
            <a:ext cx="4442895" cy="402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026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DF447-820C-C5FD-A5EE-9028C76D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1D23350-97F4-E4D8-3136-84B368C81B48}"/>
              </a:ext>
            </a:extLst>
          </p:cNvPr>
          <p:cNvGrpSpPr/>
          <p:nvPr/>
        </p:nvGrpSpPr>
        <p:grpSpPr>
          <a:xfrm>
            <a:off x="222950" y="779341"/>
            <a:ext cx="8921050" cy="5473749"/>
            <a:chOff x="-1359458" y="760654"/>
            <a:chExt cx="9299420" cy="570590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711C86B-5282-AE47-0724-3D0D32C0480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91158" y="760654"/>
              <a:ext cx="4848804" cy="570590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7937A3D-BE46-C900-B037-242A35A70F2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359458" y="2898477"/>
              <a:ext cx="4703311" cy="3568084"/>
            </a:xfrm>
            <a:prstGeom prst="rect">
              <a:avLst/>
            </a:prstGeom>
          </p:spPr>
        </p:pic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7C6D8F4-9AFF-0C85-085B-48C002060639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1EDD20-EF3A-F15A-298B-0924F6FC2486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D1630AB2-7290-918A-9695-DF0C7DD6D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19" name="Text Box 213">
            <a:extLst>
              <a:ext uri="{FF2B5EF4-FFF2-40B4-BE49-F238E27FC236}">
                <a16:creationId xmlns:a16="http://schemas.microsoft.com/office/drawing/2014/main" id="{F41427C3-37ED-6D78-68F5-BB41C309E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600" y="1866265"/>
            <a:ext cx="2587210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</a:t>
            </a:r>
            <a:r>
              <a:rPr lang="en-US" i="1" dirty="0" err="1">
                <a:latin typeface="Myriad Pro"/>
                <a:cs typeface="Myriad Pro"/>
              </a:rPr>
              <a:t>hymanae</a:t>
            </a:r>
            <a:endParaRPr lang="en-US" i="1" dirty="0">
              <a:latin typeface="Myriad Pro"/>
              <a:cs typeface="Myriad Pro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98121D57-F8FC-A00C-BFCA-A4251092B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10" y="3005351"/>
            <a:ext cx="14927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F30ABD-7308-6FC6-B487-3E3946781254}"/>
              </a:ext>
            </a:extLst>
          </p:cNvPr>
          <p:cNvSpPr txBox="1"/>
          <p:nvPr/>
        </p:nvSpPr>
        <p:spPr>
          <a:xfrm>
            <a:off x="1317723" y="3260459"/>
            <a:ext cx="1559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677,179,869 bp </a:t>
            </a:r>
            <a:endParaRPr lang="en-US" b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C68C40-5D74-0DCB-0957-9E22C021CC3E}"/>
              </a:ext>
            </a:extLst>
          </p:cNvPr>
          <p:cNvSpPr txBox="1"/>
          <p:nvPr/>
        </p:nvSpPr>
        <p:spPr>
          <a:xfrm>
            <a:off x="5823561" y="2139094"/>
            <a:ext cx="1492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972,167,218 bp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71C08-6A49-7B30-0B02-706BB108BADE}"/>
              </a:ext>
            </a:extLst>
          </p:cNvPr>
          <p:cNvPicPr>
            <a:picLocks noChangeAspect="1"/>
          </p:cNvPicPr>
          <p:nvPr/>
        </p:nvPicPr>
        <p:blipFill>
          <a:blip/>
          <a:srcRect l="23534" t="25112" r="19880" b="40990"/>
          <a:stretch/>
        </p:blipFill>
        <p:spPr>
          <a:xfrm>
            <a:off x="-3866434" y="3076829"/>
            <a:ext cx="4042466" cy="3422906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43B5A5C-BCB8-BC0F-73EB-500B4D7A6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82675" y="3568234"/>
            <a:ext cx="173105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D8292E-DB7A-503B-EE61-D0D1A8A5A707}"/>
              </a:ext>
            </a:extLst>
          </p:cNvPr>
          <p:cNvSpPr txBox="1"/>
          <p:nvPr/>
        </p:nvSpPr>
        <p:spPr>
          <a:xfrm>
            <a:off x="624116" y="897521"/>
            <a:ext cx="2887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/>
              <a:t>Gene density (1 Mb window)</a:t>
            </a:r>
          </a:p>
        </p:txBody>
      </p:sp>
    </p:spTree>
    <p:extLst>
      <p:ext uri="{BB962C8B-B14F-4D97-AF65-F5344CB8AC3E}">
        <p14:creationId xmlns:p14="http://schemas.microsoft.com/office/powerpoint/2010/main" val="1406558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ChangeArrowheads="1"/>
          </p:cNvSpPr>
          <p:nvPr/>
        </p:nvSpPr>
        <p:spPr bwMode="auto">
          <a:xfrm>
            <a:off x="4483100" y="158035"/>
            <a:ext cx="43122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a weird Cnidarian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3FAD85D-2B5F-9747-8D14-24E00BBB395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51" t="904" r="15007"/>
          <a:stretch/>
        </p:blipFill>
        <p:spPr>
          <a:xfrm>
            <a:off x="176898" y="735056"/>
            <a:ext cx="3069925" cy="27467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373F41-78BA-E54C-85E8-FEA3ECD8CAD6}"/>
              </a:ext>
            </a:extLst>
          </p:cNvPr>
          <p:cNvSpPr/>
          <p:nvPr/>
        </p:nvSpPr>
        <p:spPr>
          <a:xfrm>
            <a:off x="3348762" y="1996485"/>
            <a:ext cx="5383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latin typeface="Harding"/>
              </a:rPr>
              <a:t>"Compared to anthozoan genomes, the </a:t>
            </a:r>
            <a:r>
              <a:rPr lang="en-US" sz="1600" b="0" i="1" dirty="0">
                <a:solidFill>
                  <a:srgbClr val="222222"/>
                </a:solidFill>
                <a:latin typeface="Harding"/>
              </a:rPr>
              <a:t>Hydra</a:t>
            </a:r>
            <a:r>
              <a:rPr lang="en-US" sz="1600" b="0" dirty="0">
                <a:solidFill>
                  <a:srgbClr val="222222"/>
                </a:solidFill>
                <a:latin typeface="Harding"/>
              </a:rPr>
              <a:t> genome is highly diverged and dynamic; it may therefore be atypical of </a:t>
            </a:r>
            <a:r>
              <a:rPr lang="en-US" sz="1600" b="0" dirty="0" err="1">
                <a:solidFill>
                  <a:srgbClr val="222222"/>
                </a:solidFill>
                <a:latin typeface="Harding"/>
              </a:rPr>
              <a:t>Medusozoa</a:t>
            </a:r>
            <a:r>
              <a:rPr lang="en-US" sz="1600" b="0" dirty="0">
                <a:solidFill>
                  <a:srgbClr val="222222"/>
                </a:solidFill>
                <a:latin typeface="Harding"/>
              </a:rPr>
              <a:t> and even Hydrozoa."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8509F8-8793-4447-8FB4-8939CCA2A36D}"/>
              </a:ext>
            </a:extLst>
          </p:cNvPr>
          <p:cNvSpPr/>
          <p:nvPr/>
        </p:nvSpPr>
        <p:spPr>
          <a:xfrm>
            <a:off x="3348762" y="2808246"/>
            <a:ext cx="5389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dirty="0" err="1">
                <a:latin typeface="-apple-system"/>
              </a:rPr>
              <a:t>Leclère</a:t>
            </a:r>
            <a:r>
              <a:rPr lang="en-US" sz="1200" b="0" dirty="0">
                <a:latin typeface="-apple-system"/>
              </a:rPr>
              <a:t> et al. 2019. The genome of the jellyfish </a:t>
            </a:r>
            <a:r>
              <a:rPr lang="en-US" sz="1200" b="0" i="1" dirty="0" err="1">
                <a:latin typeface="-apple-system"/>
              </a:rPr>
              <a:t>Clytia</a:t>
            </a:r>
            <a:r>
              <a:rPr lang="en-US" sz="1200" b="0" i="1" dirty="0">
                <a:latin typeface="-apple-system"/>
              </a:rPr>
              <a:t> </a:t>
            </a:r>
            <a:r>
              <a:rPr lang="en-US" sz="1200" b="0" i="1" dirty="0" err="1">
                <a:latin typeface="-apple-system"/>
              </a:rPr>
              <a:t>hemisphaerica</a:t>
            </a:r>
            <a:r>
              <a:rPr lang="en-US" sz="1200" b="0" i="1" dirty="0">
                <a:latin typeface="-apple-system"/>
              </a:rPr>
              <a:t> </a:t>
            </a:r>
            <a:r>
              <a:rPr lang="en-US" sz="1200" b="0" dirty="0">
                <a:latin typeface="-apple-system"/>
              </a:rPr>
              <a:t>and the evolution of the cnidarian life-cycle. </a:t>
            </a:r>
            <a:r>
              <a:rPr lang="en-US" sz="1200" b="0" i="1" dirty="0">
                <a:latin typeface="-apple-system"/>
              </a:rPr>
              <a:t>Nature Ecology &amp; Evolution</a:t>
            </a:r>
            <a:r>
              <a:rPr lang="en-US" sz="1200" dirty="0">
                <a:latin typeface="-apple-system"/>
              </a:rPr>
              <a:t> 3</a:t>
            </a:r>
            <a:r>
              <a:rPr lang="en-US" sz="1200" b="0" dirty="0">
                <a:latin typeface="-apple-system"/>
              </a:rPr>
              <a:t>, 801–810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74341B-8B1E-BD4B-A304-DAFA66A299E6}"/>
              </a:ext>
            </a:extLst>
          </p:cNvPr>
          <p:cNvGrpSpPr/>
          <p:nvPr/>
        </p:nvGrpSpPr>
        <p:grpSpPr>
          <a:xfrm>
            <a:off x="397804" y="3464169"/>
            <a:ext cx="8746196" cy="3197692"/>
            <a:chOff x="397804" y="3359035"/>
            <a:chExt cx="8746196" cy="3197692"/>
          </a:xfrm>
        </p:grpSpPr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FB4D14CF-7E71-D649-A450-30B727F4A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7971" y="3359035"/>
              <a:ext cx="88440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 err="1">
                  <a:solidFill>
                    <a:srgbClr val="00B050"/>
                  </a:solidFill>
                  <a:latin typeface="Myriad Pro"/>
                  <a:cs typeface="Myriad Pro"/>
                </a:rPr>
                <a:t>Cubozoa</a:t>
              </a:r>
              <a:endParaRPr lang="en-US" b="0" dirty="0">
                <a:solidFill>
                  <a:srgbClr val="00B050"/>
                </a:solidFill>
                <a:latin typeface="Myriad Pro"/>
                <a:cs typeface="Myriad Pro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BAC37502-0EDA-9B4A-8EF1-38264AB45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9740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 err="1">
                  <a:solidFill>
                    <a:srgbClr val="00B050"/>
                  </a:solidFill>
                  <a:latin typeface="Myriad Pro"/>
                  <a:cs typeface="Myriad Pro"/>
                </a:rPr>
                <a:t>Scyphozoa</a:t>
              </a:r>
              <a:endParaRPr lang="en-US" b="0" dirty="0">
                <a:solidFill>
                  <a:srgbClr val="00B050"/>
                </a:solidFill>
                <a:latin typeface="Myriad Pro"/>
                <a:cs typeface="Myriad Pro"/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30846413-081A-0148-8386-6D6C8C182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1161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>
                  <a:solidFill>
                    <a:srgbClr val="00B050"/>
                  </a:solidFill>
                  <a:latin typeface="Myriad Pro"/>
                  <a:cs typeface="Myriad Pro"/>
                </a:rPr>
                <a:t>Hydrozoa</a:t>
              </a: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214F490E-83E5-A74C-B569-2D275360C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5202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 err="1">
                  <a:solidFill>
                    <a:srgbClr val="00B050"/>
                  </a:solidFill>
                  <a:latin typeface="Myriad Pro"/>
                  <a:cs typeface="Myriad Pro"/>
                </a:rPr>
                <a:t>Staurozoa</a:t>
              </a:r>
              <a:endParaRPr lang="en-US" b="0" dirty="0">
                <a:solidFill>
                  <a:srgbClr val="00B050"/>
                </a:solidFill>
                <a:latin typeface="Myriad Pro"/>
                <a:cs typeface="Myriad Pro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2AB04EC-8E3D-C94F-AF76-80834CA3C69E}"/>
                </a:ext>
              </a:extLst>
            </p:cNvPr>
            <p:cNvGrpSpPr/>
            <p:nvPr/>
          </p:nvGrpSpPr>
          <p:grpSpPr>
            <a:xfrm>
              <a:off x="397804" y="3706599"/>
              <a:ext cx="8746196" cy="2850128"/>
              <a:chOff x="706056" y="3500010"/>
              <a:chExt cx="7942644" cy="258827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6ADF8D0-2A89-2944-AE8E-609293D732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06056" y="3500010"/>
                <a:ext cx="7643032" cy="2494389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7B16956-7AB3-D74B-BE4F-8672528F7B64}"/>
                  </a:ext>
                </a:extLst>
              </p:cNvPr>
              <p:cNvSpPr/>
              <p:nvPr/>
            </p:nvSpPr>
            <p:spPr bwMode="auto">
              <a:xfrm>
                <a:off x="5868365" y="5752618"/>
                <a:ext cx="2780335" cy="33566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1E29A0-4759-C94D-99DC-5C6697A9480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7645" y="3707004"/>
              <a:ext cx="2118476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781F09C-C406-5048-A57F-CF9D30756B7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56637" y="3707004"/>
              <a:ext cx="1428416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C649DD-168F-854B-8E6F-46F15C4241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12785" y="3707004"/>
              <a:ext cx="2235915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A70C547-8516-054B-A0BA-A8E16C90C79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43397" y="3707004"/>
              <a:ext cx="444568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73CBA4C-D0C3-7C4C-AC1F-BF20FFABFF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2600" y="3707004"/>
              <a:ext cx="1428416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Rectangle 11">
              <a:extLst>
                <a:ext uri="{FF2B5EF4-FFF2-40B4-BE49-F238E27FC236}">
                  <a16:creationId xmlns:a16="http://schemas.microsoft.com/office/drawing/2014/main" id="{006C3655-8783-5244-8D5D-2659197AD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373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>
                  <a:solidFill>
                    <a:srgbClr val="0432FF"/>
                  </a:solidFill>
                  <a:latin typeface="Myriad Pro"/>
                  <a:cs typeface="Myriad Pro"/>
                </a:rPr>
                <a:t>Anthozoa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8FD5B77-2858-A142-8585-402D4490B62F}"/>
              </a:ext>
            </a:extLst>
          </p:cNvPr>
          <p:cNvSpPr/>
          <p:nvPr/>
        </p:nvSpPr>
        <p:spPr>
          <a:xfrm>
            <a:off x="3348762" y="1193797"/>
            <a:ext cx="53830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latin typeface="Harding"/>
              </a:rPr>
              <a:t>Medusa stage (jellyfish)</a:t>
            </a:r>
            <a:endParaRPr lang="en-US" sz="16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AFE8A6-8D07-2E46-A431-C126F8F0400C}"/>
              </a:ext>
            </a:extLst>
          </p:cNvPr>
          <p:cNvSpPr/>
          <p:nvPr/>
        </p:nvSpPr>
        <p:spPr>
          <a:xfrm>
            <a:off x="3348762" y="784222"/>
            <a:ext cx="56043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latin typeface="Harding"/>
              </a:rPr>
              <a:t>Planula larva (ciliated, worm-like; settles to produce the polyp) </a:t>
            </a:r>
            <a:endParaRPr lang="en-US" sz="16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82AB2F-B00A-694C-A7B9-8A0C5218242C}"/>
              </a:ext>
            </a:extLst>
          </p:cNvPr>
          <p:cNvGrpSpPr/>
          <p:nvPr/>
        </p:nvGrpSpPr>
        <p:grpSpPr>
          <a:xfrm>
            <a:off x="3423862" y="966201"/>
            <a:ext cx="5224838" cy="409575"/>
            <a:chOff x="3423862" y="1169399"/>
            <a:chExt cx="5224838" cy="40957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ABA5FE-97F9-B743-BCE0-CB2D8E809B9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23862" y="1169399"/>
              <a:ext cx="5224838" cy="8351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B29E1A-BCB4-E649-A503-7811E9C8D6B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64152" y="1578974"/>
              <a:ext cx="1948676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3609E67-DCE0-EB46-B2BA-D26A7679D644}"/>
              </a:ext>
            </a:extLst>
          </p:cNvPr>
          <p:cNvSpPr/>
          <p:nvPr/>
        </p:nvSpPr>
        <p:spPr>
          <a:xfrm>
            <a:off x="2995175" y="6095062"/>
            <a:ext cx="78884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arding"/>
              </a:rPr>
              <a:t>Medusa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F1D086-3217-404F-9912-63EC36738D33}"/>
              </a:ext>
            </a:extLst>
          </p:cNvPr>
          <p:cNvSpPr/>
          <p:nvPr/>
        </p:nvSpPr>
        <p:spPr>
          <a:xfrm>
            <a:off x="3325380" y="1558791"/>
            <a:ext cx="53830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FF0000"/>
                </a:solidFill>
                <a:latin typeface="Harding"/>
              </a:rPr>
              <a:t>Hydra have lost both the planula larva and the medusa stage.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DB43CD7-E5B3-D646-9E91-A3F692D9BAFE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52705" y="1173038"/>
            <a:ext cx="1937354" cy="229113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49EC3520-E24B-7B46-996B-E623CEBCDF70}"/>
              </a:ext>
            </a:extLst>
          </p:cNvPr>
          <p:cNvSpPr/>
          <p:nvPr/>
        </p:nvSpPr>
        <p:spPr>
          <a:xfrm>
            <a:off x="1814881" y="6314104"/>
            <a:ext cx="134617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arding"/>
              </a:rPr>
              <a:t>Planula larva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47EE05-93A8-A149-A6AB-90658F6CADF8}"/>
              </a:ext>
            </a:extLst>
          </p:cNvPr>
          <p:cNvGrpSpPr/>
          <p:nvPr/>
        </p:nvGrpSpPr>
        <p:grpSpPr>
          <a:xfrm>
            <a:off x="482720" y="5378093"/>
            <a:ext cx="1618605" cy="646331"/>
            <a:chOff x="-1607964" y="4630711"/>
            <a:chExt cx="1618605" cy="64633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6CC7592-3044-1F49-8D70-691E1675A2E4}"/>
                </a:ext>
              </a:extLst>
            </p:cNvPr>
            <p:cNvSpPr/>
            <p:nvPr/>
          </p:nvSpPr>
          <p:spPr>
            <a:xfrm>
              <a:off x="-1103468" y="4630711"/>
              <a:ext cx="1114109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432FF"/>
                  </a:solidFill>
                  <a:latin typeface="Harding"/>
                </a:rPr>
                <a:t>Circular mitochondrial chromosome</a:t>
              </a:r>
              <a:endParaRPr lang="en-US" sz="1200" dirty="0">
                <a:solidFill>
                  <a:srgbClr val="0432FF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3D2A38E-E258-AC4D-ACA7-93611E18C5AB}"/>
                </a:ext>
              </a:extLst>
            </p:cNvPr>
            <p:cNvSpPr/>
            <p:nvPr/>
          </p:nvSpPr>
          <p:spPr bwMode="auto">
            <a:xfrm>
              <a:off x="-1607964" y="4722649"/>
              <a:ext cx="504496" cy="462456"/>
            </a:xfrm>
            <a:prstGeom prst="ellipse">
              <a:avLst/>
            </a:prstGeom>
            <a:noFill/>
            <a:ln w="2857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432FF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361805B-258F-6E4F-8CDE-1A2ACBF7A692}"/>
              </a:ext>
            </a:extLst>
          </p:cNvPr>
          <p:cNvGrpSpPr/>
          <p:nvPr/>
        </p:nvGrpSpPr>
        <p:grpSpPr>
          <a:xfrm>
            <a:off x="3888828" y="5357074"/>
            <a:ext cx="2025436" cy="646331"/>
            <a:chOff x="-2123367" y="2820713"/>
            <a:chExt cx="2025436" cy="64633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5954523-298E-DA41-B86C-5A3DB8EDDB97}"/>
                </a:ext>
              </a:extLst>
            </p:cNvPr>
            <p:cNvSpPr/>
            <p:nvPr/>
          </p:nvSpPr>
          <p:spPr>
            <a:xfrm>
              <a:off x="-1212040" y="2820713"/>
              <a:ext cx="1114109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  <a:latin typeface="Harding"/>
                </a:rPr>
                <a:t>Linear</a:t>
              </a:r>
            </a:p>
            <a:p>
              <a:r>
                <a:rPr lang="en-US" sz="1200" dirty="0">
                  <a:solidFill>
                    <a:srgbClr val="00B050"/>
                  </a:solidFill>
                  <a:latin typeface="Harding"/>
                </a:rPr>
                <a:t>mitochondrial chromosome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2EBEF6E-C93C-F348-80E1-2753C6E827B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2123367" y="3141003"/>
              <a:ext cx="88314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34" grpId="0"/>
      <p:bldP spid="35" grpId="0"/>
      <p:bldP spid="44" grpId="0" animBg="1"/>
      <p:bldP spid="45" grpId="0"/>
      <p:bldP spid="4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9AF95-86F4-0B92-B1B6-C00D91B7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>
            <a:extLst>
              <a:ext uri="{FF2B5EF4-FFF2-40B4-BE49-F238E27FC236}">
                <a16:creationId xmlns:a16="http://schemas.microsoft.com/office/drawing/2014/main" id="{1437C5F4-3ED8-4B9B-4364-C7AE03267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158035"/>
            <a:ext cx="43122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a weird Cnidarian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9BA4E-B2D3-0FB0-7B9E-34280210DC36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B4B3E86-19EB-A98A-405E-183ADA7A0DE3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51" t="904" r="15007"/>
          <a:stretch/>
        </p:blipFill>
        <p:spPr>
          <a:xfrm>
            <a:off x="176898" y="735056"/>
            <a:ext cx="3069925" cy="274674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9C3097D-1E0E-3B99-5A61-5BDBD3B61415}"/>
              </a:ext>
            </a:extLst>
          </p:cNvPr>
          <p:cNvGrpSpPr/>
          <p:nvPr/>
        </p:nvGrpSpPr>
        <p:grpSpPr>
          <a:xfrm>
            <a:off x="397804" y="3464169"/>
            <a:ext cx="8746196" cy="3197692"/>
            <a:chOff x="397804" y="3359035"/>
            <a:chExt cx="8746196" cy="3197692"/>
          </a:xfrm>
        </p:grpSpPr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57F9B501-BFCC-5BBE-A596-98A1D6062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7971" y="3359035"/>
              <a:ext cx="88440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 err="1">
                  <a:solidFill>
                    <a:srgbClr val="00B050"/>
                  </a:solidFill>
                  <a:latin typeface="Myriad Pro"/>
                  <a:cs typeface="Myriad Pro"/>
                </a:rPr>
                <a:t>Cubozoa</a:t>
              </a:r>
              <a:endParaRPr lang="en-US" b="0" dirty="0">
                <a:solidFill>
                  <a:srgbClr val="00B050"/>
                </a:solidFill>
                <a:latin typeface="Myriad Pro"/>
                <a:cs typeface="Myriad Pro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0A1D8024-E2D8-9682-DE84-FCBE65453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9740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 err="1">
                  <a:solidFill>
                    <a:srgbClr val="00B050"/>
                  </a:solidFill>
                  <a:latin typeface="Myriad Pro"/>
                  <a:cs typeface="Myriad Pro"/>
                </a:rPr>
                <a:t>Scyphozoa</a:t>
              </a:r>
              <a:endParaRPr lang="en-US" b="0" dirty="0">
                <a:solidFill>
                  <a:srgbClr val="00B050"/>
                </a:solidFill>
                <a:latin typeface="Myriad Pro"/>
                <a:cs typeface="Myriad Pro"/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02EC2E09-AB3C-76EB-908F-1C7506D64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1161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>
                  <a:solidFill>
                    <a:srgbClr val="00B050"/>
                  </a:solidFill>
                  <a:latin typeface="Myriad Pro"/>
                  <a:cs typeface="Myriad Pro"/>
                </a:rPr>
                <a:t>Hydrozoa</a:t>
              </a: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57F31FEC-9CA5-9E90-868F-5552FBF13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5202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 err="1">
                  <a:solidFill>
                    <a:srgbClr val="00B050"/>
                  </a:solidFill>
                  <a:latin typeface="Myriad Pro"/>
                  <a:cs typeface="Myriad Pro"/>
                </a:rPr>
                <a:t>Staurozoa</a:t>
              </a:r>
              <a:endParaRPr lang="en-US" b="0" dirty="0">
                <a:solidFill>
                  <a:srgbClr val="00B050"/>
                </a:solidFill>
                <a:latin typeface="Myriad Pro"/>
                <a:cs typeface="Myriad Pro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E6A9EB8-82DB-01A9-7210-3949065327A5}"/>
                </a:ext>
              </a:extLst>
            </p:cNvPr>
            <p:cNvGrpSpPr/>
            <p:nvPr/>
          </p:nvGrpSpPr>
          <p:grpSpPr>
            <a:xfrm>
              <a:off x="397804" y="3706599"/>
              <a:ext cx="8746196" cy="2850128"/>
              <a:chOff x="706056" y="3500010"/>
              <a:chExt cx="7942644" cy="258827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C69237B-44AD-7D03-1B85-D13F739817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06056" y="3500010"/>
                <a:ext cx="7643032" cy="2494389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280C27-E063-932E-FFAC-FF0CBFEA28EE}"/>
                  </a:ext>
                </a:extLst>
              </p:cNvPr>
              <p:cNvSpPr/>
              <p:nvPr/>
            </p:nvSpPr>
            <p:spPr bwMode="auto">
              <a:xfrm>
                <a:off x="5868365" y="5752618"/>
                <a:ext cx="2780335" cy="33566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317176-E578-5CED-44CF-CE66E812B0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7645" y="3707004"/>
              <a:ext cx="2118476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403E0E0-10D7-2430-7996-36A966B79CD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56637" y="3707004"/>
              <a:ext cx="1428416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837E36-2178-1E52-35CB-6A35BE69E4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12785" y="3707004"/>
              <a:ext cx="2235915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53DCF72-C7FA-2073-95EB-7929B859EF6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43397" y="3707004"/>
              <a:ext cx="444568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FEDF1CA-687C-4433-1AB7-1A01088A2F6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2600" y="3707004"/>
              <a:ext cx="1428416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Rectangle 11">
              <a:extLst>
                <a:ext uri="{FF2B5EF4-FFF2-40B4-BE49-F238E27FC236}">
                  <a16:creationId xmlns:a16="http://schemas.microsoft.com/office/drawing/2014/main" id="{9D6BB642-3F91-AC6C-514F-38F94E99C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373" y="3359035"/>
              <a:ext cx="10399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</a:pPr>
              <a:r>
                <a:rPr lang="en-US" b="0" dirty="0">
                  <a:solidFill>
                    <a:srgbClr val="0432FF"/>
                  </a:solidFill>
                  <a:latin typeface="Myriad Pro"/>
                  <a:cs typeface="Myriad Pro"/>
                </a:rPr>
                <a:t>Anthozoa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3B316C80-14CC-8EBB-C499-15D590CA7D1F}"/>
              </a:ext>
            </a:extLst>
          </p:cNvPr>
          <p:cNvSpPr/>
          <p:nvPr/>
        </p:nvSpPr>
        <p:spPr>
          <a:xfrm>
            <a:off x="2995175" y="6095062"/>
            <a:ext cx="78884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arding"/>
              </a:rPr>
              <a:t>Medusa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31F5D1-7931-BE75-C2E6-93D199038A83}"/>
              </a:ext>
            </a:extLst>
          </p:cNvPr>
          <p:cNvSpPr/>
          <p:nvPr/>
        </p:nvSpPr>
        <p:spPr>
          <a:xfrm>
            <a:off x="1814881" y="6314104"/>
            <a:ext cx="134617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arding"/>
              </a:rPr>
              <a:t>Planula larva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E6C0F6-51E4-DDBC-3321-2E036CE06C72}"/>
              </a:ext>
            </a:extLst>
          </p:cNvPr>
          <p:cNvGrpSpPr/>
          <p:nvPr/>
        </p:nvGrpSpPr>
        <p:grpSpPr>
          <a:xfrm>
            <a:off x="482720" y="5378093"/>
            <a:ext cx="1618605" cy="646331"/>
            <a:chOff x="-1607964" y="4630711"/>
            <a:chExt cx="1618605" cy="64633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D6BEBCD-0BAA-9EEC-D05C-4161D84548C9}"/>
                </a:ext>
              </a:extLst>
            </p:cNvPr>
            <p:cNvSpPr/>
            <p:nvPr/>
          </p:nvSpPr>
          <p:spPr>
            <a:xfrm>
              <a:off x="-1103468" y="4630711"/>
              <a:ext cx="1114109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432FF"/>
                  </a:solidFill>
                  <a:latin typeface="Harding"/>
                </a:rPr>
                <a:t>Circular mitochondrial chromosome</a:t>
              </a:r>
              <a:endParaRPr lang="en-US" sz="1200" dirty="0">
                <a:solidFill>
                  <a:srgbClr val="0432FF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E6A1183-7BB6-F277-5BCA-2CEC18BA9468}"/>
                </a:ext>
              </a:extLst>
            </p:cNvPr>
            <p:cNvSpPr/>
            <p:nvPr/>
          </p:nvSpPr>
          <p:spPr bwMode="auto">
            <a:xfrm>
              <a:off x="-1607964" y="4722649"/>
              <a:ext cx="504496" cy="462456"/>
            </a:xfrm>
            <a:prstGeom prst="ellipse">
              <a:avLst/>
            </a:prstGeom>
            <a:noFill/>
            <a:ln w="2857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432FF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8FB820-D75F-EE84-9ADA-B4152BB2E70B}"/>
              </a:ext>
            </a:extLst>
          </p:cNvPr>
          <p:cNvGrpSpPr/>
          <p:nvPr/>
        </p:nvGrpSpPr>
        <p:grpSpPr>
          <a:xfrm>
            <a:off x="3888828" y="5357074"/>
            <a:ext cx="2025436" cy="646331"/>
            <a:chOff x="-2123367" y="2820713"/>
            <a:chExt cx="2025436" cy="64633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3A613D5-8DBA-92DD-4027-9FB4723395C0}"/>
                </a:ext>
              </a:extLst>
            </p:cNvPr>
            <p:cNvSpPr/>
            <p:nvPr/>
          </p:nvSpPr>
          <p:spPr>
            <a:xfrm>
              <a:off x="-1212040" y="2820713"/>
              <a:ext cx="1114109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B050"/>
                  </a:solidFill>
                  <a:latin typeface="Harding"/>
                </a:rPr>
                <a:t>Linear</a:t>
              </a:r>
            </a:p>
            <a:p>
              <a:r>
                <a:rPr lang="en-US" sz="1200" dirty="0">
                  <a:solidFill>
                    <a:srgbClr val="00B050"/>
                  </a:solidFill>
                  <a:latin typeface="Harding"/>
                </a:rPr>
                <a:t>mitochondrial chromosome</a:t>
              </a:r>
              <a:endParaRPr lang="en-US" sz="1200" dirty="0">
                <a:solidFill>
                  <a:srgbClr val="00B050"/>
                </a:solidFill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9DBCFFB-06C1-16B2-9DE6-312C04A8080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2123367" y="3141003"/>
              <a:ext cx="88314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FC3C49-DB9D-3486-82EC-E2BC4FCE73ED}"/>
              </a:ext>
            </a:extLst>
          </p:cNvPr>
          <p:cNvGrpSpPr/>
          <p:nvPr/>
        </p:nvGrpSpPr>
        <p:grpSpPr>
          <a:xfrm>
            <a:off x="3555293" y="739452"/>
            <a:ext cx="5411813" cy="2670065"/>
            <a:chOff x="3555291" y="739450"/>
            <a:chExt cx="5411813" cy="267006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7373E7-78D0-6E8E-8BE4-8734CA0FADF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55291" y="739450"/>
              <a:ext cx="2948746" cy="267006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33FCA9-F67D-F57C-2853-699D1AC1D120}"/>
                </a:ext>
              </a:extLst>
            </p:cNvPr>
            <p:cNvSpPr txBox="1"/>
            <p:nvPr/>
          </p:nvSpPr>
          <p:spPr>
            <a:xfrm>
              <a:off x="6488210" y="795746"/>
              <a:ext cx="247889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dirty="0">
                  <a:solidFill>
                    <a:srgbClr val="1B1B1B"/>
                  </a:solidFill>
                  <a:latin typeface="Source Sans Pro Web"/>
                </a:rPr>
                <a:t>Lavrov &amp; </a:t>
              </a:r>
              <a:r>
                <a:rPr lang="en-US" sz="1100" b="0" dirty="0" err="1">
                  <a:solidFill>
                    <a:srgbClr val="1B1B1B"/>
                  </a:solidFill>
                  <a:latin typeface="Source Sans Pro Web"/>
                </a:rPr>
                <a:t>Pett</a:t>
              </a:r>
              <a:r>
                <a:rPr lang="en-US" sz="1100" b="0" dirty="0">
                  <a:solidFill>
                    <a:srgbClr val="1B1B1B"/>
                  </a:solidFill>
                  <a:latin typeface="Source Sans Pro Web"/>
                </a:rPr>
                <a:t> 2016. </a:t>
              </a:r>
            </a:p>
            <a:p>
              <a:r>
                <a:rPr lang="en-US" sz="1100" b="0" i="1" dirty="0">
                  <a:solidFill>
                    <a:srgbClr val="1B1B1B"/>
                  </a:solidFill>
                  <a:latin typeface="Source Sans Pro Web"/>
                </a:rPr>
                <a:t>Genome Biol </a:t>
              </a:r>
              <a:r>
                <a:rPr lang="en-US" sz="1100" b="0" i="1" dirty="0" err="1">
                  <a:solidFill>
                    <a:srgbClr val="1B1B1B"/>
                  </a:solidFill>
                  <a:latin typeface="Source Sans Pro Web"/>
                </a:rPr>
                <a:t>Evol</a:t>
              </a:r>
              <a:r>
                <a:rPr lang="en-US" sz="1100" b="0" i="1" dirty="0">
                  <a:solidFill>
                    <a:srgbClr val="1B1B1B"/>
                  </a:solidFill>
                  <a:latin typeface="Source Sans Pro Web"/>
                </a:rPr>
                <a:t> </a:t>
              </a:r>
              <a:r>
                <a:rPr lang="en-US" sz="1100" dirty="0">
                  <a:solidFill>
                    <a:srgbClr val="1B1B1B"/>
                  </a:solidFill>
                  <a:latin typeface="Source Sans Pro Web"/>
                </a:rPr>
                <a:t>8</a:t>
              </a:r>
              <a:r>
                <a:rPr lang="en-US" sz="1100" b="0" dirty="0">
                  <a:solidFill>
                    <a:srgbClr val="1B1B1B"/>
                  </a:solidFill>
                  <a:latin typeface="Source Sans Pro Web"/>
                </a:rPr>
                <a:t>:2896–2913.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767955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1CE0C-735C-8C4D-8D34-BCCC34EDC4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825" y="1822825"/>
            <a:ext cx="6752720" cy="4696254"/>
          </a:xfrm>
          <a:prstGeom prst="rect">
            <a:avLst/>
          </a:prstGeom>
        </p:spPr>
      </p:pic>
      <p:sp>
        <p:nvSpPr>
          <p:cNvPr id="31748" name="Rectangle 11"/>
          <p:cNvSpPr>
            <a:spLocks noChangeArrowheads="1"/>
          </p:cNvSpPr>
          <p:nvPr/>
        </p:nvSpPr>
        <p:spPr bwMode="auto">
          <a:xfrm>
            <a:off x="4860740" y="6211304"/>
            <a:ext cx="378796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b="0" dirty="0">
                <a:ea typeface="Arial" charset="0"/>
                <a:cs typeface="Arial" charset="0"/>
              </a:rPr>
              <a:t>Collins et al. 2008. </a:t>
            </a:r>
            <a:r>
              <a:rPr lang="en-US" b="0" i="1" dirty="0" err="1"/>
              <a:t>Hydrobiologia</a:t>
            </a:r>
            <a:r>
              <a:rPr lang="en-US" b="0" i="1" dirty="0"/>
              <a:t> </a:t>
            </a:r>
            <a:r>
              <a:rPr lang="en-US" dirty="0"/>
              <a:t>595</a:t>
            </a:r>
            <a:r>
              <a:rPr lang="en-US" b="0" dirty="0"/>
              <a:t>:35–40</a:t>
            </a:r>
            <a:endParaRPr lang="en-US" b="0" dirty="0">
              <a:ea typeface="Arial" charset="0"/>
              <a:cs typeface="Arial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2626" y="137180"/>
            <a:ext cx="50981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a freshwater Cnidarian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5C80380-0490-3849-B695-D9CD9ED42C63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94545" y="3149599"/>
            <a:ext cx="1739506" cy="21689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9FA623-3636-C04C-BEBA-FFBA5F52AAA4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8458" y="1183622"/>
            <a:ext cx="4615047" cy="20534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16B88D0-80E2-3C4A-AB80-8F2DA214744F}"/>
              </a:ext>
            </a:extLst>
          </p:cNvPr>
          <p:cNvSpPr/>
          <p:nvPr/>
        </p:nvSpPr>
        <p:spPr>
          <a:xfrm>
            <a:off x="482601" y="757582"/>
            <a:ext cx="74144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latin typeface="Harding"/>
              </a:rPr>
              <a:t>&gt;99% of cnidarian species are marine  (&lt;40 freshwater / &gt;7000 marine species</a:t>
            </a:r>
            <a:r>
              <a:rPr lang="en-US" sz="1600" b="0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47E5F4-49C7-644A-8C64-D162FCBC994A}"/>
              </a:ext>
            </a:extLst>
          </p:cNvPr>
          <p:cNvSpPr/>
          <p:nvPr/>
        </p:nvSpPr>
        <p:spPr>
          <a:xfrm>
            <a:off x="482600" y="1183620"/>
            <a:ext cx="3729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222222"/>
                </a:solidFill>
                <a:latin typeface="Harding"/>
              </a:rPr>
              <a:t>Independent invasion events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155620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7229A3-DDF1-7E49-A835-F4F00BCABE28}"/>
              </a:ext>
            </a:extLst>
          </p:cNvPr>
          <p:cNvSpPr/>
          <p:nvPr/>
        </p:nvSpPr>
        <p:spPr bwMode="auto">
          <a:xfrm>
            <a:off x="598524" y="2321822"/>
            <a:ext cx="3794800" cy="1966401"/>
          </a:xfrm>
          <a:prstGeom prst="rect">
            <a:avLst/>
          </a:prstGeom>
          <a:solidFill>
            <a:srgbClr val="00B0F0">
              <a:alpha val="13153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                                        </a:t>
            </a:r>
          </a:p>
          <a:p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7700" y="137180"/>
            <a:ext cx="62331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species differ in heat tolerance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BABA21AD-EF0A-D74A-A866-CAE28D3AA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02" y="751086"/>
            <a:ext cx="831403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biologists seem to believe that hydra of the </a:t>
            </a:r>
            <a:r>
              <a:rPr 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Braueri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and </a:t>
            </a:r>
            <a:r>
              <a:rPr 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Oligactis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groups are "cold water" species.</a:t>
            </a:r>
            <a:endParaRPr lang="en-US" sz="16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55" name="Text Box 46">
            <a:extLst>
              <a:ext uri="{FF2B5EF4-FFF2-40B4-BE49-F238E27FC236}">
                <a16:creationId xmlns:a16="http://schemas.microsoft.com/office/drawing/2014/main" id="{DCCF9363-9982-4540-9255-5A0E85C0E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712" y="2459047"/>
            <a:ext cx="32400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0" dirty="0">
                <a:ea typeface="Arial" charset="0"/>
                <a:cs typeface="Arial" charset="0"/>
              </a:rPr>
              <a:t>1 </a:t>
            </a:r>
            <a:r>
              <a:rPr lang="en-US" sz="1600" b="0" dirty="0" err="1">
                <a:ea typeface="Arial" charset="0"/>
                <a:cs typeface="Arial" charset="0"/>
              </a:rPr>
              <a:t>hr</a:t>
            </a:r>
            <a:r>
              <a:rPr lang="en-US" sz="1600" b="0" dirty="0">
                <a:ea typeface="Arial" charset="0"/>
                <a:cs typeface="Arial" charset="0"/>
              </a:rPr>
              <a:t> incubation at 33°C kills </a:t>
            </a:r>
            <a:r>
              <a:rPr lang="en-US" sz="1600" b="0" i="1" dirty="0" err="1">
                <a:ea typeface="Arial" charset="0"/>
                <a:cs typeface="Arial" charset="0"/>
              </a:rPr>
              <a:t>olies</a:t>
            </a:r>
            <a:r>
              <a:rPr lang="en-US" sz="1600" b="0" i="1" dirty="0">
                <a:ea typeface="Arial" charset="0"/>
                <a:cs typeface="Arial" charset="0"/>
              </a:rPr>
              <a:t> </a:t>
            </a:r>
            <a:r>
              <a:rPr lang="en-US" sz="1600" b="0" dirty="0">
                <a:ea typeface="Arial" charset="0"/>
                <a:cs typeface="Arial" charset="0"/>
              </a:rPr>
              <a:t>while </a:t>
            </a:r>
            <a:r>
              <a:rPr lang="en-US" sz="1600" b="0" i="1" dirty="0">
                <a:ea typeface="Arial" charset="0"/>
                <a:cs typeface="Arial" charset="0"/>
              </a:rPr>
              <a:t>vulgaris </a:t>
            </a:r>
            <a:r>
              <a:rPr lang="en-US" sz="1600" b="0" dirty="0">
                <a:ea typeface="Arial" charset="0"/>
                <a:cs typeface="Arial" charset="0"/>
              </a:rPr>
              <a:t>recover.</a:t>
            </a:r>
          </a:p>
        </p:txBody>
      </p:sp>
      <p:sp>
        <p:nvSpPr>
          <p:cNvPr id="56" name="Text Box 46">
            <a:extLst>
              <a:ext uri="{FF2B5EF4-FFF2-40B4-BE49-F238E27FC236}">
                <a16:creationId xmlns:a16="http://schemas.microsoft.com/office/drawing/2014/main" id="{DF3B7C5F-FBE5-3249-9180-DDEA9E721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712" y="3322905"/>
            <a:ext cx="3646487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0" dirty="0">
                <a:ea typeface="Arial" charset="0"/>
                <a:cs typeface="Arial" charset="0"/>
              </a:rPr>
              <a:t>Under heat shock conditions </a:t>
            </a:r>
            <a:r>
              <a:rPr lang="en-US" sz="1600" b="0" i="1" dirty="0" err="1">
                <a:ea typeface="Arial" charset="0"/>
                <a:cs typeface="Arial" charset="0"/>
              </a:rPr>
              <a:t>olies</a:t>
            </a:r>
            <a:r>
              <a:rPr lang="en-US" sz="1600" b="0" dirty="0">
                <a:ea typeface="Arial" charset="0"/>
                <a:cs typeface="Arial" charset="0"/>
              </a:rPr>
              <a:t> produce less of an HSP70 mRNA and protein than </a:t>
            </a:r>
            <a:r>
              <a:rPr lang="en-US" sz="1600" b="0" i="1" dirty="0">
                <a:ea typeface="Arial" charset="0"/>
                <a:cs typeface="Arial" charset="0"/>
              </a:rPr>
              <a:t>vulgaris </a:t>
            </a:r>
            <a:r>
              <a:rPr lang="en-US" sz="1600" b="0" dirty="0">
                <a:ea typeface="Arial" charset="0"/>
                <a:cs typeface="Arial" charset="0"/>
              </a:rPr>
              <a:t>do.  </a:t>
            </a:r>
          </a:p>
          <a:p>
            <a:r>
              <a:rPr lang="en-US" b="0" dirty="0">
                <a:ea typeface="Arial" charset="0"/>
                <a:cs typeface="Arial" charset="0"/>
              </a:rPr>
              <a:t>(Gellner, </a:t>
            </a:r>
            <a:r>
              <a:rPr lang="en-US" b="0" dirty="0" err="1">
                <a:ea typeface="Arial" charset="0"/>
                <a:cs typeface="Arial" charset="0"/>
              </a:rPr>
              <a:t>Praetzel</a:t>
            </a:r>
            <a:r>
              <a:rPr lang="en-US" b="0" dirty="0">
                <a:ea typeface="Arial" charset="0"/>
                <a:cs typeface="Arial" charset="0"/>
              </a:rPr>
              <a:t>, Bosch, 1992. </a:t>
            </a:r>
            <a:r>
              <a:rPr lang="en-US" b="0" i="1" dirty="0" err="1"/>
              <a:t>Eur</a:t>
            </a:r>
            <a:r>
              <a:rPr lang="en-US" b="0" i="1" dirty="0"/>
              <a:t> J </a:t>
            </a:r>
            <a:r>
              <a:rPr lang="en-US" b="0" i="1" dirty="0" err="1"/>
              <a:t>Biochem</a:t>
            </a:r>
            <a:r>
              <a:rPr lang="en-US" b="0" i="1" dirty="0"/>
              <a:t> </a:t>
            </a:r>
            <a:r>
              <a:rPr lang="en-US" dirty="0"/>
              <a:t>210</a:t>
            </a:r>
            <a:r>
              <a:rPr lang="en-US" b="0" dirty="0"/>
              <a:t>: 683-691</a:t>
            </a:r>
            <a:r>
              <a:rPr lang="en-US" b="0" dirty="0">
                <a:ea typeface="Arial" charset="0"/>
                <a:cs typeface="Arial" charset="0"/>
              </a:rPr>
              <a:t>)</a:t>
            </a:r>
          </a:p>
        </p:txBody>
      </p:sp>
      <p:sp>
        <p:nvSpPr>
          <p:cNvPr id="57" name="Text Box 46">
            <a:extLst>
              <a:ext uri="{FF2B5EF4-FFF2-40B4-BE49-F238E27FC236}">
                <a16:creationId xmlns:a16="http://schemas.microsoft.com/office/drawing/2014/main" id="{09485A68-9217-0E41-8D5D-57E6AF408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711" y="4899539"/>
            <a:ext cx="3979827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b="0" dirty="0" err="1">
                <a:ea typeface="Arial" charset="0"/>
                <a:cs typeface="Arial" charset="0"/>
              </a:rPr>
              <a:t>Oligactis</a:t>
            </a:r>
            <a:r>
              <a:rPr lang="en-US" sz="1600" b="0" dirty="0">
                <a:ea typeface="Arial" charset="0"/>
                <a:cs typeface="Arial" charset="0"/>
              </a:rPr>
              <a:t> HSP70 mRNA seems to have reduced stability (shorter half-life).  </a:t>
            </a:r>
          </a:p>
          <a:p>
            <a:r>
              <a:rPr lang="en-US" sz="1600" b="0" dirty="0">
                <a:ea typeface="Arial" charset="0"/>
                <a:cs typeface="Arial" charset="0"/>
              </a:rPr>
              <a:t>(</a:t>
            </a:r>
            <a:r>
              <a:rPr lang="en-US" b="0" dirty="0" err="1">
                <a:ea typeface="Arial" charset="0"/>
                <a:cs typeface="Arial" charset="0"/>
              </a:rPr>
              <a:t>Brennecke</a:t>
            </a:r>
            <a:r>
              <a:rPr lang="en-US" b="0" dirty="0">
                <a:ea typeface="Arial" charset="0"/>
                <a:cs typeface="Arial" charset="0"/>
              </a:rPr>
              <a:t>, Gellner, Bosch, 1998. </a:t>
            </a:r>
            <a:r>
              <a:rPr lang="en-US" b="0" i="1" dirty="0"/>
              <a:t>Eur J </a:t>
            </a:r>
            <a:r>
              <a:rPr lang="en-US" b="0" i="1" dirty="0" err="1"/>
              <a:t>Biochem</a:t>
            </a:r>
            <a:r>
              <a:rPr lang="en-US" b="0" i="1" dirty="0"/>
              <a:t> </a:t>
            </a:r>
            <a:r>
              <a:rPr lang="en-US" dirty="0"/>
              <a:t>255</a:t>
            </a:r>
            <a:r>
              <a:rPr lang="en-US" b="0" dirty="0"/>
              <a:t>: 703-709</a:t>
            </a:r>
            <a:r>
              <a:rPr lang="en-US" b="0" dirty="0">
                <a:ea typeface="Arial" charset="0"/>
                <a:cs typeface="Arial" charset="0"/>
              </a:rPr>
              <a:t>)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A00D9A6C-0541-354B-A86C-76B36AB1AF6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98524" y="1836462"/>
            <a:ext cx="4115344" cy="3912116"/>
          </a:xfrm>
          <a:prstGeom prst="rect">
            <a:avLst/>
          </a:prstGeom>
        </p:spPr>
      </p:pic>
      <p:sp>
        <p:nvSpPr>
          <p:cNvPr id="67" name="Rectangle 5">
            <a:extLst>
              <a:ext uri="{FF2B5EF4-FFF2-40B4-BE49-F238E27FC236}">
                <a16:creationId xmlns:a16="http://schemas.microsoft.com/office/drawing/2014/main" id="{D75262BC-D2EA-EC47-AA01-7C84D9F3F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712" y="1472783"/>
            <a:ext cx="410070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b="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</a:t>
            </a:r>
            <a:r>
              <a:rPr lang="en-US" sz="1600" b="0" i="1" dirty="0" err="1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oligactis</a:t>
            </a:r>
            <a:r>
              <a:rPr lang="en-US" sz="1600" b="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is less thermotolerant than </a:t>
            </a:r>
            <a:r>
              <a:rPr lang="en-US" sz="1600" b="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vulgaris </a:t>
            </a:r>
          </a:p>
          <a:p>
            <a:r>
              <a:rPr lang="en-US" b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(Bosch et al. 1988. </a:t>
            </a:r>
            <a:r>
              <a:rPr lang="en-US" b="0" i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PNAS</a:t>
            </a:r>
            <a:r>
              <a:rPr lang="en-US" b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85</a:t>
            </a:r>
            <a:r>
              <a:rPr lang="en-US" b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: 7927-7931)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13C3D3-6403-8B43-8769-999A6F7CA298}"/>
              </a:ext>
            </a:extLst>
          </p:cNvPr>
          <p:cNvSpPr/>
          <p:nvPr/>
        </p:nvSpPr>
        <p:spPr>
          <a:xfrm>
            <a:off x="2588022" y="2276194"/>
            <a:ext cx="18053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Cold water species</a:t>
            </a:r>
            <a:endParaRPr lang="en-US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76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utoUpdateAnimBg="0"/>
      <p:bldP spid="56" grpId="0" autoUpdateAnimBg="0"/>
      <p:bldP spid="57" grpId="0" autoUpdateAnimBg="0"/>
      <p:bldP spid="6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187" y="137180"/>
            <a:ext cx="53356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versus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oligactis</a:t>
            </a:r>
            <a:endParaRPr lang="en-US" sz="2800" b="0" i="1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BABA21AD-EF0A-D74A-A866-CAE28D3AA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81" y="1705033"/>
            <a:ext cx="27665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vulgaris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strain AEP</a:t>
            </a:r>
            <a:endParaRPr lang="en-US" sz="16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FC9B288-F3BC-E445-8CF7-24665C875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04" y="4038581"/>
            <a:ext cx="308469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</a:t>
            </a:r>
            <a:r>
              <a:rPr lang="en-US" sz="1600" i="1" dirty="0" err="1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oligactis</a:t>
            </a: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strain Swiss</a:t>
            </a:r>
            <a:endParaRPr lang="en-US" sz="16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Rectangle 5">
            <a:extLst>
              <a:ext uri="{FF2B5EF4-FFF2-40B4-BE49-F238E27FC236}">
                <a16:creationId xmlns:a16="http://schemas.microsoft.com/office/drawing/2014/main" id="{0F680FC6-A7B6-4C43-B8FE-0D096F9B4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70" y="829317"/>
            <a:ext cx="831403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Exposed </a:t>
            </a:r>
            <a:r>
              <a:rPr lang="en-US" sz="1600" b="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vulgaris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and </a:t>
            </a:r>
            <a:r>
              <a:rPr lang="en-US" sz="1600" b="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Hydra </a:t>
            </a:r>
            <a:r>
              <a:rPr lang="en-US" sz="1600" b="0" i="1" dirty="0" err="1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oligactis</a:t>
            </a:r>
            <a:r>
              <a:rPr lang="en-US" sz="1600" b="0" i="1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to heat shock conditions two degrees below their respective upper thermal limit.  </a:t>
            </a:r>
            <a:endParaRPr lang="en-US" sz="1600" b="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4C5F4F-724A-BF42-9059-2CF95ADA019B}"/>
              </a:ext>
            </a:extLst>
          </p:cNvPr>
          <p:cNvGrpSpPr/>
          <p:nvPr/>
        </p:nvGrpSpPr>
        <p:grpSpPr>
          <a:xfrm>
            <a:off x="723292" y="1987100"/>
            <a:ext cx="8156405" cy="1642152"/>
            <a:chOff x="772704" y="2123211"/>
            <a:chExt cx="8156405" cy="1642152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CB3E7EF-74F2-3049-BE59-DAA606F22695}"/>
                </a:ext>
              </a:extLst>
            </p:cNvPr>
            <p:cNvGrpSpPr/>
            <p:nvPr/>
          </p:nvGrpSpPr>
          <p:grpSpPr>
            <a:xfrm>
              <a:off x="5597530" y="2498121"/>
              <a:ext cx="3331579" cy="307777"/>
              <a:chOff x="5613416" y="3953135"/>
              <a:chExt cx="3455279" cy="307777"/>
            </a:xfrm>
          </p:grpSpPr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E763C7AF-4152-644A-8B9D-73A3BF2A2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0" y="3953135"/>
                <a:ext cx="80138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RNA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9860299A-2FF9-3842-B74C-7CF6C7951C4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13416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83" name="Rectangle 5">
                <a:extLst>
                  <a:ext uri="{FF2B5EF4-FFF2-40B4-BE49-F238E27FC236}">
                    <a16:creationId xmlns:a16="http://schemas.microsoft.com/office/drawing/2014/main" id="{2BFC379C-0BC0-DC45-8A1C-83CD3A809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598" y="3953135"/>
                <a:ext cx="258509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Illumina (pair-end reads)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5FE32AB5-CB86-5141-84D4-A96F0853F25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1520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00BE674-5069-8E46-8C61-F0B9BE423567}"/>
                </a:ext>
              </a:extLst>
            </p:cNvPr>
            <p:cNvGrpSpPr/>
            <p:nvPr/>
          </p:nvGrpSpPr>
          <p:grpSpPr>
            <a:xfrm>
              <a:off x="772704" y="2123211"/>
              <a:ext cx="4917208" cy="1642152"/>
              <a:chOff x="772704" y="2123211"/>
              <a:chExt cx="4917208" cy="164215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BD4B6A4-7CBE-5340-BC2C-6F45F93FCACB}"/>
                  </a:ext>
                </a:extLst>
              </p:cNvPr>
              <p:cNvGrpSpPr/>
              <p:nvPr/>
            </p:nvGrpSpPr>
            <p:grpSpPr>
              <a:xfrm>
                <a:off x="772704" y="2123211"/>
                <a:ext cx="4917208" cy="1601181"/>
                <a:chOff x="1457898" y="2165548"/>
                <a:chExt cx="4917208" cy="1601181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DC81F07-B6F3-EC40-880A-EF2CE38C9E33}"/>
                    </a:ext>
                  </a:extLst>
                </p:cNvPr>
                <p:cNvSpPr/>
                <p:nvPr/>
              </p:nvSpPr>
              <p:spPr bwMode="auto">
                <a:xfrm>
                  <a:off x="2691400" y="3418961"/>
                  <a:ext cx="3307643" cy="338554"/>
                </a:xfrm>
                <a:prstGeom prst="rect">
                  <a:avLst/>
                </a:prstGeom>
                <a:solidFill>
                  <a:srgbClr val="FF000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US" dirty="0"/>
                    <a:t>33°C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8B3E4CC-B367-B347-9D18-1045386461A1}"/>
                    </a:ext>
                  </a:extLst>
                </p:cNvPr>
                <p:cNvSpPr/>
                <p:nvPr/>
              </p:nvSpPr>
              <p:spPr bwMode="auto">
                <a:xfrm>
                  <a:off x="2691400" y="2988060"/>
                  <a:ext cx="1761066" cy="338554"/>
                </a:xfrm>
                <a:prstGeom prst="rect">
                  <a:avLst/>
                </a:prstGeom>
                <a:solidFill>
                  <a:srgbClr val="FF000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US" dirty="0"/>
                    <a:t>33°C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0D3267E-4BE5-E440-8D3B-AAB8775B5945}"/>
                    </a:ext>
                  </a:extLst>
                </p:cNvPr>
                <p:cNvSpPr/>
                <p:nvPr/>
              </p:nvSpPr>
              <p:spPr bwMode="auto">
                <a:xfrm>
                  <a:off x="2691400" y="2557339"/>
                  <a:ext cx="3307642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US" dirty="0"/>
                    <a:t>18°C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02A08DF-D491-EA40-AD98-E38E41092743}"/>
                    </a:ext>
                  </a:extLst>
                </p:cNvPr>
                <p:cNvSpPr/>
                <p:nvPr/>
              </p:nvSpPr>
              <p:spPr bwMode="auto">
                <a:xfrm>
                  <a:off x="1457898" y="2557792"/>
                  <a:ext cx="1233499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/>
                    <a:t>18°C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EF45A81-4759-A94A-8DF8-1360CEA105BF}"/>
                    </a:ext>
                  </a:extLst>
                </p:cNvPr>
                <p:cNvSpPr/>
                <p:nvPr/>
              </p:nvSpPr>
              <p:spPr bwMode="auto">
                <a:xfrm>
                  <a:off x="1457898" y="2987948"/>
                  <a:ext cx="1233499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/>
                    <a:t>18°C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9AFCC701-EA0F-3A47-8BE1-84D78DB22A66}"/>
                    </a:ext>
                  </a:extLst>
                </p:cNvPr>
                <p:cNvSpPr/>
                <p:nvPr/>
              </p:nvSpPr>
              <p:spPr bwMode="auto">
                <a:xfrm>
                  <a:off x="1457898" y="3418104"/>
                  <a:ext cx="1233499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/>
                    <a:t>18°C</a:t>
                  </a:r>
                </a:p>
              </p:txBody>
            </p: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79401A10-7D7D-014C-A647-61269979387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690588" y="2392389"/>
                  <a:ext cx="1" cy="136512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29FF05F1-89F0-704D-87D1-B2139727736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452466" y="2392389"/>
                  <a:ext cx="1" cy="136512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5E422E2-4F3C-2B44-AC8B-F9A5137033D5}"/>
                    </a:ext>
                  </a:extLst>
                </p:cNvPr>
                <p:cNvSpPr/>
                <p:nvPr/>
              </p:nvSpPr>
              <p:spPr>
                <a:xfrm>
                  <a:off x="4096151" y="2165548"/>
                  <a:ext cx="75212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15 min</a:t>
                  </a:r>
                </a:p>
              </p:txBody>
            </p: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896C124B-CD45-A046-9C6E-4E73B1DA18B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6001129" y="2401603"/>
                  <a:ext cx="1" cy="136512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3166738-08BE-CD40-BFB1-90CFEF04021A}"/>
                    </a:ext>
                  </a:extLst>
                </p:cNvPr>
                <p:cNvSpPr/>
                <p:nvPr/>
              </p:nvSpPr>
              <p:spPr>
                <a:xfrm>
                  <a:off x="5622977" y="2165548"/>
                  <a:ext cx="75212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30 min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E33AA81-1D6C-5F49-9FBC-278AA3F05BD6}"/>
                    </a:ext>
                  </a:extLst>
                </p:cNvPr>
                <p:cNvSpPr/>
                <p:nvPr/>
              </p:nvSpPr>
              <p:spPr>
                <a:xfrm>
                  <a:off x="2441904" y="2165548"/>
                  <a:ext cx="65274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0 min</a:t>
                  </a:r>
                </a:p>
              </p:txBody>
            </p:sp>
          </p:grp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E1209B1-26EB-974F-A5A8-3A8F842F6A4F}"/>
                  </a:ext>
                </a:extLst>
              </p:cNvPr>
              <p:cNvSpPr/>
              <p:nvPr/>
            </p:nvSpPr>
            <p:spPr>
              <a:xfrm>
                <a:off x="5260612" y="2534096"/>
                <a:ext cx="42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latin typeface="Apple Color Emoji" pitchFamily="2" charset="0"/>
                  </a:rPr>
                  <a:t>❄️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ED789084-6EE6-A044-9DF0-522022F5FCCD}"/>
                  </a:ext>
                </a:extLst>
              </p:cNvPr>
              <p:cNvSpPr/>
              <p:nvPr/>
            </p:nvSpPr>
            <p:spPr>
              <a:xfrm>
                <a:off x="3725123" y="2982785"/>
                <a:ext cx="42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latin typeface="Apple Color Emoji" pitchFamily="2" charset="0"/>
                  </a:rPr>
                  <a:t>❄️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E306B7AD-AC11-6E4C-93C6-F0D634056342}"/>
                  </a:ext>
                </a:extLst>
              </p:cNvPr>
              <p:cNvSpPr/>
              <p:nvPr/>
            </p:nvSpPr>
            <p:spPr>
              <a:xfrm>
                <a:off x="5261771" y="3396031"/>
                <a:ext cx="42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latin typeface="Apple Color Emoji" pitchFamily="2" charset="0"/>
                  </a:rPr>
                  <a:t>❄️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E5C1F29-01C7-4847-A5C4-EC300060CBD2}"/>
                </a:ext>
              </a:extLst>
            </p:cNvPr>
            <p:cNvGrpSpPr/>
            <p:nvPr/>
          </p:nvGrpSpPr>
          <p:grpSpPr>
            <a:xfrm>
              <a:off x="5597530" y="2930352"/>
              <a:ext cx="3331579" cy="307777"/>
              <a:chOff x="5613416" y="3953135"/>
              <a:chExt cx="3455279" cy="307777"/>
            </a:xfrm>
          </p:grpSpPr>
          <p:sp>
            <p:nvSpPr>
              <p:cNvPr id="109" name="Rectangle 5">
                <a:extLst>
                  <a:ext uri="{FF2B5EF4-FFF2-40B4-BE49-F238E27FC236}">
                    <a16:creationId xmlns:a16="http://schemas.microsoft.com/office/drawing/2014/main" id="{A802C600-AEA1-D340-9998-DF3C77395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0" y="3953135"/>
                <a:ext cx="80138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RNA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947811F4-298D-1F40-8F3B-6E254A5F531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13416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11" name="Rectangle 5">
                <a:extLst>
                  <a:ext uri="{FF2B5EF4-FFF2-40B4-BE49-F238E27FC236}">
                    <a16:creationId xmlns:a16="http://schemas.microsoft.com/office/drawing/2014/main" id="{34CB7B0C-FC62-B84F-B93E-49603C61D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598" y="3953135"/>
                <a:ext cx="258509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Illumina (pair-end reads)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E8D47630-6D85-F242-89C2-2379C1A7528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1520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3D6B8B38-C08F-9442-A2F2-9D76F58753E2}"/>
                </a:ext>
              </a:extLst>
            </p:cNvPr>
            <p:cNvGrpSpPr/>
            <p:nvPr/>
          </p:nvGrpSpPr>
          <p:grpSpPr>
            <a:xfrm>
              <a:off x="5597530" y="3362583"/>
              <a:ext cx="3331579" cy="307777"/>
              <a:chOff x="5613416" y="3953135"/>
              <a:chExt cx="3455279" cy="307777"/>
            </a:xfrm>
          </p:grpSpPr>
          <p:sp>
            <p:nvSpPr>
              <p:cNvPr id="114" name="Rectangle 5">
                <a:extLst>
                  <a:ext uri="{FF2B5EF4-FFF2-40B4-BE49-F238E27FC236}">
                    <a16:creationId xmlns:a16="http://schemas.microsoft.com/office/drawing/2014/main" id="{C762716E-65AB-0F46-B6F0-932618581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0" y="3953135"/>
                <a:ext cx="80138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RNA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1C2F29B8-3C6B-AC4E-B4CD-10077F6449A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13416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16" name="Rectangle 5">
                <a:extLst>
                  <a:ext uri="{FF2B5EF4-FFF2-40B4-BE49-F238E27FC236}">
                    <a16:creationId xmlns:a16="http://schemas.microsoft.com/office/drawing/2014/main" id="{990256F8-7A00-1F42-B8DD-210991150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598" y="3953135"/>
                <a:ext cx="258509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Illumina (pair-end reads)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3E5EA86-E46F-9142-B20A-DF714F5EF7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1520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F90E4A-9E28-A144-B778-B2B5CC7AB4AA}"/>
              </a:ext>
            </a:extLst>
          </p:cNvPr>
          <p:cNvGrpSpPr/>
          <p:nvPr/>
        </p:nvGrpSpPr>
        <p:grpSpPr>
          <a:xfrm>
            <a:off x="710628" y="4315485"/>
            <a:ext cx="8156405" cy="1642152"/>
            <a:chOff x="772704" y="2123211"/>
            <a:chExt cx="8156405" cy="1642152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580FEBAC-BE61-3841-A940-75EBCC6B86B4}"/>
                </a:ext>
              </a:extLst>
            </p:cNvPr>
            <p:cNvGrpSpPr/>
            <p:nvPr/>
          </p:nvGrpSpPr>
          <p:grpSpPr>
            <a:xfrm>
              <a:off x="5597530" y="2498121"/>
              <a:ext cx="3331579" cy="307777"/>
              <a:chOff x="5613416" y="3953135"/>
              <a:chExt cx="3455279" cy="307777"/>
            </a:xfrm>
          </p:grpSpPr>
          <p:sp>
            <p:nvSpPr>
              <p:cNvPr id="147" name="Rectangle 5">
                <a:extLst>
                  <a:ext uri="{FF2B5EF4-FFF2-40B4-BE49-F238E27FC236}">
                    <a16:creationId xmlns:a16="http://schemas.microsoft.com/office/drawing/2014/main" id="{8418C4B8-EC78-0E4F-8291-DCDCD84D3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0" y="3953135"/>
                <a:ext cx="80138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RNA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477F8F0E-86A9-0341-B1FD-EB6BA7127A2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13416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9" name="Rectangle 5">
                <a:extLst>
                  <a:ext uri="{FF2B5EF4-FFF2-40B4-BE49-F238E27FC236}">
                    <a16:creationId xmlns:a16="http://schemas.microsoft.com/office/drawing/2014/main" id="{29A27B5A-5F6A-5842-BAD7-07781CFC7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598" y="3953135"/>
                <a:ext cx="258509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Illumina (pair-end reads)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3BCCC895-27B1-4346-8140-B42EADC8F1A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1520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2F50295-D4C3-5A4D-B667-440C1CBF4841}"/>
                </a:ext>
              </a:extLst>
            </p:cNvPr>
            <p:cNvGrpSpPr/>
            <p:nvPr/>
          </p:nvGrpSpPr>
          <p:grpSpPr>
            <a:xfrm>
              <a:off x="772704" y="2123211"/>
              <a:ext cx="4917208" cy="1642152"/>
              <a:chOff x="772704" y="2123211"/>
              <a:chExt cx="4917208" cy="1642152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7DF886D5-6BF2-3C42-A157-33CA1BA7E432}"/>
                  </a:ext>
                </a:extLst>
              </p:cNvPr>
              <p:cNvGrpSpPr/>
              <p:nvPr/>
            </p:nvGrpSpPr>
            <p:grpSpPr>
              <a:xfrm>
                <a:off x="772704" y="2123211"/>
                <a:ext cx="4917208" cy="1601181"/>
                <a:chOff x="1457898" y="2165548"/>
                <a:chExt cx="4917208" cy="1601181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D342C8A2-5F40-B74D-B2F5-A4E229A4C2AE}"/>
                    </a:ext>
                  </a:extLst>
                </p:cNvPr>
                <p:cNvSpPr/>
                <p:nvPr/>
              </p:nvSpPr>
              <p:spPr bwMode="auto">
                <a:xfrm>
                  <a:off x="2691400" y="3418961"/>
                  <a:ext cx="3307643" cy="338554"/>
                </a:xfrm>
                <a:prstGeom prst="rect">
                  <a:avLst/>
                </a:prstGeom>
                <a:solidFill>
                  <a:srgbClr val="FF000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US" dirty="0"/>
                    <a:t>26°C</a:t>
                  </a: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775738C6-AAF8-1E45-9AA0-F7A8B39E7151}"/>
                    </a:ext>
                  </a:extLst>
                </p:cNvPr>
                <p:cNvSpPr/>
                <p:nvPr/>
              </p:nvSpPr>
              <p:spPr bwMode="auto">
                <a:xfrm>
                  <a:off x="2691400" y="2988060"/>
                  <a:ext cx="1761066" cy="338554"/>
                </a:xfrm>
                <a:prstGeom prst="rect">
                  <a:avLst/>
                </a:prstGeom>
                <a:solidFill>
                  <a:srgbClr val="FF000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US" dirty="0"/>
                    <a:t>26°C</a:t>
                  </a: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4DC4A62B-BB55-0144-B1DE-8E92197AB4A5}"/>
                    </a:ext>
                  </a:extLst>
                </p:cNvPr>
                <p:cNvSpPr/>
                <p:nvPr/>
              </p:nvSpPr>
              <p:spPr bwMode="auto">
                <a:xfrm>
                  <a:off x="2691400" y="2557339"/>
                  <a:ext cx="3307642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r>
                    <a:rPr lang="en-US" dirty="0"/>
                    <a:t>18°C</a:t>
                  </a: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8D223C7-3E77-B842-941C-9D62701F8A61}"/>
                    </a:ext>
                  </a:extLst>
                </p:cNvPr>
                <p:cNvSpPr/>
                <p:nvPr/>
              </p:nvSpPr>
              <p:spPr bwMode="auto">
                <a:xfrm>
                  <a:off x="1457898" y="2557792"/>
                  <a:ext cx="1233499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/>
                    <a:t>18°C</a:t>
                  </a: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F51B049D-70F7-6144-AF07-96997726EBC9}"/>
                    </a:ext>
                  </a:extLst>
                </p:cNvPr>
                <p:cNvSpPr/>
                <p:nvPr/>
              </p:nvSpPr>
              <p:spPr bwMode="auto">
                <a:xfrm>
                  <a:off x="1457898" y="2987948"/>
                  <a:ext cx="1233499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/>
                    <a:t>18°C</a:t>
                  </a: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5FFB557B-5A00-A247-9DC7-69EB00412B13}"/>
                    </a:ext>
                  </a:extLst>
                </p:cNvPr>
                <p:cNvSpPr/>
                <p:nvPr/>
              </p:nvSpPr>
              <p:spPr bwMode="auto">
                <a:xfrm>
                  <a:off x="1457898" y="3418104"/>
                  <a:ext cx="1233499" cy="338554"/>
                </a:xfrm>
                <a:prstGeom prst="rect">
                  <a:avLst/>
                </a:prstGeom>
                <a:solidFill>
                  <a:srgbClr val="0070C0">
                    <a:alpha val="40000"/>
                  </a:srgb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/>
                    <a:t>18°C</a:t>
                  </a:r>
                </a:p>
              </p:txBody>
            </p: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6A85465C-C7FF-D54A-B35E-E75167FBB59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690588" y="2392389"/>
                  <a:ext cx="1" cy="136512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2A5E1C08-8306-924C-BFB5-08515DB5226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452466" y="2392389"/>
                  <a:ext cx="1" cy="136512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3A79AF9E-DE3F-7C4C-863C-9BDA8FB2064E}"/>
                    </a:ext>
                  </a:extLst>
                </p:cNvPr>
                <p:cNvSpPr/>
                <p:nvPr/>
              </p:nvSpPr>
              <p:spPr>
                <a:xfrm>
                  <a:off x="4096151" y="2165548"/>
                  <a:ext cx="75212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15 min</a:t>
                  </a:r>
                </a:p>
              </p:txBody>
            </p:sp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8CB86800-1874-F04B-AF6B-572EB3788F8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6001129" y="2401603"/>
                  <a:ext cx="1" cy="136512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383625C-9459-BB4E-80AF-5CCE9E49476C}"/>
                    </a:ext>
                  </a:extLst>
                </p:cNvPr>
                <p:cNvSpPr/>
                <p:nvPr/>
              </p:nvSpPr>
              <p:spPr>
                <a:xfrm>
                  <a:off x="5622977" y="2165548"/>
                  <a:ext cx="75212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30 min</a:t>
                  </a:r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7780CC61-1F9C-D342-BCB4-06B127C98AF1}"/>
                    </a:ext>
                  </a:extLst>
                </p:cNvPr>
                <p:cNvSpPr/>
                <p:nvPr/>
              </p:nvSpPr>
              <p:spPr>
                <a:xfrm>
                  <a:off x="2441904" y="2165548"/>
                  <a:ext cx="65274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0 min</a:t>
                  </a:r>
                </a:p>
              </p:txBody>
            </p:sp>
          </p:grp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A06A653-B0F2-3043-B008-3CFA517F4E2B}"/>
                  </a:ext>
                </a:extLst>
              </p:cNvPr>
              <p:cNvSpPr/>
              <p:nvPr/>
            </p:nvSpPr>
            <p:spPr>
              <a:xfrm>
                <a:off x="5260612" y="2534096"/>
                <a:ext cx="42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latin typeface="Apple Color Emoji" pitchFamily="2" charset="0"/>
                  </a:rPr>
                  <a:t>❄️</a:t>
                </a: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9FE98FA5-6259-0F4A-B2B2-45571B1ED9FA}"/>
                  </a:ext>
                </a:extLst>
              </p:cNvPr>
              <p:cNvSpPr/>
              <p:nvPr/>
            </p:nvSpPr>
            <p:spPr>
              <a:xfrm>
                <a:off x="3725123" y="2982785"/>
                <a:ext cx="42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latin typeface="Apple Color Emoji" pitchFamily="2" charset="0"/>
                  </a:rPr>
                  <a:t>❄️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9FD0207A-0E57-354E-AB96-E541AEB1CF78}"/>
                  </a:ext>
                </a:extLst>
              </p:cNvPr>
              <p:cNvSpPr/>
              <p:nvPr/>
            </p:nvSpPr>
            <p:spPr>
              <a:xfrm>
                <a:off x="5261771" y="3396031"/>
                <a:ext cx="42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latin typeface="Apple Color Emoji" pitchFamily="2" charset="0"/>
                  </a:rPr>
                  <a:t>❄️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C79D5844-95A5-3B4E-9E0A-E5E0C1C1DAEF}"/>
                </a:ext>
              </a:extLst>
            </p:cNvPr>
            <p:cNvGrpSpPr/>
            <p:nvPr/>
          </p:nvGrpSpPr>
          <p:grpSpPr>
            <a:xfrm>
              <a:off x="5597530" y="2930352"/>
              <a:ext cx="3331579" cy="307777"/>
              <a:chOff x="5613416" y="3953135"/>
              <a:chExt cx="3455279" cy="307777"/>
            </a:xfrm>
          </p:grpSpPr>
          <p:sp>
            <p:nvSpPr>
              <p:cNvPr id="127" name="Rectangle 5">
                <a:extLst>
                  <a:ext uri="{FF2B5EF4-FFF2-40B4-BE49-F238E27FC236}">
                    <a16:creationId xmlns:a16="http://schemas.microsoft.com/office/drawing/2014/main" id="{79149CE2-C23C-D246-9DBF-0BE593138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0" y="3953135"/>
                <a:ext cx="80138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RNA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DE9B6D21-1E62-C64E-9553-54AD6575D0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13416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29" name="Rectangle 5">
                <a:extLst>
                  <a:ext uri="{FF2B5EF4-FFF2-40B4-BE49-F238E27FC236}">
                    <a16:creationId xmlns:a16="http://schemas.microsoft.com/office/drawing/2014/main" id="{F67CC73E-6D14-0146-8CC3-DDD3034EA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598" y="3953135"/>
                <a:ext cx="258509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Illumina (pair-end reads)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FB50C80B-205F-2A4F-9905-24B1CD00D34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1520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D76A663-C4C4-FF47-A790-BF752D06A60C}"/>
                </a:ext>
              </a:extLst>
            </p:cNvPr>
            <p:cNvGrpSpPr/>
            <p:nvPr/>
          </p:nvGrpSpPr>
          <p:grpSpPr>
            <a:xfrm>
              <a:off x="5597530" y="3362583"/>
              <a:ext cx="3331579" cy="307777"/>
              <a:chOff x="5613416" y="3953135"/>
              <a:chExt cx="3455279" cy="307777"/>
            </a:xfrm>
          </p:grpSpPr>
          <p:sp>
            <p:nvSpPr>
              <p:cNvPr id="123" name="Rectangle 5">
                <a:extLst>
                  <a:ext uri="{FF2B5EF4-FFF2-40B4-BE49-F238E27FC236}">
                    <a16:creationId xmlns:a16="http://schemas.microsoft.com/office/drawing/2014/main" id="{6D7FA245-DEC4-A047-8339-425657BAD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0" y="3953135"/>
                <a:ext cx="80138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RNA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0D4494B6-3DA6-E04E-A43B-16B295D1D9D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613416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25" name="Rectangle 5">
                <a:extLst>
                  <a:ext uri="{FF2B5EF4-FFF2-40B4-BE49-F238E27FC236}">
                    <a16:creationId xmlns:a16="http://schemas.microsoft.com/office/drawing/2014/main" id="{9DDF1534-EAC6-6D47-833D-2FD7C070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3598" y="3953135"/>
                <a:ext cx="2585097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Illumina (pair-end reads)</a:t>
                </a:r>
                <a:endParaRPr lang="en-US" b="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404DF02C-CFB1-564D-96EB-3B4471274D4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301520" y="4122412"/>
                <a:ext cx="22606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390408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 Box 4">
            <a:extLst>
              <a:ext uri="{FF2B5EF4-FFF2-40B4-BE49-F238E27FC236}">
                <a16:creationId xmlns:a16="http://schemas.microsoft.com/office/drawing/2014/main" id="{80258A76-E7E2-724E-AE1C-4D6322DA8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3400" y="6415036"/>
            <a:ext cx="978690" cy="29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5pPr>
            <a:lvl6pPr marL="15367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6pPr>
            <a:lvl7pPr marL="19939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7pPr>
            <a:lvl8pPr marL="24511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8pPr>
            <a:lvl9pPr marL="29083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9pPr>
          </a:lstStyle>
          <a:p>
            <a:r>
              <a:rPr lang="en-GB" sz="1400" b="0" dirty="0">
                <a:latin typeface="Calibri"/>
                <a:cs typeface="Calibri"/>
              </a:rPr>
              <a:t>Amy Watt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48BB66-B093-AC45-9391-AA2937C9E784}"/>
              </a:ext>
            </a:extLst>
          </p:cNvPr>
          <p:cNvGrpSpPr/>
          <p:nvPr/>
        </p:nvGrpSpPr>
        <p:grpSpPr>
          <a:xfrm>
            <a:off x="6387035" y="4504267"/>
            <a:ext cx="2431504" cy="1910768"/>
            <a:chOff x="6271895" y="4413787"/>
            <a:chExt cx="2546643" cy="200124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3D3DE9-1C60-7948-A32D-F68420FB792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87001" y="4413787"/>
              <a:ext cx="1231537" cy="200124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812B5A-4A14-354F-A098-FC9DD8F68B1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1895" y="4413787"/>
              <a:ext cx="1315106" cy="2001248"/>
            </a:xfrm>
            <a:prstGeom prst="rect">
              <a:avLst/>
            </a:prstGeom>
          </p:spPr>
        </p:pic>
      </p:grpSp>
      <p:pic>
        <p:nvPicPr>
          <p:cNvPr id="57" name="Picture 56" descr="A close up of a map&#10;&#10;Description automatically generated">
            <a:extLst>
              <a:ext uri="{FF2B5EF4-FFF2-40B4-BE49-F238E27FC236}">
                <a16:creationId xmlns:a16="http://schemas.microsoft.com/office/drawing/2014/main" id="{13B07926-1A88-3740-8700-CE0B374E416A}"/>
              </a:ext>
            </a:extLst>
          </p:cNvPr>
          <p:cNvPicPr/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8977" y="721976"/>
            <a:ext cx="4686935" cy="30310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A9FFB1-6BDC-8444-B181-28B1AD638AC6}"/>
              </a:ext>
            </a:extLst>
          </p:cNvPr>
          <p:cNvSpPr/>
          <p:nvPr/>
        </p:nvSpPr>
        <p:spPr>
          <a:xfrm>
            <a:off x="5254142" y="788749"/>
            <a:ext cx="34608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Myriad Pro"/>
              </a:rPr>
              <a:t>The protein processing pathway in the endoplasmic reticulum seems to be affected differently in </a:t>
            </a:r>
            <a:r>
              <a:rPr lang="en-US" sz="1600" b="0" i="1" dirty="0">
                <a:solidFill>
                  <a:srgbClr val="000000"/>
                </a:solidFill>
                <a:latin typeface="Myriad Pro"/>
              </a:rPr>
              <a:t>H. vulgaris 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and </a:t>
            </a:r>
            <a:r>
              <a:rPr lang="en-US" sz="1600" b="0" i="1" dirty="0">
                <a:solidFill>
                  <a:srgbClr val="000000"/>
                </a:solidFill>
                <a:latin typeface="Myriad Pro"/>
              </a:rPr>
              <a:t>H. </a:t>
            </a:r>
            <a:r>
              <a:rPr lang="en-US" sz="1600" b="0" i="1" dirty="0" err="1">
                <a:solidFill>
                  <a:srgbClr val="000000"/>
                </a:solidFill>
                <a:latin typeface="Myriad Pro"/>
              </a:rPr>
              <a:t>oligactis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.</a:t>
            </a:r>
          </a:p>
        </p:txBody>
      </p:sp>
      <p:sp>
        <p:nvSpPr>
          <p:cNvPr id="66" name="Rectangle 5">
            <a:extLst>
              <a:ext uri="{FF2B5EF4-FFF2-40B4-BE49-F238E27FC236}">
                <a16:creationId xmlns:a16="http://schemas.microsoft.com/office/drawing/2014/main" id="{1FB76B36-16DD-4A4D-9A52-FB48D22BE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187" y="137180"/>
            <a:ext cx="53356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vulgaris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versus 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oligactis</a:t>
            </a:r>
            <a:endParaRPr lang="en-US" sz="2800" b="0" i="1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7E1F5-052F-704E-8BF6-E26D5090C621}"/>
              </a:ext>
            </a:extLst>
          </p:cNvPr>
          <p:cNvSpPr/>
          <p:nvPr/>
        </p:nvSpPr>
        <p:spPr>
          <a:xfrm>
            <a:off x="5254140" y="1986190"/>
            <a:ext cx="34374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000000"/>
                </a:solidFill>
                <a:latin typeface="Myriad Pro"/>
              </a:rPr>
              <a:t>H. </a:t>
            </a:r>
            <a:r>
              <a:rPr lang="en-US" sz="1600" b="0" i="1" dirty="0" err="1">
                <a:solidFill>
                  <a:srgbClr val="000000"/>
                </a:solidFill>
                <a:latin typeface="Myriad Pro"/>
              </a:rPr>
              <a:t>oligactis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 is not properly employing a response to heat shock that relieves the stress experienced in the ER and upregulates apoptosis. </a:t>
            </a:r>
          </a:p>
        </p:txBody>
      </p:sp>
      <p:pic>
        <p:nvPicPr>
          <p:cNvPr id="55" name="Picture 54" descr="A close up of a map&#10;&#10;Description automatically generated">
            <a:extLst>
              <a:ext uri="{FF2B5EF4-FFF2-40B4-BE49-F238E27FC236}">
                <a16:creationId xmlns:a16="http://schemas.microsoft.com/office/drawing/2014/main" id="{6DAD8F3E-9A28-FA41-9C4F-9F77C107B700}"/>
              </a:ext>
            </a:extLst>
          </p:cNvPr>
          <p:cNvPicPr/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577"/>
          <a:stretch/>
        </p:blipFill>
        <p:spPr bwMode="auto">
          <a:xfrm>
            <a:off x="446923" y="3654991"/>
            <a:ext cx="4686935" cy="30310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BA368C-029E-194A-8792-EE14C7129EB9}"/>
              </a:ext>
            </a:extLst>
          </p:cNvPr>
          <p:cNvSpPr/>
          <p:nvPr/>
        </p:nvSpPr>
        <p:spPr>
          <a:xfrm>
            <a:off x="5254142" y="3548374"/>
            <a:ext cx="8726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Myriad Pro"/>
              </a:rPr>
              <a:t>TE?</a:t>
            </a:r>
          </a:p>
        </p:txBody>
      </p:sp>
      <p:pic>
        <p:nvPicPr>
          <p:cNvPr id="13" name="Picture 12" descr="A close up of a map&#10;&#10;Description automatically generated">
            <a:extLst>
              <a:ext uri="{FF2B5EF4-FFF2-40B4-BE49-F238E27FC236}">
                <a16:creationId xmlns:a16="http://schemas.microsoft.com/office/drawing/2014/main" id="{745AD7A5-6DB5-FA4D-8B1C-B9352729A4AC}"/>
              </a:ext>
            </a:extLst>
          </p:cNvPr>
          <p:cNvPicPr/>
          <p:nvPr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8977" y="866634"/>
            <a:ext cx="8424777" cy="54483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3222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10E7B-8CD4-0F35-CCE2-E05FAB7F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61566B2-B007-8476-2407-50325BE3115C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4709C2-B859-C6A4-76FC-4014085A732A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0" name="Rectangle 5">
            <a:extLst>
              <a:ext uri="{FF2B5EF4-FFF2-40B4-BE49-F238E27FC236}">
                <a16:creationId xmlns:a16="http://schemas.microsoft.com/office/drawing/2014/main" id="{A096227D-574B-90B4-5E20-EC8B55630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45" y="137180"/>
            <a:ext cx="57533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: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a new hydra clade!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C201E8C-FB40-9469-2A24-1D309D7DBFA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750989" y="1113058"/>
            <a:ext cx="5674380" cy="5674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B76B8E-76ED-CB5E-CC23-C9C2C925D8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0078" y="1242376"/>
            <a:ext cx="5276512" cy="5515340"/>
          </a:xfrm>
          <a:prstGeom prst="rect">
            <a:avLst/>
          </a:prstGeom>
        </p:spPr>
      </p:pic>
      <p:grpSp>
        <p:nvGrpSpPr>
          <p:cNvPr id="7" name="Group 455">
            <a:extLst>
              <a:ext uri="{FF2B5EF4-FFF2-40B4-BE49-F238E27FC236}">
                <a16:creationId xmlns:a16="http://schemas.microsoft.com/office/drawing/2014/main" id="{9932D4DD-0AAB-9921-B6A7-27048FCE8F0A}"/>
              </a:ext>
            </a:extLst>
          </p:cNvPr>
          <p:cNvGrpSpPr>
            <a:grpSpLocks/>
          </p:cNvGrpSpPr>
          <p:nvPr/>
        </p:nvGrpSpPr>
        <p:grpSpPr bwMode="auto">
          <a:xfrm>
            <a:off x="98716" y="1325245"/>
            <a:ext cx="4529845" cy="5026244"/>
            <a:chOff x="3917515" y="1080644"/>
            <a:chExt cx="3425902" cy="3801589"/>
          </a:xfrm>
        </p:grpSpPr>
        <p:sp>
          <p:nvSpPr>
            <p:cNvPr id="15" name="Text Box 213">
              <a:extLst>
                <a:ext uri="{FF2B5EF4-FFF2-40B4-BE49-F238E27FC236}">
                  <a16:creationId xmlns:a16="http://schemas.microsoft.com/office/drawing/2014/main" id="{9F849188-3CC1-5E1D-45AB-FB015E54C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6721" y="2671815"/>
              <a:ext cx="1956696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latin typeface="Myriad Pro"/>
                  <a:cs typeface="Myriad Pro"/>
                </a:rPr>
                <a:t>Hydra </a:t>
              </a:r>
              <a:r>
                <a:rPr lang="en-US" i="1" dirty="0" err="1">
                  <a:latin typeface="Myriad Pro"/>
                  <a:cs typeface="Myriad Pro"/>
                </a:rPr>
                <a:t>hymanae</a:t>
              </a:r>
              <a:endParaRPr lang="en-US" i="1" dirty="0">
                <a:latin typeface="Myriad Pro"/>
                <a:cs typeface="Myriad Pro"/>
              </a:endParaRPr>
            </a:p>
          </p:txBody>
        </p:sp>
        <p:grpSp>
          <p:nvGrpSpPr>
            <p:cNvPr id="21" name="Group 453">
              <a:extLst>
                <a:ext uri="{FF2B5EF4-FFF2-40B4-BE49-F238E27FC236}">
                  <a16:creationId xmlns:a16="http://schemas.microsoft.com/office/drawing/2014/main" id="{F0D7DD50-94FF-5197-78FA-A5D568130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7515" y="1080644"/>
              <a:ext cx="1378406" cy="3043067"/>
              <a:chOff x="3800788" y="990844"/>
              <a:chExt cx="1857303" cy="4100314"/>
            </a:xfrm>
          </p:grpSpPr>
          <p:grpSp>
            <p:nvGrpSpPr>
              <p:cNvPr id="25" name="Group 450">
                <a:extLst>
                  <a:ext uri="{FF2B5EF4-FFF2-40B4-BE49-F238E27FC236}">
                    <a16:creationId xmlns:a16="http://schemas.microsoft.com/office/drawing/2014/main" id="{D2C59B0B-0194-2385-3680-4CBA94A651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0788" y="2050925"/>
                <a:ext cx="1482884" cy="3040233"/>
                <a:chOff x="2876196" y="2163973"/>
                <a:chExt cx="2690593" cy="3264576"/>
              </a:xfrm>
            </p:grpSpPr>
            <p:sp>
              <p:nvSpPr>
                <p:cNvPr id="35" name="Freeform 133">
                  <a:extLst>
                    <a:ext uri="{FF2B5EF4-FFF2-40B4-BE49-F238E27FC236}">
                      <a16:creationId xmlns:a16="http://schemas.microsoft.com/office/drawing/2014/main" id="{3F240F47-F9EB-6FCE-0D7D-8A86534CF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6196" y="2474820"/>
                  <a:ext cx="1058335" cy="2100612"/>
                </a:xfrm>
                <a:custGeom>
                  <a:avLst/>
                  <a:gdLst>
                    <a:gd name="T0" fmla="*/ 2147483647 w 804"/>
                    <a:gd name="T1" fmla="*/ 0 h 1534"/>
                    <a:gd name="T2" fmla="*/ 0 w 804"/>
                    <a:gd name="T3" fmla="*/ 0 h 1534"/>
                    <a:gd name="T4" fmla="*/ 0 w 804"/>
                    <a:gd name="T5" fmla="*/ 2147483647 h 1534"/>
                    <a:gd name="T6" fmla="*/ 2147483647 w 804"/>
                    <a:gd name="T7" fmla="*/ 2147483647 h 15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04"/>
                    <a:gd name="T13" fmla="*/ 0 h 1534"/>
                    <a:gd name="T14" fmla="*/ 804 w 804"/>
                    <a:gd name="T15" fmla="*/ 1534 h 15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04" h="1534">
                      <a:moveTo>
                        <a:pt x="603" y="0"/>
                      </a:moveTo>
                      <a:lnTo>
                        <a:pt x="0" y="0"/>
                      </a:lnTo>
                      <a:lnTo>
                        <a:pt x="0" y="1534"/>
                      </a:lnTo>
                      <a:lnTo>
                        <a:pt x="804" y="1534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144">
                  <a:extLst>
                    <a:ext uri="{FF2B5EF4-FFF2-40B4-BE49-F238E27FC236}">
                      <a16:creationId xmlns:a16="http://schemas.microsoft.com/office/drawing/2014/main" id="{E6CAF98E-E4FD-8F88-1FEE-AEF35A22A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9947" y="2163973"/>
                  <a:ext cx="914854" cy="620324"/>
                </a:xfrm>
                <a:custGeom>
                  <a:avLst/>
                  <a:gdLst>
                    <a:gd name="T0" fmla="*/ 2147483647 w 695"/>
                    <a:gd name="T1" fmla="*/ 0 h 453"/>
                    <a:gd name="T2" fmla="*/ 0 w 695"/>
                    <a:gd name="T3" fmla="*/ 0 h 453"/>
                    <a:gd name="T4" fmla="*/ 0 w 695"/>
                    <a:gd name="T5" fmla="*/ 2147483647 h 453"/>
                    <a:gd name="T6" fmla="*/ 2147483647 w 695"/>
                    <a:gd name="T7" fmla="*/ 2147483647 h 4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95"/>
                    <a:gd name="T13" fmla="*/ 0 h 453"/>
                    <a:gd name="T14" fmla="*/ 695 w 695"/>
                    <a:gd name="T15" fmla="*/ 453 h 4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95" h="453">
                      <a:moveTo>
                        <a:pt x="695" y="0"/>
                      </a:moveTo>
                      <a:lnTo>
                        <a:pt x="0" y="0"/>
                      </a:lnTo>
                      <a:lnTo>
                        <a:pt x="0" y="453"/>
                      </a:lnTo>
                      <a:lnTo>
                        <a:pt x="401" y="45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149">
                  <a:extLst>
                    <a:ext uri="{FF2B5EF4-FFF2-40B4-BE49-F238E27FC236}">
                      <a16:creationId xmlns:a16="http://schemas.microsoft.com/office/drawing/2014/main" id="{D3CCC586-BC4A-AD27-A8E5-C4E2B2412A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97798" y="2636406"/>
                  <a:ext cx="387003" cy="302631"/>
                </a:xfrm>
                <a:custGeom>
                  <a:avLst/>
                  <a:gdLst>
                    <a:gd name="T0" fmla="*/ 2147483647 w 294"/>
                    <a:gd name="T1" fmla="*/ 0 h 221"/>
                    <a:gd name="T2" fmla="*/ 0 w 294"/>
                    <a:gd name="T3" fmla="*/ 0 h 221"/>
                    <a:gd name="T4" fmla="*/ 0 w 294"/>
                    <a:gd name="T5" fmla="*/ 2147483647 h 221"/>
                    <a:gd name="T6" fmla="*/ 2147483647 w 294"/>
                    <a:gd name="T7" fmla="*/ 2147483647 h 2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4"/>
                    <a:gd name="T13" fmla="*/ 0 h 221"/>
                    <a:gd name="T14" fmla="*/ 294 w 294"/>
                    <a:gd name="T15" fmla="*/ 221 h 2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4" h="221">
                      <a:moveTo>
                        <a:pt x="139" y="0"/>
                      </a:moveTo>
                      <a:lnTo>
                        <a:pt x="0" y="0"/>
                      </a:lnTo>
                      <a:lnTo>
                        <a:pt x="0" y="221"/>
                      </a:lnTo>
                      <a:lnTo>
                        <a:pt x="294" y="221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150">
                  <a:extLst>
                    <a:ext uri="{FF2B5EF4-FFF2-40B4-BE49-F238E27FC236}">
                      <a16:creationId xmlns:a16="http://schemas.microsoft.com/office/drawing/2014/main" id="{E2A2F960-4004-5D0C-6429-9EB0931AD7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80769" y="2472267"/>
                  <a:ext cx="501525" cy="242192"/>
                </a:xfrm>
                <a:custGeom>
                  <a:avLst/>
                  <a:gdLst>
                    <a:gd name="T0" fmla="*/ 2147483647 w 381"/>
                    <a:gd name="T1" fmla="*/ 0 h 114"/>
                    <a:gd name="T2" fmla="*/ 0 w 381"/>
                    <a:gd name="T3" fmla="*/ 0 h 114"/>
                    <a:gd name="T4" fmla="*/ 0 w 381"/>
                    <a:gd name="T5" fmla="*/ 2147483647 h 114"/>
                    <a:gd name="T6" fmla="*/ 2147483647 w 381"/>
                    <a:gd name="T7" fmla="*/ 2147483647 h 11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1"/>
                    <a:gd name="T13" fmla="*/ 0 h 114"/>
                    <a:gd name="T14" fmla="*/ 381 w 381"/>
                    <a:gd name="T15" fmla="*/ 114 h 11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1" h="114">
                      <a:moveTo>
                        <a:pt x="299" y="0"/>
                      </a:moveTo>
                      <a:lnTo>
                        <a:pt x="0" y="0"/>
                      </a:lnTo>
                      <a:lnTo>
                        <a:pt x="0" y="114"/>
                      </a:lnTo>
                      <a:lnTo>
                        <a:pt x="381" y="114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163">
                  <a:extLst>
                    <a:ext uri="{FF2B5EF4-FFF2-40B4-BE49-F238E27FC236}">
                      <a16:creationId xmlns:a16="http://schemas.microsoft.com/office/drawing/2014/main" id="{B264538A-CF0A-C980-7792-B54DE4F492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3740" y="3386667"/>
                  <a:ext cx="501524" cy="512297"/>
                </a:xfrm>
                <a:custGeom>
                  <a:avLst/>
                  <a:gdLst>
                    <a:gd name="T0" fmla="*/ 2147483647 w 381"/>
                    <a:gd name="T1" fmla="*/ 0 h 248"/>
                    <a:gd name="T2" fmla="*/ 0 w 381"/>
                    <a:gd name="T3" fmla="*/ 0 h 248"/>
                    <a:gd name="T4" fmla="*/ 0 w 381"/>
                    <a:gd name="T5" fmla="*/ 2147483647 h 248"/>
                    <a:gd name="T6" fmla="*/ 2147483647 w 381"/>
                    <a:gd name="T7" fmla="*/ 2147483647 h 2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1"/>
                    <a:gd name="T13" fmla="*/ 0 h 248"/>
                    <a:gd name="T14" fmla="*/ 381 w 381"/>
                    <a:gd name="T15" fmla="*/ 248 h 2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1" h="248">
                      <a:moveTo>
                        <a:pt x="381" y="0"/>
                      </a:moveTo>
                      <a:lnTo>
                        <a:pt x="0" y="0"/>
                      </a:lnTo>
                      <a:lnTo>
                        <a:pt x="0" y="248"/>
                      </a:lnTo>
                      <a:lnTo>
                        <a:pt x="160" y="248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176">
                  <a:extLst>
                    <a:ext uri="{FF2B5EF4-FFF2-40B4-BE49-F238E27FC236}">
                      <a16:creationId xmlns:a16="http://schemas.microsoft.com/office/drawing/2014/main" id="{2796EBB7-3D63-8145-DDA1-97F50B3FE9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4354" y="3736009"/>
                  <a:ext cx="792435" cy="324541"/>
                </a:xfrm>
                <a:custGeom>
                  <a:avLst/>
                  <a:gdLst>
                    <a:gd name="T0" fmla="*/ 2147483647 w 602"/>
                    <a:gd name="T1" fmla="*/ 0 h 237"/>
                    <a:gd name="T2" fmla="*/ 0 w 602"/>
                    <a:gd name="T3" fmla="*/ 0 h 237"/>
                    <a:gd name="T4" fmla="*/ 0 w 602"/>
                    <a:gd name="T5" fmla="*/ 2147483647 h 237"/>
                    <a:gd name="T6" fmla="*/ 2147483647 w 602"/>
                    <a:gd name="T7" fmla="*/ 2147483647 h 2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02"/>
                    <a:gd name="T13" fmla="*/ 0 h 237"/>
                    <a:gd name="T14" fmla="*/ 602 w 602"/>
                    <a:gd name="T15" fmla="*/ 237 h 2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02" h="237">
                      <a:moveTo>
                        <a:pt x="602" y="0"/>
                      </a:moveTo>
                      <a:lnTo>
                        <a:pt x="0" y="0"/>
                      </a:lnTo>
                      <a:lnTo>
                        <a:pt x="0" y="237"/>
                      </a:lnTo>
                      <a:lnTo>
                        <a:pt x="432" y="237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178">
                  <a:extLst>
                    <a:ext uri="{FF2B5EF4-FFF2-40B4-BE49-F238E27FC236}">
                      <a16:creationId xmlns:a16="http://schemas.microsoft.com/office/drawing/2014/main" id="{FB4182FD-D5F9-D136-80F5-0C9E7C7A34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34532" y="3729162"/>
                  <a:ext cx="785853" cy="1699387"/>
                </a:xfrm>
                <a:custGeom>
                  <a:avLst/>
                  <a:gdLst>
                    <a:gd name="T0" fmla="*/ 2147483647 w 597"/>
                    <a:gd name="T1" fmla="*/ 0 h 1241"/>
                    <a:gd name="T2" fmla="*/ 0 w 597"/>
                    <a:gd name="T3" fmla="*/ 0 h 1241"/>
                    <a:gd name="T4" fmla="*/ 0 w 597"/>
                    <a:gd name="T5" fmla="*/ 2147483647 h 1241"/>
                    <a:gd name="T6" fmla="*/ 2147483647 w 597"/>
                    <a:gd name="T7" fmla="*/ 2147483647 h 12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97"/>
                    <a:gd name="T13" fmla="*/ 0 h 1241"/>
                    <a:gd name="T14" fmla="*/ 597 w 597"/>
                    <a:gd name="T15" fmla="*/ 1241 h 12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97" h="1241">
                      <a:moveTo>
                        <a:pt x="478" y="0"/>
                      </a:moveTo>
                      <a:lnTo>
                        <a:pt x="0" y="0"/>
                      </a:lnTo>
                      <a:lnTo>
                        <a:pt x="0" y="1241"/>
                      </a:lnTo>
                      <a:lnTo>
                        <a:pt x="597" y="1241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6" name="Isosceles Triangle 441">
                <a:extLst>
                  <a:ext uri="{FF2B5EF4-FFF2-40B4-BE49-F238E27FC236}">
                    <a16:creationId xmlns:a16="http://schemas.microsoft.com/office/drawing/2014/main" id="{A9599133-36F1-5CE6-3A17-2C18255D2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824837" y="1836603"/>
                <a:ext cx="201061" cy="415443"/>
              </a:xfrm>
              <a:prstGeom prst="triangle">
                <a:avLst>
                  <a:gd name="adj" fmla="val 47296"/>
                </a:avLst>
              </a:prstGeom>
              <a:solidFill>
                <a:srgbClr val="00B0F0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" name="Isosceles Triangle 443">
                <a:extLst>
                  <a:ext uri="{FF2B5EF4-FFF2-40B4-BE49-F238E27FC236}">
                    <a16:creationId xmlns:a16="http://schemas.microsoft.com/office/drawing/2014/main" id="{173598EE-65C1-83E4-1D06-4F09A01C0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4988467" y="2981465"/>
                <a:ext cx="410012" cy="392612"/>
              </a:xfrm>
              <a:prstGeom prst="triangle">
                <a:avLst>
                  <a:gd name="adj" fmla="val 47296"/>
                </a:avLst>
              </a:prstGeom>
              <a:solidFill>
                <a:srgbClr val="FFBF1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Isosceles Triangle 445">
                <a:extLst>
                  <a:ext uri="{FF2B5EF4-FFF2-40B4-BE49-F238E27FC236}">
                    <a16:creationId xmlns:a16="http://schemas.microsoft.com/office/drawing/2014/main" id="{F77356BF-7CAC-BD7F-95AA-1FB12AE96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802013" y="2562010"/>
                <a:ext cx="201061" cy="415443"/>
              </a:xfrm>
              <a:prstGeom prst="triangle">
                <a:avLst>
                  <a:gd name="adj" fmla="val 47296"/>
                </a:avLst>
              </a:prstGeom>
              <a:solidFill>
                <a:srgbClr val="0705F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Isosceles Triangle 446">
                <a:extLst>
                  <a:ext uri="{FF2B5EF4-FFF2-40B4-BE49-F238E27FC236}">
                    <a16:creationId xmlns:a16="http://schemas.microsoft.com/office/drawing/2014/main" id="{9E3F64B4-A1A7-9B79-8E08-3FEBDEA9A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384700" y="3298620"/>
                <a:ext cx="122213" cy="424569"/>
              </a:xfrm>
              <a:prstGeom prst="triangle">
                <a:avLst>
                  <a:gd name="adj" fmla="val 47296"/>
                </a:avLst>
              </a:prstGeom>
              <a:solidFill>
                <a:srgbClr val="FC1787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Isosceles Triangle 447">
                <a:extLst>
                  <a:ext uri="{FF2B5EF4-FFF2-40B4-BE49-F238E27FC236}">
                    <a16:creationId xmlns:a16="http://schemas.microsoft.com/office/drawing/2014/main" id="{EAAB3F6D-BB21-9ED2-87F6-618CDABC3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5133523" y="3608308"/>
                <a:ext cx="410012" cy="392612"/>
              </a:xfrm>
              <a:prstGeom prst="triangle">
                <a:avLst>
                  <a:gd name="adj" fmla="val 47296"/>
                </a:avLst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Isosceles Triangle 449">
                <a:extLst>
                  <a:ext uri="{FF2B5EF4-FFF2-40B4-BE49-F238E27FC236}">
                    <a16:creationId xmlns:a16="http://schemas.microsoft.com/office/drawing/2014/main" id="{0A86201F-E8BC-32E7-AA86-9797395F0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680782" y="1129021"/>
                <a:ext cx="678096" cy="401741"/>
              </a:xfrm>
              <a:prstGeom prst="triangle">
                <a:avLst>
                  <a:gd name="adj" fmla="val 47296"/>
                </a:avLst>
              </a:prstGeom>
              <a:solidFill>
                <a:srgbClr val="15A70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Text Box 213">
              <a:extLst>
                <a:ext uri="{FF2B5EF4-FFF2-40B4-BE49-F238E27FC236}">
                  <a16:creationId xmlns:a16="http://schemas.microsoft.com/office/drawing/2014/main" id="{AC201F4B-8D5F-D53B-6942-28D43F938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7811" y="1841224"/>
              <a:ext cx="139708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  <a:latin typeface="Myriad Pro"/>
                  <a:cs typeface="Myriad Pro"/>
                </a:rPr>
                <a:t>Hydra </a:t>
              </a:r>
              <a:r>
                <a:rPr lang="en-US" i="1" dirty="0" err="1">
                  <a:solidFill>
                    <a:srgbClr val="000000"/>
                  </a:solidFill>
                  <a:latin typeface="Myriad Pro"/>
                  <a:cs typeface="Myriad Pro"/>
                </a:rPr>
                <a:t>viridissima</a:t>
              </a:r>
              <a:endParaRPr lang="en-US" i="1" dirty="0">
                <a:solidFill>
                  <a:srgbClr val="000000"/>
                </a:solidFill>
                <a:latin typeface="Myriad Pro"/>
                <a:cs typeface="Myriad Pro"/>
              </a:endParaRPr>
            </a:p>
          </p:txBody>
        </p:sp>
        <p:sp>
          <p:nvSpPr>
            <p:cNvPr id="24" name="Text Box 252">
              <a:extLst>
                <a:ext uri="{FF2B5EF4-FFF2-40B4-BE49-F238E27FC236}">
                  <a16:creationId xmlns:a16="http://schemas.microsoft.com/office/drawing/2014/main" id="{45878A3C-F3E9-AD75-725D-DB0DFACE7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6847" y="4649446"/>
              <a:ext cx="1322068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latin typeface="Myriad Pro"/>
                  <a:cs typeface="Myriad Pro"/>
                </a:rPr>
                <a:t>Hydra vulgaris</a:t>
              </a:r>
            </a:p>
          </p:txBody>
        </p:sp>
      </p:grpSp>
      <p:sp>
        <p:nvSpPr>
          <p:cNvPr id="8" name="Freeform 138">
            <a:extLst>
              <a:ext uri="{FF2B5EF4-FFF2-40B4-BE49-F238E27FC236}">
                <a16:creationId xmlns:a16="http://schemas.microsoft.com/office/drawing/2014/main" id="{024DD2AB-42E1-D13D-45D0-4C108CA70412}"/>
              </a:ext>
            </a:extLst>
          </p:cNvPr>
          <p:cNvSpPr>
            <a:spLocks/>
          </p:cNvSpPr>
          <p:nvPr/>
        </p:nvSpPr>
        <p:spPr bwMode="auto">
          <a:xfrm>
            <a:off x="-707736" y="1676084"/>
            <a:ext cx="825500" cy="1958975"/>
          </a:xfrm>
          <a:custGeom>
            <a:avLst/>
            <a:gdLst>
              <a:gd name="T0" fmla="*/ 2147483647 w 1113"/>
              <a:gd name="T1" fmla="*/ 2147483647 h 1158"/>
              <a:gd name="T2" fmla="*/ 2147483647 w 1113"/>
              <a:gd name="T3" fmla="*/ 0 h 1158"/>
              <a:gd name="T4" fmla="*/ 0 w 1113"/>
              <a:gd name="T5" fmla="*/ 2147483647 h 1158"/>
              <a:gd name="T6" fmla="*/ 0 w 1113"/>
              <a:gd name="T7" fmla="*/ 2147483647 h 1158"/>
              <a:gd name="T8" fmla="*/ 2147483647 w 1113"/>
              <a:gd name="T9" fmla="*/ 2147483647 h 11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13"/>
              <a:gd name="T16" fmla="*/ 0 h 1158"/>
              <a:gd name="T17" fmla="*/ 1113 w 1113"/>
              <a:gd name="T18" fmla="*/ 1158 h 11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13" h="1158">
                <a:moveTo>
                  <a:pt x="396" y="4"/>
                </a:moveTo>
                <a:cubicBezTo>
                  <a:pt x="390" y="3"/>
                  <a:pt x="1113" y="1"/>
                  <a:pt x="1107" y="0"/>
                </a:cubicBezTo>
                <a:lnTo>
                  <a:pt x="0" y="4"/>
                </a:lnTo>
                <a:lnTo>
                  <a:pt x="0" y="1158"/>
                </a:lnTo>
                <a:lnTo>
                  <a:pt x="1096" y="1158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8E79C-D7D7-0105-BAC4-0099330FE534}"/>
              </a:ext>
            </a:extLst>
          </p:cNvPr>
          <p:cNvSpPr txBox="1"/>
          <p:nvPr/>
        </p:nvSpPr>
        <p:spPr>
          <a:xfrm>
            <a:off x="-298545" y="2307146"/>
            <a:ext cx="1074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D200D2"/>
                </a:solidFill>
              </a:rPr>
              <a:t>Braueri</a:t>
            </a:r>
            <a:endParaRPr lang="en-US" dirty="0">
              <a:solidFill>
                <a:srgbClr val="D200D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ACA54-452C-CA08-D208-3A923471B2D9}"/>
              </a:ext>
            </a:extLst>
          </p:cNvPr>
          <p:cNvSpPr txBox="1"/>
          <p:nvPr/>
        </p:nvSpPr>
        <p:spPr>
          <a:xfrm>
            <a:off x="94043" y="3473630"/>
            <a:ext cx="1067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6600"/>
                </a:solidFill>
              </a:rPr>
              <a:t>Oligactis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88B565-F0F8-AA8E-22AB-F0460920144F}"/>
              </a:ext>
            </a:extLst>
          </p:cNvPr>
          <p:cNvSpPr txBox="1"/>
          <p:nvPr/>
        </p:nvSpPr>
        <p:spPr>
          <a:xfrm>
            <a:off x="180398" y="5336890"/>
            <a:ext cx="1000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Vulgaris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7289B-15FF-A09C-C2A8-BDB68D1E22CB}"/>
              </a:ext>
            </a:extLst>
          </p:cNvPr>
          <p:cNvSpPr txBox="1"/>
          <p:nvPr/>
        </p:nvSpPr>
        <p:spPr>
          <a:xfrm>
            <a:off x="-1004012" y="1345733"/>
            <a:ext cx="2196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7A93A"/>
                </a:solidFill>
              </a:rPr>
              <a:t>Viridissima</a:t>
            </a:r>
            <a:endParaRPr lang="en-US" dirty="0">
              <a:solidFill>
                <a:srgbClr val="07A93A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33165A2-7E3B-40AA-0E07-E182D082F2B2}"/>
              </a:ext>
            </a:extLst>
          </p:cNvPr>
          <p:cNvGrpSpPr/>
          <p:nvPr/>
        </p:nvGrpSpPr>
        <p:grpSpPr>
          <a:xfrm>
            <a:off x="827504" y="4676590"/>
            <a:ext cx="2241713" cy="737413"/>
            <a:chOff x="2386138" y="4460159"/>
            <a:chExt cx="2241713" cy="737413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4741CB0-89E3-2A57-1891-1234127EC7FC}"/>
                </a:ext>
              </a:extLst>
            </p:cNvPr>
            <p:cNvSpPr/>
            <p:nvPr/>
          </p:nvSpPr>
          <p:spPr bwMode="auto">
            <a:xfrm>
              <a:off x="2386138" y="5043345"/>
              <a:ext cx="154227" cy="154227"/>
            </a:xfrm>
            <a:prstGeom prst="ellipse">
              <a:avLst/>
            </a:prstGeom>
            <a:solidFill>
              <a:srgbClr val="0432FF"/>
            </a:solidFill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501FC97-895D-2780-5FC5-E84E019ACFA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77722" y="4460159"/>
              <a:ext cx="0" cy="63204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DA6D3DE2-D9B1-132A-B797-808DBE75F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165" y="4703699"/>
              <a:ext cx="1053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r">
                <a:buSzPct val="100000"/>
                <a:defRPr/>
              </a:pPr>
              <a:r>
                <a:rPr lang="en-US" sz="1200" i="1" dirty="0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H.  </a:t>
              </a:r>
              <a:r>
                <a:rPr lang="en-US" sz="1200" i="1" dirty="0" err="1">
                  <a:solidFill>
                    <a:srgbClr val="000000"/>
                  </a:solidFill>
                  <a:latin typeface="Myriad Pro"/>
                  <a:ea typeface="Arial" charset="0"/>
                  <a:cs typeface="Myriad Pro"/>
                </a:rPr>
                <a:t>lirosoma</a:t>
              </a:r>
              <a:endParaRPr lang="en-US" sz="120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endParaRP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6DAEDDB0-16FD-E191-33FE-2B95431809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08423" y="3544966"/>
            <a:ext cx="16510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5"/>
          <p:cNvGrpSpPr>
            <a:grpSpLocks/>
          </p:cNvGrpSpPr>
          <p:nvPr/>
        </p:nvGrpSpPr>
        <p:grpSpPr bwMode="auto">
          <a:xfrm>
            <a:off x="1704826" y="1626123"/>
            <a:ext cx="3150818" cy="4675192"/>
            <a:chOff x="3905388" y="1067831"/>
            <a:chExt cx="2382950" cy="3536074"/>
          </a:xfrm>
        </p:grpSpPr>
        <p:sp>
          <p:nvSpPr>
            <p:cNvPr id="40976" name="Text Box 213"/>
            <p:cNvSpPr txBox="1">
              <a:spLocks noChangeArrowheads="1"/>
            </p:cNvSpPr>
            <p:nvPr/>
          </p:nvSpPr>
          <p:spPr bwMode="auto">
            <a:xfrm>
              <a:off x="5320936" y="1734758"/>
              <a:ext cx="912978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hymanae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78" name="Text Box 243"/>
            <p:cNvSpPr txBox="1">
              <a:spLocks noChangeArrowheads="1"/>
            </p:cNvSpPr>
            <p:nvPr/>
          </p:nvSpPr>
          <p:spPr bwMode="auto">
            <a:xfrm>
              <a:off x="5077374" y="2004805"/>
              <a:ext cx="1143732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circumcincta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79" name="Text Box 252"/>
            <p:cNvSpPr txBox="1">
              <a:spLocks noChangeArrowheads="1"/>
            </p:cNvSpPr>
            <p:nvPr/>
          </p:nvSpPr>
          <p:spPr bwMode="auto">
            <a:xfrm>
              <a:off x="5278540" y="2281064"/>
              <a:ext cx="1009798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utahensis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81" name="Text Box 287"/>
            <p:cNvSpPr txBox="1">
              <a:spLocks noChangeArrowheads="1"/>
            </p:cNvSpPr>
            <p:nvPr/>
          </p:nvSpPr>
          <p:spPr bwMode="auto">
            <a:xfrm>
              <a:off x="5325877" y="2805454"/>
              <a:ext cx="88882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oxycnida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82" name="Text Box 305"/>
            <p:cNvSpPr txBox="1">
              <a:spLocks noChangeArrowheads="1"/>
            </p:cNvSpPr>
            <p:nvPr/>
          </p:nvSpPr>
          <p:spPr bwMode="auto">
            <a:xfrm>
              <a:off x="5171222" y="3029077"/>
              <a:ext cx="1062689" cy="2380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canadensis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453"/>
            <p:cNvGrpSpPr>
              <a:grpSpLocks/>
            </p:cNvGrpSpPr>
            <p:nvPr/>
          </p:nvGrpSpPr>
          <p:grpSpPr bwMode="auto">
            <a:xfrm>
              <a:off x="3905388" y="1067831"/>
              <a:ext cx="1217551" cy="3536074"/>
              <a:chOff x="3784443" y="973581"/>
              <a:chExt cx="1640561" cy="4764606"/>
            </a:xfrm>
          </p:grpSpPr>
          <p:sp>
            <p:nvSpPr>
              <p:cNvPr id="40994" name="Isosceles Triangle 448"/>
              <p:cNvSpPr>
                <a:spLocks noChangeArrowheads="1"/>
              </p:cNvSpPr>
              <p:nvPr/>
            </p:nvSpPr>
            <p:spPr bwMode="auto">
              <a:xfrm rot="16200000">
                <a:off x="4196112" y="4509296"/>
                <a:ext cx="1837166" cy="620615"/>
              </a:xfrm>
              <a:prstGeom prst="triangle">
                <a:avLst>
                  <a:gd name="adj" fmla="val 47296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0993" name="Isosceles Triangle 447"/>
              <p:cNvSpPr>
                <a:spLocks noChangeArrowheads="1"/>
              </p:cNvSpPr>
              <p:nvPr/>
            </p:nvSpPr>
            <p:spPr bwMode="auto">
              <a:xfrm rot="16200000">
                <a:off x="5078605" y="3473401"/>
                <a:ext cx="410012" cy="282782"/>
              </a:xfrm>
              <a:prstGeom prst="triangle">
                <a:avLst>
                  <a:gd name="adj" fmla="val 47296"/>
                </a:avLst>
              </a:prstGeom>
              <a:solidFill>
                <a:srgbClr val="DF8A8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90" name="Isosceles Triangle 444"/>
              <p:cNvSpPr>
                <a:spLocks noChangeArrowheads="1"/>
              </p:cNvSpPr>
              <p:nvPr/>
            </p:nvSpPr>
            <p:spPr bwMode="auto">
              <a:xfrm rot="16200000">
                <a:off x="5245379" y="3164130"/>
                <a:ext cx="195370" cy="163878"/>
              </a:xfrm>
              <a:prstGeom prst="triangle">
                <a:avLst>
                  <a:gd name="adj" fmla="val 47296"/>
                </a:avLst>
              </a:prstGeom>
              <a:solidFill>
                <a:srgbClr val="FFE207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89" name="Isosceles Triangle 443"/>
              <p:cNvSpPr>
                <a:spLocks noChangeArrowheads="1"/>
              </p:cNvSpPr>
              <p:nvPr/>
            </p:nvSpPr>
            <p:spPr bwMode="auto">
              <a:xfrm rot="16200000">
                <a:off x="5001369" y="2665771"/>
                <a:ext cx="410012" cy="437255"/>
              </a:xfrm>
              <a:prstGeom prst="triangle">
                <a:avLst>
                  <a:gd name="adj" fmla="val 47296"/>
                </a:avLst>
              </a:prstGeom>
              <a:solidFill>
                <a:srgbClr val="FFBF1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91" name="Isosceles Triangle 445"/>
              <p:cNvSpPr>
                <a:spLocks noChangeArrowheads="1"/>
              </p:cNvSpPr>
              <p:nvPr/>
            </p:nvSpPr>
            <p:spPr bwMode="auto">
              <a:xfrm rot="16200000">
                <a:off x="4937270" y="2124745"/>
                <a:ext cx="232335" cy="743132"/>
              </a:xfrm>
              <a:prstGeom prst="triangle">
                <a:avLst>
                  <a:gd name="adj" fmla="val 47296"/>
                </a:avLst>
              </a:prstGeom>
              <a:solidFill>
                <a:srgbClr val="0705F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92" name="Isosceles Triangle 446"/>
              <p:cNvSpPr>
                <a:spLocks noChangeArrowheads="1"/>
              </p:cNvSpPr>
              <p:nvPr/>
            </p:nvSpPr>
            <p:spPr bwMode="auto">
              <a:xfrm rot="16200000">
                <a:off x="4958253" y="1528781"/>
                <a:ext cx="181200" cy="752300"/>
              </a:xfrm>
              <a:prstGeom prst="triangle">
                <a:avLst>
                  <a:gd name="adj" fmla="val 47296"/>
                </a:avLst>
              </a:prstGeom>
              <a:solidFill>
                <a:srgbClr val="FC1787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88" name="Isosceles Triangle 442"/>
              <p:cNvSpPr>
                <a:spLocks noChangeArrowheads="1"/>
              </p:cNvSpPr>
              <p:nvPr/>
            </p:nvSpPr>
            <p:spPr bwMode="auto">
              <a:xfrm rot="16200000">
                <a:off x="5034892" y="1890167"/>
                <a:ext cx="191058" cy="589162"/>
              </a:xfrm>
              <a:prstGeom prst="triangle">
                <a:avLst>
                  <a:gd name="adj" fmla="val 47296"/>
                </a:avLst>
              </a:prstGeom>
              <a:solidFill>
                <a:srgbClr val="DF44D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" name="Group 450"/>
              <p:cNvGrpSpPr>
                <a:grpSpLocks/>
              </p:cNvGrpSpPr>
              <p:nvPr/>
            </p:nvGrpSpPr>
            <p:grpSpPr bwMode="auto">
              <a:xfrm>
                <a:off x="3800786" y="1908552"/>
                <a:ext cx="1482883" cy="2960307"/>
                <a:chOff x="2876192" y="2011097"/>
                <a:chExt cx="2690592" cy="3178729"/>
              </a:xfrm>
            </p:grpSpPr>
            <p:sp>
              <p:nvSpPr>
                <p:cNvPr id="40996" name="Freeform 133"/>
                <p:cNvSpPr>
                  <a:spLocks/>
                </p:cNvSpPr>
                <p:nvPr/>
              </p:nvSpPr>
              <p:spPr bwMode="auto">
                <a:xfrm>
                  <a:off x="2876192" y="2231606"/>
                  <a:ext cx="1058334" cy="1985369"/>
                </a:xfrm>
                <a:custGeom>
                  <a:avLst/>
                  <a:gdLst>
                    <a:gd name="T0" fmla="*/ 2147483647 w 804"/>
                    <a:gd name="T1" fmla="*/ 0 h 1534"/>
                    <a:gd name="T2" fmla="*/ 0 w 804"/>
                    <a:gd name="T3" fmla="*/ 0 h 1534"/>
                    <a:gd name="T4" fmla="*/ 0 w 804"/>
                    <a:gd name="T5" fmla="*/ 2147483647 h 1534"/>
                    <a:gd name="T6" fmla="*/ 2147483647 w 804"/>
                    <a:gd name="T7" fmla="*/ 2147483647 h 15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04"/>
                    <a:gd name="T13" fmla="*/ 0 h 1534"/>
                    <a:gd name="T14" fmla="*/ 804 w 804"/>
                    <a:gd name="T15" fmla="*/ 1534 h 15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04" h="1534">
                      <a:moveTo>
                        <a:pt x="603" y="0"/>
                      </a:moveTo>
                      <a:lnTo>
                        <a:pt x="0" y="0"/>
                      </a:lnTo>
                      <a:lnTo>
                        <a:pt x="0" y="1534"/>
                      </a:lnTo>
                      <a:lnTo>
                        <a:pt x="804" y="153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98" name="Freeform 149"/>
                <p:cNvSpPr>
                  <a:spLocks/>
                </p:cNvSpPr>
                <p:nvPr/>
              </p:nvSpPr>
              <p:spPr bwMode="auto">
                <a:xfrm>
                  <a:off x="4186052" y="2308333"/>
                  <a:ext cx="668697" cy="338186"/>
                </a:xfrm>
                <a:custGeom>
                  <a:avLst/>
                  <a:gdLst>
                    <a:gd name="T0" fmla="*/ 2147483647 w 294"/>
                    <a:gd name="T1" fmla="*/ 0 h 221"/>
                    <a:gd name="T2" fmla="*/ 0 w 294"/>
                    <a:gd name="T3" fmla="*/ 0 h 221"/>
                    <a:gd name="T4" fmla="*/ 0 w 294"/>
                    <a:gd name="T5" fmla="*/ 2147483647 h 221"/>
                    <a:gd name="T6" fmla="*/ 2147483647 w 294"/>
                    <a:gd name="T7" fmla="*/ 2147483647 h 2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4"/>
                    <a:gd name="T13" fmla="*/ 0 h 221"/>
                    <a:gd name="T14" fmla="*/ 294 w 294"/>
                    <a:gd name="T15" fmla="*/ 221 h 221"/>
                    <a:gd name="connsiteX0" fmla="*/ 508 w 508"/>
                    <a:gd name="connsiteY0" fmla="*/ 0 h 221"/>
                    <a:gd name="connsiteX1" fmla="*/ 0 w 508"/>
                    <a:gd name="connsiteY1" fmla="*/ 0 h 221"/>
                    <a:gd name="connsiteX2" fmla="*/ 0 w 508"/>
                    <a:gd name="connsiteY2" fmla="*/ 221 h 221"/>
                    <a:gd name="connsiteX3" fmla="*/ 294 w 508"/>
                    <a:gd name="connsiteY3" fmla="*/ 221 h 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8" h="221">
                      <a:moveTo>
                        <a:pt x="508" y="0"/>
                      </a:moveTo>
                      <a:lnTo>
                        <a:pt x="0" y="0"/>
                      </a:lnTo>
                      <a:lnTo>
                        <a:pt x="0" y="221"/>
                      </a:lnTo>
                      <a:lnTo>
                        <a:pt x="294" y="221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E33597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ln>
                      <a:solidFill>
                        <a:srgbClr val="E33597"/>
                      </a:solidFill>
                    </a:ln>
                    <a:solidFill>
                      <a:srgbClr val="E33597"/>
                    </a:solidFill>
                  </a:endParaRPr>
                </a:p>
              </p:txBody>
            </p:sp>
            <p:sp>
              <p:nvSpPr>
                <p:cNvPr id="41000" name="Freeform 163"/>
                <p:cNvSpPr>
                  <a:spLocks/>
                </p:cNvSpPr>
                <p:nvPr/>
              </p:nvSpPr>
              <p:spPr bwMode="auto">
                <a:xfrm>
                  <a:off x="4563735" y="3077358"/>
                  <a:ext cx="501524" cy="571444"/>
                </a:xfrm>
                <a:custGeom>
                  <a:avLst/>
                  <a:gdLst>
                    <a:gd name="T0" fmla="*/ 2147483647 w 381"/>
                    <a:gd name="T1" fmla="*/ 0 h 248"/>
                    <a:gd name="T2" fmla="*/ 0 w 381"/>
                    <a:gd name="T3" fmla="*/ 0 h 248"/>
                    <a:gd name="T4" fmla="*/ 0 w 381"/>
                    <a:gd name="T5" fmla="*/ 2147483647 h 248"/>
                    <a:gd name="T6" fmla="*/ 2147483647 w 381"/>
                    <a:gd name="T7" fmla="*/ 2147483647 h 2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1"/>
                    <a:gd name="T13" fmla="*/ 0 h 248"/>
                    <a:gd name="T14" fmla="*/ 381 w 381"/>
                    <a:gd name="T15" fmla="*/ 248 h 2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1" h="248">
                      <a:moveTo>
                        <a:pt x="381" y="0"/>
                      </a:moveTo>
                      <a:lnTo>
                        <a:pt x="0" y="0"/>
                      </a:lnTo>
                      <a:lnTo>
                        <a:pt x="0" y="248"/>
                      </a:lnTo>
                      <a:lnTo>
                        <a:pt x="160" y="248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01" name="Freeform 176"/>
                <p:cNvSpPr>
                  <a:spLocks/>
                </p:cNvSpPr>
                <p:nvPr/>
              </p:nvSpPr>
              <p:spPr bwMode="auto">
                <a:xfrm>
                  <a:off x="4774349" y="3451103"/>
                  <a:ext cx="792435" cy="404541"/>
                </a:xfrm>
                <a:custGeom>
                  <a:avLst/>
                  <a:gdLst>
                    <a:gd name="T0" fmla="*/ 2147483647 w 602"/>
                    <a:gd name="T1" fmla="*/ 0 h 237"/>
                    <a:gd name="T2" fmla="*/ 0 w 602"/>
                    <a:gd name="T3" fmla="*/ 0 h 237"/>
                    <a:gd name="T4" fmla="*/ 0 w 602"/>
                    <a:gd name="T5" fmla="*/ 2147483647 h 237"/>
                    <a:gd name="T6" fmla="*/ 2147483647 w 602"/>
                    <a:gd name="T7" fmla="*/ 2147483647 h 2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02"/>
                    <a:gd name="T13" fmla="*/ 0 h 237"/>
                    <a:gd name="T14" fmla="*/ 602 w 602"/>
                    <a:gd name="T15" fmla="*/ 237 h 2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02" h="237">
                      <a:moveTo>
                        <a:pt x="602" y="0"/>
                      </a:moveTo>
                      <a:lnTo>
                        <a:pt x="0" y="0"/>
                      </a:lnTo>
                      <a:lnTo>
                        <a:pt x="0" y="237"/>
                      </a:lnTo>
                      <a:lnTo>
                        <a:pt x="432" y="237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02" name="Freeform 178"/>
                <p:cNvSpPr>
                  <a:spLocks/>
                </p:cNvSpPr>
                <p:nvPr/>
              </p:nvSpPr>
              <p:spPr bwMode="auto">
                <a:xfrm>
                  <a:off x="3934528" y="3353909"/>
                  <a:ext cx="785852" cy="1835917"/>
                </a:xfrm>
                <a:custGeom>
                  <a:avLst/>
                  <a:gdLst>
                    <a:gd name="T0" fmla="*/ 2147483647 w 597"/>
                    <a:gd name="T1" fmla="*/ 0 h 1241"/>
                    <a:gd name="T2" fmla="*/ 0 w 597"/>
                    <a:gd name="T3" fmla="*/ 0 h 1241"/>
                    <a:gd name="T4" fmla="*/ 0 w 597"/>
                    <a:gd name="T5" fmla="*/ 2147483647 h 1241"/>
                    <a:gd name="T6" fmla="*/ 2147483647 w 597"/>
                    <a:gd name="T7" fmla="*/ 2147483647 h 12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97"/>
                    <a:gd name="T13" fmla="*/ 0 h 1241"/>
                    <a:gd name="T14" fmla="*/ 597 w 597"/>
                    <a:gd name="T15" fmla="*/ 1241 h 12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97" h="1241">
                      <a:moveTo>
                        <a:pt x="478" y="0"/>
                      </a:moveTo>
                      <a:lnTo>
                        <a:pt x="0" y="0"/>
                      </a:lnTo>
                      <a:lnTo>
                        <a:pt x="0" y="1241"/>
                      </a:lnTo>
                      <a:lnTo>
                        <a:pt x="597" y="1241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97" name="Freeform 144"/>
                <p:cNvSpPr>
                  <a:spLocks/>
                </p:cNvSpPr>
                <p:nvPr/>
              </p:nvSpPr>
              <p:spPr bwMode="auto">
                <a:xfrm>
                  <a:off x="3669943" y="2011097"/>
                  <a:ext cx="914853" cy="461699"/>
                </a:xfrm>
                <a:custGeom>
                  <a:avLst/>
                  <a:gdLst>
                    <a:gd name="T0" fmla="*/ 2147483647 w 695"/>
                    <a:gd name="T1" fmla="*/ 0 h 453"/>
                    <a:gd name="T2" fmla="*/ 0 w 695"/>
                    <a:gd name="T3" fmla="*/ 0 h 453"/>
                    <a:gd name="T4" fmla="*/ 0 w 695"/>
                    <a:gd name="T5" fmla="*/ 2147483647 h 453"/>
                    <a:gd name="T6" fmla="*/ 2147483647 w 695"/>
                    <a:gd name="T7" fmla="*/ 2147483647 h 4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95"/>
                    <a:gd name="T13" fmla="*/ 0 h 453"/>
                    <a:gd name="T14" fmla="*/ 695 w 695"/>
                    <a:gd name="T15" fmla="*/ 453 h 4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95" h="453">
                      <a:moveTo>
                        <a:pt x="695" y="0"/>
                      </a:moveTo>
                      <a:lnTo>
                        <a:pt x="0" y="0"/>
                      </a:lnTo>
                      <a:lnTo>
                        <a:pt x="0" y="453"/>
                      </a:lnTo>
                      <a:lnTo>
                        <a:pt x="401" y="453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E33597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995" name="Isosceles Triangle 449"/>
              <p:cNvSpPr>
                <a:spLocks noChangeArrowheads="1"/>
              </p:cNvSpPr>
              <p:nvPr/>
            </p:nvSpPr>
            <p:spPr bwMode="auto">
              <a:xfrm rot="16200000">
                <a:off x="4246903" y="511121"/>
                <a:ext cx="715639" cy="1640560"/>
              </a:xfrm>
              <a:prstGeom prst="triangle">
                <a:avLst>
                  <a:gd name="adj" fmla="val 47296"/>
                </a:avLst>
              </a:prstGeom>
              <a:solidFill>
                <a:srgbClr val="15A70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0985" name="Text Box 213"/>
            <p:cNvSpPr txBox="1">
              <a:spLocks noChangeArrowheads="1"/>
            </p:cNvSpPr>
            <p:nvPr/>
          </p:nvSpPr>
          <p:spPr bwMode="auto">
            <a:xfrm>
              <a:off x="5207421" y="1197919"/>
              <a:ext cx="1048905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viridissima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3" name="Text Box 252"/>
            <p:cNvSpPr txBox="1">
              <a:spLocks noChangeArrowheads="1"/>
            </p:cNvSpPr>
            <p:nvPr/>
          </p:nvSpPr>
          <p:spPr bwMode="auto">
            <a:xfrm>
              <a:off x="5361784" y="2559627"/>
              <a:ext cx="90414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oligactis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4" name="Text Box 252"/>
            <p:cNvSpPr txBox="1">
              <a:spLocks noChangeArrowheads="1"/>
            </p:cNvSpPr>
            <p:nvPr/>
          </p:nvSpPr>
          <p:spPr bwMode="auto">
            <a:xfrm>
              <a:off x="5387391" y="3933231"/>
              <a:ext cx="88493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vulgaris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0966" name="Freeform 138"/>
          <p:cNvSpPr>
            <a:spLocks/>
          </p:cNvSpPr>
          <p:nvPr/>
        </p:nvSpPr>
        <p:spPr bwMode="auto">
          <a:xfrm>
            <a:off x="914408" y="1993901"/>
            <a:ext cx="825500" cy="1593850"/>
          </a:xfrm>
          <a:custGeom>
            <a:avLst/>
            <a:gdLst>
              <a:gd name="T0" fmla="*/ 2147483647 w 1113"/>
              <a:gd name="T1" fmla="*/ 2147483647 h 1158"/>
              <a:gd name="T2" fmla="*/ 2147483647 w 1113"/>
              <a:gd name="T3" fmla="*/ 0 h 1158"/>
              <a:gd name="T4" fmla="*/ 0 w 1113"/>
              <a:gd name="T5" fmla="*/ 2147483647 h 1158"/>
              <a:gd name="T6" fmla="*/ 0 w 1113"/>
              <a:gd name="T7" fmla="*/ 2147483647 h 1158"/>
              <a:gd name="T8" fmla="*/ 2147483647 w 1113"/>
              <a:gd name="T9" fmla="*/ 2147483647 h 11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13"/>
              <a:gd name="T16" fmla="*/ 0 h 1158"/>
              <a:gd name="T17" fmla="*/ 1113 w 1113"/>
              <a:gd name="T18" fmla="*/ 1158 h 11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13" h="1158">
                <a:moveTo>
                  <a:pt x="396" y="4"/>
                </a:moveTo>
                <a:cubicBezTo>
                  <a:pt x="390" y="3"/>
                  <a:pt x="1113" y="1"/>
                  <a:pt x="1107" y="0"/>
                </a:cubicBezTo>
                <a:lnTo>
                  <a:pt x="0" y="4"/>
                </a:lnTo>
                <a:lnTo>
                  <a:pt x="0" y="1158"/>
                </a:lnTo>
                <a:lnTo>
                  <a:pt x="1096" y="1158"/>
                </a:lnTo>
              </a:path>
            </a:pathLst>
          </a:cu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340104" y="1159932"/>
          <a:ext cx="5067303" cy="517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Sexual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Reproduction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Temperature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Induction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Inducible 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1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viridissima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hymanae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circumcincta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utahensis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8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oligactis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oxycnida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21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canadensis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5870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vulgaris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(sex reversal)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 bwMode="auto">
          <a:xfrm>
            <a:off x="905949" y="1993899"/>
            <a:ext cx="89746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30B62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1710282" y="2747432"/>
            <a:ext cx="431793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E3359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>
            <a:off x="2286015" y="3771899"/>
            <a:ext cx="347127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/>
          <p:nvPr/>
        </p:nvCxnSpPr>
        <p:spPr bwMode="auto">
          <a:xfrm>
            <a:off x="2286015" y="5448299"/>
            <a:ext cx="431793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89008" y="1722966"/>
            <a:ext cx="934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30B621"/>
                </a:solidFill>
              </a:rPr>
              <a:t>Viridissima</a:t>
            </a:r>
            <a:endParaRPr lang="en-US" sz="1100" dirty="0">
              <a:solidFill>
                <a:srgbClr val="30B62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90141" y="2493433"/>
            <a:ext cx="678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E33597"/>
                </a:solidFill>
              </a:rPr>
              <a:t>Braurei</a:t>
            </a:r>
            <a:endParaRPr lang="en-US" sz="1100" dirty="0">
              <a:solidFill>
                <a:srgbClr val="E33597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66908" y="3513667"/>
            <a:ext cx="7804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FF6600"/>
                </a:solidFill>
              </a:rPr>
              <a:t>Oligactis</a:t>
            </a:r>
            <a:endParaRPr lang="en-US" sz="1100" dirty="0">
              <a:solidFill>
                <a:srgbClr val="FF66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27775" y="5427135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FF0000"/>
                </a:solidFill>
              </a:rPr>
              <a:t>Vulgaris</a:t>
            </a:r>
            <a:endParaRPr lang="en-US" sz="1100" dirty="0">
              <a:solidFill>
                <a:srgbClr val="FF0000"/>
              </a:solidFill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78930" y="4495794"/>
          <a:ext cx="7611532" cy="182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0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86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Species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1st testis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50% with testes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1st Egg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50% with eggs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40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circumcincta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GER16a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17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17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40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circumcincta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ITA02b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18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38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33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40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utahensis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1869a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 day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6 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6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13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4095750" y="6376458"/>
            <a:ext cx="44456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buFont typeface="Times" charset="0"/>
              <a:buNone/>
            </a:pPr>
            <a:r>
              <a:rPr lang="en-US" b="0" dirty="0"/>
              <a:t>Anne-Claire St. George </a:t>
            </a:r>
            <a:r>
              <a:rPr lang="en-US" b="0" dirty="0" err="1"/>
              <a:t>Chaumet</a:t>
            </a:r>
            <a:r>
              <a:rPr lang="en-US" b="0" dirty="0"/>
              <a:t>, </a:t>
            </a:r>
            <a:r>
              <a:rPr lang="en-US" b="0" dirty="0" err="1"/>
              <a:t>Annalise</a:t>
            </a:r>
            <a:r>
              <a:rPr lang="en-US" b="0" dirty="0"/>
              <a:t> </a:t>
            </a:r>
            <a:r>
              <a:rPr lang="en-US" b="0" dirty="0" err="1"/>
              <a:t>Nawrocki</a:t>
            </a:r>
            <a:r>
              <a:rPr lang="en-US" b="0" dirty="0"/>
              <a:t> 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Rectangle 10"/>
          <p:cNvSpPr>
            <a:spLocks noChangeArrowheads="1"/>
          </p:cNvSpPr>
          <p:nvPr/>
        </p:nvSpPr>
        <p:spPr bwMode="auto">
          <a:xfrm>
            <a:off x="4977249" y="304800"/>
            <a:ext cx="38950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Temperature Induction</a:t>
            </a:r>
          </a:p>
        </p:txBody>
      </p:sp>
    </p:spTree>
    <p:extLst>
      <p:ext uri="{BB962C8B-B14F-4D97-AF65-F5344CB8AC3E}">
        <p14:creationId xmlns:p14="http://schemas.microsoft.com/office/powerpoint/2010/main" val="191593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5"/>
          <p:cNvGrpSpPr>
            <a:grpSpLocks/>
          </p:cNvGrpSpPr>
          <p:nvPr/>
        </p:nvGrpSpPr>
        <p:grpSpPr bwMode="auto">
          <a:xfrm>
            <a:off x="1704826" y="1626123"/>
            <a:ext cx="3150818" cy="4675192"/>
            <a:chOff x="3905388" y="1067831"/>
            <a:chExt cx="2382950" cy="3536074"/>
          </a:xfrm>
        </p:grpSpPr>
        <p:sp>
          <p:nvSpPr>
            <p:cNvPr id="40976" name="Text Box 213"/>
            <p:cNvSpPr txBox="1">
              <a:spLocks noChangeArrowheads="1"/>
            </p:cNvSpPr>
            <p:nvPr/>
          </p:nvSpPr>
          <p:spPr bwMode="auto">
            <a:xfrm>
              <a:off x="5320936" y="1734758"/>
              <a:ext cx="912978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hymanae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78" name="Text Box 243"/>
            <p:cNvSpPr txBox="1">
              <a:spLocks noChangeArrowheads="1"/>
            </p:cNvSpPr>
            <p:nvPr/>
          </p:nvSpPr>
          <p:spPr bwMode="auto">
            <a:xfrm>
              <a:off x="5077374" y="2004805"/>
              <a:ext cx="1143732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circumcincta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79" name="Text Box 252"/>
            <p:cNvSpPr txBox="1">
              <a:spLocks noChangeArrowheads="1"/>
            </p:cNvSpPr>
            <p:nvPr/>
          </p:nvSpPr>
          <p:spPr bwMode="auto">
            <a:xfrm>
              <a:off x="5278540" y="2281064"/>
              <a:ext cx="1009798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utahensis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81" name="Text Box 287"/>
            <p:cNvSpPr txBox="1">
              <a:spLocks noChangeArrowheads="1"/>
            </p:cNvSpPr>
            <p:nvPr/>
          </p:nvSpPr>
          <p:spPr bwMode="auto">
            <a:xfrm>
              <a:off x="5325877" y="2805454"/>
              <a:ext cx="88882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oxycnida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0982" name="Text Box 305"/>
            <p:cNvSpPr txBox="1">
              <a:spLocks noChangeArrowheads="1"/>
            </p:cNvSpPr>
            <p:nvPr/>
          </p:nvSpPr>
          <p:spPr bwMode="auto">
            <a:xfrm>
              <a:off x="5171222" y="3029077"/>
              <a:ext cx="1062689" cy="2380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canadensis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453"/>
            <p:cNvGrpSpPr>
              <a:grpSpLocks/>
            </p:cNvGrpSpPr>
            <p:nvPr/>
          </p:nvGrpSpPr>
          <p:grpSpPr bwMode="auto">
            <a:xfrm>
              <a:off x="3905388" y="1067831"/>
              <a:ext cx="1217551" cy="3536074"/>
              <a:chOff x="3784443" y="973581"/>
              <a:chExt cx="1640561" cy="4764606"/>
            </a:xfrm>
          </p:grpSpPr>
          <p:sp>
            <p:nvSpPr>
              <p:cNvPr id="40994" name="Isosceles Triangle 448"/>
              <p:cNvSpPr>
                <a:spLocks noChangeArrowheads="1"/>
              </p:cNvSpPr>
              <p:nvPr/>
            </p:nvSpPr>
            <p:spPr bwMode="auto">
              <a:xfrm rot="16200000">
                <a:off x="4196112" y="4509296"/>
                <a:ext cx="1837166" cy="620615"/>
              </a:xfrm>
              <a:prstGeom prst="triangle">
                <a:avLst>
                  <a:gd name="adj" fmla="val 47296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0993" name="Isosceles Triangle 447"/>
              <p:cNvSpPr>
                <a:spLocks noChangeArrowheads="1"/>
              </p:cNvSpPr>
              <p:nvPr/>
            </p:nvSpPr>
            <p:spPr bwMode="auto">
              <a:xfrm rot="16200000">
                <a:off x="5078605" y="3473401"/>
                <a:ext cx="410012" cy="282782"/>
              </a:xfrm>
              <a:prstGeom prst="triangle">
                <a:avLst>
                  <a:gd name="adj" fmla="val 47296"/>
                </a:avLst>
              </a:prstGeom>
              <a:solidFill>
                <a:srgbClr val="DF8A8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90" name="Isosceles Triangle 444"/>
              <p:cNvSpPr>
                <a:spLocks noChangeArrowheads="1"/>
              </p:cNvSpPr>
              <p:nvPr/>
            </p:nvSpPr>
            <p:spPr bwMode="auto">
              <a:xfrm rot="16200000">
                <a:off x="5245379" y="3164130"/>
                <a:ext cx="195370" cy="163878"/>
              </a:xfrm>
              <a:prstGeom prst="triangle">
                <a:avLst>
                  <a:gd name="adj" fmla="val 47296"/>
                </a:avLst>
              </a:prstGeom>
              <a:solidFill>
                <a:srgbClr val="FFE207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89" name="Isosceles Triangle 443"/>
              <p:cNvSpPr>
                <a:spLocks noChangeArrowheads="1"/>
              </p:cNvSpPr>
              <p:nvPr/>
            </p:nvSpPr>
            <p:spPr bwMode="auto">
              <a:xfrm rot="16200000">
                <a:off x="5001369" y="2665771"/>
                <a:ext cx="410012" cy="437255"/>
              </a:xfrm>
              <a:prstGeom prst="triangle">
                <a:avLst>
                  <a:gd name="adj" fmla="val 47296"/>
                </a:avLst>
              </a:prstGeom>
              <a:solidFill>
                <a:srgbClr val="FFBF1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91" name="Isosceles Triangle 445"/>
              <p:cNvSpPr>
                <a:spLocks noChangeArrowheads="1"/>
              </p:cNvSpPr>
              <p:nvPr/>
            </p:nvSpPr>
            <p:spPr bwMode="auto">
              <a:xfrm rot="16200000">
                <a:off x="4937270" y="2124745"/>
                <a:ext cx="232335" cy="743132"/>
              </a:xfrm>
              <a:prstGeom prst="triangle">
                <a:avLst>
                  <a:gd name="adj" fmla="val 47296"/>
                </a:avLst>
              </a:prstGeom>
              <a:solidFill>
                <a:srgbClr val="0705F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92" name="Isosceles Triangle 446"/>
              <p:cNvSpPr>
                <a:spLocks noChangeArrowheads="1"/>
              </p:cNvSpPr>
              <p:nvPr/>
            </p:nvSpPr>
            <p:spPr bwMode="auto">
              <a:xfrm rot="16200000">
                <a:off x="4958253" y="1528781"/>
                <a:ext cx="181200" cy="752300"/>
              </a:xfrm>
              <a:prstGeom prst="triangle">
                <a:avLst>
                  <a:gd name="adj" fmla="val 47296"/>
                </a:avLst>
              </a:prstGeom>
              <a:solidFill>
                <a:srgbClr val="FC1787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88" name="Isosceles Triangle 442"/>
              <p:cNvSpPr>
                <a:spLocks noChangeArrowheads="1"/>
              </p:cNvSpPr>
              <p:nvPr/>
            </p:nvSpPr>
            <p:spPr bwMode="auto">
              <a:xfrm rot="16200000">
                <a:off x="5034892" y="1890167"/>
                <a:ext cx="191058" cy="589162"/>
              </a:xfrm>
              <a:prstGeom prst="triangle">
                <a:avLst>
                  <a:gd name="adj" fmla="val 47296"/>
                </a:avLst>
              </a:prstGeom>
              <a:solidFill>
                <a:srgbClr val="DF44DC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" name="Group 450"/>
              <p:cNvGrpSpPr>
                <a:grpSpLocks/>
              </p:cNvGrpSpPr>
              <p:nvPr/>
            </p:nvGrpSpPr>
            <p:grpSpPr bwMode="auto">
              <a:xfrm>
                <a:off x="3800786" y="1908552"/>
                <a:ext cx="1482883" cy="2960307"/>
                <a:chOff x="2876192" y="2011097"/>
                <a:chExt cx="2690592" cy="3178729"/>
              </a:xfrm>
            </p:grpSpPr>
            <p:sp>
              <p:nvSpPr>
                <p:cNvPr id="40996" name="Freeform 133"/>
                <p:cNvSpPr>
                  <a:spLocks/>
                </p:cNvSpPr>
                <p:nvPr/>
              </p:nvSpPr>
              <p:spPr bwMode="auto">
                <a:xfrm>
                  <a:off x="2876192" y="2231606"/>
                  <a:ext cx="1058334" cy="1985369"/>
                </a:xfrm>
                <a:custGeom>
                  <a:avLst/>
                  <a:gdLst>
                    <a:gd name="T0" fmla="*/ 2147483647 w 804"/>
                    <a:gd name="T1" fmla="*/ 0 h 1534"/>
                    <a:gd name="T2" fmla="*/ 0 w 804"/>
                    <a:gd name="T3" fmla="*/ 0 h 1534"/>
                    <a:gd name="T4" fmla="*/ 0 w 804"/>
                    <a:gd name="T5" fmla="*/ 2147483647 h 1534"/>
                    <a:gd name="T6" fmla="*/ 2147483647 w 804"/>
                    <a:gd name="T7" fmla="*/ 2147483647 h 15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04"/>
                    <a:gd name="T13" fmla="*/ 0 h 1534"/>
                    <a:gd name="T14" fmla="*/ 804 w 804"/>
                    <a:gd name="T15" fmla="*/ 1534 h 15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04" h="1534">
                      <a:moveTo>
                        <a:pt x="603" y="0"/>
                      </a:moveTo>
                      <a:lnTo>
                        <a:pt x="0" y="0"/>
                      </a:lnTo>
                      <a:lnTo>
                        <a:pt x="0" y="1534"/>
                      </a:lnTo>
                      <a:lnTo>
                        <a:pt x="804" y="1534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98" name="Freeform 149"/>
                <p:cNvSpPr>
                  <a:spLocks/>
                </p:cNvSpPr>
                <p:nvPr/>
              </p:nvSpPr>
              <p:spPr bwMode="auto">
                <a:xfrm>
                  <a:off x="4186052" y="2308333"/>
                  <a:ext cx="668697" cy="338186"/>
                </a:xfrm>
                <a:custGeom>
                  <a:avLst/>
                  <a:gdLst>
                    <a:gd name="T0" fmla="*/ 2147483647 w 294"/>
                    <a:gd name="T1" fmla="*/ 0 h 221"/>
                    <a:gd name="T2" fmla="*/ 0 w 294"/>
                    <a:gd name="T3" fmla="*/ 0 h 221"/>
                    <a:gd name="T4" fmla="*/ 0 w 294"/>
                    <a:gd name="T5" fmla="*/ 2147483647 h 221"/>
                    <a:gd name="T6" fmla="*/ 2147483647 w 294"/>
                    <a:gd name="T7" fmla="*/ 2147483647 h 2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4"/>
                    <a:gd name="T13" fmla="*/ 0 h 221"/>
                    <a:gd name="T14" fmla="*/ 294 w 294"/>
                    <a:gd name="T15" fmla="*/ 221 h 221"/>
                    <a:gd name="connsiteX0" fmla="*/ 508 w 508"/>
                    <a:gd name="connsiteY0" fmla="*/ 0 h 221"/>
                    <a:gd name="connsiteX1" fmla="*/ 0 w 508"/>
                    <a:gd name="connsiteY1" fmla="*/ 0 h 221"/>
                    <a:gd name="connsiteX2" fmla="*/ 0 w 508"/>
                    <a:gd name="connsiteY2" fmla="*/ 221 h 221"/>
                    <a:gd name="connsiteX3" fmla="*/ 294 w 508"/>
                    <a:gd name="connsiteY3" fmla="*/ 221 h 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8" h="221">
                      <a:moveTo>
                        <a:pt x="508" y="0"/>
                      </a:moveTo>
                      <a:lnTo>
                        <a:pt x="0" y="0"/>
                      </a:lnTo>
                      <a:lnTo>
                        <a:pt x="0" y="221"/>
                      </a:lnTo>
                      <a:lnTo>
                        <a:pt x="294" y="221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E33597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ln>
                      <a:solidFill>
                        <a:srgbClr val="E33597"/>
                      </a:solidFill>
                    </a:ln>
                    <a:solidFill>
                      <a:srgbClr val="E33597"/>
                    </a:solidFill>
                  </a:endParaRPr>
                </a:p>
              </p:txBody>
            </p:sp>
            <p:sp>
              <p:nvSpPr>
                <p:cNvPr id="41000" name="Freeform 163"/>
                <p:cNvSpPr>
                  <a:spLocks/>
                </p:cNvSpPr>
                <p:nvPr/>
              </p:nvSpPr>
              <p:spPr bwMode="auto">
                <a:xfrm>
                  <a:off x="4563735" y="3077358"/>
                  <a:ext cx="501524" cy="571444"/>
                </a:xfrm>
                <a:custGeom>
                  <a:avLst/>
                  <a:gdLst>
                    <a:gd name="T0" fmla="*/ 2147483647 w 381"/>
                    <a:gd name="T1" fmla="*/ 0 h 248"/>
                    <a:gd name="T2" fmla="*/ 0 w 381"/>
                    <a:gd name="T3" fmla="*/ 0 h 248"/>
                    <a:gd name="T4" fmla="*/ 0 w 381"/>
                    <a:gd name="T5" fmla="*/ 2147483647 h 248"/>
                    <a:gd name="T6" fmla="*/ 2147483647 w 381"/>
                    <a:gd name="T7" fmla="*/ 2147483647 h 2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1"/>
                    <a:gd name="T13" fmla="*/ 0 h 248"/>
                    <a:gd name="T14" fmla="*/ 381 w 381"/>
                    <a:gd name="T15" fmla="*/ 248 h 2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1" h="248">
                      <a:moveTo>
                        <a:pt x="381" y="0"/>
                      </a:moveTo>
                      <a:lnTo>
                        <a:pt x="0" y="0"/>
                      </a:lnTo>
                      <a:lnTo>
                        <a:pt x="0" y="248"/>
                      </a:lnTo>
                      <a:lnTo>
                        <a:pt x="160" y="248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01" name="Freeform 176"/>
                <p:cNvSpPr>
                  <a:spLocks/>
                </p:cNvSpPr>
                <p:nvPr/>
              </p:nvSpPr>
              <p:spPr bwMode="auto">
                <a:xfrm>
                  <a:off x="4774349" y="3451103"/>
                  <a:ext cx="792435" cy="404541"/>
                </a:xfrm>
                <a:custGeom>
                  <a:avLst/>
                  <a:gdLst>
                    <a:gd name="T0" fmla="*/ 2147483647 w 602"/>
                    <a:gd name="T1" fmla="*/ 0 h 237"/>
                    <a:gd name="T2" fmla="*/ 0 w 602"/>
                    <a:gd name="T3" fmla="*/ 0 h 237"/>
                    <a:gd name="T4" fmla="*/ 0 w 602"/>
                    <a:gd name="T5" fmla="*/ 2147483647 h 237"/>
                    <a:gd name="T6" fmla="*/ 2147483647 w 602"/>
                    <a:gd name="T7" fmla="*/ 2147483647 h 2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02"/>
                    <a:gd name="T13" fmla="*/ 0 h 237"/>
                    <a:gd name="T14" fmla="*/ 602 w 602"/>
                    <a:gd name="T15" fmla="*/ 237 h 2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02" h="237">
                      <a:moveTo>
                        <a:pt x="602" y="0"/>
                      </a:moveTo>
                      <a:lnTo>
                        <a:pt x="0" y="0"/>
                      </a:lnTo>
                      <a:lnTo>
                        <a:pt x="0" y="237"/>
                      </a:lnTo>
                      <a:lnTo>
                        <a:pt x="432" y="237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02" name="Freeform 178"/>
                <p:cNvSpPr>
                  <a:spLocks/>
                </p:cNvSpPr>
                <p:nvPr/>
              </p:nvSpPr>
              <p:spPr bwMode="auto">
                <a:xfrm>
                  <a:off x="3934528" y="3353909"/>
                  <a:ext cx="785852" cy="1835917"/>
                </a:xfrm>
                <a:custGeom>
                  <a:avLst/>
                  <a:gdLst>
                    <a:gd name="T0" fmla="*/ 2147483647 w 597"/>
                    <a:gd name="T1" fmla="*/ 0 h 1241"/>
                    <a:gd name="T2" fmla="*/ 0 w 597"/>
                    <a:gd name="T3" fmla="*/ 0 h 1241"/>
                    <a:gd name="T4" fmla="*/ 0 w 597"/>
                    <a:gd name="T5" fmla="*/ 2147483647 h 1241"/>
                    <a:gd name="T6" fmla="*/ 2147483647 w 597"/>
                    <a:gd name="T7" fmla="*/ 2147483647 h 12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97"/>
                    <a:gd name="T13" fmla="*/ 0 h 1241"/>
                    <a:gd name="T14" fmla="*/ 597 w 597"/>
                    <a:gd name="T15" fmla="*/ 1241 h 12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97" h="1241">
                      <a:moveTo>
                        <a:pt x="478" y="0"/>
                      </a:moveTo>
                      <a:lnTo>
                        <a:pt x="0" y="0"/>
                      </a:lnTo>
                      <a:lnTo>
                        <a:pt x="0" y="1241"/>
                      </a:lnTo>
                      <a:lnTo>
                        <a:pt x="597" y="1241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97" name="Freeform 144"/>
                <p:cNvSpPr>
                  <a:spLocks/>
                </p:cNvSpPr>
                <p:nvPr/>
              </p:nvSpPr>
              <p:spPr bwMode="auto">
                <a:xfrm>
                  <a:off x="3669943" y="2011097"/>
                  <a:ext cx="914853" cy="461699"/>
                </a:xfrm>
                <a:custGeom>
                  <a:avLst/>
                  <a:gdLst>
                    <a:gd name="T0" fmla="*/ 2147483647 w 695"/>
                    <a:gd name="T1" fmla="*/ 0 h 453"/>
                    <a:gd name="T2" fmla="*/ 0 w 695"/>
                    <a:gd name="T3" fmla="*/ 0 h 453"/>
                    <a:gd name="T4" fmla="*/ 0 w 695"/>
                    <a:gd name="T5" fmla="*/ 2147483647 h 453"/>
                    <a:gd name="T6" fmla="*/ 2147483647 w 695"/>
                    <a:gd name="T7" fmla="*/ 2147483647 h 4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95"/>
                    <a:gd name="T13" fmla="*/ 0 h 453"/>
                    <a:gd name="T14" fmla="*/ 695 w 695"/>
                    <a:gd name="T15" fmla="*/ 453 h 4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95" h="453">
                      <a:moveTo>
                        <a:pt x="695" y="0"/>
                      </a:moveTo>
                      <a:lnTo>
                        <a:pt x="0" y="0"/>
                      </a:lnTo>
                      <a:lnTo>
                        <a:pt x="0" y="453"/>
                      </a:lnTo>
                      <a:lnTo>
                        <a:pt x="401" y="453"/>
                      </a:lnTo>
                    </a:path>
                  </a:pathLst>
                </a:custGeom>
                <a:noFill/>
                <a:ln w="19050" cap="flat" cmpd="sng" algn="ctr">
                  <a:solidFill>
                    <a:srgbClr val="E33597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995" name="Isosceles Triangle 449"/>
              <p:cNvSpPr>
                <a:spLocks noChangeArrowheads="1"/>
              </p:cNvSpPr>
              <p:nvPr/>
            </p:nvSpPr>
            <p:spPr bwMode="auto">
              <a:xfrm rot="16200000">
                <a:off x="4246903" y="511121"/>
                <a:ext cx="715639" cy="1640560"/>
              </a:xfrm>
              <a:prstGeom prst="triangle">
                <a:avLst>
                  <a:gd name="adj" fmla="val 47296"/>
                </a:avLst>
              </a:prstGeom>
              <a:solidFill>
                <a:srgbClr val="15A70F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0985" name="Text Box 213"/>
            <p:cNvSpPr txBox="1">
              <a:spLocks noChangeArrowheads="1"/>
            </p:cNvSpPr>
            <p:nvPr/>
          </p:nvSpPr>
          <p:spPr bwMode="auto">
            <a:xfrm>
              <a:off x="5207421" y="1197919"/>
              <a:ext cx="1048905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viridissima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3" name="Text Box 252"/>
            <p:cNvSpPr txBox="1">
              <a:spLocks noChangeArrowheads="1"/>
            </p:cNvSpPr>
            <p:nvPr/>
          </p:nvSpPr>
          <p:spPr bwMode="auto">
            <a:xfrm>
              <a:off x="5361784" y="2559627"/>
              <a:ext cx="90414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oligactis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  <p:sp>
          <p:nvSpPr>
            <p:cNvPr id="44" name="Text Box 252"/>
            <p:cNvSpPr txBox="1">
              <a:spLocks noChangeArrowheads="1"/>
            </p:cNvSpPr>
            <p:nvPr/>
          </p:nvSpPr>
          <p:spPr bwMode="auto">
            <a:xfrm>
              <a:off x="5387391" y="3933231"/>
              <a:ext cx="884934" cy="23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i="1" dirty="0">
                  <a:solidFill>
                    <a:srgbClr val="000000"/>
                  </a:solidFill>
                </a:rPr>
                <a:t>H. </a:t>
              </a:r>
              <a:r>
                <a:rPr lang="en-US" i="1" dirty="0" err="1">
                  <a:solidFill>
                    <a:srgbClr val="000000"/>
                  </a:solidFill>
                </a:rPr>
                <a:t>vulgaris</a:t>
              </a:r>
              <a:endParaRPr lang="en-US" i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0966" name="Freeform 138"/>
          <p:cNvSpPr>
            <a:spLocks/>
          </p:cNvSpPr>
          <p:nvPr/>
        </p:nvSpPr>
        <p:spPr bwMode="auto">
          <a:xfrm>
            <a:off x="914408" y="1993901"/>
            <a:ext cx="825500" cy="1593850"/>
          </a:xfrm>
          <a:custGeom>
            <a:avLst/>
            <a:gdLst>
              <a:gd name="T0" fmla="*/ 2147483647 w 1113"/>
              <a:gd name="T1" fmla="*/ 2147483647 h 1158"/>
              <a:gd name="T2" fmla="*/ 2147483647 w 1113"/>
              <a:gd name="T3" fmla="*/ 0 h 1158"/>
              <a:gd name="T4" fmla="*/ 0 w 1113"/>
              <a:gd name="T5" fmla="*/ 2147483647 h 1158"/>
              <a:gd name="T6" fmla="*/ 0 w 1113"/>
              <a:gd name="T7" fmla="*/ 2147483647 h 1158"/>
              <a:gd name="T8" fmla="*/ 2147483647 w 1113"/>
              <a:gd name="T9" fmla="*/ 2147483647 h 11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13"/>
              <a:gd name="T16" fmla="*/ 0 h 1158"/>
              <a:gd name="T17" fmla="*/ 1113 w 1113"/>
              <a:gd name="T18" fmla="*/ 1158 h 11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13" h="1158">
                <a:moveTo>
                  <a:pt x="396" y="4"/>
                </a:moveTo>
                <a:cubicBezTo>
                  <a:pt x="390" y="3"/>
                  <a:pt x="1113" y="1"/>
                  <a:pt x="1107" y="0"/>
                </a:cubicBezTo>
                <a:lnTo>
                  <a:pt x="0" y="4"/>
                </a:lnTo>
                <a:lnTo>
                  <a:pt x="0" y="1158"/>
                </a:lnTo>
                <a:lnTo>
                  <a:pt x="1096" y="1158"/>
                </a:lnTo>
              </a:path>
            </a:pathLst>
          </a:cu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340104" y="1159932"/>
          <a:ext cx="5067303" cy="517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Sexual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Reproduction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Temperature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Induction</a:t>
                      </a:r>
                      <a:endParaRPr lang="en-US" sz="11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Inducible 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11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viridissima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hymanae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circumcincta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utahensis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Hermaphroditic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81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oligactis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oxycnida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21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canadensis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5870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200" i="1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vulgaris</a:t>
                      </a:r>
                      <a:endParaRPr lang="en-US" sz="1200" i="1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/>
                          <a:cs typeface="Arial"/>
                        </a:rPr>
                        <a:t>Gonochoristic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(sex reversal)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/>
                          <a:cs typeface="Arial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0" name="Straight Connector 29"/>
          <p:cNvCxnSpPr/>
          <p:nvPr/>
        </p:nvCxnSpPr>
        <p:spPr bwMode="auto">
          <a:xfrm>
            <a:off x="905949" y="1993899"/>
            <a:ext cx="89746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30B62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1710282" y="2747432"/>
            <a:ext cx="431793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E3359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>
            <a:off x="2286015" y="3771899"/>
            <a:ext cx="347127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/>
          <p:nvPr/>
        </p:nvCxnSpPr>
        <p:spPr bwMode="auto">
          <a:xfrm>
            <a:off x="2286015" y="5448299"/>
            <a:ext cx="431793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89008" y="1722966"/>
            <a:ext cx="934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30B621"/>
                </a:solidFill>
              </a:rPr>
              <a:t>Viridissima</a:t>
            </a:r>
            <a:endParaRPr lang="en-US" sz="1100" dirty="0">
              <a:solidFill>
                <a:srgbClr val="30B62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90141" y="2493433"/>
            <a:ext cx="678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E33597"/>
                </a:solidFill>
              </a:rPr>
              <a:t>Braurei</a:t>
            </a:r>
            <a:endParaRPr lang="en-US" sz="1100" dirty="0">
              <a:solidFill>
                <a:srgbClr val="E33597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66908" y="3513667"/>
            <a:ext cx="7804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FF6600"/>
                </a:solidFill>
              </a:rPr>
              <a:t>Oligactis</a:t>
            </a:r>
            <a:endParaRPr lang="en-US" sz="1100" dirty="0">
              <a:solidFill>
                <a:srgbClr val="FF66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27775" y="5427135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FF0000"/>
                </a:solidFill>
              </a:rPr>
              <a:t>Vulgaris</a:t>
            </a:r>
            <a:endParaRPr lang="en-US" sz="1100" dirty="0">
              <a:solidFill>
                <a:srgbClr val="FF0000"/>
              </a:solidFill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78930" y="4495794"/>
          <a:ext cx="7611532" cy="182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0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86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Species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Strain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1st testis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50% with testes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1st Egg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50% with eggs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40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circumcincta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GER16a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17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17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40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circumcincta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ITA02b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18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38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24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33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H. </a:t>
                      </a:r>
                      <a:r>
                        <a:rPr lang="en-US" sz="140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utahensis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1869a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 day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6 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6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13 days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4095750" y="6376458"/>
            <a:ext cx="44456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  <a:buFont typeface="Times" charset="0"/>
              <a:buNone/>
            </a:pPr>
            <a:r>
              <a:rPr lang="en-US" b="0" dirty="0"/>
              <a:t>Anne-Claire St. George </a:t>
            </a:r>
            <a:r>
              <a:rPr lang="en-US" b="0" dirty="0" err="1"/>
              <a:t>Chaumet</a:t>
            </a:r>
            <a:r>
              <a:rPr lang="en-US" b="0" dirty="0"/>
              <a:t>, </a:t>
            </a:r>
            <a:r>
              <a:rPr lang="en-US" b="0" dirty="0" err="1"/>
              <a:t>Annalise</a:t>
            </a:r>
            <a:r>
              <a:rPr lang="en-US" b="0" dirty="0"/>
              <a:t> </a:t>
            </a:r>
            <a:r>
              <a:rPr lang="en-US" b="0" dirty="0" err="1"/>
              <a:t>Nawrocki</a:t>
            </a:r>
            <a:r>
              <a:rPr lang="en-US" b="0" dirty="0"/>
              <a:t> </a:t>
            </a:r>
          </a:p>
        </p:txBody>
      </p:sp>
      <p:cxnSp>
        <p:nvCxnSpPr>
          <p:cNvPr id="51" name="Straight Connector 50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Rectangle 10"/>
          <p:cNvSpPr>
            <a:spLocks noChangeArrowheads="1"/>
          </p:cNvSpPr>
          <p:nvPr/>
        </p:nvSpPr>
        <p:spPr bwMode="auto">
          <a:xfrm>
            <a:off x="4977249" y="304800"/>
            <a:ext cx="389503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Temperature Induction</a:t>
            </a:r>
          </a:p>
        </p:txBody>
      </p:sp>
    </p:spTree>
    <p:extLst>
      <p:ext uri="{BB962C8B-B14F-4D97-AF65-F5344CB8AC3E}">
        <p14:creationId xmlns:p14="http://schemas.microsoft.com/office/powerpoint/2010/main" val="1709714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C21DC-ADA7-BC5B-22FA-C625A9D3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357A64E-21C0-11A0-0025-4832852EDA0E}"/>
              </a:ext>
            </a:extLst>
          </p:cNvPr>
          <p:cNvGrpSpPr/>
          <p:nvPr/>
        </p:nvGrpSpPr>
        <p:grpSpPr>
          <a:xfrm>
            <a:off x="222950" y="779341"/>
            <a:ext cx="8921050" cy="5473749"/>
            <a:chOff x="-1359458" y="760654"/>
            <a:chExt cx="9299420" cy="570590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A10E2CD-5949-5122-848F-47AAE6D143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91158" y="760654"/>
              <a:ext cx="4848804" cy="570590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1447A2-BB85-1CF7-17A7-35BF18DD8BD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359458" y="2898477"/>
              <a:ext cx="4703311" cy="3568084"/>
            </a:xfrm>
            <a:prstGeom prst="rect">
              <a:avLst/>
            </a:prstGeom>
          </p:spPr>
        </p:pic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774D895-F4E5-0942-6943-BB5FDA917A50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AEEF15-34DE-04D2-DC36-11DE37F6ABC8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E20B2133-C698-7A0E-5A62-4E709DF35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19" name="Text Box 213">
            <a:extLst>
              <a:ext uri="{FF2B5EF4-FFF2-40B4-BE49-F238E27FC236}">
                <a16:creationId xmlns:a16="http://schemas.microsoft.com/office/drawing/2014/main" id="{172DF3CA-B5A2-963A-506F-CB3CE5282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600" y="1866265"/>
            <a:ext cx="2587210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</a:t>
            </a:r>
            <a:r>
              <a:rPr lang="en-US" i="1" dirty="0" err="1">
                <a:latin typeface="Myriad Pro"/>
                <a:cs typeface="Myriad Pro"/>
              </a:rPr>
              <a:t>hymanae</a:t>
            </a:r>
            <a:endParaRPr lang="en-US" i="1" dirty="0">
              <a:latin typeface="Myriad Pro"/>
              <a:cs typeface="Myriad Pro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D33CF9D4-EDF7-9F3D-3D27-58345C469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10" y="3005351"/>
            <a:ext cx="14927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39C9B9-C1EB-3E97-8331-E05292052918}"/>
              </a:ext>
            </a:extLst>
          </p:cNvPr>
          <p:cNvSpPr txBox="1"/>
          <p:nvPr/>
        </p:nvSpPr>
        <p:spPr>
          <a:xfrm>
            <a:off x="1317723" y="3260459"/>
            <a:ext cx="1559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677,179,869 bp </a:t>
            </a:r>
            <a:endParaRPr lang="en-US" b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9655CF-4BDF-BC33-1990-96956E624B53}"/>
              </a:ext>
            </a:extLst>
          </p:cNvPr>
          <p:cNvSpPr txBox="1"/>
          <p:nvPr/>
        </p:nvSpPr>
        <p:spPr>
          <a:xfrm>
            <a:off x="5823561" y="2139094"/>
            <a:ext cx="1492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972,167,218 bp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21EF58-2879-5EF8-033D-2A009EEEFEA2}"/>
              </a:ext>
            </a:extLst>
          </p:cNvPr>
          <p:cNvPicPr>
            <a:picLocks noChangeAspect="1"/>
          </p:cNvPicPr>
          <p:nvPr/>
        </p:nvPicPr>
        <p:blipFill>
          <a:blip/>
          <a:srcRect l="23534" t="25112" r="19880" b="40990"/>
          <a:stretch/>
        </p:blipFill>
        <p:spPr>
          <a:xfrm>
            <a:off x="-3802277" y="3005349"/>
            <a:ext cx="4295572" cy="363722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169C3D2-78C4-03C3-7813-2BB7BC9D1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77341" y="3278618"/>
            <a:ext cx="173105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25265544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E7FDB-EF8A-E4E0-2A1C-EE68C968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37DE456-3F90-3916-4992-AB53F7BD92CA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BEC7DB-9E15-B79A-3811-7143D5F4BE5A}"/>
              </a:ext>
            </a:extLst>
          </p:cNvPr>
          <p:cNvGrpSpPr/>
          <p:nvPr/>
        </p:nvGrpSpPr>
        <p:grpSpPr>
          <a:xfrm>
            <a:off x="554626" y="1108816"/>
            <a:ext cx="5116505" cy="5140040"/>
            <a:chOff x="4166042" y="1537091"/>
            <a:chExt cx="5116505" cy="5140040"/>
          </a:xfrm>
        </p:grpSpPr>
        <p:grpSp>
          <p:nvGrpSpPr>
            <p:cNvPr id="17" name="Group 455">
              <a:extLst>
                <a:ext uri="{FF2B5EF4-FFF2-40B4-BE49-F238E27FC236}">
                  <a16:creationId xmlns:a16="http://schemas.microsoft.com/office/drawing/2014/main" id="{D6E13484-3D8D-140A-27BC-CB6321A847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8768" y="1537091"/>
              <a:ext cx="4013779" cy="5140040"/>
              <a:chOff x="3917514" y="1080644"/>
              <a:chExt cx="3035603" cy="3887659"/>
            </a:xfrm>
          </p:grpSpPr>
          <p:sp>
            <p:nvSpPr>
              <p:cNvPr id="23" name="Text Box 213">
                <a:extLst>
                  <a:ext uri="{FF2B5EF4-FFF2-40B4-BE49-F238E27FC236}">
                    <a16:creationId xmlns:a16="http://schemas.microsoft.com/office/drawing/2014/main" id="{8A06A05D-2EF4-BBF8-1A25-9F7C27420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161" y="1736507"/>
                <a:ext cx="195669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hymanae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4" name="Text Box 234">
                <a:extLst>
                  <a:ext uri="{FF2B5EF4-FFF2-40B4-BE49-F238E27FC236}">
                    <a16:creationId xmlns:a16="http://schemas.microsoft.com/office/drawing/2014/main" id="{36578F1F-1134-DAEB-196D-A4E50A9D0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213" y="1965150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5" name="Text Box 243">
                <a:extLst>
                  <a:ext uri="{FF2B5EF4-FFF2-40B4-BE49-F238E27FC236}">
                    <a16:creationId xmlns:a16="http://schemas.microsoft.com/office/drawing/2014/main" id="{460CFF9B-34ED-67D6-E4E1-0D0D7778D8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015" y="2142777"/>
                <a:ext cx="1626380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circumcincta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6" name="Text Box 252">
                <a:extLst>
                  <a:ext uri="{FF2B5EF4-FFF2-40B4-BE49-F238E27FC236}">
                    <a16:creationId xmlns:a16="http://schemas.microsoft.com/office/drawing/2014/main" id="{07D8FDF3-C997-7D62-68F3-DAE85FEEAD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831" y="2296784"/>
                <a:ext cx="1338767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utahensis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7" name="Text Box 287">
                <a:extLst>
                  <a:ext uri="{FF2B5EF4-FFF2-40B4-BE49-F238E27FC236}">
                    <a16:creationId xmlns:a16="http://schemas.microsoft.com/office/drawing/2014/main" id="{396172B3-6140-7ED9-7562-BD4AA23708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2708" y="2833598"/>
                <a:ext cx="1275423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oxycnida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28" name="Text Box 305">
                <a:extLst>
                  <a:ext uri="{FF2B5EF4-FFF2-40B4-BE49-F238E27FC236}">
                    <a16:creationId xmlns:a16="http://schemas.microsoft.com/office/drawing/2014/main" id="{AE04E417-57A1-8D9B-50CA-755A3C1FE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027" y="3055276"/>
                <a:ext cx="148770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canadensis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grpSp>
            <p:nvGrpSpPr>
              <p:cNvPr id="29" name="Group 453">
                <a:extLst>
                  <a:ext uri="{FF2B5EF4-FFF2-40B4-BE49-F238E27FC236}">
                    <a16:creationId xmlns:a16="http://schemas.microsoft.com/office/drawing/2014/main" id="{AF260991-C323-0BCB-5F95-00AAFF6E70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7514" y="1080644"/>
                <a:ext cx="1395018" cy="3887659"/>
                <a:chOff x="3800787" y="990844"/>
                <a:chExt cx="1879686" cy="5238341"/>
              </a:xfrm>
            </p:grpSpPr>
            <p:grpSp>
              <p:nvGrpSpPr>
                <p:cNvPr id="33" name="Group 450">
                  <a:extLst>
                    <a:ext uri="{FF2B5EF4-FFF2-40B4-BE49-F238E27FC236}">
                      <a16:creationId xmlns:a16="http://schemas.microsoft.com/office/drawing/2014/main" id="{B1E3C317-EC29-963A-2640-A537D8C1AD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00787" y="2050925"/>
                  <a:ext cx="1482884" cy="3308084"/>
                  <a:chOff x="2876195" y="2163973"/>
                  <a:chExt cx="2690594" cy="3552191"/>
                </a:xfrm>
              </p:grpSpPr>
              <p:sp>
                <p:nvSpPr>
                  <p:cNvPr id="43" name="Freeform 133">
                    <a:extLst>
                      <a:ext uri="{FF2B5EF4-FFF2-40B4-BE49-F238E27FC236}">
                        <a16:creationId xmlns:a16="http://schemas.microsoft.com/office/drawing/2014/main" id="{40FF30E0-2278-0083-D7D6-EBD97C9CB3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6195" y="2474820"/>
                    <a:ext cx="1058335" cy="1877242"/>
                  </a:xfrm>
                  <a:custGeom>
                    <a:avLst/>
                    <a:gdLst>
                      <a:gd name="T0" fmla="*/ 2147483647 w 804"/>
                      <a:gd name="T1" fmla="*/ 0 h 1534"/>
                      <a:gd name="T2" fmla="*/ 0 w 804"/>
                      <a:gd name="T3" fmla="*/ 0 h 1534"/>
                      <a:gd name="T4" fmla="*/ 0 w 804"/>
                      <a:gd name="T5" fmla="*/ 2147483647 h 1534"/>
                      <a:gd name="T6" fmla="*/ 2147483647 w 804"/>
                      <a:gd name="T7" fmla="*/ 2147483647 h 153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04"/>
                      <a:gd name="T13" fmla="*/ 0 h 1534"/>
                      <a:gd name="T14" fmla="*/ 804 w 804"/>
                      <a:gd name="T15" fmla="*/ 1534 h 153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04" h="1534">
                        <a:moveTo>
                          <a:pt x="603" y="0"/>
                        </a:moveTo>
                        <a:lnTo>
                          <a:pt x="0" y="0"/>
                        </a:lnTo>
                        <a:lnTo>
                          <a:pt x="0" y="1534"/>
                        </a:lnTo>
                        <a:lnTo>
                          <a:pt x="804" y="153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44">
                    <a:extLst>
                      <a:ext uri="{FF2B5EF4-FFF2-40B4-BE49-F238E27FC236}">
                        <a16:creationId xmlns:a16="http://schemas.microsoft.com/office/drawing/2014/main" id="{B809A0FC-5F69-B7DB-C2DB-955F792E92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69947" y="2163973"/>
                    <a:ext cx="914854" cy="620324"/>
                  </a:xfrm>
                  <a:custGeom>
                    <a:avLst/>
                    <a:gdLst>
                      <a:gd name="T0" fmla="*/ 2147483647 w 695"/>
                      <a:gd name="T1" fmla="*/ 0 h 453"/>
                      <a:gd name="T2" fmla="*/ 0 w 695"/>
                      <a:gd name="T3" fmla="*/ 0 h 453"/>
                      <a:gd name="T4" fmla="*/ 0 w 695"/>
                      <a:gd name="T5" fmla="*/ 2147483647 h 453"/>
                      <a:gd name="T6" fmla="*/ 2147483647 w 695"/>
                      <a:gd name="T7" fmla="*/ 2147483647 h 45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95"/>
                      <a:gd name="T13" fmla="*/ 0 h 453"/>
                      <a:gd name="T14" fmla="*/ 695 w 695"/>
                      <a:gd name="T15" fmla="*/ 453 h 453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95" h="453">
                        <a:moveTo>
                          <a:pt x="695" y="0"/>
                        </a:moveTo>
                        <a:lnTo>
                          <a:pt x="0" y="0"/>
                        </a:lnTo>
                        <a:lnTo>
                          <a:pt x="0" y="453"/>
                        </a:lnTo>
                        <a:lnTo>
                          <a:pt x="401" y="4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49">
                    <a:extLst>
                      <a:ext uri="{FF2B5EF4-FFF2-40B4-BE49-F238E27FC236}">
                        <a16:creationId xmlns:a16="http://schemas.microsoft.com/office/drawing/2014/main" id="{E380F43B-53BB-0FF8-4BAC-EF2CAAF070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97798" y="2636406"/>
                    <a:ext cx="387003" cy="302631"/>
                  </a:xfrm>
                  <a:custGeom>
                    <a:avLst/>
                    <a:gdLst>
                      <a:gd name="T0" fmla="*/ 2147483647 w 294"/>
                      <a:gd name="T1" fmla="*/ 0 h 221"/>
                      <a:gd name="T2" fmla="*/ 0 w 294"/>
                      <a:gd name="T3" fmla="*/ 0 h 221"/>
                      <a:gd name="T4" fmla="*/ 0 w 294"/>
                      <a:gd name="T5" fmla="*/ 2147483647 h 221"/>
                      <a:gd name="T6" fmla="*/ 2147483647 w 294"/>
                      <a:gd name="T7" fmla="*/ 2147483647 h 22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94"/>
                      <a:gd name="T13" fmla="*/ 0 h 221"/>
                      <a:gd name="T14" fmla="*/ 294 w 294"/>
                      <a:gd name="T15" fmla="*/ 221 h 22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94" h="221">
                        <a:moveTo>
                          <a:pt x="139" y="0"/>
                        </a:moveTo>
                        <a:lnTo>
                          <a:pt x="0" y="0"/>
                        </a:lnTo>
                        <a:lnTo>
                          <a:pt x="0" y="221"/>
                        </a:lnTo>
                        <a:lnTo>
                          <a:pt x="294" y="221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0">
                    <a:extLst>
                      <a:ext uri="{FF2B5EF4-FFF2-40B4-BE49-F238E27FC236}">
                        <a16:creationId xmlns:a16="http://schemas.microsoft.com/office/drawing/2014/main" id="{02E7CE29-77B2-ECD9-4095-2ACBC7BEE1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80769" y="2472267"/>
                    <a:ext cx="501525" cy="242192"/>
                  </a:xfrm>
                  <a:custGeom>
                    <a:avLst/>
                    <a:gdLst>
                      <a:gd name="T0" fmla="*/ 2147483647 w 381"/>
                      <a:gd name="T1" fmla="*/ 0 h 114"/>
                      <a:gd name="T2" fmla="*/ 0 w 381"/>
                      <a:gd name="T3" fmla="*/ 0 h 114"/>
                      <a:gd name="T4" fmla="*/ 0 w 381"/>
                      <a:gd name="T5" fmla="*/ 2147483647 h 114"/>
                      <a:gd name="T6" fmla="*/ 2147483647 w 381"/>
                      <a:gd name="T7" fmla="*/ 2147483647 h 11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114"/>
                      <a:gd name="T14" fmla="*/ 381 w 381"/>
                      <a:gd name="T15" fmla="*/ 114 h 11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114">
                        <a:moveTo>
                          <a:pt x="299" y="0"/>
                        </a:moveTo>
                        <a:lnTo>
                          <a:pt x="0" y="0"/>
                        </a:lnTo>
                        <a:lnTo>
                          <a:pt x="0" y="114"/>
                        </a:lnTo>
                        <a:lnTo>
                          <a:pt x="381" y="114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3">
                    <a:extLst>
                      <a:ext uri="{FF2B5EF4-FFF2-40B4-BE49-F238E27FC236}">
                        <a16:creationId xmlns:a16="http://schemas.microsoft.com/office/drawing/2014/main" id="{934AF6B3-D3B0-5690-8BEB-01FD9A69C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63740" y="3386667"/>
                    <a:ext cx="501524" cy="512297"/>
                  </a:xfrm>
                  <a:custGeom>
                    <a:avLst/>
                    <a:gdLst>
                      <a:gd name="T0" fmla="*/ 2147483647 w 381"/>
                      <a:gd name="T1" fmla="*/ 0 h 248"/>
                      <a:gd name="T2" fmla="*/ 0 w 381"/>
                      <a:gd name="T3" fmla="*/ 0 h 248"/>
                      <a:gd name="T4" fmla="*/ 0 w 381"/>
                      <a:gd name="T5" fmla="*/ 2147483647 h 248"/>
                      <a:gd name="T6" fmla="*/ 2147483647 w 381"/>
                      <a:gd name="T7" fmla="*/ 2147483647 h 2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1"/>
                      <a:gd name="T13" fmla="*/ 0 h 248"/>
                      <a:gd name="T14" fmla="*/ 381 w 381"/>
                      <a:gd name="T15" fmla="*/ 248 h 24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1" h="248">
                        <a:moveTo>
                          <a:pt x="381" y="0"/>
                        </a:moveTo>
                        <a:lnTo>
                          <a:pt x="0" y="0"/>
                        </a:lnTo>
                        <a:lnTo>
                          <a:pt x="0" y="248"/>
                        </a:lnTo>
                        <a:lnTo>
                          <a:pt x="160" y="248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6" name="Freeform 176">
                    <a:extLst>
                      <a:ext uri="{FF2B5EF4-FFF2-40B4-BE49-F238E27FC236}">
                        <a16:creationId xmlns:a16="http://schemas.microsoft.com/office/drawing/2014/main" id="{90EA811D-AE72-4ADF-58C3-2F0F7DE003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74354" y="3736009"/>
                    <a:ext cx="792435" cy="32454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" name="Freeform 176">
                    <a:extLst>
                      <a:ext uri="{FF2B5EF4-FFF2-40B4-BE49-F238E27FC236}">
                        <a16:creationId xmlns:a16="http://schemas.microsoft.com/office/drawing/2014/main" id="{3284E9A3-3FFA-C721-FD09-FFF23B8D37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30343" y="3646793"/>
                    <a:ext cx="638118" cy="1401071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" name="Freeform 176">
                    <a:extLst>
                      <a:ext uri="{FF2B5EF4-FFF2-40B4-BE49-F238E27FC236}">
                        <a16:creationId xmlns:a16="http://schemas.microsoft.com/office/drawing/2014/main" id="{DC002F40-8F41-F3B3-33BD-EA4A3DFED6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97171" y="4469767"/>
                    <a:ext cx="946656" cy="1246397"/>
                  </a:xfrm>
                  <a:custGeom>
                    <a:avLst/>
                    <a:gdLst>
                      <a:gd name="T0" fmla="*/ 2147483647 w 602"/>
                      <a:gd name="T1" fmla="*/ 0 h 237"/>
                      <a:gd name="T2" fmla="*/ 0 w 602"/>
                      <a:gd name="T3" fmla="*/ 0 h 237"/>
                      <a:gd name="T4" fmla="*/ 0 w 602"/>
                      <a:gd name="T5" fmla="*/ 2147483647 h 237"/>
                      <a:gd name="T6" fmla="*/ 2147483647 w 602"/>
                      <a:gd name="T7" fmla="*/ 2147483647 h 2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602"/>
                      <a:gd name="T13" fmla="*/ 0 h 237"/>
                      <a:gd name="T14" fmla="*/ 602 w 602"/>
                      <a:gd name="T15" fmla="*/ 237 h 2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602" h="237">
                        <a:moveTo>
                          <a:pt x="602" y="0"/>
                        </a:moveTo>
                        <a:lnTo>
                          <a:pt x="0" y="0"/>
                        </a:lnTo>
                        <a:lnTo>
                          <a:pt x="0" y="237"/>
                        </a:lnTo>
                        <a:lnTo>
                          <a:pt x="432" y="237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34" name="Isosceles Triangle 441">
                  <a:extLst>
                    <a:ext uri="{FF2B5EF4-FFF2-40B4-BE49-F238E27FC236}">
                      <a16:creationId xmlns:a16="http://schemas.microsoft.com/office/drawing/2014/main" id="{4113AE14-1FBD-55F6-799D-F0B465660C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24837" y="1836603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0B0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Isosceles Triangle 442">
                  <a:extLst>
                    <a:ext uri="{FF2B5EF4-FFF2-40B4-BE49-F238E27FC236}">
                      <a16:creationId xmlns:a16="http://schemas.microsoft.com/office/drawing/2014/main" id="{548205B2-04DC-C666-3CB3-D2650AE2E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34408" y="212440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DF4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Isosceles Triangle 443">
                  <a:extLst>
                    <a:ext uri="{FF2B5EF4-FFF2-40B4-BE49-F238E27FC236}">
                      <a16:creationId xmlns:a16="http://schemas.microsoft.com/office/drawing/2014/main" id="{7EADC6AB-48FC-A853-4B0E-C0AC15AC0E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988467" y="2981465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BF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Isosceles Triangle 444">
                  <a:extLst>
                    <a:ext uri="{FF2B5EF4-FFF2-40B4-BE49-F238E27FC236}">
                      <a16:creationId xmlns:a16="http://schemas.microsoft.com/office/drawing/2014/main" id="{C65D6ED7-F30E-88B8-C20F-9CAD087900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980061" y="235306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963E7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Isosceles Triangle 445">
                  <a:extLst>
                    <a:ext uri="{FF2B5EF4-FFF2-40B4-BE49-F238E27FC236}">
                      <a16:creationId xmlns:a16="http://schemas.microsoft.com/office/drawing/2014/main" id="{35AFD538-966E-014E-9785-83136653C8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802013" y="2562010"/>
                  <a:ext cx="201061" cy="415443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0705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Isosceles Triangle 446">
                  <a:extLst>
                    <a:ext uri="{FF2B5EF4-FFF2-40B4-BE49-F238E27FC236}">
                      <a16:creationId xmlns:a16="http://schemas.microsoft.com/office/drawing/2014/main" id="{06F6A1D3-A9D1-BBFB-C3CC-1614E2A6BF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384700" y="3298620"/>
                  <a:ext cx="122213" cy="42456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C17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Isosceles Triangle 447">
                  <a:extLst>
                    <a:ext uri="{FF2B5EF4-FFF2-40B4-BE49-F238E27FC236}">
                      <a16:creationId xmlns:a16="http://schemas.microsoft.com/office/drawing/2014/main" id="{6C037C56-4CFF-A57E-C459-73675A5F75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5133523" y="3608308"/>
                  <a:ext cx="410012" cy="392612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F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Isosceles Triangle 448">
                  <a:extLst>
                    <a:ext uri="{FF2B5EF4-FFF2-40B4-BE49-F238E27FC236}">
                      <a16:creationId xmlns:a16="http://schemas.microsoft.com/office/drawing/2014/main" id="{76B8CD21-752C-E6B6-42EF-FE80F74B45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4428626" y="4977337"/>
                  <a:ext cx="1837166" cy="666529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57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2" name="Isosceles Triangle 449">
                  <a:extLst>
                    <a:ext uri="{FF2B5EF4-FFF2-40B4-BE49-F238E27FC236}">
                      <a16:creationId xmlns:a16="http://schemas.microsoft.com/office/drawing/2014/main" id="{BD35B920-F8D3-9863-EE64-8EA9712B17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80782" y="1129021"/>
                  <a:ext cx="678096" cy="40174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15A70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" name="Isosceles Triangle 448">
                  <a:extLst>
                    <a:ext uri="{FF2B5EF4-FFF2-40B4-BE49-F238E27FC236}">
                      <a16:creationId xmlns:a16="http://schemas.microsoft.com/office/drawing/2014/main" id="{AC09FFD5-8F20-FBD8-55A0-60268F880D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5091162" y="4031480"/>
                  <a:ext cx="108113" cy="330161"/>
                </a:xfrm>
                <a:prstGeom prst="triangle">
                  <a:avLst>
                    <a:gd name="adj" fmla="val 47296"/>
                  </a:avLst>
                </a:prstGeom>
                <a:solidFill>
                  <a:srgbClr val="FF04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30" name="Text Box 213">
                <a:extLst>
                  <a:ext uri="{FF2B5EF4-FFF2-40B4-BE49-F238E27FC236}">
                    <a16:creationId xmlns:a16="http://schemas.microsoft.com/office/drawing/2014/main" id="{6E26E1DF-BAD9-3CA0-E757-8828A39BCE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194" y="1197919"/>
                <a:ext cx="1397084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solidFill>
                      <a:srgbClr val="000000"/>
                    </a:solidFill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solidFill>
                      <a:srgbClr val="000000"/>
                    </a:solidFill>
                    <a:latin typeface="Myriad Pro"/>
                    <a:cs typeface="Myriad Pro"/>
                  </a:rPr>
                  <a:t>viridissima</a:t>
                </a:r>
                <a:endParaRPr lang="en-US" i="1" dirty="0">
                  <a:solidFill>
                    <a:srgbClr val="000000"/>
                  </a:solidFill>
                  <a:latin typeface="Myriad Pro"/>
                  <a:cs typeface="Myriad Pro"/>
                </a:endParaRPr>
              </a:p>
            </p:txBody>
          </p:sp>
          <p:sp>
            <p:nvSpPr>
              <p:cNvPr id="31" name="Text Box 252">
                <a:extLst>
                  <a:ext uri="{FF2B5EF4-FFF2-40B4-BE49-F238E27FC236}">
                    <a16:creationId xmlns:a16="http://schemas.microsoft.com/office/drawing/2014/main" id="{5E77BF49-104B-7A8A-616E-523540874E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5771" y="2572435"/>
                <a:ext cx="1827346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</a:t>
                </a:r>
                <a:r>
                  <a:rPr lang="en-US" i="1" dirty="0" err="1">
                    <a:latin typeface="Myriad Pro"/>
                    <a:cs typeface="Myriad Pro"/>
                  </a:rPr>
                  <a:t>oligactis</a:t>
                </a:r>
                <a:endParaRPr lang="en-US" i="1" dirty="0">
                  <a:latin typeface="Myriad Pro"/>
                  <a:cs typeface="Myriad Pro"/>
                </a:endParaRPr>
              </a:p>
            </p:txBody>
          </p:sp>
          <p:sp>
            <p:nvSpPr>
              <p:cNvPr id="32" name="Text Box 252">
                <a:extLst>
                  <a:ext uri="{FF2B5EF4-FFF2-40B4-BE49-F238E27FC236}">
                    <a16:creationId xmlns:a16="http://schemas.microsoft.com/office/drawing/2014/main" id="{F3550B70-326A-1FDE-1790-2686FEAAC2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4557" y="4152404"/>
                <a:ext cx="1322068" cy="232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i="1" dirty="0">
                    <a:latin typeface="Myriad Pro"/>
                    <a:cs typeface="Myriad Pro"/>
                  </a:rPr>
                  <a:t>Hydra vulgaris</a:t>
                </a:r>
              </a:p>
            </p:txBody>
          </p:sp>
        </p:grpSp>
        <p:sp>
          <p:nvSpPr>
            <p:cNvPr id="18" name="Freeform 138">
              <a:extLst>
                <a:ext uri="{FF2B5EF4-FFF2-40B4-BE49-F238E27FC236}">
                  <a16:creationId xmlns:a16="http://schemas.microsoft.com/office/drawing/2014/main" id="{EC02B34A-82F8-B141-B13D-86D679EC8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318" y="1887928"/>
              <a:ext cx="825500" cy="1958975"/>
            </a:xfrm>
            <a:custGeom>
              <a:avLst/>
              <a:gdLst>
                <a:gd name="T0" fmla="*/ 2147483647 w 1113"/>
                <a:gd name="T1" fmla="*/ 2147483647 h 1158"/>
                <a:gd name="T2" fmla="*/ 2147483647 w 1113"/>
                <a:gd name="T3" fmla="*/ 0 h 1158"/>
                <a:gd name="T4" fmla="*/ 0 w 1113"/>
                <a:gd name="T5" fmla="*/ 2147483647 h 1158"/>
                <a:gd name="T6" fmla="*/ 0 w 1113"/>
                <a:gd name="T7" fmla="*/ 2147483647 h 1158"/>
                <a:gd name="T8" fmla="*/ 2147483647 w 1113"/>
                <a:gd name="T9" fmla="*/ 2147483647 h 1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3"/>
                <a:gd name="T16" fmla="*/ 0 h 1158"/>
                <a:gd name="T17" fmla="*/ 1113 w 1113"/>
                <a:gd name="T18" fmla="*/ 1158 h 1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3" h="1158">
                  <a:moveTo>
                    <a:pt x="396" y="4"/>
                  </a:moveTo>
                  <a:cubicBezTo>
                    <a:pt x="390" y="3"/>
                    <a:pt x="1113" y="1"/>
                    <a:pt x="1107" y="0"/>
                  </a:cubicBezTo>
                  <a:lnTo>
                    <a:pt x="0" y="4"/>
                  </a:lnTo>
                  <a:lnTo>
                    <a:pt x="0" y="1158"/>
                  </a:lnTo>
                  <a:lnTo>
                    <a:pt x="1096" y="115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8B0FAC-1A44-A16F-B372-E58118221FA6}"/>
                </a:ext>
              </a:extLst>
            </p:cNvPr>
            <p:cNvSpPr txBox="1"/>
            <p:nvPr/>
          </p:nvSpPr>
          <p:spPr>
            <a:xfrm>
              <a:off x="4871508" y="2518990"/>
              <a:ext cx="10741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D200D2"/>
                  </a:solidFill>
                </a:rPr>
                <a:t>Braueri</a:t>
              </a:r>
              <a:endParaRPr lang="en-US" dirty="0">
                <a:solidFill>
                  <a:srgbClr val="D200D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C05041A-57DF-4A94-4B21-CF6E1CC1D2C2}"/>
                </a:ext>
              </a:extLst>
            </p:cNvPr>
            <p:cNvSpPr txBox="1"/>
            <p:nvPr/>
          </p:nvSpPr>
          <p:spPr>
            <a:xfrm>
              <a:off x="5264097" y="3651783"/>
              <a:ext cx="1067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6600"/>
                  </a:solidFill>
                </a:rPr>
                <a:t>Oligactis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2841561-7687-F624-F78A-8C36595FD21C}"/>
                </a:ext>
              </a:extLst>
            </p:cNvPr>
            <p:cNvSpPr txBox="1"/>
            <p:nvPr/>
          </p:nvSpPr>
          <p:spPr>
            <a:xfrm>
              <a:off x="5743774" y="5823284"/>
              <a:ext cx="100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Vulgaris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B6B1A3-EEBF-5ABC-079A-7F5D329109F3}"/>
                </a:ext>
              </a:extLst>
            </p:cNvPr>
            <p:cNvSpPr txBox="1"/>
            <p:nvPr/>
          </p:nvSpPr>
          <p:spPr>
            <a:xfrm>
              <a:off x="4166042" y="1557577"/>
              <a:ext cx="2196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7A93A"/>
                  </a:solidFill>
                </a:rPr>
                <a:t>Viridissima</a:t>
              </a:r>
              <a:endParaRPr lang="en-US" dirty="0">
                <a:solidFill>
                  <a:srgbClr val="07A93A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3AE1765-8C63-900A-A880-367A97FE6C8E}"/>
              </a:ext>
            </a:extLst>
          </p:cNvPr>
          <p:cNvGrpSpPr/>
          <p:nvPr/>
        </p:nvGrpSpPr>
        <p:grpSpPr>
          <a:xfrm>
            <a:off x="294163" y="1036756"/>
            <a:ext cx="4679370" cy="3351780"/>
            <a:chOff x="4039667" y="1069558"/>
            <a:chExt cx="4679370" cy="1953473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E3C5653-B302-0B25-747D-A7FD3FD32527}"/>
                </a:ext>
              </a:extLst>
            </p:cNvPr>
            <p:cNvSpPr/>
            <p:nvPr/>
          </p:nvSpPr>
          <p:spPr bwMode="auto">
            <a:xfrm>
              <a:off x="4039667" y="1069558"/>
              <a:ext cx="4679370" cy="1953473"/>
            </a:xfrm>
            <a:prstGeom prst="rect">
              <a:avLst/>
            </a:prstGeom>
            <a:solidFill>
              <a:srgbClr val="FFC000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E6231BA-D1E1-D277-9C94-09F7E1A929B4}"/>
                </a:ext>
              </a:extLst>
            </p:cNvPr>
            <p:cNvGrpSpPr/>
            <p:nvPr/>
          </p:nvGrpSpPr>
          <p:grpSpPr>
            <a:xfrm>
              <a:off x="7461705" y="1078520"/>
              <a:ext cx="1254447" cy="449524"/>
              <a:chOff x="-1341868" y="2746655"/>
              <a:chExt cx="1254447" cy="449524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DF1BB5E-7531-DF18-0B76-CCE05E14EFA9}"/>
                  </a:ext>
                </a:extLst>
              </p:cNvPr>
              <p:cNvSpPr/>
              <p:nvPr/>
            </p:nvSpPr>
            <p:spPr>
              <a:xfrm>
                <a:off x="-1341868" y="2746655"/>
                <a:ext cx="1254447" cy="430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Single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FCEEB1D-44B6-0E5B-3CEC-2B913C4DF52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1186262" y="3196179"/>
                <a:ext cx="883146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FEA1BB6-207C-8D26-089D-05572B31DBDC}"/>
              </a:ext>
            </a:extLst>
          </p:cNvPr>
          <p:cNvGrpSpPr/>
          <p:nvPr/>
        </p:nvGrpSpPr>
        <p:grpSpPr>
          <a:xfrm>
            <a:off x="292831" y="4415779"/>
            <a:ext cx="4679370" cy="1914587"/>
            <a:chOff x="1828401" y="4148811"/>
            <a:chExt cx="4679370" cy="191458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B3AD747-275B-3153-0D15-E47C8674FCF3}"/>
                </a:ext>
              </a:extLst>
            </p:cNvPr>
            <p:cNvSpPr/>
            <p:nvPr/>
          </p:nvSpPr>
          <p:spPr bwMode="auto">
            <a:xfrm>
              <a:off x="1828401" y="4148811"/>
              <a:ext cx="4679370" cy="1914587"/>
            </a:xfrm>
            <a:prstGeom prst="rect">
              <a:avLst/>
            </a:prstGeom>
            <a:solidFill>
              <a:srgbClr val="FF0487">
                <a:alpha val="15047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AE00C52-898A-8DD0-E98C-65DB606699B0}"/>
                </a:ext>
              </a:extLst>
            </p:cNvPr>
            <p:cNvGrpSpPr/>
            <p:nvPr/>
          </p:nvGrpSpPr>
          <p:grpSpPr>
            <a:xfrm>
              <a:off x="5181353" y="5135649"/>
              <a:ext cx="1326418" cy="787506"/>
              <a:chOff x="-3587393" y="2846420"/>
              <a:chExt cx="1326418" cy="78750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AD216F9-9DB4-EA91-D324-97E6DACE8BC6}"/>
                  </a:ext>
                </a:extLst>
              </p:cNvPr>
              <p:cNvSpPr/>
              <p:nvPr/>
            </p:nvSpPr>
            <p:spPr>
              <a:xfrm>
                <a:off x="-3587393" y="2846420"/>
                <a:ext cx="132641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Two linear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Harding"/>
                  </a:rPr>
                  <a:t>mitochondrial chromosomes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46B421F-8BE7-1469-5354-B81682A2163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3410324" y="3633926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7422535-824C-8922-FC56-4B4FE6165F3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2924546" y="3633926"/>
                <a:ext cx="385349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72" name="Text Box 5">
            <a:extLst>
              <a:ext uri="{FF2B5EF4-FFF2-40B4-BE49-F238E27FC236}">
                <a16:creationId xmlns:a16="http://schemas.microsoft.com/office/drawing/2014/main" id="{76EA6964-961D-E3C9-8117-068ECE5D1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51" y="5668895"/>
            <a:ext cx="20281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9 species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6E38F-B504-A05E-D906-A6566C1C2297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4B45FE1F-CDC9-731D-2F19-E1E7F0501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359" y="4089863"/>
            <a:ext cx="12105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H. 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6D24C60-C5E2-228C-5DFF-D8242113A292}"/>
              </a:ext>
            </a:extLst>
          </p:cNvPr>
          <p:cNvGrpSpPr/>
          <p:nvPr/>
        </p:nvGrpSpPr>
        <p:grpSpPr>
          <a:xfrm>
            <a:off x="5262974" y="2142527"/>
            <a:ext cx="3608286" cy="4197164"/>
            <a:chOff x="5127799" y="1542372"/>
            <a:chExt cx="3919613" cy="4559300"/>
          </a:xfrm>
        </p:grpSpPr>
        <p:pic>
          <p:nvPicPr>
            <p:cNvPr id="82" name="Picture 81" descr="A picture containing sitting, table, monitor, light&#10;&#10;Description automatically generated">
              <a:extLst>
                <a:ext uri="{FF2B5EF4-FFF2-40B4-BE49-F238E27FC236}">
                  <a16:creationId xmlns:a16="http://schemas.microsoft.com/office/drawing/2014/main" id="{EB481BFB-F09C-E07F-1C8D-8B08EE9498B9}"/>
                </a:ext>
              </a:extLst>
            </p:cNvPr>
            <p:cNvPicPr/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127799" y="1542372"/>
              <a:ext cx="3919613" cy="4559300"/>
            </a:xfrm>
            <a:prstGeom prst="rect">
              <a:avLst/>
            </a:prstGeom>
          </p:spPr>
        </p:pic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FA381AA1-CA54-B9AB-D77F-C68B650D7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1451" y="5169160"/>
              <a:ext cx="1543081" cy="702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two mitochondrial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chromosomes 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(~ 8 kb each)</a:t>
              </a:r>
            </a:p>
          </p:txBody>
        </p:sp>
        <p:sp>
          <p:nvSpPr>
            <p:cNvPr id="84" name="Rectangle 5">
              <a:extLst>
                <a:ext uri="{FF2B5EF4-FFF2-40B4-BE49-F238E27FC236}">
                  <a16:creationId xmlns:a16="http://schemas.microsoft.com/office/drawing/2014/main" id="{551CF84C-7EC9-AF5E-AE26-F630DA2D2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7894" y="4392494"/>
              <a:ext cx="1700287" cy="702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single mitochondrial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chromosomes </a:t>
              </a:r>
            </a:p>
            <a:p>
              <a:pPr marL="457200" indent="-457200">
                <a:buSzPct val="100000"/>
                <a:defRPr/>
              </a:pPr>
              <a:r>
                <a:rPr lang="en-US" sz="1200" b="0" dirty="0">
                  <a:solidFill>
                    <a:srgbClr val="FF0000"/>
                  </a:solidFill>
                  <a:latin typeface="Myriad Pro"/>
                  <a:ea typeface="Arial" charset="0"/>
                  <a:cs typeface="Myriad Pro"/>
                </a:rPr>
                <a:t>(~ 16 kb)</a:t>
              </a:r>
            </a:p>
          </p:txBody>
        </p:sp>
      </p:grpSp>
      <p:sp>
        <p:nvSpPr>
          <p:cNvPr id="4" name="Rectangle 5">
            <a:extLst>
              <a:ext uri="{FF2B5EF4-FFF2-40B4-BE49-F238E27FC236}">
                <a16:creationId xmlns:a16="http://schemas.microsoft.com/office/drawing/2014/main" id="{65EB4135-2DBE-F121-9B41-85E33305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31" y="3959001"/>
            <a:ext cx="9557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dirty="0" err="1">
                <a:solidFill>
                  <a:srgbClr val="FF0487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FF0487"/>
              </a:solidFill>
              <a:latin typeface="Myriad Pro"/>
              <a:ea typeface="Arial" charset="0"/>
              <a:cs typeface="Myriad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63E07-4C32-6124-C54C-C874DCD6C6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1600" y="228600"/>
            <a:ext cx="6400800" cy="64008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0BF6B20-5EF6-90C0-9573-EAD8B9F03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</p:spTree>
    <p:extLst>
      <p:ext uri="{BB962C8B-B14F-4D97-AF65-F5344CB8AC3E}">
        <p14:creationId xmlns:p14="http://schemas.microsoft.com/office/powerpoint/2010/main" val="33021468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732367" y="1121833"/>
            <a:ext cx="7988300" cy="4368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1498600"/>
            <a:ext cx="7531100" cy="403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1065" y="4080933"/>
            <a:ext cx="778934" cy="778934"/>
          </a:xfrm>
          <a:prstGeom prst="rect">
            <a:avLst/>
          </a:prstGeom>
        </p:spPr>
      </p:pic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993900" y="284490"/>
            <a:ext cx="6781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r>
              <a:rPr lang="en-US" sz="2800" b="0" dirty="0">
                <a:latin typeface="Myriad Pro"/>
                <a:ea typeface="Arial" charset="0"/>
                <a:cs typeface="Myriad Pro"/>
              </a:rPr>
              <a:t>Aging in 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vulgaris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latin typeface="Myriad Pro"/>
                <a:ea typeface="Arial" charset="0"/>
                <a:cs typeface="Myriad Pro"/>
              </a:rPr>
              <a:t>&amp;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oligactis</a:t>
            </a:r>
            <a:endParaRPr lang="en-US" sz="2800" b="0" i="1" dirty="0">
              <a:latin typeface="Myriad Pro"/>
              <a:ea typeface="Arial" charset="0"/>
              <a:cs typeface="Myriad Pro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09521" y="3262414"/>
            <a:ext cx="1475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ea typeface="Arial" charset="0"/>
                <a:cs typeface="Arial" charset="0"/>
              </a:rPr>
              <a:t>Hydra vulgaris 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6681173" y="3262414"/>
            <a:ext cx="14880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ea typeface="Arial" charset="0"/>
                <a:cs typeface="Arial" charset="0"/>
              </a:rPr>
              <a:t>Hydra </a:t>
            </a:r>
            <a:r>
              <a:rPr lang="en-US" i="1" dirty="0" err="1">
                <a:ea typeface="Arial" charset="0"/>
                <a:cs typeface="Arial" charset="0"/>
              </a:rPr>
              <a:t>oligactis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049471" y="3522764"/>
            <a:ext cx="713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Arial" charset="0"/>
                <a:cs typeface="Arial" charset="0"/>
              </a:rPr>
              <a:t>(18°C)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>
          <a:xfrm>
            <a:off x="6760100" y="2022477"/>
            <a:ext cx="1119337" cy="1292225"/>
            <a:chOff x="6650039" y="2555875"/>
            <a:chExt cx="1119337" cy="1292225"/>
          </a:xfrm>
        </p:grpSpPr>
        <p:sp>
          <p:nvSpPr>
            <p:cNvPr id="50" name="Freeform 6"/>
            <p:cNvSpPr>
              <a:spLocks/>
            </p:cNvSpPr>
            <p:nvPr/>
          </p:nvSpPr>
          <p:spPr bwMode="auto">
            <a:xfrm>
              <a:off x="6650039" y="2555875"/>
              <a:ext cx="1119337" cy="1292225"/>
            </a:xfrm>
            <a:custGeom>
              <a:avLst/>
              <a:gdLst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79 w 2092"/>
                <a:gd name="connsiteY59" fmla="*/ 1463 h 2911"/>
                <a:gd name="connsiteX60" fmla="*/ 1344 w 2092"/>
                <a:gd name="connsiteY60" fmla="*/ 1367 h 2911"/>
                <a:gd name="connsiteX61" fmla="*/ 1305 w 2092"/>
                <a:gd name="connsiteY61" fmla="*/ 1201 h 2911"/>
                <a:gd name="connsiteX62" fmla="*/ 1243 w 2092"/>
                <a:gd name="connsiteY62" fmla="*/ 965 h 2911"/>
                <a:gd name="connsiteX63" fmla="*/ 1233 w 2092"/>
                <a:gd name="connsiteY63" fmla="*/ 648 h 2911"/>
                <a:gd name="connsiteX64" fmla="*/ 1495 w 2092"/>
                <a:gd name="connsiteY64" fmla="*/ 249 h 2911"/>
                <a:gd name="connsiteX65" fmla="*/ 1735 w 2092"/>
                <a:gd name="connsiteY65" fmla="*/ 104 h 2911"/>
                <a:gd name="connsiteX66" fmla="*/ 1912 w 2092"/>
                <a:gd name="connsiteY66" fmla="*/ 116 h 2911"/>
                <a:gd name="connsiteX67" fmla="*/ 2042 w 2092"/>
                <a:gd name="connsiteY67" fmla="*/ 197 h 2911"/>
                <a:gd name="connsiteX68" fmla="*/ 2086 w 2092"/>
                <a:gd name="connsiteY68" fmla="*/ 189 h 2911"/>
                <a:gd name="connsiteX69" fmla="*/ 2063 w 2092"/>
                <a:gd name="connsiteY69" fmla="*/ 109 h 2911"/>
                <a:gd name="connsiteX70" fmla="*/ 1910 w 2092"/>
                <a:gd name="connsiteY70" fmla="*/ 31 h 2911"/>
                <a:gd name="connsiteX71" fmla="*/ 1740 w 2092"/>
                <a:gd name="connsiteY71" fmla="*/ 18 h 2911"/>
                <a:gd name="connsiteX72" fmla="*/ 1493 w 2092"/>
                <a:gd name="connsiteY72" fmla="*/ 138 h 2911"/>
                <a:gd name="connsiteX73" fmla="*/ 1253 w 2092"/>
                <a:gd name="connsiteY73" fmla="*/ 415 h 2911"/>
                <a:gd name="connsiteX74" fmla="*/ 1169 w 2092"/>
                <a:gd name="connsiteY74" fmla="*/ 539 h 2911"/>
                <a:gd name="connsiteX75" fmla="*/ 1122 w 2092"/>
                <a:gd name="connsiteY75" fmla="*/ 510 h 2911"/>
                <a:gd name="connsiteX76" fmla="*/ 1087 w 2092"/>
                <a:gd name="connsiteY76" fmla="*/ 374 h 2911"/>
                <a:gd name="connsiteX77" fmla="*/ 1019 w 2092"/>
                <a:gd name="connsiteY77" fmla="*/ 366 h 2911"/>
                <a:gd name="connsiteX78" fmla="*/ 993 w 2092"/>
                <a:gd name="connsiteY78" fmla="*/ 444 h 2911"/>
                <a:gd name="connsiteX79" fmla="*/ 953 w 2092"/>
                <a:gd name="connsiteY79" fmla="*/ 550 h 2911"/>
                <a:gd name="connsiteX80" fmla="*/ 844 w 2092"/>
                <a:gd name="connsiteY80" fmla="*/ 433 h 2911"/>
                <a:gd name="connsiteX81" fmla="*/ 756 w 2092"/>
                <a:gd name="connsiteY81" fmla="*/ 326 h 2911"/>
                <a:gd name="connsiteX82" fmla="*/ 605 w 2092"/>
                <a:gd name="connsiteY82" fmla="*/ 167 h 2911"/>
                <a:gd name="connsiteX83" fmla="*/ 377 w 2092"/>
                <a:gd name="connsiteY83" fmla="*/ 60 h 2911"/>
                <a:gd name="connsiteX84" fmla="*/ 184 w 2092"/>
                <a:gd name="connsiteY84" fmla="*/ 69 h 2911"/>
                <a:gd name="connsiteX85" fmla="*/ 38 w 2092"/>
                <a:gd name="connsiteY85" fmla="*/ 162 h 2911"/>
                <a:gd name="connsiteX86" fmla="*/ 4 w 2092"/>
                <a:gd name="connsiteY86" fmla="*/ 215 h 2911"/>
                <a:gd name="connsiteX87" fmla="*/ 13 w 2092"/>
                <a:gd name="connsiteY87" fmla="*/ 248 h 2911"/>
                <a:gd name="connsiteX88" fmla="*/ 61 w 2092"/>
                <a:gd name="connsiteY88" fmla="*/ 246 h 2911"/>
                <a:gd name="connsiteX89" fmla="*/ 144 w 2092"/>
                <a:gd name="connsiteY89" fmla="*/ 173 h 2911"/>
                <a:gd name="connsiteX90" fmla="*/ 256 w 2092"/>
                <a:gd name="connsiteY90" fmla="*/ 127 h 2911"/>
                <a:gd name="connsiteX91" fmla="*/ 434 w 2092"/>
                <a:gd name="connsiteY91" fmla="*/ 149 h 2911"/>
                <a:gd name="connsiteX92" fmla="*/ 572 w 2092"/>
                <a:gd name="connsiteY92" fmla="*/ 237 h 2911"/>
                <a:gd name="connsiteX93" fmla="*/ 659 w 2092"/>
                <a:gd name="connsiteY93" fmla="*/ 333 h 2911"/>
                <a:gd name="connsiteX94" fmla="*/ 748 w 2092"/>
                <a:gd name="connsiteY94" fmla="*/ 442 h 2911"/>
                <a:gd name="connsiteX95" fmla="*/ 835 w 2092"/>
                <a:gd name="connsiteY95" fmla="*/ 586 h 2911"/>
                <a:gd name="connsiteX96" fmla="*/ 881 w 2092"/>
                <a:gd name="connsiteY96" fmla="*/ 704 h 2911"/>
                <a:gd name="connsiteX97" fmla="*/ 877 w 2092"/>
                <a:gd name="connsiteY9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44 w 2092"/>
                <a:gd name="connsiteY59" fmla="*/ 1367 h 2911"/>
                <a:gd name="connsiteX60" fmla="*/ 1305 w 2092"/>
                <a:gd name="connsiteY60" fmla="*/ 1201 h 2911"/>
                <a:gd name="connsiteX61" fmla="*/ 1243 w 2092"/>
                <a:gd name="connsiteY61" fmla="*/ 965 h 2911"/>
                <a:gd name="connsiteX62" fmla="*/ 1233 w 2092"/>
                <a:gd name="connsiteY62" fmla="*/ 648 h 2911"/>
                <a:gd name="connsiteX63" fmla="*/ 1495 w 2092"/>
                <a:gd name="connsiteY63" fmla="*/ 249 h 2911"/>
                <a:gd name="connsiteX64" fmla="*/ 1735 w 2092"/>
                <a:gd name="connsiteY64" fmla="*/ 104 h 2911"/>
                <a:gd name="connsiteX65" fmla="*/ 1912 w 2092"/>
                <a:gd name="connsiteY65" fmla="*/ 116 h 2911"/>
                <a:gd name="connsiteX66" fmla="*/ 2042 w 2092"/>
                <a:gd name="connsiteY66" fmla="*/ 197 h 2911"/>
                <a:gd name="connsiteX67" fmla="*/ 2086 w 2092"/>
                <a:gd name="connsiteY67" fmla="*/ 189 h 2911"/>
                <a:gd name="connsiteX68" fmla="*/ 2063 w 2092"/>
                <a:gd name="connsiteY68" fmla="*/ 109 h 2911"/>
                <a:gd name="connsiteX69" fmla="*/ 1910 w 2092"/>
                <a:gd name="connsiteY69" fmla="*/ 31 h 2911"/>
                <a:gd name="connsiteX70" fmla="*/ 1740 w 2092"/>
                <a:gd name="connsiteY70" fmla="*/ 18 h 2911"/>
                <a:gd name="connsiteX71" fmla="*/ 1493 w 2092"/>
                <a:gd name="connsiteY71" fmla="*/ 138 h 2911"/>
                <a:gd name="connsiteX72" fmla="*/ 1253 w 2092"/>
                <a:gd name="connsiteY72" fmla="*/ 415 h 2911"/>
                <a:gd name="connsiteX73" fmla="*/ 1169 w 2092"/>
                <a:gd name="connsiteY73" fmla="*/ 539 h 2911"/>
                <a:gd name="connsiteX74" fmla="*/ 1122 w 2092"/>
                <a:gd name="connsiteY74" fmla="*/ 510 h 2911"/>
                <a:gd name="connsiteX75" fmla="*/ 1087 w 2092"/>
                <a:gd name="connsiteY75" fmla="*/ 374 h 2911"/>
                <a:gd name="connsiteX76" fmla="*/ 1019 w 2092"/>
                <a:gd name="connsiteY76" fmla="*/ 366 h 2911"/>
                <a:gd name="connsiteX77" fmla="*/ 993 w 2092"/>
                <a:gd name="connsiteY77" fmla="*/ 444 h 2911"/>
                <a:gd name="connsiteX78" fmla="*/ 953 w 2092"/>
                <a:gd name="connsiteY78" fmla="*/ 550 h 2911"/>
                <a:gd name="connsiteX79" fmla="*/ 844 w 2092"/>
                <a:gd name="connsiteY79" fmla="*/ 433 h 2911"/>
                <a:gd name="connsiteX80" fmla="*/ 756 w 2092"/>
                <a:gd name="connsiteY80" fmla="*/ 326 h 2911"/>
                <a:gd name="connsiteX81" fmla="*/ 605 w 2092"/>
                <a:gd name="connsiteY81" fmla="*/ 167 h 2911"/>
                <a:gd name="connsiteX82" fmla="*/ 377 w 2092"/>
                <a:gd name="connsiteY82" fmla="*/ 60 h 2911"/>
                <a:gd name="connsiteX83" fmla="*/ 184 w 2092"/>
                <a:gd name="connsiteY83" fmla="*/ 69 h 2911"/>
                <a:gd name="connsiteX84" fmla="*/ 38 w 2092"/>
                <a:gd name="connsiteY84" fmla="*/ 162 h 2911"/>
                <a:gd name="connsiteX85" fmla="*/ 4 w 2092"/>
                <a:gd name="connsiteY85" fmla="*/ 215 h 2911"/>
                <a:gd name="connsiteX86" fmla="*/ 13 w 2092"/>
                <a:gd name="connsiteY86" fmla="*/ 248 h 2911"/>
                <a:gd name="connsiteX87" fmla="*/ 61 w 2092"/>
                <a:gd name="connsiteY87" fmla="*/ 246 h 2911"/>
                <a:gd name="connsiteX88" fmla="*/ 144 w 2092"/>
                <a:gd name="connsiteY88" fmla="*/ 173 h 2911"/>
                <a:gd name="connsiteX89" fmla="*/ 256 w 2092"/>
                <a:gd name="connsiteY89" fmla="*/ 127 h 2911"/>
                <a:gd name="connsiteX90" fmla="*/ 434 w 2092"/>
                <a:gd name="connsiteY90" fmla="*/ 149 h 2911"/>
                <a:gd name="connsiteX91" fmla="*/ 572 w 2092"/>
                <a:gd name="connsiteY91" fmla="*/ 237 h 2911"/>
                <a:gd name="connsiteX92" fmla="*/ 659 w 2092"/>
                <a:gd name="connsiteY92" fmla="*/ 333 h 2911"/>
                <a:gd name="connsiteX93" fmla="*/ 748 w 2092"/>
                <a:gd name="connsiteY93" fmla="*/ 442 h 2911"/>
                <a:gd name="connsiteX94" fmla="*/ 835 w 2092"/>
                <a:gd name="connsiteY94" fmla="*/ 586 h 2911"/>
                <a:gd name="connsiteX95" fmla="*/ 881 w 2092"/>
                <a:gd name="connsiteY95" fmla="*/ 704 h 2911"/>
                <a:gd name="connsiteX96" fmla="*/ 877 w 2092"/>
                <a:gd name="connsiteY9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344 w 2092"/>
                <a:gd name="connsiteY58" fmla="*/ 1367 h 2911"/>
                <a:gd name="connsiteX59" fmla="*/ 1305 w 2092"/>
                <a:gd name="connsiteY59" fmla="*/ 1201 h 2911"/>
                <a:gd name="connsiteX60" fmla="*/ 1243 w 2092"/>
                <a:gd name="connsiteY60" fmla="*/ 965 h 2911"/>
                <a:gd name="connsiteX61" fmla="*/ 1233 w 2092"/>
                <a:gd name="connsiteY61" fmla="*/ 648 h 2911"/>
                <a:gd name="connsiteX62" fmla="*/ 1495 w 2092"/>
                <a:gd name="connsiteY62" fmla="*/ 249 h 2911"/>
                <a:gd name="connsiteX63" fmla="*/ 1735 w 2092"/>
                <a:gd name="connsiteY63" fmla="*/ 104 h 2911"/>
                <a:gd name="connsiteX64" fmla="*/ 1912 w 2092"/>
                <a:gd name="connsiteY64" fmla="*/ 116 h 2911"/>
                <a:gd name="connsiteX65" fmla="*/ 2042 w 2092"/>
                <a:gd name="connsiteY65" fmla="*/ 197 h 2911"/>
                <a:gd name="connsiteX66" fmla="*/ 2086 w 2092"/>
                <a:gd name="connsiteY66" fmla="*/ 189 h 2911"/>
                <a:gd name="connsiteX67" fmla="*/ 2063 w 2092"/>
                <a:gd name="connsiteY67" fmla="*/ 109 h 2911"/>
                <a:gd name="connsiteX68" fmla="*/ 1910 w 2092"/>
                <a:gd name="connsiteY68" fmla="*/ 31 h 2911"/>
                <a:gd name="connsiteX69" fmla="*/ 1740 w 2092"/>
                <a:gd name="connsiteY69" fmla="*/ 18 h 2911"/>
                <a:gd name="connsiteX70" fmla="*/ 1493 w 2092"/>
                <a:gd name="connsiteY70" fmla="*/ 138 h 2911"/>
                <a:gd name="connsiteX71" fmla="*/ 1253 w 2092"/>
                <a:gd name="connsiteY71" fmla="*/ 415 h 2911"/>
                <a:gd name="connsiteX72" fmla="*/ 1169 w 2092"/>
                <a:gd name="connsiteY72" fmla="*/ 539 h 2911"/>
                <a:gd name="connsiteX73" fmla="*/ 1122 w 2092"/>
                <a:gd name="connsiteY73" fmla="*/ 510 h 2911"/>
                <a:gd name="connsiteX74" fmla="*/ 1087 w 2092"/>
                <a:gd name="connsiteY74" fmla="*/ 374 h 2911"/>
                <a:gd name="connsiteX75" fmla="*/ 1019 w 2092"/>
                <a:gd name="connsiteY75" fmla="*/ 366 h 2911"/>
                <a:gd name="connsiteX76" fmla="*/ 993 w 2092"/>
                <a:gd name="connsiteY76" fmla="*/ 444 h 2911"/>
                <a:gd name="connsiteX77" fmla="*/ 953 w 2092"/>
                <a:gd name="connsiteY77" fmla="*/ 550 h 2911"/>
                <a:gd name="connsiteX78" fmla="*/ 844 w 2092"/>
                <a:gd name="connsiteY78" fmla="*/ 433 h 2911"/>
                <a:gd name="connsiteX79" fmla="*/ 756 w 2092"/>
                <a:gd name="connsiteY79" fmla="*/ 326 h 2911"/>
                <a:gd name="connsiteX80" fmla="*/ 605 w 2092"/>
                <a:gd name="connsiteY80" fmla="*/ 167 h 2911"/>
                <a:gd name="connsiteX81" fmla="*/ 377 w 2092"/>
                <a:gd name="connsiteY81" fmla="*/ 60 h 2911"/>
                <a:gd name="connsiteX82" fmla="*/ 184 w 2092"/>
                <a:gd name="connsiteY82" fmla="*/ 69 h 2911"/>
                <a:gd name="connsiteX83" fmla="*/ 38 w 2092"/>
                <a:gd name="connsiteY83" fmla="*/ 162 h 2911"/>
                <a:gd name="connsiteX84" fmla="*/ 4 w 2092"/>
                <a:gd name="connsiteY84" fmla="*/ 215 h 2911"/>
                <a:gd name="connsiteX85" fmla="*/ 13 w 2092"/>
                <a:gd name="connsiteY85" fmla="*/ 248 h 2911"/>
                <a:gd name="connsiteX86" fmla="*/ 61 w 2092"/>
                <a:gd name="connsiteY86" fmla="*/ 246 h 2911"/>
                <a:gd name="connsiteX87" fmla="*/ 144 w 2092"/>
                <a:gd name="connsiteY87" fmla="*/ 173 h 2911"/>
                <a:gd name="connsiteX88" fmla="*/ 256 w 2092"/>
                <a:gd name="connsiteY88" fmla="*/ 127 h 2911"/>
                <a:gd name="connsiteX89" fmla="*/ 434 w 2092"/>
                <a:gd name="connsiteY89" fmla="*/ 149 h 2911"/>
                <a:gd name="connsiteX90" fmla="*/ 572 w 2092"/>
                <a:gd name="connsiteY90" fmla="*/ 237 h 2911"/>
                <a:gd name="connsiteX91" fmla="*/ 659 w 2092"/>
                <a:gd name="connsiteY91" fmla="*/ 333 h 2911"/>
                <a:gd name="connsiteX92" fmla="*/ 748 w 2092"/>
                <a:gd name="connsiteY92" fmla="*/ 442 h 2911"/>
                <a:gd name="connsiteX93" fmla="*/ 835 w 2092"/>
                <a:gd name="connsiteY93" fmla="*/ 586 h 2911"/>
                <a:gd name="connsiteX94" fmla="*/ 881 w 2092"/>
                <a:gd name="connsiteY94" fmla="*/ 704 h 2911"/>
                <a:gd name="connsiteX95" fmla="*/ 877 w 2092"/>
                <a:gd name="connsiteY9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368 w 2092"/>
                <a:gd name="connsiteY52" fmla="*/ 1960 h 2911"/>
                <a:gd name="connsiteX53" fmla="*/ 1366 w 2092"/>
                <a:gd name="connsiteY53" fmla="*/ 1916 h 2911"/>
                <a:gd name="connsiteX54" fmla="*/ 1386 w 2092"/>
                <a:gd name="connsiteY54" fmla="*/ 1814 h 2911"/>
                <a:gd name="connsiteX55" fmla="*/ 1398 w 2092"/>
                <a:gd name="connsiteY55" fmla="*/ 1698 h 2911"/>
                <a:gd name="connsiteX56" fmla="*/ 1382 w 2092"/>
                <a:gd name="connsiteY56" fmla="*/ 1554 h 2911"/>
                <a:gd name="connsiteX57" fmla="*/ 1344 w 2092"/>
                <a:gd name="connsiteY57" fmla="*/ 1367 h 2911"/>
                <a:gd name="connsiteX58" fmla="*/ 1305 w 2092"/>
                <a:gd name="connsiteY58" fmla="*/ 1201 h 2911"/>
                <a:gd name="connsiteX59" fmla="*/ 1243 w 2092"/>
                <a:gd name="connsiteY59" fmla="*/ 965 h 2911"/>
                <a:gd name="connsiteX60" fmla="*/ 1233 w 2092"/>
                <a:gd name="connsiteY60" fmla="*/ 648 h 2911"/>
                <a:gd name="connsiteX61" fmla="*/ 1495 w 2092"/>
                <a:gd name="connsiteY61" fmla="*/ 249 h 2911"/>
                <a:gd name="connsiteX62" fmla="*/ 1735 w 2092"/>
                <a:gd name="connsiteY62" fmla="*/ 104 h 2911"/>
                <a:gd name="connsiteX63" fmla="*/ 1912 w 2092"/>
                <a:gd name="connsiteY63" fmla="*/ 116 h 2911"/>
                <a:gd name="connsiteX64" fmla="*/ 2042 w 2092"/>
                <a:gd name="connsiteY64" fmla="*/ 197 h 2911"/>
                <a:gd name="connsiteX65" fmla="*/ 2086 w 2092"/>
                <a:gd name="connsiteY65" fmla="*/ 189 h 2911"/>
                <a:gd name="connsiteX66" fmla="*/ 2063 w 2092"/>
                <a:gd name="connsiteY66" fmla="*/ 109 h 2911"/>
                <a:gd name="connsiteX67" fmla="*/ 1910 w 2092"/>
                <a:gd name="connsiteY67" fmla="*/ 31 h 2911"/>
                <a:gd name="connsiteX68" fmla="*/ 1740 w 2092"/>
                <a:gd name="connsiteY68" fmla="*/ 18 h 2911"/>
                <a:gd name="connsiteX69" fmla="*/ 1493 w 2092"/>
                <a:gd name="connsiteY69" fmla="*/ 138 h 2911"/>
                <a:gd name="connsiteX70" fmla="*/ 1253 w 2092"/>
                <a:gd name="connsiteY70" fmla="*/ 415 h 2911"/>
                <a:gd name="connsiteX71" fmla="*/ 1169 w 2092"/>
                <a:gd name="connsiteY71" fmla="*/ 539 h 2911"/>
                <a:gd name="connsiteX72" fmla="*/ 1122 w 2092"/>
                <a:gd name="connsiteY72" fmla="*/ 510 h 2911"/>
                <a:gd name="connsiteX73" fmla="*/ 1087 w 2092"/>
                <a:gd name="connsiteY73" fmla="*/ 374 h 2911"/>
                <a:gd name="connsiteX74" fmla="*/ 1019 w 2092"/>
                <a:gd name="connsiteY74" fmla="*/ 366 h 2911"/>
                <a:gd name="connsiteX75" fmla="*/ 993 w 2092"/>
                <a:gd name="connsiteY75" fmla="*/ 444 h 2911"/>
                <a:gd name="connsiteX76" fmla="*/ 953 w 2092"/>
                <a:gd name="connsiteY76" fmla="*/ 550 h 2911"/>
                <a:gd name="connsiteX77" fmla="*/ 844 w 2092"/>
                <a:gd name="connsiteY77" fmla="*/ 433 h 2911"/>
                <a:gd name="connsiteX78" fmla="*/ 756 w 2092"/>
                <a:gd name="connsiteY78" fmla="*/ 326 h 2911"/>
                <a:gd name="connsiteX79" fmla="*/ 605 w 2092"/>
                <a:gd name="connsiteY79" fmla="*/ 167 h 2911"/>
                <a:gd name="connsiteX80" fmla="*/ 377 w 2092"/>
                <a:gd name="connsiteY80" fmla="*/ 60 h 2911"/>
                <a:gd name="connsiteX81" fmla="*/ 184 w 2092"/>
                <a:gd name="connsiteY81" fmla="*/ 69 h 2911"/>
                <a:gd name="connsiteX82" fmla="*/ 38 w 2092"/>
                <a:gd name="connsiteY82" fmla="*/ 162 h 2911"/>
                <a:gd name="connsiteX83" fmla="*/ 4 w 2092"/>
                <a:gd name="connsiteY83" fmla="*/ 215 h 2911"/>
                <a:gd name="connsiteX84" fmla="*/ 13 w 2092"/>
                <a:gd name="connsiteY84" fmla="*/ 248 h 2911"/>
                <a:gd name="connsiteX85" fmla="*/ 61 w 2092"/>
                <a:gd name="connsiteY85" fmla="*/ 246 h 2911"/>
                <a:gd name="connsiteX86" fmla="*/ 144 w 2092"/>
                <a:gd name="connsiteY86" fmla="*/ 173 h 2911"/>
                <a:gd name="connsiteX87" fmla="*/ 256 w 2092"/>
                <a:gd name="connsiteY87" fmla="*/ 127 h 2911"/>
                <a:gd name="connsiteX88" fmla="*/ 434 w 2092"/>
                <a:gd name="connsiteY88" fmla="*/ 149 h 2911"/>
                <a:gd name="connsiteX89" fmla="*/ 572 w 2092"/>
                <a:gd name="connsiteY89" fmla="*/ 237 h 2911"/>
                <a:gd name="connsiteX90" fmla="*/ 659 w 2092"/>
                <a:gd name="connsiteY90" fmla="*/ 333 h 2911"/>
                <a:gd name="connsiteX91" fmla="*/ 748 w 2092"/>
                <a:gd name="connsiteY91" fmla="*/ 442 h 2911"/>
                <a:gd name="connsiteX92" fmla="*/ 835 w 2092"/>
                <a:gd name="connsiteY92" fmla="*/ 586 h 2911"/>
                <a:gd name="connsiteX93" fmla="*/ 881 w 2092"/>
                <a:gd name="connsiteY93" fmla="*/ 704 h 2911"/>
                <a:gd name="connsiteX94" fmla="*/ 877 w 2092"/>
                <a:gd name="connsiteY9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368 w 2092"/>
                <a:gd name="connsiteY51" fmla="*/ 1960 h 2911"/>
                <a:gd name="connsiteX52" fmla="*/ 1366 w 2092"/>
                <a:gd name="connsiteY52" fmla="*/ 1916 h 2911"/>
                <a:gd name="connsiteX53" fmla="*/ 1386 w 2092"/>
                <a:gd name="connsiteY53" fmla="*/ 1814 h 2911"/>
                <a:gd name="connsiteX54" fmla="*/ 1398 w 2092"/>
                <a:gd name="connsiteY54" fmla="*/ 1698 h 2911"/>
                <a:gd name="connsiteX55" fmla="*/ 1382 w 2092"/>
                <a:gd name="connsiteY55" fmla="*/ 1554 h 2911"/>
                <a:gd name="connsiteX56" fmla="*/ 1344 w 2092"/>
                <a:gd name="connsiteY56" fmla="*/ 1367 h 2911"/>
                <a:gd name="connsiteX57" fmla="*/ 1305 w 2092"/>
                <a:gd name="connsiteY57" fmla="*/ 1201 h 2911"/>
                <a:gd name="connsiteX58" fmla="*/ 1243 w 2092"/>
                <a:gd name="connsiteY58" fmla="*/ 965 h 2911"/>
                <a:gd name="connsiteX59" fmla="*/ 1233 w 2092"/>
                <a:gd name="connsiteY59" fmla="*/ 648 h 2911"/>
                <a:gd name="connsiteX60" fmla="*/ 1495 w 2092"/>
                <a:gd name="connsiteY60" fmla="*/ 249 h 2911"/>
                <a:gd name="connsiteX61" fmla="*/ 1735 w 2092"/>
                <a:gd name="connsiteY61" fmla="*/ 104 h 2911"/>
                <a:gd name="connsiteX62" fmla="*/ 1912 w 2092"/>
                <a:gd name="connsiteY62" fmla="*/ 116 h 2911"/>
                <a:gd name="connsiteX63" fmla="*/ 2042 w 2092"/>
                <a:gd name="connsiteY63" fmla="*/ 197 h 2911"/>
                <a:gd name="connsiteX64" fmla="*/ 2086 w 2092"/>
                <a:gd name="connsiteY64" fmla="*/ 189 h 2911"/>
                <a:gd name="connsiteX65" fmla="*/ 2063 w 2092"/>
                <a:gd name="connsiteY65" fmla="*/ 109 h 2911"/>
                <a:gd name="connsiteX66" fmla="*/ 1910 w 2092"/>
                <a:gd name="connsiteY66" fmla="*/ 31 h 2911"/>
                <a:gd name="connsiteX67" fmla="*/ 1740 w 2092"/>
                <a:gd name="connsiteY67" fmla="*/ 18 h 2911"/>
                <a:gd name="connsiteX68" fmla="*/ 1493 w 2092"/>
                <a:gd name="connsiteY68" fmla="*/ 138 h 2911"/>
                <a:gd name="connsiteX69" fmla="*/ 1253 w 2092"/>
                <a:gd name="connsiteY69" fmla="*/ 415 h 2911"/>
                <a:gd name="connsiteX70" fmla="*/ 1169 w 2092"/>
                <a:gd name="connsiteY70" fmla="*/ 539 h 2911"/>
                <a:gd name="connsiteX71" fmla="*/ 1122 w 2092"/>
                <a:gd name="connsiteY71" fmla="*/ 510 h 2911"/>
                <a:gd name="connsiteX72" fmla="*/ 1087 w 2092"/>
                <a:gd name="connsiteY72" fmla="*/ 374 h 2911"/>
                <a:gd name="connsiteX73" fmla="*/ 1019 w 2092"/>
                <a:gd name="connsiteY73" fmla="*/ 366 h 2911"/>
                <a:gd name="connsiteX74" fmla="*/ 993 w 2092"/>
                <a:gd name="connsiteY74" fmla="*/ 444 h 2911"/>
                <a:gd name="connsiteX75" fmla="*/ 953 w 2092"/>
                <a:gd name="connsiteY75" fmla="*/ 550 h 2911"/>
                <a:gd name="connsiteX76" fmla="*/ 844 w 2092"/>
                <a:gd name="connsiteY76" fmla="*/ 433 h 2911"/>
                <a:gd name="connsiteX77" fmla="*/ 756 w 2092"/>
                <a:gd name="connsiteY77" fmla="*/ 326 h 2911"/>
                <a:gd name="connsiteX78" fmla="*/ 605 w 2092"/>
                <a:gd name="connsiteY78" fmla="*/ 167 h 2911"/>
                <a:gd name="connsiteX79" fmla="*/ 377 w 2092"/>
                <a:gd name="connsiteY79" fmla="*/ 60 h 2911"/>
                <a:gd name="connsiteX80" fmla="*/ 184 w 2092"/>
                <a:gd name="connsiteY80" fmla="*/ 69 h 2911"/>
                <a:gd name="connsiteX81" fmla="*/ 38 w 2092"/>
                <a:gd name="connsiteY81" fmla="*/ 162 h 2911"/>
                <a:gd name="connsiteX82" fmla="*/ 4 w 2092"/>
                <a:gd name="connsiteY82" fmla="*/ 215 h 2911"/>
                <a:gd name="connsiteX83" fmla="*/ 13 w 2092"/>
                <a:gd name="connsiteY83" fmla="*/ 248 h 2911"/>
                <a:gd name="connsiteX84" fmla="*/ 61 w 2092"/>
                <a:gd name="connsiteY84" fmla="*/ 246 h 2911"/>
                <a:gd name="connsiteX85" fmla="*/ 144 w 2092"/>
                <a:gd name="connsiteY85" fmla="*/ 173 h 2911"/>
                <a:gd name="connsiteX86" fmla="*/ 256 w 2092"/>
                <a:gd name="connsiteY86" fmla="*/ 127 h 2911"/>
                <a:gd name="connsiteX87" fmla="*/ 434 w 2092"/>
                <a:gd name="connsiteY87" fmla="*/ 149 h 2911"/>
                <a:gd name="connsiteX88" fmla="*/ 572 w 2092"/>
                <a:gd name="connsiteY88" fmla="*/ 237 h 2911"/>
                <a:gd name="connsiteX89" fmla="*/ 659 w 2092"/>
                <a:gd name="connsiteY89" fmla="*/ 333 h 2911"/>
                <a:gd name="connsiteX90" fmla="*/ 748 w 2092"/>
                <a:gd name="connsiteY90" fmla="*/ 442 h 2911"/>
                <a:gd name="connsiteX91" fmla="*/ 835 w 2092"/>
                <a:gd name="connsiteY91" fmla="*/ 586 h 2911"/>
                <a:gd name="connsiteX92" fmla="*/ 881 w 2092"/>
                <a:gd name="connsiteY92" fmla="*/ 704 h 2911"/>
                <a:gd name="connsiteX93" fmla="*/ 877 w 2092"/>
                <a:gd name="connsiteY9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368 w 2092"/>
                <a:gd name="connsiteY50" fmla="*/ 1960 h 2911"/>
                <a:gd name="connsiteX51" fmla="*/ 1366 w 2092"/>
                <a:gd name="connsiteY51" fmla="*/ 1916 h 2911"/>
                <a:gd name="connsiteX52" fmla="*/ 1386 w 2092"/>
                <a:gd name="connsiteY52" fmla="*/ 1814 h 2911"/>
                <a:gd name="connsiteX53" fmla="*/ 1398 w 2092"/>
                <a:gd name="connsiteY53" fmla="*/ 1698 h 2911"/>
                <a:gd name="connsiteX54" fmla="*/ 1382 w 2092"/>
                <a:gd name="connsiteY54" fmla="*/ 1554 h 2911"/>
                <a:gd name="connsiteX55" fmla="*/ 1344 w 2092"/>
                <a:gd name="connsiteY55" fmla="*/ 1367 h 2911"/>
                <a:gd name="connsiteX56" fmla="*/ 1305 w 2092"/>
                <a:gd name="connsiteY56" fmla="*/ 1201 h 2911"/>
                <a:gd name="connsiteX57" fmla="*/ 1243 w 2092"/>
                <a:gd name="connsiteY57" fmla="*/ 965 h 2911"/>
                <a:gd name="connsiteX58" fmla="*/ 1233 w 2092"/>
                <a:gd name="connsiteY58" fmla="*/ 648 h 2911"/>
                <a:gd name="connsiteX59" fmla="*/ 1495 w 2092"/>
                <a:gd name="connsiteY59" fmla="*/ 249 h 2911"/>
                <a:gd name="connsiteX60" fmla="*/ 1735 w 2092"/>
                <a:gd name="connsiteY60" fmla="*/ 104 h 2911"/>
                <a:gd name="connsiteX61" fmla="*/ 1912 w 2092"/>
                <a:gd name="connsiteY61" fmla="*/ 116 h 2911"/>
                <a:gd name="connsiteX62" fmla="*/ 2042 w 2092"/>
                <a:gd name="connsiteY62" fmla="*/ 197 h 2911"/>
                <a:gd name="connsiteX63" fmla="*/ 2086 w 2092"/>
                <a:gd name="connsiteY63" fmla="*/ 189 h 2911"/>
                <a:gd name="connsiteX64" fmla="*/ 2063 w 2092"/>
                <a:gd name="connsiteY64" fmla="*/ 109 h 2911"/>
                <a:gd name="connsiteX65" fmla="*/ 1910 w 2092"/>
                <a:gd name="connsiteY65" fmla="*/ 31 h 2911"/>
                <a:gd name="connsiteX66" fmla="*/ 1740 w 2092"/>
                <a:gd name="connsiteY66" fmla="*/ 18 h 2911"/>
                <a:gd name="connsiteX67" fmla="*/ 1493 w 2092"/>
                <a:gd name="connsiteY67" fmla="*/ 138 h 2911"/>
                <a:gd name="connsiteX68" fmla="*/ 1253 w 2092"/>
                <a:gd name="connsiteY68" fmla="*/ 415 h 2911"/>
                <a:gd name="connsiteX69" fmla="*/ 1169 w 2092"/>
                <a:gd name="connsiteY69" fmla="*/ 539 h 2911"/>
                <a:gd name="connsiteX70" fmla="*/ 1122 w 2092"/>
                <a:gd name="connsiteY70" fmla="*/ 510 h 2911"/>
                <a:gd name="connsiteX71" fmla="*/ 1087 w 2092"/>
                <a:gd name="connsiteY71" fmla="*/ 374 h 2911"/>
                <a:gd name="connsiteX72" fmla="*/ 1019 w 2092"/>
                <a:gd name="connsiteY72" fmla="*/ 366 h 2911"/>
                <a:gd name="connsiteX73" fmla="*/ 993 w 2092"/>
                <a:gd name="connsiteY73" fmla="*/ 444 h 2911"/>
                <a:gd name="connsiteX74" fmla="*/ 953 w 2092"/>
                <a:gd name="connsiteY74" fmla="*/ 550 h 2911"/>
                <a:gd name="connsiteX75" fmla="*/ 844 w 2092"/>
                <a:gd name="connsiteY75" fmla="*/ 433 h 2911"/>
                <a:gd name="connsiteX76" fmla="*/ 756 w 2092"/>
                <a:gd name="connsiteY76" fmla="*/ 326 h 2911"/>
                <a:gd name="connsiteX77" fmla="*/ 605 w 2092"/>
                <a:gd name="connsiteY77" fmla="*/ 167 h 2911"/>
                <a:gd name="connsiteX78" fmla="*/ 377 w 2092"/>
                <a:gd name="connsiteY78" fmla="*/ 60 h 2911"/>
                <a:gd name="connsiteX79" fmla="*/ 184 w 2092"/>
                <a:gd name="connsiteY79" fmla="*/ 69 h 2911"/>
                <a:gd name="connsiteX80" fmla="*/ 38 w 2092"/>
                <a:gd name="connsiteY80" fmla="*/ 162 h 2911"/>
                <a:gd name="connsiteX81" fmla="*/ 4 w 2092"/>
                <a:gd name="connsiteY81" fmla="*/ 215 h 2911"/>
                <a:gd name="connsiteX82" fmla="*/ 13 w 2092"/>
                <a:gd name="connsiteY82" fmla="*/ 248 h 2911"/>
                <a:gd name="connsiteX83" fmla="*/ 61 w 2092"/>
                <a:gd name="connsiteY83" fmla="*/ 246 h 2911"/>
                <a:gd name="connsiteX84" fmla="*/ 144 w 2092"/>
                <a:gd name="connsiteY84" fmla="*/ 173 h 2911"/>
                <a:gd name="connsiteX85" fmla="*/ 256 w 2092"/>
                <a:gd name="connsiteY85" fmla="*/ 127 h 2911"/>
                <a:gd name="connsiteX86" fmla="*/ 434 w 2092"/>
                <a:gd name="connsiteY86" fmla="*/ 149 h 2911"/>
                <a:gd name="connsiteX87" fmla="*/ 572 w 2092"/>
                <a:gd name="connsiteY87" fmla="*/ 237 h 2911"/>
                <a:gd name="connsiteX88" fmla="*/ 659 w 2092"/>
                <a:gd name="connsiteY88" fmla="*/ 333 h 2911"/>
                <a:gd name="connsiteX89" fmla="*/ 748 w 2092"/>
                <a:gd name="connsiteY89" fmla="*/ 442 h 2911"/>
                <a:gd name="connsiteX90" fmla="*/ 835 w 2092"/>
                <a:gd name="connsiteY90" fmla="*/ 586 h 2911"/>
                <a:gd name="connsiteX91" fmla="*/ 881 w 2092"/>
                <a:gd name="connsiteY91" fmla="*/ 704 h 2911"/>
                <a:gd name="connsiteX92" fmla="*/ 877 w 2092"/>
                <a:gd name="connsiteY9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368 w 2092"/>
                <a:gd name="connsiteY49" fmla="*/ 1960 h 2911"/>
                <a:gd name="connsiteX50" fmla="*/ 1366 w 2092"/>
                <a:gd name="connsiteY50" fmla="*/ 1916 h 2911"/>
                <a:gd name="connsiteX51" fmla="*/ 1386 w 2092"/>
                <a:gd name="connsiteY51" fmla="*/ 1814 h 2911"/>
                <a:gd name="connsiteX52" fmla="*/ 1398 w 2092"/>
                <a:gd name="connsiteY52" fmla="*/ 1698 h 2911"/>
                <a:gd name="connsiteX53" fmla="*/ 1382 w 2092"/>
                <a:gd name="connsiteY53" fmla="*/ 1554 h 2911"/>
                <a:gd name="connsiteX54" fmla="*/ 1344 w 2092"/>
                <a:gd name="connsiteY54" fmla="*/ 1367 h 2911"/>
                <a:gd name="connsiteX55" fmla="*/ 1305 w 2092"/>
                <a:gd name="connsiteY55" fmla="*/ 1201 h 2911"/>
                <a:gd name="connsiteX56" fmla="*/ 1243 w 2092"/>
                <a:gd name="connsiteY56" fmla="*/ 965 h 2911"/>
                <a:gd name="connsiteX57" fmla="*/ 1233 w 2092"/>
                <a:gd name="connsiteY57" fmla="*/ 648 h 2911"/>
                <a:gd name="connsiteX58" fmla="*/ 1495 w 2092"/>
                <a:gd name="connsiteY58" fmla="*/ 249 h 2911"/>
                <a:gd name="connsiteX59" fmla="*/ 1735 w 2092"/>
                <a:gd name="connsiteY59" fmla="*/ 104 h 2911"/>
                <a:gd name="connsiteX60" fmla="*/ 1912 w 2092"/>
                <a:gd name="connsiteY60" fmla="*/ 116 h 2911"/>
                <a:gd name="connsiteX61" fmla="*/ 2042 w 2092"/>
                <a:gd name="connsiteY61" fmla="*/ 197 h 2911"/>
                <a:gd name="connsiteX62" fmla="*/ 2086 w 2092"/>
                <a:gd name="connsiteY62" fmla="*/ 189 h 2911"/>
                <a:gd name="connsiteX63" fmla="*/ 2063 w 2092"/>
                <a:gd name="connsiteY63" fmla="*/ 109 h 2911"/>
                <a:gd name="connsiteX64" fmla="*/ 1910 w 2092"/>
                <a:gd name="connsiteY64" fmla="*/ 31 h 2911"/>
                <a:gd name="connsiteX65" fmla="*/ 1740 w 2092"/>
                <a:gd name="connsiteY65" fmla="*/ 18 h 2911"/>
                <a:gd name="connsiteX66" fmla="*/ 1493 w 2092"/>
                <a:gd name="connsiteY66" fmla="*/ 138 h 2911"/>
                <a:gd name="connsiteX67" fmla="*/ 1253 w 2092"/>
                <a:gd name="connsiteY67" fmla="*/ 415 h 2911"/>
                <a:gd name="connsiteX68" fmla="*/ 1169 w 2092"/>
                <a:gd name="connsiteY68" fmla="*/ 539 h 2911"/>
                <a:gd name="connsiteX69" fmla="*/ 1122 w 2092"/>
                <a:gd name="connsiteY69" fmla="*/ 510 h 2911"/>
                <a:gd name="connsiteX70" fmla="*/ 1087 w 2092"/>
                <a:gd name="connsiteY70" fmla="*/ 374 h 2911"/>
                <a:gd name="connsiteX71" fmla="*/ 1019 w 2092"/>
                <a:gd name="connsiteY71" fmla="*/ 366 h 2911"/>
                <a:gd name="connsiteX72" fmla="*/ 993 w 2092"/>
                <a:gd name="connsiteY72" fmla="*/ 444 h 2911"/>
                <a:gd name="connsiteX73" fmla="*/ 953 w 2092"/>
                <a:gd name="connsiteY73" fmla="*/ 550 h 2911"/>
                <a:gd name="connsiteX74" fmla="*/ 844 w 2092"/>
                <a:gd name="connsiteY74" fmla="*/ 433 h 2911"/>
                <a:gd name="connsiteX75" fmla="*/ 756 w 2092"/>
                <a:gd name="connsiteY75" fmla="*/ 326 h 2911"/>
                <a:gd name="connsiteX76" fmla="*/ 605 w 2092"/>
                <a:gd name="connsiteY76" fmla="*/ 167 h 2911"/>
                <a:gd name="connsiteX77" fmla="*/ 377 w 2092"/>
                <a:gd name="connsiteY77" fmla="*/ 60 h 2911"/>
                <a:gd name="connsiteX78" fmla="*/ 184 w 2092"/>
                <a:gd name="connsiteY78" fmla="*/ 69 h 2911"/>
                <a:gd name="connsiteX79" fmla="*/ 38 w 2092"/>
                <a:gd name="connsiteY79" fmla="*/ 162 h 2911"/>
                <a:gd name="connsiteX80" fmla="*/ 4 w 2092"/>
                <a:gd name="connsiteY80" fmla="*/ 215 h 2911"/>
                <a:gd name="connsiteX81" fmla="*/ 13 w 2092"/>
                <a:gd name="connsiteY81" fmla="*/ 248 h 2911"/>
                <a:gd name="connsiteX82" fmla="*/ 61 w 2092"/>
                <a:gd name="connsiteY82" fmla="*/ 246 h 2911"/>
                <a:gd name="connsiteX83" fmla="*/ 144 w 2092"/>
                <a:gd name="connsiteY83" fmla="*/ 173 h 2911"/>
                <a:gd name="connsiteX84" fmla="*/ 256 w 2092"/>
                <a:gd name="connsiteY84" fmla="*/ 127 h 2911"/>
                <a:gd name="connsiteX85" fmla="*/ 434 w 2092"/>
                <a:gd name="connsiteY85" fmla="*/ 149 h 2911"/>
                <a:gd name="connsiteX86" fmla="*/ 572 w 2092"/>
                <a:gd name="connsiteY86" fmla="*/ 237 h 2911"/>
                <a:gd name="connsiteX87" fmla="*/ 659 w 2092"/>
                <a:gd name="connsiteY87" fmla="*/ 333 h 2911"/>
                <a:gd name="connsiteX88" fmla="*/ 748 w 2092"/>
                <a:gd name="connsiteY88" fmla="*/ 442 h 2911"/>
                <a:gd name="connsiteX89" fmla="*/ 835 w 2092"/>
                <a:gd name="connsiteY89" fmla="*/ 586 h 2911"/>
                <a:gd name="connsiteX90" fmla="*/ 881 w 2092"/>
                <a:gd name="connsiteY90" fmla="*/ 704 h 2911"/>
                <a:gd name="connsiteX91" fmla="*/ 877 w 2092"/>
                <a:gd name="connsiteY9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368 w 2092"/>
                <a:gd name="connsiteY48" fmla="*/ 1960 h 2911"/>
                <a:gd name="connsiteX49" fmla="*/ 1366 w 2092"/>
                <a:gd name="connsiteY49" fmla="*/ 1916 h 2911"/>
                <a:gd name="connsiteX50" fmla="*/ 1386 w 2092"/>
                <a:gd name="connsiteY50" fmla="*/ 1814 h 2911"/>
                <a:gd name="connsiteX51" fmla="*/ 1398 w 2092"/>
                <a:gd name="connsiteY51" fmla="*/ 1698 h 2911"/>
                <a:gd name="connsiteX52" fmla="*/ 1382 w 2092"/>
                <a:gd name="connsiteY52" fmla="*/ 1554 h 2911"/>
                <a:gd name="connsiteX53" fmla="*/ 1344 w 2092"/>
                <a:gd name="connsiteY53" fmla="*/ 1367 h 2911"/>
                <a:gd name="connsiteX54" fmla="*/ 1305 w 2092"/>
                <a:gd name="connsiteY54" fmla="*/ 1201 h 2911"/>
                <a:gd name="connsiteX55" fmla="*/ 1243 w 2092"/>
                <a:gd name="connsiteY55" fmla="*/ 965 h 2911"/>
                <a:gd name="connsiteX56" fmla="*/ 1233 w 2092"/>
                <a:gd name="connsiteY56" fmla="*/ 648 h 2911"/>
                <a:gd name="connsiteX57" fmla="*/ 1495 w 2092"/>
                <a:gd name="connsiteY57" fmla="*/ 249 h 2911"/>
                <a:gd name="connsiteX58" fmla="*/ 1735 w 2092"/>
                <a:gd name="connsiteY58" fmla="*/ 104 h 2911"/>
                <a:gd name="connsiteX59" fmla="*/ 1912 w 2092"/>
                <a:gd name="connsiteY59" fmla="*/ 116 h 2911"/>
                <a:gd name="connsiteX60" fmla="*/ 2042 w 2092"/>
                <a:gd name="connsiteY60" fmla="*/ 197 h 2911"/>
                <a:gd name="connsiteX61" fmla="*/ 2086 w 2092"/>
                <a:gd name="connsiteY61" fmla="*/ 189 h 2911"/>
                <a:gd name="connsiteX62" fmla="*/ 2063 w 2092"/>
                <a:gd name="connsiteY62" fmla="*/ 109 h 2911"/>
                <a:gd name="connsiteX63" fmla="*/ 1910 w 2092"/>
                <a:gd name="connsiteY63" fmla="*/ 31 h 2911"/>
                <a:gd name="connsiteX64" fmla="*/ 1740 w 2092"/>
                <a:gd name="connsiteY64" fmla="*/ 18 h 2911"/>
                <a:gd name="connsiteX65" fmla="*/ 1493 w 2092"/>
                <a:gd name="connsiteY65" fmla="*/ 138 h 2911"/>
                <a:gd name="connsiteX66" fmla="*/ 1253 w 2092"/>
                <a:gd name="connsiteY66" fmla="*/ 415 h 2911"/>
                <a:gd name="connsiteX67" fmla="*/ 1169 w 2092"/>
                <a:gd name="connsiteY67" fmla="*/ 539 h 2911"/>
                <a:gd name="connsiteX68" fmla="*/ 1122 w 2092"/>
                <a:gd name="connsiteY68" fmla="*/ 510 h 2911"/>
                <a:gd name="connsiteX69" fmla="*/ 1087 w 2092"/>
                <a:gd name="connsiteY69" fmla="*/ 374 h 2911"/>
                <a:gd name="connsiteX70" fmla="*/ 1019 w 2092"/>
                <a:gd name="connsiteY70" fmla="*/ 366 h 2911"/>
                <a:gd name="connsiteX71" fmla="*/ 993 w 2092"/>
                <a:gd name="connsiteY71" fmla="*/ 444 h 2911"/>
                <a:gd name="connsiteX72" fmla="*/ 953 w 2092"/>
                <a:gd name="connsiteY72" fmla="*/ 550 h 2911"/>
                <a:gd name="connsiteX73" fmla="*/ 844 w 2092"/>
                <a:gd name="connsiteY73" fmla="*/ 433 h 2911"/>
                <a:gd name="connsiteX74" fmla="*/ 756 w 2092"/>
                <a:gd name="connsiteY74" fmla="*/ 326 h 2911"/>
                <a:gd name="connsiteX75" fmla="*/ 605 w 2092"/>
                <a:gd name="connsiteY75" fmla="*/ 167 h 2911"/>
                <a:gd name="connsiteX76" fmla="*/ 377 w 2092"/>
                <a:gd name="connsiteY76" fmla="*/ 60 h 2911"/>
                <a:gd name="connsiteX77" fmla="*/ 184 w 2092"/>
                <a:gd name="connsiteY77" fmla="*/ 69 h 2911"/>
                <a:gd name="connsiteX78" fmla="*/ 38 w 2092"/>
                <a:gd name="connsiteY78" fmla="*/ 162 h 2911"/>
                <a:gd name="connsiteX79" fmla="*/ 4 w 2092"/>
                <a:gd name="connsiteY79" fmla="*/ 215 h 2911"/>
                <a:gd name="connsiteX80" fmla="*/ 13 w 2092"/>
                <a:gd name="connsiteY80" fmla="*/ 248 h 2911"/>
                <a:gd name="connsiteX81" fmla="*/ 61 w 2092"/>
                <a:gd name="connsiteY81" fmla="*/ 246 h 2911"/>
                <a:gd name="connsiteX82" fmla="*/ 144 w 2092"/>
                <a:gd name="connsiteY82" fmla="*/ 173 h 2911"/>
                <a:gd name="connsiteX83" fmla="*/ 256 w 2092"/>
                <a:gd name="connsiteY83" fmla="*/ 127 h 2911"/>
                <a:gd name="connsiteX84" fmla="*/ 434 w 2092"/>
                <a:gd name="connsiteY84" fmla="*/ 149 h 2911"/>
                <a:gd name="connsiteX85" fmla="*/ 572 w 2092"/>
                <a:gd name="connsiteY85" fmla="*/ 237 h 2911"/>
                <a:gd name="connsiteX86" fmla="*/ 659 w 2092"/>
                <a:gd name="connsiteY86" fmla="*/ 333 h 2911"/>
                <a:gd name="connsiteX87" fmla="*/ 748 w 2092"/>
                <a:gd name="connsiteY87" fmla="*/ 442 h 2911"/>
                <a:gd name="connsiteX88" fmla="*/ 835 w 2092"/>
                <a:gd name="connsiteY88" fmla="*/ 586 h 2911"/>
                <a:gd name="connsiteX89" fmla="*/ 881 w 2092"/>
                <a:gd name="connsiteY89" fmla="*/ 704 h 2911"/>
                <a:gd name="connsiteX90" fmla="*/ 877 w 2092"/>
                <a:gd name="connsiteY9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368 w 2092"/>
                <a:gd name="connsiteY47" fmla="*/ 1960 h 2911"/>
                <a:gd name="connsiteX48" fmla="*/ 1366 w 2092"/>
                <a:gd name="connsiteY48" fmla="*/ 1916 h 2911"/>
                <a:gd name="connsiteX49" fmla="*/ 1386 w 2092"/>
                <a:gd name="connsiteY49" fmla="*/ 1814 h 2911"/>
                <a:gd name="connsiteX50" fmla="*/ 1398 w 2092"/>
                <a:gd name="connsiteY50" fmla="*/ 1698 h 2911"/>
                <a:gd name="connsiteX51" fmla="*/ 1382 w 2092"/>
                <a:gd name="connsiteY51" fmla="*/ 1554 h 2911"/>
                <a:gd name="connsiteX52" fmla="*/ 1344 w 2092"/>
                <a:gd name="connsiteY52" fmla="*/ 1367 h 2911"/>
                <a:gd name="connsiteX53" fmla="*/ 1305 w 2092"/>
                <a:gd name="connsiteY53" fmla="*/ 1201 h 2911"/>
                <a:gd name="connsiteX54" fmla="*/ 1243 w 2092"/>
                <a:gd name="connsiteY54" fmla="*/ 965 h 2911"/>
                <a:gd name="connsiteX55" fmla="*/ 1233 w 2092"/>
                <a:gd name="connsiteY55" fmla="*/ 648 h 2911"/>
                <a:gd name="connsiteX56" fmla="*/ 1495 w 2092"/>
                <a:gd name="connsiteY56" fmla="*/ 249 h 2911"/>
                <a:gd name="connsiteX57" fmla="*/ 1735 w 2092"/>
                <a:gd name="connsiteY57" fmla="*/ 104 h 2911"/>
                <a:gd name="connsiteX58" fmla="*/ 1912 w 2092"/>
                <a:gd name="connsiteY58" fmla="*/ 116 h 2911"/>
                <a:gd name="connsiteX59" fmla="*/ 2042 w 2092"/>
                <a:gd name="connsiteY59" fmla="*/ 197 h 2911"/>
                <a:gd name="connsiteX60" fmla="*/ 2086 w 2092"/>
                <a:gd name="connsiteY60" fmla="*/ 189 h 2911"/>
                <a:gd name="connsiteX61" fmla="*/ 2063 w 2092"/>
                <a:gd name="connsiteY61" fmla="*/ 109 h 2911"/>
                <a:gd name="connsiteX62" fmla="*/ 1910 w 2092"/>
                <a:gd name="connsiteY62" fmla="*/ 31 h 2911"/>
                <a:gd name="connsiteX63" fmla="*/ 1740 w 2092"/>
                <a:gd name="connsiteY63" fmla="*/ 18 h 2911"/>
                <a:gd name="connsiteX64" fmla="*/ 1493 w 2092"/>
                <a:gd name="connsiteY64" fmla="*/ 138 h 2911"/>
                <a:gd name="connsiteX65" fmla="*/ 1253 w 2092"/>
                <a:gd name="connsiteY65" fmla="*/ 415 h 2911"/>
                <a:gd name="connsiteX66" fmla="*/ 1169 w 2092"/>
                <a:gd name="connsiteY66" fmla="*/ 539 h 2911"/>
                <a:gd name="connsiteX67" fmla="*/ 1122 w 2092"/>
                <a:gd name="connsiteY67" fmla="*/ 510 h 2911"/>
                <a:gd name="connsiteX68" fmla="*/ 1087 w 2092"/>
                <a:gd name="connsiteY68" fmla="*/ 374 h 2911"/>
                <a:gd name="connsiteX69" fmla="*/ 1019 w 2092"/>
                <a:gd name="connsiteY69" fmla="*/ 366 h 2911"/>
                <a:gd name="connsiteX70" fmla="*/ 993 w 2092"/>
                <a:gd name="connsiteY70" fmla="*/ 444 h 2911"/>
                <a:gd name="connsiteX71" fmla="*/ 953 w 2092"/>
                <a:gd name="connsiteY71" fmla="*/ 550 h 2911"/>
                <a:gd name="connsiteX72" fmla="*/ 844 w 2092"/>
                <a:gd name="connsiteY72" fmla="*/ 433 h 2911"/>
                <a:gd name="connsiteX73" fmla="*/ 756 w 2092"/>
                <a:gd name="connsiteY73" fmla="*/ 326 h 2911"/>
                <a:gd name="connsiteX74" fmla="*/ 605 w 2092"/>
                <a:gd name="connsiteY74" fmla="*/ 167 h 2911"/>
                <a:gd name="connsiteX75" fmla="*/ 377 w 2092"/>
                <a:gd name="connsiteY75" fmla="*/ 60 h 2911"/>
                <a:gd name="connsiteX76" fmla="*/ 184 w 2092"/>
                <a:gd name="connsiteY76" fmla="*/ 69 h 2911"/>
                <a:gd name="connsiteX77" fmla="*/ 38 w 2092"/>
                <a:gd name="connsiteY77" fmla="*/ 162 h 2911"/>
                <a:gd name="connsiteX78" fmla="*/ 4 w 2092"/>
                <a:gd name="connsiteY78" fmla="*/ 215 h 2911"/>
                <a:gd name="connsiteX79" fmla="*/ 13 w 2092"/>
                <a:gd name="connsiteY79" fmla="*/ 248 h 2911"/>
                <a:gd name="connsiteX80" fmla="*/ 61 w 2092"/>
                <a:gd name="connsiteY80" fmla="*/ 246 h 2911"/>
                <a:gd name="connsiteX81" fmla="*/ 144 w 2092"/>
                <a:gd name="connsiteY81" fmla="*/ 173 h 2911"/>
                <a:gd name="connsiteX82" fmla="*/ 256 w 2092"/>
                <a:gd name="connsiteY82" fmla="*/ 127 h 2911"/>
                <a:gd name="connsiteX83" fmla="*/ 434 w 2092"/>
                <a:gd name="connsiteY83" fmla="*/ 149 h 2911"/>
                <a:gd name="connsiteX84" fmla="*/ 572 w 2092"/>
                <a:gd name="connsiteY84" fmla="*/ 237 h 2911"/>
                <a:gd name="connsiteX85" fmla="*/ 659 w 2092"/>
                <a:gd name="connsiteY85" fmla="*/ 333 h 2911"/>
                <a:gd name="connsiteX86" fmla="*/ 748 w 2092"/>
                <a:gd name="connsiteY86" fmla="*/ 442 h 2911"/>
                <a:gd name="connsiteX87" fmla="*/ 835 w 2092"/>
                <a:gd name="connsiteY87" fmla="*/ 586 h 2911"/>
                <a:gd name="connsiteX88" fmla="*/ 881 w 2092"/>
                <a:gd name="connsiteY88" fmla="*/ 704 h 2911"/>
                <a:gd name="connsiteX89" fmla="*/ 877 w 2092"/>
                <a:gd name="connsiteY8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368 w 2092"/>
                <a:gd name="connsiteY46" fmla="*/ 1960 h 2911"/>
                <a:gd name="connsiteX47" fmla="*/ 1366 w 2092"/>
                <a:gd name="connsiteY47" fmla="*/ 1916 h 2911"/>
                <a:gd name="connsiteX48" fmla="*/ 1386 w 2092"/>
                <a:gd name="connsiteY48" fmla="*/ 1814 h 2911"/>
                <a:gd name="connsiteX49" fmla="*/ 1398 w 2092"/>
                <a:gd name="connsiteY49" fmla="*/ 1698 h 2911"/>
                <a:gd name="connsiteX50" fmla="*/ 1382 w 2092"/>
                <a:gd name="connsiteY50" fmla="*/ 1554 h 2911"/>
                <a:gd name="connsiteX51" fmla="*/ 1344 w 2092"/>
                <a:gd name="connsiteY51" fmla="*/ 1367 h 2911"/>
                <a:gd name="connsiteX52" fmla="*/ 1305 w 2092"/>
                <a:gd name="connsiteY52" fmla="*/ 1201 h 2911"/>
                <a:gd name="connsiteX53" fmla="*/ 1243 w 2092"/>
                <a:gd name="connsiteY53" fmla="*/ 965 h 2911"/>
                <a:gd name="connsiteX54" fmla="*/ 1233 w 2092"/>
                <a:gd name="connsiteY54" fmla="*/ 648 h 2911"/>
                <a:gd name="connsiteX55" fmla="*/ 1495 w 2092"/>
                <a:gd name="connsiteY55" fmla="*/ 249 h 2911"/>
                <a:gd name="connsiteX56" fmla="*/ 1735 w 2092"/>
                <a:gd name="connsiteY56" fmla="*/ 104 h 2911"/>
                <a:gd name="connsiteX57" fmla="*/ 1912 w 2092"/>
                <a:gd name="connsiteY57" fmla="*/ 116 h 2911"/>
                <a:gd name="connsiteX58" fmla="*/ 2042 w 2092"/>
                <a:gd name="connsiteY58" fmla="*/ 197 h 2911"/>
                <a:gd name="connsiteX59" fmla="*/ 2086 w 2092"/>
                <a:gd name="connsiteY59" fmla="*/ 189 h 2911"/>
                <a:gd name="connsiteX60" fmla="*/ 2063 w 2092"/>
                <a:gd name="connsiteY60" fmla="*/ 109 h 2911"/>
                <a:gd name="connsiteX61" fmla="*/ 1910 w 2092"/>
                <a:gd name="connsiteY61" fmla="*/ 31 h 2911"/>
                <a:gd name="connsiteX62" fmla="*/ 1740 w 2092"/>
                <a:gd name="connsiteY62" fmla="*/ 18 h 2911"/>
                <a:gd name="connsiteX63" fmla="*/ 1493 w 2092"/>
                <a:gd name="connsiteY63" fmla="*/ 138 h 2911"/>
                <a:gd name="connsiteX64" fmla="*/ 1253 w 2092"/>
                <a:gd name="connsiteY64" fmla="*/ 415 h 2911"/>
                <a:gd name="connsiteX65" fmla="*/ 1169 w 2092"/>
                <a:gd name="connsiteY65" fmla="*/ 539 h 2911"/>
                <a:gd name="connsiteX66" fmla="*/ 1122 w 2092"/>
                <a:gd name="connsiteY66" fmla="*/ 510 h 2911"/>
                <a:gd name="connsiteX67" fmla="*/ 1087 w 2092"/>
                <a:gd name="connsiteY67" fmla="*/ 374 h 2911"/>
                <a:gd name="connsiteX68" fmla="*/ 1019 w 2092"/>
                <a:gd name="connsiteY68" fmla="*/ 366 h 2911"/>
                <a:gd name="connsiteX69" fmla="*/ 993 w 2092"/>
                <a:gd name="connsiteY69" fmla="*/ 444 h 2911"/>
                <a:gd name="connsiteX70" fmla="*/ 953 w 2092"/>
                <a:gd name="connsiteY70" fmla="*/ 550 h 2911"/>
                <a:gd name="connsiteX71" fmla="*/ 844 w 2092"/>
                <a:gd name="connsiteY71" fmla="*/ 433 h 2911"/>
                <a:gd name="connsiteX72" fmla="*/ 756 w 2092"/>
                <a:gd name="connsiteY72" fmla="*/ 326 h 2911"/>
                <a:gd name="connsiteX73" fmla="*/ 605 w 2092"/>
                <a:gd name="connsiteY73" fmla="*/ 167 h 2911"/>
                <a:gd name="connsiteX74" fmla="*/ 377 w 2092"/>
                <a:gd name="connsiteY74" fmla="*/ 60 h 2911"/>
                <a:gd name="connsiteX75" fmla="*/ 184 w 2092"/>
                <a:gd name="connsiteY75" fmla="*/ 69 h 2911"/>
                <a:gd name="connsiteX76" fmla="*/ 38 w 2092"/>
                <a:gd name="connsiteY76" fmla="*/ 162 h 2911"/>
                <a:gd name="connsiteX77" fmla="*/ 4 w 2092"/>
                <a:gd name="connsiteY77" fmla="*/ 215 h 2911"/>
                <a:gd name="connsiteX78" fmla="*/ 13 w 2092"/>
                <a:gd name="connsiteY78" fmla="*/ 248 h 2911"/>
                <a:gd name="connsiteX79" fmla="*/ 61 w 2092"/>
                <a:gd name="connsiteY79" fmla="*/ 246 h 2911"/>
                <a:gd name="connsiteX80" fmla="*/ 144 w 2092"/>
                <a:gd name="connsiteY80" fmla="*/ 173 h 2911"/>
                <a:gd name="connsiteX81" fmla="*/ 256 w 2092"/>
                <a:gd name="connsiteY81" fmla="*/ 127 h 2911"/>
                <a:gd name="connsiteX82" fmla="*/ 434 w 2092"/>
                <a:gd name="connsiteY82" fmla="*/ 149 h 2911"/>
                <a:gd name="connsiteX83" fmla="*/ 572 w 2092"/>
                <a:gd name="connsiteY83" fmla="*/ 237 h 2911"/>
                <a:gd name="connsiteX84" fmla="*/ 659 w 2092"/>
                <a:gd name="connsiteY84" fmla="*/ 333 h 2911"/>
                <a:gd name="connsiteX85" fmla="*/ 748 w 2092"/>
                <a:gd name="connsiteY85" fmla="*/ 442 h 2911"/>
                <a:gd name="connsiteX86" fmla="*/ 835 w 2092"/>
                <a:gd name="connsiteY86" fmla="*/ 586 h 2911"/>
                <a:gd name="connsiteX87" fmla="*/ 881 w 2092"/>
                <a:gd name="connsiteY87" fmla="*/ 704 h 2911"/>
                <a:gd name="connsiteX88" fmla="*/ 877 w 2092"/>
                <a:gd name="connsiteY88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368 w 2092"/>
                <a:gd name="connsiteY45" fmla="*/ 1960 h 2911"/>
                <a:gd name="connsiteX46" fmla="*/ 1366 w 2092"/>
                <a:gd name="connsiteY46" fmla="*/ 1916 h 2911"/>
                <a:gd name="connsiteX47" fmla="*/ 1386 w 2092"/>
                <a:gd name="connsiteY47" fmla="*/ 1814 h 2911"/>
                <a:gd name="connsiteX48" fmla="*/ 1398 w 2092"/>
                <a:gd name="connsiteY48" fmla="*/ 1698 h 2911"/>
                <a:gd name="connsiteX49" fmla="*/ 1382 w 2092"/>
                <a:gd name="connsiteY49" fmla="*/ 1554 h 2911"/>
                <a:gd name="connsiteX50" fmla="*/ 1344 w 2092"/>
                <a:gd name="connsiteY50" fmla="*/ 1367 h 2911"/>
                <a:gd name="connsiteX51" fmla="*/ 1305 w 2092"/>
                <a:gd name="connsiteY51" fmla="*/ 1201 h 2911"/>
                <a:gd name="connsiteX52" fmla="*/ 1243 w 2092"/>
                <a:gd name="connsiteY52" fmla="*/ 965 h 2911"/>
                <a:gd name="connsiteX53" fmla="*/ 1233 w 2092"/>
                <a:gd name="connsiteY53" fmla="*/ 648 h 2911"/>
                <a:gd name="connsiteX54" fmla="*/ 1495 w 2092"/>
                <a:gd name="connsiteY54" fmla="*/ 249 h 2911"/>
                <a:gd name="connsiteX55" fmla="*/ 1735 w 2092"/>
                <a:gd name="connsiteY55" fmla="*/ 104 h 2911"/>
                <a:gd name="connsiteX56" fmla="*/ 1912 w 2092"/>
                <a:gd name="connsiteY56" fmla="*/ 116 h 2911"/>
                <a:gd name="connsiteX57" fmla="*/ 2042 w 2092"/>
                <a:gd name="connsiteY57" fmla="*/ 197 h 2911"/>
                <a:gd name="connsiteX58" fmla="*/ 2086 w 2092"/>
                <a:gd name="connsiteY58" fmla="*/ 189 h 2911"/>
                <a:gd name="connsiteX59" fmla="*/ 2063 w 2092"/>
                <a:gd name="connsiteY59" fmla="*/ 109 h 2911"/>
                <a:gd name="connsiteX60" fmla="*/ 1910 w 2092"/>
                <a:gd name="connsiteY60" fmla="*/ 31 h 2911"/>
                <a:gd name="connsiteX61" fmla="*/ 1740 w 2092"/>
                <a:gd name="connsiteY61" fmla="*/ 18 h 2911"/>
                <a:gd name="connsiteX62" fmla="*/ 1493 w 2092"/>
                <a:gd name="connsiteY62" fmla="*/ 138 h 2911"/>
                <a:gd name="connsiteX63" fmla="*/ 1253 w 2092"/>
                <a:gd name="connsiteY63" fmla="*/ 415 h 2911"/>
                <a:gd name="connsiteX64" fmla="*/ 1169 w 2092"/>
                <a:gd name="connsiteY64" fmla="*/ 539 h 2911"/>
                <a:gd name="connsiteX65" fmla="*/ 1122 w 2092"/>
                <a:gd name="connsiteY65" fmla="*/ 510 h 2911"/>
                <a:gd name="connsiteX66" fmla="*/ 1087 w 2092"/>
                <a:gd name="connsiteY66" fmla="*/ 374 h 2911"/>
                <a:gd name="connsiteX67" fmla="*/ 1019 w 2092"/>
                <a:gd name="connsiteY67" fmla="*/ 366 h 2911"/>
                <a:gd name="connsiteX68" fmla="*/ 993 w 2092"/>
                <a:gd name="connsiteY68" fmla="*/ 444 h 2911"/>
                <a:gd name="connsiteX69" fmla="*/ 953 w 2092"/>
                <a:gd name="connsiteY69" fmla="*/ 550 h 2911"/>
                <a:gd name="connsiteX70" fmla="*/ 844 w 2092"/>
                <a:gd name="connsiteY70" fmla="*/ 433 h 2911"/>
                <a:gd name="connsiteX71" fmla="*/ 756 w 2092"/>
                <a:gd name="connsiteY71" fmla="*/ 326 h 2911"/>
                <a:gd name="connsiteX72" fmla="*/ 605 w 2092"/>
                <a:gd name="connsiteY72" fmla="*/ 167 h 2911"/>
                <a:gd name="connsiteX73" fmla="*/ 377 w 2092"/>
                <a:gd name="connsiteY73" fmla="*/ 60 h 2911"/>
                <a:gd name="connsiteX74" fmla="*/ 184 w 2092"/>
                <a:gd name="connsiteY74" fmla="*/ 69 h 2911"/>
                <a:gd name="connsiteX75" fmla="*/ 38 w 2092"/>
                <a:gd name="connsiteY75" fmla="*/ 162 h 2911"/>
                <a:gd name="connsiteX76" fmla="*/ 4 w 2092"/>
                <a:gd name="connsiteY76" fmla="*/ 215 h 2911"/>
                <a:gd name="connsiteX77" fmla="*/ 13 w 2092"/>
                <a:gd name="connsiteY77" fmla="*/ 248 h 2911"/>
                <a:gd name="connsiteX78" fmla="*/ 61 w 2092"/>
                <a:gd name="connsiteY78" fmla="*/ 246 h 2911"/>
                <a:gd name="connsiteX79" fmla="*/ 144 w 2092"/>
                <a:gd name="connsiteY79" fmla="*/ 173 h 2911"/>
                <a:gd name="connsiteX80" fmla="*/ 256 w 2092"/>
                <a:gd name="connsiteY80" fmla="*/ 127 h 2911"/>
                <a:gd name="connsiteX81" fmla="*/ 434 w 2092"/>
                <a:gd name="connsiteY81" fmla="*/ 149 h 2911"/>
                <a:gd name="connsiteX82" fmla="*/ 572 w 2092"/>
                <a:gd name="connsiteY82" fmla="*/ 237 h 2911"/>
                <a:gd name="connsiteX83" fmla="*/ 659 w 2092"/>
                <a:gd name="connsiteY83" fmla="*/ 333 h 2911"/>
                <a:gd name="connsiteX84" fmla="*/ 748 w 2092"/>
                <a:gd name="connsiteY84" fmla="*/ 442 h 2911"/>
                <a:gd name="connsiteX85" fmla="*/ 835 w 2092"/>
                <a:gd name="connsiteY85" fmla="*/ 586 h 2911"/>
                <a:gd name="connsiteX86" fmla="*/ 881 w 2092"/>
                <a:gd name="connsiteY86" fmla="*/ 704 h 2911"/>
                <a:gd name="connsiteX87" fmla="*/ 877 w 2092"/>
                <a:gd name="connsiteY8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368 w 2092"/>
                <a:gd name="connsiteY44" fmla="*/ 1960 h 2911"/>
                <a:gd name="connsiteX45" fmla="*/ 1366 w 2092"/>
                <a:gd name="connsiteY45" fmla="*/ 1916 h 2911"/>
                <a:gd name="connsiteX46" fmla="*/ 1386 w 2092"/>
                <a:gd name="connsiteY46" fmla="*/ 1814 h 2911"/>
                <a:gd name="connsiteX47" fmla="*/ 1398 w 2092"/>
                <a:gd name="connsiteY47" fmla="*/ 1698 h 2911"/>
                <a:gd name="connsiteX48" fmla="*/ 1382 w 2092"/>
                <a:gd name="connsiteY48" fmla="*/ 1554 h 2911"/>
                <a:gd name="connsiteX49" fmla="*/ 1344 w 2092"/>
                <a:gd name="connsiteY49" fmla="*/ 1367 h 2911"/>
                <a:gd name="connsiteX50" fmla="*/ 1305 w 2092"/>
                <a:gd name="connsiteY50" fmla="*/ 1201 h 2911"/>
                <a:gd name="connsiteX51" fmla="*/ 1243 w 2092"/>
                <a:gd name="connsiteY51" fmla="*/ 965 h 2911"/>
                <a:gd name="connsiteX52" fmla="*/ 1233 w 2092"/>
                <a:gd name="connsiteY52" fmla="*/ 648 h 2911"/>
                <a:gd name="connsiteX53" fmla="*/ 1495 w 2092"/>
                <a:gd name="connsiteY53" fmla="*/ 249 h 2911"/>
                <a:gd name="connsiteX54" fmla="*/ 1735 w 2092"/>
                <a:gd name="connsiteY54" fmla="*/ 104 h 2911"/>
                <a:gd name="connsiteX55" fmla="*/ 1912 w 2092"/>
                <a:gd name="connsiteY55" fmla="*/ 116 h 2911"/>
                <a:gd name="connsiteX56" fmla="*/ 2042 w 2092"/>
                <a:gd name="connsiteY56" fmla="*/ 197 h 2911"/>
                <a:gd name="connsiteX57" fmla="*/ 2086 w 2092"/>
                <a:gd name="connsiteY57" fmla="*/ 189 h 2911"/>
                <a:gd name="connsiteX58" fmla="*/ 2063 w 2092"/>
                <a:gd name="connsiteY58" fmla="*/ 109 h 2911"/>
                <a:gd name="connsiteX59" fmla="*/ 1910 w 2092"/>
                <a:gd name="connsiteY59" fmla="*/ 31 h 2911"/>
                <a:gd name="connsiteX60" fmla="*/ 1740 w 2092"/>
                <a:gd name="connsiteY60" fmla="*/ 18 h 2911"/>
                <a:gd name="connsiteX61" fmla="*/ 1493 w 2092"/>
                <a:gd name="connsiteY61" fmla="*/ 138 h 2911"/>
                <a:gd name="connsiteX62" fmla="*/ 1253 w 2092"/>
                <a:gd name="connsiteY62" fmla="*/ 415 h 2911"/>
                <a:gd name="connsiteX63" fmla="*/ 1169 w 2092"/>
                <a:gd name="connsiteY63" fmla="*/ 539 h 2911"/>
                <a:gd name="connsiteX64" fmla="*/ 1122 w 2092"/>
                <a:gd name="connsiteY64" fmla="*/ 510 h 2911"/>
                <a:gd name="connsiteX65" fmla="*/ 1087 w 2092"/>
                <a:gd name="connsiteY65" fmla="*/ 374 h 2911"/>
                <a:gd name="connsiteX66" fmla="*/ 1019 w 2092"/>
                <a:gd name="connsiteY66" fmla="*/ 366 h 2911"/>
                <a:gd name="connsiteX67" fmla="*/ 993 w 2092"/>
                <a:gd name="connsiteY67" fmla="*/ 444 h 2911"/>
                <a:gd name="connsiteX68" fmla="*/ 953 w 2092"/>
                <a:gd name="connsiteY68" fmla="*/ 550 h 2911"/>
                <a:gd name="connsiteX69" fmla="*/ 844 w 2092"/>
                <a:gd name="connsiteY69" fmla="*/ 433 h 2911"/>
                <a:gd name="connsiteX70" fmla="*/ 756 w 2092"/>
                <a:gd name="connsiteY70" fmla="*/ 326 h 2911"/>
                <a:gd name="connsiteX71" fmla="*/ 605 w 2092"/>
                <a:gd name="connsiteY71" fmla="*/ 167 h 2911"/>
                <a:gd name="connsiteX72" fmla="*/ 377 w 2092"/>
                <a:gd name="connsiteY72" fmla="*/ 60 h 2911"/>
                <a:gd name="connsiteX73" fmla="*/ 184 w 2092"/>
                <a:gd name="connsiteY73" fmla="*/ 69 h 2911"/>
                <a:gd name="connsiteX74" fmla="*/ 38 w 2092"/>
                <a:gd name="connsiteY74" fmla="*/ 162 h 2911"/>
                <a:gd name="connsiteX75" fmla="*/ 4 w 2092"/>
                <a:gd name="connsiteY75" fmla="*/ 215 h 2911"/>
                <a:gd name="connsiteX76" fmla="*/ 13 w 2092"/>
                <a:gd name="connsiteY76" fmla="*/ 248 h 2911"/>
                <a:gd name="connsiteX77" fmla="*/ 61 w 2092"/>
                <a:gd name="connsiteY77" fmla="*/ 246 h 2911"/>
                <a:gd name="connsiteX78" fmla="*/ 144 w 2092"/>
                <a:gd name="connsiteY78" fmla="*/ 173 h 2911"/>
                <a:gd name="connsiteX79" fmla="*/ 256 w 2092"/>
                <a:gd name="connsiteY79" fmla="*/ 127 h 2911"/>
                <a:gd name="connsiteX80" fmla="*/ 434 w 2092"/>
                <a:gd name="connsiteY80" fmla="*/ 149 h 2911"/>
                <a:gd name="connsiteX81" fmla="*/ 572 w 2092"/>
                <a:gd name="connsiteY81" fmla="*/ 237 h 2911"/>
                <a:gd name="connsiteX82" fmla="*/ 659 w 2092"/>
                <a:gd name="connsiteY82" fmla="*/ 333 h 2911"/>
                <a:gd name="connsiteX83" fmla="*/ 748 w 2092"/>
                <a:gd name="connsiteY83" fmla="*/ 442 h 2911"/>
                <a:gd name="connsiteX84" fmla="*/ 835 w 2092"/>
                <a:gd name="connsiteY84" fmla="*/ 586 h 2911"/>
                <a:gd name="connsiteX85" fmla="*/ 881 w 2092"/>
                <a:gd name="connsiteY85" fmla="*/ 704 h 2911"/>
                <a:gd name="connsiteX86" fmla="*/ 877 w 2092"/>
                <a:gd name="connsiteY8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368 w 2092"/>
                <a:gd name="connsiteY43" fmla="*/ 1960 h 2911"/>
                <a:gd name="connsiteX44" fmla="*/ 1366 w 2092"/>
                <a:gd name="connsiteY44" fmla="*/ 1916 h 2911"/>
                <a:gd name="connsiteX45" fmla="*/ 1386 w 2092"/>
                <a:gd name="connsiteY45" fmla="*/ 1814 h 2911"/>
                <a:gd name="connsiteX46" fmla="*/ 1398 w 2092"/>
                <a:gd name="connsiteY46" fmla="*/ 1698 h 2911"/>
                <a:gd name="connsiteX47" fmla="*/ 1382 w 2092"/>
                <a:gd name="connsiteY47" fmla="*/ 1554 h 2911"/>
                <a:gd name="connsiteX48" fmla="*/ 1344 w 2092"/>
                <a:gd name="connsiteY48" fmla="*/ 1367 h 2911"/>
                <a:gd name="connsiteX49" fmla="*/ 1305 w 2092"/>
                <a:gd name="connsiteY49" fmla="*/ 1201 h 2911"/>
                <a:gd name="connsiteX50" fmla="*/ 1243 w 2092"/>
                <a:gd name="connsiteY50" fmla="*/ 965 h 2911"/>
                <a:gd name="connsiteX51" fmla="*/ 1233 w 2092"/>
                <a:gd name="connsiteY51" fmla="*/ 648 h 2911"/>
                <a:gd name="connsiteX52" fmla="*/ 1495 w 2092"/>
                <a:gd name="connsiteY52" fmla="*/ 249 h 2911"/>
                <a:gd name="connsiteX53" fmla="*/ 1735 w 2092"/>
                <a:gd name="connsiteY53" fmla="*/ 104 h 2911"/>
                <a:gd name="connsiteX54" fmla="*/ 1912 w 2092"/>
                <a:gd name="connsiteY54" fmla="*/ 116 h 2911"/>
                <a:gd name="connsiteX55" fmla="*/ 2042 w 2092"/>
                <a:gd name="connsiteY55" fmla="*/ 197 h 2911"/>
                <a:gd name="connsiteX56" fmla="*/ 2086 w 2092"/>
                <a:gd name="connsiteY56" fmla="*/ 189 h 2911"/>
                <a:gd name="connsiteX57" fmla="*/ 2063 w 2092"/>
                <a:gd name="connsiteY57" fmla="*/ 109 h 2911"/>
                <a:gd name="connsiteX58" fmla="*/ 1910 w 2092"/>
                <a:gd name="connsiteY58" fmla="*/ 31 h 2911"/>
                <a:gd name="connsiteX59" fmla="*/ 1740 w 2092"/>
                <a:gd name="connsiteY59" fmla="*/ 18 h 2911"/>
                <a:gd name="connsiteX60" fmla="*/ 1493 w 2092"/>
                <a:gd name="connsiteY60" fmla="*/ 138 h 2911"/>
                <a:gd name="connsiteX61" fmla="*/ 1253 w 2092"/>
                <a:gd name="connsiteY61" fmla="*/ 415 h 2911"/>
                <a:gd name="connsiteX62" fmla="*/ 1169 w 2092"/>
                <a:gd name="connsiteY62" fmla="*/ 539 h 2911"/>
                <a:gd name="connsiteX63" fmla="*/ 1122 w 2092"/>
                <a:gd name="connsiteY63" fmla="*/ 510 h 2911"/>
                <a:gd name="connsiteX64" fmla="*/ 1087 w 2092"/>
                <a:gd name="connsiteY64" fmla="*/ 374 h 2911"/>
                <a:gd name="connsiteX65" fmla="*/ 1019 w 2092"/>
                <a:gd name="connsiteY65" fmla="*/ 366 h 2911"/>
                <a:gd name="connsiteX66" fmla="*/ 993 w 2092"/>
                <a:gd name="connsiteY66" fmla="*/ 444 h 2911"/>
                <a:gd name="connsiteX67" fmla="*/ 953 w 2092"/>
                <a:gd name="connsiteY67" fmla="*/ 550 h 2911"/>
                <a:gd name="connsiteX68" fmla="*/ 844 w 2092"/>
                <a:gd name="connsiteY68" fmla="*/ 433 h 2911"/>
                <a:gd name="connsiteX69" fmla="*/ 756 w 2092"/>
                <a:gd name="connsiteY69" fmla="*/ 326 h 2911"/>
                <a:gd name="connsiteX70" fmla="*/ 605 w 2092"/>
                <a:gd name="connsiteY70" fmla="*/ 167 h 2911"/>
                <a:gd name="connsiteX71" fmla="*/ 377 w 2092"/>
                <a:gd name="connsiteY71" fmla="*/ 60 h 2911"/>
                <a:gd name="connsiteX72" fmla="*/ 184 w 2092"/>
                <a:gd name="connsiteY72" fmla="*/ 69 h 2911"/>
                <a:gd name="connsiteX73" fmla="*/ 38 w 2092"/>
                <a:gd name="connsiteY73" fmla="*/ 162 h 2911"/>
                <a:gd name="connsiteX74" fmla="*/ 4 w 2092"/>
                <a:gd name="connsiteY74" fmla="*/ 215 h 2911"/>
                <a:gd name="connsiteX75" fmla="*/ 13 w 2092"/>
                <a:gd name="connsiteY75" fmla="*/ 248 h 2911"/>
                <a:gd name="connsiteX76" fmla="*/ 61 w 2092"/>
                <a:gd name="connsiteY76" fmla="*/ 246 h 2911"/>
                <a:gd name="connsiteX77" fmla="*/ 144 w 2092"/>
                <a:gd name="connsiteY77" fmla="*/ 173 h 2911"/>
                <a:gd name="connsiteX78" fmla="*/ 256 w 2092"/>
                <a:gd name="connsiteY78" fmla="*/ 127 h 2911"/>
                <a:gd name="connsiteX79" fmla="*/ 434 w 2092"/>
                <a:gd name="connsiteY79" fmla="*/ 149 h 2911"/>
                <a:gd name="connsiteX80" fmla="*/ 572 w 2092"/>
                <a:gd name="connsiteY80" fmla="*/ 237 h 2911"/>
                <a:gd name="connsiteX81" fmla="*/ 659 w 2092"/>
                <a:gd name="connsiteY81" fmla="*/ 333 h 2911"/>
                <a:gd name="connsiteX82" fmla="*/ 748 w 2092"/>
                <a:gd name="connsiteY82" fmla="*/ 442 h 2911"/>
                <a:gd name="connsiteX83" fmla="*/ 835 w 2092"/>
                <a:gd name="connsiteY83" fmla="*/ 586 h 2911"/>
                <a:gd name="connsiteX84" fmla="*/ 881 w 2092"/>
                <a:gd name="connsiteY84" fmla="*/ 704 h 2911"/>
                <a:gd name="connsiteX85" fmla="*/ 877 w 2092"/>
                <a:gd name="connsiteY8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368 w 2092"/>
                <a:gd name="connsiteY42" fmla="*/ 1960 h 2911"/>
                <a:gd name="connsiteX43" fmla="*/ 1366 w 2092"/>
                <a:gd name="connsiteY43" fmla="*/ 1916 h 2911"/>
                <a:gd name="connsiteX44" fmla="*/ 1386 w 2092"/>
                <a:gd name="connsiteY44" fmla="*/ 1814 h 2911"/>
                <a:gd name="connsiteX45" fmla="*/ 1398 w 2092"/>
                <a:gd name="connsiteY45" fmla="*/ 1698 h 2911"/>
                <a:gd name="connsiteX46" fmla="*/ 1382 w 2092"/>
                <a:gd name="connsiteY46" fmla="*/ 1554 h 2911"/>
                <a:gd name="connsiteX47" fmla="*/ 1344 w 2092"/>
                <a:gd name="connsiteY47" fmla="*/ 1367 h 2911"/>
                <a:gd name="connsiteX48" fmla="*/ 1305 w 2092"/>
                <a:gd name="connsiteY48" fmla="*/ 1201 h 2911"/>
                <a:gd name="connsiteX49" fmla="*/ 1243 w 2092"/>
                <a:gd name="connsiteY49" fmla="*/ 965 h 2911"/>
                <a:gd name="connsiteX50" fmla="*/ 1233 w 2092"/>
                <a:gd name="connsiteY50" fmla="*/ 648 h 2911"/>
                <a:gd name="connsiteX51" fmla="*/ 1495 w 2092"/>
                <a:gd name="connsiteY51" fmla="*/ 249 h 2911"/>
                <a:gd name="connsiteX52" fmla="*/ 1735 w 2092"/>
                <a:gd name="connsiteY52" fmla="*/ 104 h 2911"/>
                <a:gd name="connsiteX53" fmla="*/ 1912 w 2092"/>
                <a:gd name="connsiteY53" fmla="*/ 116 h 2911"/>
                <a:gd name="connsiteX54" fmla="*/ 2042 w 2092"/>
                <a:gd name="connsiteY54" fmla="*/ 197 h 2911"/>
                <a:gd name="connsiteX55" fmla="*/ 2086 w 2092"/>
                <a:gd name="connsiteY55" fmla="*/ 189 h 2911"/>
                <a:gd name="connsiteX56" fmla="*/ 2063 w 2092"/>
                <a:gd name="connsiteY56" fmla="*/ 109 h 2911"/>
                <a:gd name="connsiteX57" fmla="*/ 1910 w 2092"/>
                <a:gd name="connsiteY57" fmla="*/ 31 h 2911"/>
                <a:gd name="connsiteX58" fmla="*/ 1740 w 2092"/>
                <a:gd name="connsiteY58" fmla="*/ 18 h 2911"/>
                <a:gd name="connsiteX59" fmla="*/ 1493 w 2092"/>
                <a:gd name="connsiteY59" fmla="*/ 138 h 2911"/>
                <a:gd name="connsiteX60" fmla="*/ 1253 w 2092"/>
                <a:gd name="connsiteY60" fmla="*/ 415 h 2911"/>
                <a:gd name="connsiteX61" fmla="*/ 1169 w 2092"/>
                <a:gd name="connsiteY61" fmla="*/ 539 h 2911"/>
                <a:gd name="connsiteX62" fmla="*/ 1122 w 2092"/>
                <a:gd name="connsiteY62" fmla="*/ 510 h 2911"/>
                <a:gd name="connsiteX63" fmla="*/ 1087 w 2092"/>
                <a:gd name="connsiteY63" fmla="*/ 374 h 2911"/>
                <a:gd name="connsiteX64" fmla="*/ 1019 w 2092"/>
                <a:gd name="connsiteY64" fmla="*/ 366 h 2911"/>
                <a:gd name="connsiteX65" fmla="*/ 993 w 2092"/>
                <a:gd name="connsiteY65" fmla="*/ 444 h 2911"/>
                <a:gd name="connsiteX66" fmla="*/ 953 w 2092"/>
                <a:gd name="connsiteY66" fmla="*/ 550 h 2911"/>
                <a:gd name="connsiteX67" fmla="*/ 844 w 2092"/>
                <a:gd name="connsiteY67" fmla="*/ 433 h 2911"/>
                <a:gd name="connsiteX68" fmla="*/ 756 w 2092"/>
                <a:gd name="connsiteY68" fmla="*/ 326 h 2911"/>
                <a:gd name="connsiteX69" fmla="*/ 605 w 2092"/>
                <a:gd name="connsiteY69" fmla="*/ 167 h 2911"/>
                <a:gd name="connsiteX70" fmla="*/ 377 w 2092"/>
                <a:gd name="connsiteY70" fmla="*/ 60 h 2911"/>
                <a:gd name="connsiteX71" fmla="*/ 184 w 2092"/>
                <a:gd name="connsiteY71" fmla="*/ 69 h 2911"/>
                <a:gd name="connsiteX72" fmla="*/ 38 w 2092"/>
                <a:gd name="connsiteY72" fmla="*/ 162 h 2911"/>
                <a:gd name="connsiteX73" fmla="*/ 4 w 2092"/>
                <a:gd name="connsiteY73" fmla="*/ 215 h 2911"/>
                <a:gd name="connsiteX74" fmla="*/ 13 w 2092"/>
                <a:gd name="connsiteY74" fmla="*/ 248 h 2911"/>
                <a:gd name="connsiteX75" fmla="*/ 61 w 2092"/>
                <a:gd name="connsiteY75" fmla="*/ 246 h 2911"/>
                <a:gd name="connsiteX76" fmla="*/ 144 w 2092"/>
                <a:gd name="connsiteY76" fmla="*/ 173 h 2911"/>
                <a:gd name="connsiteX77" fmla="*/ 256 w 2092"/>
                <a:gd name="connsiteY77" fmla="*/ 127 h 2911"/>
                <a:gd name="connsiteX78" fmla="*/ 434 w 2092"/>
                <a:gd name="connsiteY78" fmla="*/ 149 h 2911"/>
                <a:gd name="connsiteX79" fmla="*/ 572 w 2092"/>
                <a:gd name="connsiteY79" fmla="*/ 237 h 2911"/>
                <a:gd name="connsiteX80" fmla="*/ 659 w 2092"/>
                <a:gd name="connsiteY80" fmla="*/ 333 h 2911"/>
                <a:gd name="connsiteX81" fmla="*/ 748 w 2092"/>
                <a:gd name="connsiteY81" fmla="*/ 442 h 2911"/>
                <a:gd name="connsiteX82" fmla="*/ 835 w 2092"/>
                <a:gd name="connsiteY82" fmla="*/ 586 h 2911"/>
                <a:gd name="connsiteX83" fmla="*/ 881 w 2092"/>
                <a:gd name="connsiteY83" fmla="*/ 704 h 2911"/>
                <a:gd name="connsiteX84" fmla="*/ 877 w 2092"/>
                <a:gd name="connsiteY8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368 w 2092"/>
                <a:gd name="connsiteY41" fmla="*/ 1960 h 2911"/>
                <a:gd name="connsiteX42" fmla="*/ 1366 w 2092"/>
                <a:gd name="connsiteY42" fmla="*/ 1916 h 2911"/>
                <a:gd name="connsiteX43" fmla="*/ 1386 w 2092"/>
                <a:gd name="connsiteY43" fmla="*/ 1814 h 2911"/>
                <a:gd name="connsiteX44" fmla="*/ 1398 w 2092"/>
                <a:gd name="connsiteY44" fmla="*/ 1698 h 2911"/>
                <a:gd name="connsiteX45" fmla="*/ 1382 w 2092"/>
                <a:gd name="connsiteY45" fmla="*/ 1554 h 2911"/>
                <a:gd name="connsiteX46" fmla="*/ 1344 w 2092"/>
                <a:gd name="connsiteY46" fmla="*/ 1367 h 2911"/>
                <a:gd name="connsiteX47" fmla="*/ 1305 w 2092"/>
                <a:gd name="connsiteY47" fmla="*/ 1201 h 2911"/>
                <a:gd name="connsiteX48" fmla="*/ 1243 w 2092"/>
                <a:gd name="connsiteY48" fmla="*/ 965 h 2911"/>
                <a:gd name="connsiteX49" fmla="*/ 1233 w 2092"/>
                <a:gd name="connsiteY49" fmla="*/ 648 h 2911"/>
                <a:gd name="connsiteX50" fmla="*/ 1495 w 2092"/>
                <a:gd name="connsiteY50" fmla="*/ 249 h 2911"/>
                <a:gd name="connsiteX51" fmla="*/ 1735 w 2092"/>
                <a:gd name="connsiteY51" fmla="*/ 104 h 2911"/>
                <a:gd name="connsiteX52" fmla="*/ 1912 w 2092"/>
                <a:gd name="connsiteY52" fmla="*/ 116 h 2911"/>
                <a:gd name="connsiteX53" fmla="*/ 2042 w 2092"/>
                <a:gd name="connsiteY53" fmla="*/ 197 h 2911"/>
                <a:gd name="connsiteX54" fmla="*/ 2086 w 2092"/>
                <a:gd name="connsiteY54" fmla="*/ 189 h 2911"/>
                <a:gd name="connsiteX55" fmla="*/ 2063 w 2092"/>
                <a:gd name="connsiteY55" fmla="*/ 109 h 2911"/>
                <a:gd name="connsiteX56" fmla="*/ 1910 w 2092"/>
                <a:gd name="connsiteY56" fmla="*/ 31 h 2911"/>
                <a:gd name="connsiteX57" fmla="*/ 1740 w 2092"/>
                <a:gd name="connsiteY57" fmla="*/ 18 h 2911"/>
                <a:gd name="connsiteX58" fmla="*/ 1493 w 2092"/>
                <a:gd name="connsiteY58" fmla="*/ 138 h 2911"/>
                <a:gd name="connsiteX59" fmla="*/ 1253 w 2092"/>
                <a:gd name="connsiteY59" fmla="*/ 415 h 2911"/>
                <a:gd name="connsiteX60" fmla="*/ 1169 w 2092"/>
                <a:gd name="connsiteY60" fmla="*/ 539 h 2911"/>
                <a:gd name="connsiteX61" fmla="*/ 1122 w 2092"/>
                <a:gd name="connsiteY61" fmla="*/ 510 h 2911"/>
                <a:gd name="connsiteX62" fmla="*/ 1087 w 2092"/>
                <a:gd name="connsiteY62" fmla="*/ 374 h 2911"/>
                <a:gd name="connsiteX63" fmla="*/ 1019 w 2092"/>
                <a:gd name="connsiteY63" fmla="*/ 366 h 2911"/>
                <a:gd name="connsiteX64" fmla="*/ 993 w 2092"/>
                <a:gd name="connsiteY64" fmla="*/ 444 h 2911"/>
                <a:gd name="connsiteX65" fmla="*/ 953 w 2092"/>
                <a:gd name="connsiteY65" fmla="*/ 550 h 2911"/>
                <a:gd name="connsiteX66" fmla="*/ 844 w 2092"/>
                <a:gd name="connsiteY66" fmla="*/ 433 h 2911"/>
                <a:gd name="connsiteX67" fmla="*/ 756 w 2092"/>
                <a:gd name="connsiteY67" fmla="*/ 326 h 2911"/>
                <a:gd name="connsiteX68" fmla="*/ 605 w 2092"/>
                <a:gd name="connsiteY68" fmla="*/ 167 h 2911"/>
                <a:gd name="connsiteX69" fmla="*/ 377 w 2092"/>
                <a:gd name="connsiteY69" fmla="*/ 60 h 2911"/>
                <a:gd name="connsiteX70" fmla="*/ 184 w 2092"/>
                <a:gd name="connsiteY70" fmla="*/ 69 h 2911"/>
                <a:gd name="connsiteX71" fmla="*/ 38 w 2092"/>
                <a:gd name="connsiteY71" fmla="*/ 162 h 2911"/>
                <a:gd name="connsiteX72" fmla="*/ 4 w 2092"/>
                <a:gd name="connsiteY72" fmla="*/ 215 h 2911"/>
                <a:gd name="connsiteX73" fmla="*/ 13 w 2092"/>
                <a:gd name="connsiteY73" fmla="*/ 248 h 2911"/>
                <a:gd name="connsiteX74" fmla="*/ 61 w 2092"/>
                <a:gd name="connsiteY74" fmla="*/ 246 h 2911"/>
                <a:gd name="connsiteX75" fmla="*/ 144 w 2092"/>
                <a:gd name="connsiteY75" fmla="*/ 173 h 2911"/>
                <a:gd name="connsiteX76" fmla="*/ 256 w 2092"/>
                <a:gd name="connsiteY76" fmla="*/ 127 h 2911"/>
                <a:gd name="connsiteX77" fmla="*/ 434 w 2092"/>
                <a:gd name="connsiteY77" fmla="*/ 149 h 2911"/>
                <a:gd name="connsiteX78" fmla="*/ 572 w 2092"/>
                <a:gd name="connsiteY78" fmla="*/ 237 h 2911"/>
                <a:gd name="connsiteX79" fmla="*/ 659 w 2092"/>
                <a:gd name="connsiteY79" fmla="*/ 333 h 2911"/>
                <a:gd name="connsiteX80" fmla="*/ 748 w 2092"/>
                <a:gd name="connsiteY80" fmla="*/ 442 h 2911"/>
                <a:gd name="connsiteX81" fmla="*/ 835 w 2092"/>
                <a:gd name="connsiteY81" fmla="*/ 586 h 2911"/>
                <a:gd name="connsiteX82" fmla="*/ 881 w 2092"/>
                <a:gd name="connsiteY82" fmla="*/ 704 h 2911"/>
                <a:gd name="connsiteX83" fmla="*/ 877 w 2092"/>
                <a:gd name="connsiteY8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368 w 2092"/>
                <a:gd name="connsiteY40" fmla="*/ 1960 h 2911"/>
                <a:gd name="connsiteX41" fmla="*/ 1366 w 2092"/>
                <a:gd name="connsiteY41" fmla="*/ 1916 h 2911"/>
                <a:gd name="connsiteX42" fmla="*/ 1386 w 2092"/>
                <a:gd name="connsiteY42" fmla="*/ 1814 h 2911"/>
                <a:gd name="connsiteX43" fmla="*/ 1398 w 2092"/>
                <a:gd name="connsiteY43" fmla="*/ 1698 h 2911"/>
                <a:gd name="connsiteX44" fmla="*/ 1382 w 2092"/>
                <a:gd name="connsiteY44" fmla="*/ 1554 h 2911"/>
                <a:gd name="connsiteX45" fmla="*/ 1344 w 2092"/>
                <a:gd name="connsiteY45" fmla="*/ 1367 h 2911"/>
                <a:gd name="connsiteX46" fmla="*/ 1305 w 2092"/>
                <a:gd name="connsiteY46" fmla="*/ 1201 h 2911"/>
                <a:gd name="connsiteX47" fmla="*/ 1243 w 2092"/>
                <a:gd name="connsiteY47" fmla="*/ 965 h 2911"/>
                <a:gd name="connsiteX48" fmla="*/ 1233 w 2092"/>
                <a:gd name="connsiteY48" fmla="*/ 648 h 2911"/>
                <a:gd name="connsiteX49" fmla="*/ 1495 w 2092"/>
                <a:gd name="connsiteY49" fmla="*/ 249 h 2911"/>
                <a:gd name="connsiteX50" fmla="*/ 1735 w 2092"/>
                <a:gd name="connsiteY50" fmla="*/ 104 h 2911"/>
                <a:gd name="connsiteX51" fmla="*/ 1912 w 2092"/>
                <a:gd name="connsiteY51" fmla="*/ 116 h 2911"/>
                <a:gd name="connsiteX52" fmla="*/ 2042 w 2092"/>
                <a:gd name="connsiteY52" fmla="*/ 197 h 2911"/>
                <a:gd name="connsiteX53" fmla="*/ 2086 w 2092"/>
                <a:gd name="connsiteY53" fmla="*/ 189 h 2911"/>
                <a:gd name="connsiteX54" fmla="*/ 2063 w 2092"/>
                <a:gd name="connsiteY54" fmla="*/ 109 h 2911"/>
                <a:gd name="connsiteX55" fmla="*/ 1910 w 2092"/>
                <a:gd name="connsiteY55" fmla="*/ 31 h 2911"/>
                <a:gd name="connsiteX56" fmla="*/ 1740 w 2092"/>
                <a:gd name="connsiteY56" fmla="*/ 18 h 2911"/>
                <a:gd name="connsiteX57" fmla="*/ 1493 w 2092"/>
                <a:gd name="connsiteY57" fmla="*/ 138 h 2911"/>
                <a:gd name="connsiteX58" fmla="*/ 1253 w 2092"/>
                <a:gd name="connsiteY58" fmla="*/ 415 h 2911"/>
                <a:gd name="connsiteX59" fmla="*/ 1169 w 2092"/>
                <a:gd name="connsiteY59" fmla="*/ 539 h 2911"/>
                <a:gd name="connsiteX60" fmla="*/ 1122 w 2092"/>
                <a:gd name="connsiteY60" fmla="*/ 510 h 2911"/>
                <a:gd name="connsiteX61" fmla="*/ 1087 w 2092"/>
                <a:gd name="connsiteY61" fmla="*/ 374 h 2911"/>
                <a:gd name="connsiteX62" fmla="*/ 1019 w 2092"/>
                <a:gd name="connsiteY62" fmla="*/ 366 h 2911"/>
                <a:gd name="connsiteX63" fmla="*/ 993 w 2092"/>
                <a:gd name="connsiteY63" fmla="*/ 444 h 2911"/>
                <a:gd name="connsiteX64" fmla="*/ 953 w 2092"/>
                <a:gd name="connsiteY64" fmla="*/ 550 h 2911"/>
                <a:gd name="connsiteX65" fmla="*/ 844 w 2092"/>
                <a:gd name="connsiteY65" fmla="*/ 433 h 2911"/>
                <a:gd name="connsiteX66" fmla="*/ 756 w 2092"/>
                <a:gd name="connsiteY66" fmla="*/ 326 h 2911"/>
                <a:gd name="connsiteX67" fmla="*/ 605 w 2092"/>
                <a:gd name="connsiteY67" fmla="*/ 167 h 2911"/>
                <a:gd name="connsiteX68" fmla="*/ 377 w 2092"/>
                <a:gd name="connsiteY68" fmla="*/ 60 h 2911"/>
                <a:gd name="connsiteX69" fmla="*/ 184 w 2092"/>
                <a:gd name="connsiteY69" fmla="*/ 69 h 2911"/>
                <a:gd name="connsiteX70" fmla="*/ 38 w 2092"/>
                <a:gd name="connsiteY70" fmla="*/ 162 h 2911"/>
                <a:gd name="connsiteX71" fmla="*/ 4 w 2092"/>
                <a:gd name="connsiteY71" fmla="*/ 215 h 2911"/>
                <a:gd name="connsiteX72" fmla="*/ 13 w 2092"/>
                <a:gd name="connsiteY72" fmla="*/ 248 h 2911"/>
                <a:gd name="connsiteX73" fmla="*/ 61 w 2092"/>
                <a:gd name="connsiteY73" fmla="*/ 246 h 2911"/>
                <a:gd name="connsiteX74" fmla="*/ 144 w 2092"/>
                <a:gd name="connsiteY74" fmla="*/ 173 h 2911"/>
                <a:gd name="connsiteX75" fmla="*/ 256 w 2092"/>
                <a:gd name="connsiteY75" fmla="*/ 127 h 2911"/>
                <a:gd name="connsiteX76" fmla="*/ 434 w 2092"/>
                <a:gd name="connsiteY76" fmla="*/ 149 h 2911"/>
                <a:gd name="connsiteX77" fmla="*/ 572 w 2092"/>
                <a:gd name="connsiteY77" fmla="*/ 237 h 2911"/>
                <a:gd name="connsiteX78" fmla="*/ 659 w 2092"/>
                <a:gd name="connsiteY78" fmla="*/ 333 h 2911"/>
                <a:gd name="connsiteX79" fmla="*/ 748 w 2092"/>
                <a:gd name="connsiteY79" fmla="*/ 442 h 2911"/>
                <a:gd name="connsiteX80" fmla="*/ 835 w 2092"/>
                <a:gd name="connsiteY80" fmla="*/ 586 h 2911"/>
                <a:gd name="connsiteX81" fmla="*/ 881 w 2092"/>
                <a:gd name="connsiteY81" fmla="*/ 704 h 2911"/>
                <a:gd name="connsiteX82" fmla="*/ 877 w 2092"/>
                <a:gd name="connsiteY8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368 w 2092"/>
                <a:gd name="connsiteY39" fmla="*/ 1960 h 2911"/>
                <a:gd name="connsiteX40" fmla="*/ 1366 w 2092"/>
                <a:gd name="connsiteY40" fmla="*/ 1916 h 2911"/>
                <a:gd name="connsiteX41" fmla="*/ 1386 w 2092"/>
                <a:gd name="connsiteY41" fmla="*/ 1814 h 2911"/>
                <a:gd name="connsiteX42" fmla="*/ 1398 w 2092"/>
                <a:gd name="connsiteY42" fmla="*/ 1698 h 2911"/>
                <a:gd name="connsiteX43" fmla="*/ 1382 w 2092"/>
                <a:gd name="connsiteY43" fmla="*/ 1554 h 2911"/>
                <a:gd name="connsiteX44" fmla="*/ 1344 w 2092"/>
                <a:gd name="connsiteY44" fmla="*/ 1367 h 2911"/>
                <a:gd name="connsiteX45" fmla="*/ 1305 w 2092"/>
                <a:gd name="connsiteY45" fmla="*/ 1201 h 2911"/>
                <a:gd name="connsiteX46" fmla="*/ 1243 w 2092"/>
                <a:gd name="connsiteY46" fmla="*/ 965 h 2911"/>
                <a:gd name="connsiteX47" fmla="*/ 1233 w 2092"/>
                <a:gd name="connsiteY47" fmla="*/ 648 h 2911"/>
                <a:gd name="connsiteX48" fmla="*/ 1495 w 2092"/>
                <a:gd name="connsiteY48" fmla="*/ 249 h 2911"/>
                <a:gd name="connsiteX49" fmla="*/ 1735 w 2092"/>
                <a:gd name="connsiteY49" fmla="*/ 104 h 2911"/>
                <a:gd name="connsiteX50" fmla="*/ 1912 w 2092"/>
                <a:gd name="connsiteY50" fmla="*/ 116 h 2911"/>
                <a:gd name="connsiteX51" fmla="*/ 2042 w 2092"/>
                <a:gd name="connsiteY51" fmla="*/ 197 h 2911"/>
                <a:gd name="connsiteX52" fmla="*/ 2086 w 2092"/>
                <a:gd name="connsiteY52" fmla="*/ 189 h 2911"/>
                <a:gd name="connsiteX53" fmla="*/ 2063 w 2092"/>
                <a:gd name="connsiteY53" fmla="*/ 109 h 2911"/>
                <a:gd name="connsiteX54" fmla="*/ 1910 w 2092"/>
                <a:gd name="connsiteY54" fmla="*/ 31 h 2911"/>
                <a:gd name="connsiteX55" fmla="*/ 1740 w 2092"/>
                <a:gd name="connsiteY55" fmla="*/ 18 h 2911"/>
                <a:gd name="connsiteX56" fmla="*/ 1493 w 2092"/>
                <a:gd name="connsiteY56" fmla="*/ 138 h 2911"/>
                <a:gd name="connsiteX57" fmla="*/ 1253 w 2092"/>
                <a:gd name="connsiteY57" fmla="*/ 415 h 2911"/>
                <a:gd name="connsiteX58" fmla="*/ 1169 w 2092"/>
                <a:gd name="connsiteY58" fmla="*/ 539 h 2911"/>
                <a:gd name="connsiteX59" fmla="*/ 1122 w 2092"/>
                <a:gd name="connsiteY59" fmla="*/ 510 h 2911"/>
                <a:gd name="connsiteX60" fmla="*/ 1087 w 2092"/>
                <a:gd name="connsiteY60" fmla="*/ 374 h 2911"/>
                <a:gd name="connsiteX61" fmla="*/ 1019 w 2092"/>
                <a:gd name="connsiteY61" fmla="*/ 366 h 2911"/>
                <a:gd name="connsiteX62" fmla="*/ 993 w 2092"/>
                <a:gd name="connsiteY62" fmla="*/ 444 h 2911"/>
                <a:gd name="connsiteX63" fmla="*/ 953 w 2092"/>
                <a:gd name="connsiteY63" fmla="*/ 550 h 2911"/>
                <a:gd name="connsiteX64" fmla="*/ 844 w 2092"/>
                <a:gd name="connsiteY64" fmla="*/ 433 h 2911"/>
                <a:gd name="connsiteX65" fmla="*/ 756 w 2092"/>
                <a:gd name="connsiteY65" fmla="*/ 326 h 2911"/>
                <a:gd name="connsiteX66" fmla="*/ 605 w 2092"/>
                <a:gd name="connsiteY66" fmla="*/ 167 h 2911"/>
                <a:gd name="connsiteX67" fmla="*/ 377 w 2092"/>
                <a:gd name="connsiteY67" fmla="*/ 60 h 2911"/>
                <a:gd name="connsiteX68" fmla="*/ 184 w 2092"/>
                <a:gd name="connsiteY68" fmla="*/ 69 h 2911"/>
                <a:gd name="connsiteX69" fmla="*/ 38 w 2092"/>
                <a:gd name="connsiteY69" fmla="*/ 162 h 2911"/>
                <a:gd name="connsiteX70" fmla="*/ 4 w 2092"/>
                <a:gd name="connsiteY70" fmla="*/ 215 h 2911"/>
                <a:gd name="connsiteX71" fmla="*/ 13 w 2092"/>
                <a:gd name="connsiteY71" fmla="*/ 248 h 2911"/>
                <a:gd name="connsiteX72" fmla="*/ 61 w 2092"/>
                <a:gd name="connsiteY72" fmla="*/ 246 h 2911"/>
                <a:gd name="connsiteX73" fmla="*/ 144 w 2092"/>
                <a:gd name="connsiteY73" fmla="*/ 173 h 2911"/>
                <a:gd name="connsiteX74" fmla="*/ 256 w 2092"/>
                <a:gd name="connsiteY74" fmla="*/ 127 h 2911"/>
                <a:gd name="connsiteX75" fmla="*/ 434 w 2092"/>
                <a:gd name="connsiteY75" fmla="*/ 149 h 2911"/>
                <a:gd name="connsiteX76" fmla="*/ 572 w 2092"/>
                <a:gd name="connsiteY76" fmla="*/ 237 h 2911"/>
                <a:gd name="connsiteX77" fmla="*/ 659 w 2092"/>
                <a:gd name="connsiteY77" fmla="*/ 333 h 2911"/>
                <a:gd name="connsiteX78" fmla="*/ 748 w 2092"/>
                <a:gd name="connsiteY78" fmla="*/ 442 h 2911"/>
                <a:gd name="connsiteX79" fmla="*/ 835 w 2092"/>
                <a:gd name="connsiteY79" fmla="*/ 586 h 2911"/>
                <a:gd name="connsiteX80" fmla="*/ 881 w 2092"/>
                <a:gd name="connsiteY80" fmla="*/ 704 h 2911"/>
                <a:gd name="connsiteX81" fmla="*/ 877 w 2092"/>
                <a:gd name="connsiteY8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368 w 2092"/>
                <a:gd name="connsiteY38" fmla="*/ 1960 h 2911"/>
                <a:gd name="connsiteX39" fmla="*/ 1366 w 2092"/>
                <a:gd name="connsiteY39" fmla="*/ 1916 h 2911"/>
                <a:gd name="connsiteX40" fmla="*/ 1386 w 2092"/>
                <a:gd name="connsiteY40" fmla="*/ 1814 h 2911"/>
                <a:gd name="connsiteX41" fmla="*/ 1398 w 2092"/>
                <a:gd name="connsiteY41" fmla="*/ 1698 h 2911"/>
                <a:gd name="connsiteX42" fmla="*/ 1382 w 2092"/>
                <a:gd name="connsiteY42" fmla="*/ 1554 h 2911"/>
                <a:gd name="connsiteX43" fmla="*/ 1344 w 2092"/>
                <a:gd name="connsiteY43" fmla="*/ 1367 h 2911"/>
                <a:gd name="connsiteX44" fmla="*/ 1305 w 2092"/>
                <a:gd name="connsiteY44" fmla="*/ 1201 h 2911"/>
                <a:gd name="connsiteX45" fmla="*/ 1243 w 2092"/>
                <a:gd name="connsiteY45" fmla="*/ 965 h 2911"/>
                <a:gd name="connsiteX46" fmla="*/ 1233 w 2092"/>
                <a:gd name="connsiteY46" fmla="*/ 648 h 2911"/>
                <a:gd name="connsiteX47" fmla="*/ 1495 w 2092"/>
                <a:gd name="connsiteY47" fmla="*/ 249 h 2911"/>
                <a:gd name="connsiteX48" fmla="*/ 1735 w 2092"/>
                <a:gd name="connsiteY48" fmla="*/ 104 h 2911"/>
                <a:gd name="connsiteX49" fmla="*/ 1912 w 2092"/>
                <a:gd name="connsiteY49" fmla="*/ 116 h 2911"/>
                <a:gd name="connsiteX50" fmla="*/ 2042 w 2092"/>
                <a:gd name="connsiteY50" fmla="*/ 197 h 2911"/>
                <a:gd name="connsiteX51" fmla="*/ 2086 w 2092"/>
                <a:gd name="connsiteY51" fmla="*/ 189 h 2911"/>
                <a:gd name="connsiteX52" fmla="*/ 2063 w 2092"/>
                <a:gd name="connsiteY52" fmla="*/ 109 h 2911"/>
                <a:gd name="connsiteX53" fmla="*/ 1910 w 2092"/>
                <a:gd name="connsiteY53" fmla="*/ 31 h 2911"/>
                <a:gd name="connsiteX54" fmla="*/ 1740 w 2092"/>
                <a:gd name="connsiteY54" fmla="*/ 18 h 2911"/>
                <a:gd name="connsiteX55" fmla="*/ 1493 w 2092"/>
                <a:gd name="connsiteY55" fmla="*/ 138 h 2911"/>
                <a:gd name="connsiteX56" fmla="*/ 1253 w 2092"/>
                <a:gd name="connsiteY56" fmla="*/ 415 h 2911"/>
                <a:gd name="connsiteX57" fmla="*/ 1169 w 2092"/>
                <a:gd name="connsiteY57" fmla="*/ 539 h 2911"/>
                <a:gd name="connsiteX58" fmla="*/ 1122 w 2092"/>
                <a:gd name="connsiteY58" fmla="*/ 510 h 2911"/>
                <a:gd name="connsiteX59" fmla="*/ 1087 w 2092"/>
                <a:gd name="connsiteY59" fmla="*/ 374 h 2911"/>
                <a:gd name="connsiteX60" fmla="*/ 1019 w 2092"/>
                <a:gd name="connsiteY60" fmla="*/ 366 h 2911"/>
                <a:gd name="connsiteX61" fmla="*/ 993 w 2092"/>
                <a:gd name="connsiteY61" fmla="*/ 444 h 2911"/>
                <a:gd name="connsiteX62" fmla="*/ 953 w 2092"/>
                <a:gd name="connsiteY62" fmla="*/ 550 h 2911"/>
                <a:gd name="connsiteX63" fmla="*/ 844 w 2092"/>
                <a:gd name="connsiteY63" fmla="*/ 433 h 2911"/>
                <a:gd name="connsiteX64" fmla="*/ 756 w 2092"/>
                <a:gd name="connsiteY64" fmla="*/ 326 h 2911"/>
                <a:gd name="connsiteX65" fmla="*/ 605 w 2092"/>
                <a:gd name="connsiteY65" fmla="*/ 167 h 2911"/>
                <a:gd name="connsiteX66" fmla="*/ 377 w 2092"/>
                <a:gd name="connsiteY66" fmla="*/ 60 h 2911"/>
                <a:gd name="connsiteX67" fmla="*/ 184 w 2092"/>
                <a:gd name="connsiteY67" fmla="*/ 69 h 2911"/>
                <a:gd name="connsiteX68" fmla="*/ 38 w 2092"/>
                <a:gd name="connsiteY68" fmla="*/ 162 h 2911"/>
                <a:gd name="connsiteX69" fmla="*/ 4 w 2092"/>
                <a:gd name="connsiteY69" fmla="*/ 215 h 2911"/>
                <a:gd name="connsiteX70" fmla="*/ 13 w 2092"/>
                <a:gd name="connsiteY70" fmla="*/ 248 h 2911"/>
                <a:gd name="connsiteX71" fmla="*/ 61 w 2092"/>
                <a:gd name="connsiteY71" fmla="*/ 246 h 2911"/>
                <a:gd name="connsiteX72" fmla="*/ 144 w 2092"/>
                <a:gd name="connsiteY72" fmla="*/ 173 h 2911"/>
                <a:gd name="connsiteX73" fmla="*/ 256 w 2092"/>
                <a:gd name="connsiteY73" fmla="*/ 127 h 2911"/>
                <a:gd name="connsiteX74" fmla="*/ 434 w 2092"/>
                <a:gd name="connsiteY74" fmla="*/ 149 h 2911"/>
                <a:gd name="connsiteX75" fmla="*/ 572 w 2092"/>
                <a:gd name="connsiteY75" fmla="*/ 237 h 2911"/>
                <a:gd name="connsiteX76" fmla="*/ 659 w 2092"/>
                <a:gd name="connsiteY76" fmla="*/ 333 h 2911"/>
                <a:gd name="connsiteX77" fmla="*/ 748 w 2092"/>
                <a:gd name="connsiteY77" fmla="*/ 442 h 2911"/>
                <a:gd name="connsiteX78" fmla="*/ 835 w 2092"/>
                <a:gd name="connsiteY78" fmla="*/ 586 h 2911"/>
                <a:gd name="connsiteX79" fmla="*/ 881 w 2092"/>
                <a:gd name="connsiteY79" fmla="*/ 704 h 2911"/>
                <a:gd name="connsiteX80" fmla="*/ 877 w 2092"/>
                <a:gd name="connsiteY8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368 w 2092"/>
                <a:gd name="connsiteY37" fmla="*/ 1960 h 2911"/>
                <a:gd name="connsiteX38" fmla="*/ 1366 w 2092"/>
                <a:gd name="connsiteY38" fmla="*/ 1916 h 2911"/>
                <a:gd name="connsiteX39" fmla="*/ 1386 w 2092"/>
                <a:gd name="connsiteY39" fmla="*/ 1814 h 2911"/>
                <a:gd name="connsiteX40" fmla="*/ 1398 w 2092"/>
                <a:gd name="connsiteY40" fmla="*/ 1698 h 2911"/>
                <a:gd name="connsiteX41" fmla="*/ 1382 w 2092"/>
                <a:gd name="connsiteY41" fmla="*/ 1554 h 2911"/>
                <a:gd name="connsiteX42" fmla="*/ 1344 w 2092"/>
                <a:gd name="connsiteY42" fmla="*/ 1367 h 2911"/>
                <a:gd name="connsiteX43" fmla="*/ 1305 w 2092"/>
                <a:gd name="connsiteY43" fmla="*/ 1201 h 2911"/>
                <a:gd name="connsiteX44" fmla="*/ 1243 w 2092"/>
                <a:gd name="connsiteY44" fmla="*/ 965 h 2911"/>
                <a:gd name="connsiteX45" fmla="*/ 1233 w 2092"/>
                <a:gd name="connsiteY45" fmla="*/ 648 h 2911"/>
                <a:gd name="connsiteX46" fmla="*/ 1495 w 2092"/>
                <a:gd name="connsiteY46" fmla="*/ 249 h 2911"/>
                <a:gd name="connsiteX47" fmla="*/ 1735 w 2092"/>
                <a:gd name="connsiteY47" fmla="*/ 104 h 2911"/>
                <a:gd name="connsiteX48" fmla="*/ 1912 w 2092"/>
                <a:gd name="connsiteY48" fmla="*/ 116 h 2911"/>
                <a:gd name="connsiteX49" fmla="*/ 2042 w 2092"/>
                <a:gd name="connsiteY49" fmla="*/ 197 h 2911"/>
                <a:gd name="connsiteX50" fmla="*/ 2086 w 2092"/>
                <a:gd name="connsiteY50" fmla="*/ 189 h 2911"/>
                <a:gd name="connsiteX51" fmla="*/ 2063 w 2092"/>
                <a:gd name="connsiteY51" fmla="*/ 109 h 2911"/>
                <a:gd name="connsiteX52" fmla="*/ 1910 w 2092"/>
                <a:gd name="connsiteY52" fmla="*/ 31 h 2911"/>
                <a:gd name="connsiteX53" fmla="*/ 1740 w 2092"/>
                <a:gd name="connsiteY53" fmla="*/ 18 h 2911"/>
                <a:gd name="connsiteX54" fmla="*/ 1493 w 2092"/>
                <a:gd name="connsiteY54" fmla="*/ 138 h 2911"/>
                <a:gd name="connsiteX55" fmla="*/ 1253 w 2092"/>
                <a:gd name="connsiteY55" fmla="*/ 415 h 2911"/>
                <a:gd name="connsiteX56" fmla="*/ 1169 w 2092"/>
                <a:gd name="connsiteY56" fmla="*/ 539 h 2911"/>
                <a:gd name="connsiteX57" fmla="*/ 1122 w 2092"/>
                <a:gd name="connsiteY57" fmla="*/ 510 h 2911"/>
                <a:gd name="connsiteX58" fmla="*/ 1087 w 2092"/>
                <a:gd name="connsiteY58" fmla="*/ 374 h 2911"/>
                <a:gd name="connsiteX59" fmla="*/ 1019 w 2092"/>
                <a:gd name="connsiteY59" fmla="*/ 366 h 2911"/>
                <a:gd name="connsiteX60" fmla="*/ 993 w 2092"/>
                <a:gd name="connsiteY60" fmla="*/ 444 h 2911"/>
                <a:gd name="connsiteX61" fmla="*/ 953 w 2092"/>
                <a:gd name="connsiteY61" fmla="*/ 550 h 2911"/>
                <a:gd name="connsiteX62" fmla="*/ 844 w 2092"/>
                <a:gd name="connsiteY62" fmla="*/ 433 h 2911"/>
                <a:gd name="connsiteX63" fmla="*/ 756 w 2092"/>
                <a:gd name="connsiteY63" fmla="*/ 326 h 2911"/>
                <a:gd name="connsiteX64" fmla="*/ 605 w 2092"/>
                <a:gd name="connsiteY64" fmla="*/ 167 h 2911"/>
                <a:gd name="connsiteX65" fmla="*/ 377 w 2092"/>
                <a:gd name="connsiteY65" fmla="*/ 60 h 2911"/>
                <a:gd name="connsiteX66" fmla="*/ 184 w 2092"/>
                <a:gd name="connsiteY66" fmla="*/ 69 h 2911"/>
                <a:gd name="connsiteX67" fmla="*/ 38 w 2092"/>
                <a:gd name="connsiteY67" fmla="*/ 162 h 2911"/>
                <a:gd name="connsiteX68" fmla="*/ 4 w 2092"/>
                <a:gd name="connsiteY68" fmla="*/ 215 h 2911"/>
                <a:gd name="connsiteX69" fmla="*/ 13 w 2092"/>
                <a:gd name="connsiteY69" fmla="*/ 248 h 2911"/>
                <a:gd name="connsiteX70" fmla="*/ 61 w 2092"/>
                <a:gd name="connsiteY70" fmla="*/ 246 h 2911"/>
                <a:gd name="connsiteX71" fmla="*/ 144 w 2092"/>
                <a:gd name="connsiteY71" fmla="*/ 173 h 2911"/>
                <a:gd name="connsiteX72" fmla="*/ 256 w 2092"/>
                <a:gd name="connsiteY72" fmla="*/ 127 h 2911"/>
                <a:gd name="connsiteX73" fmla="*/ 434 w 2092"/>
                <a:gd name="connsiteY73" fmla="*/ 149 h 2911"/>
                <a:gd name="connsiteX74" fmla="*/ 572 w 2092"/>
                <a:gd name="connsiteY74" fmla="*/ 237 h 2911"/>
                <a:gd name="connsiteX75" fmla="*/ 659 w 2092"/>
                <a:gd name="connsiteY75" fmla="*/ 333 h 2911"/>
                <a:gd name="connsiteX76" fmla="*/ 748 w 2092"/>
                <a:gd name="connsiteY76" fmla="*/ 442 h 2911"/>
                <a:gd name="connsiteX77" fmla="*/ 835 w 2092"/>
                <a:gd name="connsiteY77" fmla="*/ 586 h 2911"/>
                <a:gd name="connsiteX78" fmla="*/ 881 w 2092"/>
                <a:gd name="connsiteY78" fmla="*/ 704 h 2911"/>
                <a:gd name="connsiteX79" fmla="*/ 877 w 2092"/>
                <a:gd name="connsiteY7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368 w 2092"/>
                <a:gd name="connsiteY36" fmla="*/ 1960 h 2911"/>
                <a:gd name="connsiteX37" fmla="*/ 1366 w 2092"/>
                <a:gd name="connsiteY37" fmla="*/ 1916 h 2911"/>
                <a:gd name="connsiteX38" fmla="*/ 1386 w 2092"/>
                <a:gd name="connsiteY38" fmla="*/ 1814 h 2911"/>
                <a:gd name="connsiteX39" fmla="*/ 1398 w 2092"/>
                <a:gd name="connsiteY39" fmla="*/ 1698 h 2911"/>
                <a:gd name="connsiteX40" fmla="*/ 1382 w 2092"/>
                <a:gd name="connsiteY40" fmla="*/ 1554 h 2911"/>
                <a:gd name="connsiteX41" fmla="*/ 1344 w 2092"/>
                <a:gd name="connsiteY41" fmla="*/ 1367 h 2911"/>
                <a:gd name="connsiteX42" fmla="*/ 1305 w 2092"/>
                <a:gd name="connsiteY42" fmla="*/ 1201 h 2911"/>
                <a:gd name="connsiteX43" fmla="*/ 1243 w 2092"/>
                <a:gd name="connsiteY43" fmla="*/ 965 h 2911"/>
                <a:gd name="connsiteX44" fmla="*/ 1233 w 2092"/>
                <a:gd name="connsiteY44" fmla="*/ 648 h 2911"/>
                <a:gd name="connsiteX45" fmla="*/ 1495 w 2092"/>
                <a:gd name="connsiteY45" fmla="*/ 249 h 2911"/>
                <a:gd name="connsiteX46" fmla="*/ 1735 w 2092"/>
                <a:gd name="connsiteY46" fmla="*/ 104 h 2911"/>
                <a:gd name="connsiteX47" fmla="*/ 1912 w 2092"/>
                <a:gd name="connsiteY47" fmla="*/ 116 h 2911"/>
                <a:gd name="connsiteX48" fmla="*/ 2042 w 2092"/>
                <a:gd name="connsiteY48" fmla="*/ 197 h 2911"/>
                <a:gd name="connsiteX49" fmla="*/ 2086 w 2092"/>
                <a:gd name="connsiteY49" fmla="*/ 189 h 2911"/>
                <a:gd name="connsiteX50" fmla="*/ 2063 w 2092"/>
                <a:gd name="connsiteY50" fmla="*/ 109 h 2911"/>
                <a:gd name="connsiteX51" fmla="*/ 1910 w 2092"/>
                <a:gd name="connsiteY51" fmla="*/ 31 h 2911"/>
                <a:gd name="connsiteX52" fmla="*/ 1740 w 2092"/>
                <a:gd name="connsiteY52" fmla="*/ 18 h 2911"/>
                <a:gd name="connsiteX53" fmla="*/ 1493 w 2092"/>
                <a:gd name="connsiteY53" fmla="*/ 138 h 2911"/>
                <a:gd name="connsiteX54" fmla="*/ 1253 w 2092"/>
                <a:gd name="connsiteY54" fmla="*/ 415 h 2911"/>
                <a:gd name="connsiteX55" fmla="*/ 1169 w 2092"/>
                <a:gd name="connsiteY55" fmla="*/ 539 h 2911"/>
                <a:gd name="connsiteX56" fmla="*/ 1122 w 2092"/>
                <a:gd name="connsiteY56" fmla="*/ 510 h 2911"/>
                <a:gd name="connsiteX57" fmla="*/ 1087 w 2092"/>
                <a:gd name="connsiteY57" fmla="*/ 374 h 2911"/>
                <a:gd name="connsiteX58" fmla="*/ 1019 w 2092"/>
                <a:gd name="connsiteY58" fmla="*/ 366 h 2911"/>
                <a:gd name="connsiteX59" fmla="*/ 993 w 2092"/>
                <a:gd name="connsiteY59" fmla="*/ 444 h 2911"/>
                <a:gd name="connsiteX60" fmla="*/ 953 w 2092"/>
                <a:gd name="connsiteY60" fmla="*/ 550 h 2911"/>
                <a:gd name="connsiteX61" fmla="*/ 844 w 2092"/>
                <a:gd name="connsiteY61" fmla="*/ 433 h 2911"/>
                <a:gd name="connsiteX62" fmla="*/ 756 w 2092"/>
                <a:gd name="connsiteY62" fmla="*/ 326 h 2911"/>
                <a:gd name="connsiteX63" fmla="*/ 605 w 2092"/>
                <a:gd name="connsiteY63" fmla="*/ 167 h 2911"/>
                <a:gd name="connsiteX64" fmla="*/ 377 w 2092"/>
                <a:gd name="connsiteY64" fmla="*/ 60 h 2911"/>
                <a:gd name="connsiteX65" fmla="*/ 184 w 2092"/>
                <a:gd name="connsiteY65" fmla="*/ 69 h 2911"/>
                <a:gd name="connsiteX66" fmla="*/ 38 w 2092"/>
                <a:gd name="connsiteY66" fmla="*/ 162 h 2911"/>
                <a:gd name="connsiteX67" fmla="*/ 4 w 2092"/>
                <a:gd name="connsiteY67" fmla="*/ 215 h 2911"/>
                <a:gd name="connsiteX68" fmla="*/ 13 w 2092"/>
                <a:gd name="connsiteY68" fmla="*/ 248 h 2911"/>
                <a:gd name="connsiteX69" fmla="*/ 61 w 2092"/>
                <a:gd name="connsiteY69" fmla="*/ 246 h 2911"/>
                <a:gd name="connsiteX70" fmla="*/ 144 w 2092"/>
                <a:gd name="connsiteY70" fmla="*/ 173 h 2911"/>
                <a:gd name="connsiteX71" fmla="*/ 256 w 2092"/>
                <a:gd name="connsiteY71" fmla="*/ 127 h 2911"/>
                <a:gd name="connsiteX72" fmla="*/ 434 w 2092"/>
                <a:gd name="connsiteY72" fmla="*/ 149 h 2911"/>
                <a:gd name="connsiteX73" fmla="*/ 572 w 2092"/>
                <a:gd name="connsiteY73" fmla="*/ 237 h 2911"/>
                <a:gd name="connsiteX74" fmla="*/ 659 w 2092"/>
                <a:gd name="connsiteY74" fmla="*/ 333 h 2911"/>
                <a:gd name="connsiteX75" fmla="*/ 748 w 2092"/>
                <a:gd name="connsiteY75" fmla="*/ 442 h 2911"/>
                <a:gd name="connsiteX76" fmla="*/ 835 w 2092"/>
                <a:gd name="connsiteY76" fmla="*/ 586 h 2911"/>
                <a:gd name="connsiteX77" fmla="*/ 881 w 2092"/>
                <a:gd name="connsiteY77" fmla="*/ 704 h 2911"/>
                <a:gd name="connsiteX78" fmla="*/ 877 w 2092"/>
                <a:gd name="connsiteY78" fmla="*/ 903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77" fmla="*/ 1825 w 2092"/>
                <a:gd name="connsiteY77" fmla="*/ 2466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398 w 2092"/>
                <a:gd name="connsiteY7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398 w 2092"/>
                <a:gd name="connsiteY7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61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56 w 2092"/>
                <a:gd name="connsiteY48" fmla="*/ 1876 h 2911"/>
                <a:gd name="connsiteX49" fmla="*/ 709 w 2092"/>
                <a:gd name="connsiteY49" fmla="*/ 1930 h 2911"/>
                <a:gd name="connsiteX50" fmla="*/ 740 w 2092"/>
                <a:gd name="connsiteY50" fmla="*/ 2029 h 2911"/>
                <a:gd name="connsiteX51" fmla="*/ 759 w 2092"/>
                <a:gd name="connsiteY51" fmla="*/ 2100 h 2911"/>
                <a:gd name="connsiteX52" fmla="*/ 797 w 2092"/>
                <a:gd name="connsiteY52" fmla="*/ 2189 h 2911"/>
                <a:gd name="connsiteX53" fmla="*/ 874 w 2092"/>
                <a:gd name="connsiteY53" fmla="*/ 2368 h 2911"/>
                <a:gd name="connsiteX54" fmla="*/ 906 w 2092"/>
                <a:gd name="connsiteY54" fmla="*/ 2466 h 2911"/>
                <a:gd name="connsiteX55" fmla="*/ 924 w 2092"/>
                <a:gd name="connsiteY55" fmla="*/ 2544 h 2911"/>
                <a:gd name="connsiteX56" fmla="*/ 931 w 2092"/>
                <a:gd name="connsiteY56" fmla="*/ 2677 h 2911"/>
                <a:gd name="connsiteX57" fmla="*/ 906 w 2092"/>
                <a:gd name="connsiteY57" fmla="*/ 2768 h 2911"/>
                <a:gd name="connsiteX58" fmla="*/ 894 w 2092"/>
                <a:gd name="connsiteY58" fmla="*/ 2839 h 2911"/>
                <a:gd name="connsiteX59" fmla="*/ 904 w 2092"/>
                <a:gd name="connsiteY59" fmla="*/ 2874 h 2911"/>
                <a:gd name="connsiteX60" fmla="*/ 941 w 2092"/>
                <a:gd name="connsiteY60" fmla="*/ 2906 h 2911"/>
                <a:gd name="connsiteX61" fmla="*/ 1083 w 2092"/>
                <a:gd name="connsiteY61" fmla="*/ 2906 h 2911"/>
                <a:gd name="connsiteX62" fmla="*/ 1214 w 2092"/>
                <a:gd name="connsiteY62" fmla="*/ 2901 h 2911"/>
                <a:gd name="connsiteX63" fmla="*/ 1240 w 2092"/>
                <a:gd name="connsiteY63" fmla="*/ 2863 h 2911"/>
                <a:gd name="connsiteX64" fmla="*/ 1238 w 2092"/>
                <a:gd name="connsiteY64" fmla="*/ 2799 h 2911"/>
                <a:gd name="connsiteX65" fmla="*/ 1211 w 2092"/>
                <a:gd name="connsiteY65" fmla="*/ 2733 h 2911"/>
                <a:gd name="connsiteX66" fmla="*/ 1201 w 2092"/>
                <a:gd name="connsiteY66" fmla="*/ 2652 h 2911"/>
                <a:gd name="connsiteX67" fmla="*/ 1200 w 2092"/>
                <a:gd name="connsiteY67" fmla="*/ 2551 h 2911"/>
                <a:gd name="connsiteX68" fmla="*/ 1219 w 2092"/>
                <a:gd name="connsiteY68" fmla="*/ 2450 h 2911"/>
                <a:gd name="connsiteX69" fmla="*/ 1263 w 2092"/>
                <a:gd name="connsiteY69" fmla="*/ 2300 h 2911"/>
                <a:gd name="connsiteX70" fmla="*/ 1287 w 2092"/>
                <a:gd name="connsiteY70" fmla="*/ 2222 h 2911"/>
                <a:gd name="connsiteX71" fmla="*/ 1307 w 2092"/>
                <a:gd name="connsiteY71" fmla="*/ 2188 h 2911"/>
                <a:gd name="connsiteX72" fmla="*/ 1361 w 2092"/>
                <a:gd name="connsiteY7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6 w 2092"/>
                <a:gd name="connsiteY47" fmla="*/ 1876 h 2911"/>
                <a:gd name="connsiteX48" fmla="*/ 709 w 2092"/>
                <a:gd name="connsiteY48" fmla="*/ 1930 h 2911"/>
                <a:gd name="connsiteX49" fmla="*/ 740 w 2092"/>
                <a:gd name="connsiteY49" fmla="*/ 2029 h 2911"/>
                <a:gd name="connsiteX50" fmla="*/ 759 w 2092"/>
                <a:gd name="connsiteY50" fmla="*/ 2100 h 2911"/>
                <a:gd name="connsiteX51" fmla="*/ 797 w 2092"/>
                <a:gd name="connsiteY51" fmla="*/ 2189 h 2911"/>
                <a:gd name="connsiteX52" fmla="*/ 874 w 2092"/>
                <a:gd name="connsiteY52" fmla="*/ 2368 h 2911"/>
                <a:gd name="connsiteX53" fmla="*/ 906 w 2092"/>
                <a:gd name="connsiteY53" fmla="*/ 2466 h 2911"/>
                <a:gd name="connsiteX54" fmla="*/ 924 w 2092"/>
                <a:gd name="connsiteY54" fmla="*/ 2544 h 2911"/>
                <a:gd name="connsiteX55" fmla="*/ 931 w 2092"/>
                <a:gd name="connsiteY55" fmla="*/ 2677 h 2911"/>
                <a:gd name="connsiteX56" fmla="*/ 906 w 2092"/>
                <a:gd name="connsiteY56" fmla="*/ 2768 h 2911"/>
                <a:gd name="connsiteX57" fmla="*/ 894 w 2092"/>
                <a:gd name="connsiteY57" fmla="*/ 2839 h 2911"/>
                <a:gd name="connsiteX58" fmla="*/ 904 w 2092"/>
                <a:gd name="connsiteY58" fmla="*/ 2874 h 2911"/>
                <a:gd name="connsiteX59" fmla="*/ 941 w 2092"/>
                <a:gd name="connsiteY59" fmla="*/ 2906 h 2911"/>
                <a:gd name="connsiteX60" fmla="*/ 1083 w 2092"/>
                <a:gd name="connsiteY60" fmla="*/ 2906 h 2911"/>
                <a:gd name="connsiteX61" fmla="*/ 1214 w 2092"/>
                <a:gd name="connsiteY61" fmla="*/ 2901 h 2911"/>
                <a:gd name="connsiteX62" fmla="*/ 1240 w 2092"/>
                <a:gd name="connsiteY62" fmla="*/ 2863 h 2911"/>
                <a:gd name="connsiteX63" fmla="*/ 1238 w 2092"/>
                <a:gd name="connsiteY63" fmla="*/ 2799 h 2911"/>
                <a:gd name="connsiteX64" fmla="*/ 1211 w 2092"/>
                <a:gd name="connsiteY64" fmla="*/ 2733 h 2911"/>
                <a:gd name="connsiteX65" fmla="*/ 1201 w 2092"/>
                <a:gd name="connsiteY65" fmla="*/ 2652 h 2911"/>
                <a:gd name="connsiteX66" fmla="*/ 1200 w 2092"/>
                <a:gd name="connsiteY66" fmla="*/ 2551 h 2911"/>
                <a:gd name="connsiteX67" fmla="*/ 1219 w 2092"/>
                <a:gd name="connsiteY67" fmla="*/ 2450 h 2911"/>
                <a:gd name="connsiteX68" fmla="*/ 1263 w 2092"/>
                <a:gd name="connsiteY68" fmla="*/ 2300 h 2911"/>
                <a:gd name="connsiteX69" fmla="*/ 1287 w 2092"/>
                <a:gd name="connsiteY69" fmla="*/ 2222 h 2911"/>
                <a:gd name="connsiteX70" fmla="*/ 1307 w 2092"/>
                <a:gd name="connsiteY70" fmla="*/ 2188 h 2911"/>
                <a:gd name="connsiteX71" fmla="*/ 1361 w 2092"/>
                <a:gd name="connsiteY7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09 w 2092"/>
                <a:gd name="connsiteY47" fmla="*/ 1930 h 2911"/>
                <a:gd name="connsiteX48" fmla="*/ 740 w 2092"/>
                <a:gd name="connsiteY48" fmla="*/ 2029 h 2911"/>
                <a:gd name="connsiteX49" fmla="*/ 759 w 2092"/>
                <a:gd name="connsiteY49" fmla="*/ 2100 h 2911"/>
                <a:gd name="connsiteX50" fmla="*/ 797 w 2092"/>
                <a:gd name="connsiteY50" fmla="*/ 2189 h 2911"/>
                <a:gd name="connsiteX51" fmla="*/ 874 w 2092"/>
                <a:gd name="connsiteY51" fmla="*/ 2368 h 2911"/>
                <a:gd name="connsiteX52" fmla="*/ 906 w 2092"/>
                <a:gd name="connsiteY52" fmla="*/ 2466 h 2911"/>
                <a:gd name="connsiteX53" fmla="*/ 924 w 2092"/>
                <a:gd name="connsiteY53" fmla="*/ 2544 h 2911"/>
                <a:gd name="connsiteX54" fmla="*/ 931 w 2092"/>
                <a:gd name="connsiteY54" fmla="*/ 2677 h 2911"/>
                <a:gd name="connsiteX55" fmla="*/ 906 w 2092"/>
                <a:gd name="connsiteY55" fmla="*/ 2768 h 2911"/>
                <a:gd name="connsiteX56" fmla="*/ 894 w 2092"/>
                <a:gd name="connsiteY56" fmla="*/ 2839 h 2911"/>
                <a:gd name="connsiteX57" fmla="*/ 904 w 2092"/>
                <a:gd name="connsiteY57" fmla="*/ 2874 h 2911"/>
                <a:gd name="connsiteX58" fmla="*/ 941 w 2092"/>
                <a:gd name="connsiteY58" fmla="*/ 2906 h 2911"/>
                <a:gd name="connsiteX59" fmla="*/ 1083 w 2092"/>
                <a:gd name="connsiteY59" fmla="*/ 2906 h 2911"/>
                <a:gd name="connsiteX60" fmla="*/ 1214 w 2092"/>
                <a:gd name="connsiteY60" fmla="*/ 2901 h 2911"/>
                <a:gd name="connsiteX61" fmla="*/ 1240 w 2092"/>
                <a:gd name="connsiteY61" fmla="*/ 2863 h 2911"/>
                <a:gd name="connsiteX62" fmla="*/ 1238 w 2092"/>
                <a:gd name="connsiteY62" fmla="*/ 2799 h 2911"/>
                <a:gd name="connsiteX63" fmla="*/ 1211 w 2092"/>
                <a:gd name="connsiteY63" fmla="*/ 2733 h 2911"/>
                <a:gd name="connsiteX64" fmla="*/ 1201 w 2092"/>
                <a:gd name="connsiteY64" fmla="*/ 2652 h 2911"/>
                <a:gd name="connsiteX65" fmla="*/ 1200 w 2092"/>
                <a:gd name="connsiteY65" fmla="*/ 2551 h 2911"/>
                <a:gd name="connsiteX66" fmla="*/ 1219 w 2092"/>
                <a:gd name="connsiteY66" fmla="*/ 2450 h 2911"/>
                <a:gd name="connsiteX67" fmla="*/ 1263 w 2092"/>
                <a:gd name="connsiteY67" fmla="*/ 2300 h 2911"/>
                <a:gd name="connsiteX68" fmla="*/ 1287 w 2092"/>
                <a:gd name="connsiteY68" fmla="*/ 2222 h 2911"/>
                <a:gd name="connsiteX69" fmla="*/ 1307 w 2092"/>
                <a:gd name="connsiteY69" fmla="*/ 2188 h 2911"/>
                <a:gd name="connsiteX70" fmla="*/ 1361 w 2092"/>
                <a:gd name="connsiteY7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40 w 2092"/>
                <a:gd name="connsiteY47" fmla="*/ 2029 h 2911"/>
                <a:gd name="connsiteX48" fmla="*/ 759 w 2092"/>
                <a:gd name="connsiteY48" fmla="*/ 2100 h 2911"/>
                <a:gd name="connsiteX49" fmla="*/ 797 w 2092"/>
                <a:gd name="connsiteY49" fmla="*/ 2189 h 2911"/>
                <a:gd name="connsiteX50" fmla="*/ 874 w 2092"/>
                <a:gd name="connsiteY50" fmla="*/ 2368 h 2911"/>
                <a:gd name="connsiteX51" fmla="*/ 906 w 2092"/>
                <a:gd name="connsiteY51" fmla="*/ 2466 h 2911"/>
                <a:gd name="connsiteX52" fmla="*/ 924 w 2092"/>
                <a:gd name="connsiteY52" fmla="*/ 2544 h 2911"/>
                <a:gd name="connsiteX53" fmla="*/ 931 w 2092"/>
                <a:gd name="connsiteY53" fmla="*/ 2677 h 2911"/>
                <a:gd name="connsiteX54" fmla="*/ 906 w 2092"/>
                <a:gd name="connsiteY54" fmla="*/ 2768 h 2911"/>
                <a:gd name="connsiteX55" fmla="*/ 894 w 2092"/>
                <a:gd name="connsiteY55" fmla="*/ 2839 h 2911"/>
                <a:gd name="connsiteX56" fmla="*/ 904 w 2092"/>
                <a:gd name="connsiteY56" fmla="*/ 2874 h 2911"/>
                <a:gd name="connsiteX57" fmla="*/ 941 w 2092"/>
                <a:gd name="connsiteY57" fmla="*/ 2906 h 2911"/>
                <a:gd name="connsiteX58" fmla="*/ 1083 w 2092"/>
                <a:gd name="connsiteY58" fmla="*/ 2906 h 2911"/>
                <a:gd name="connsiteX59" fmla="*/ 1214 w 2092"/>
                <a:gd name="connsiteY59" fmla="*/ 2901 h 2911"/>
                <a:gd name="connsiteX60" fmla="*/ 1240 w 2092"/>
                <a:gd name="connsiteY60" fmla="*/ 2863 h 2911"/>
                <a:gd name="connsiteX61" fmla="*/ 1238 w 2092"/>
                <a:gd name="connsiteY61" fmla="*/ 2799 h 2911"/>
                <a:gd name="connsiteX62" fmla="*/ 1211 w 2092"/>
                <a:gd name="connsiteY62" fmla="*/ 2733 h 2911"/>
                <a:gd name="connsiteX63" fmla="*/ 1201 w 2092"/>
                <a:gd name="connsiteY63" fmla="*/ 2652 h 2911"/>
                <a:gd name="connsiteX64" fmla="*/ 1200 w 2092"/>
                <a:gd name="connsiteY64" fmla="*/ 2551 h 2911"/>
                <a:gd name="connsiteX65" fmla="*/ 1219 w 2092"/>
                <a:gd name="connsiteY65" fmla="*/ 2450 h 2911"/>
                <a:gd name="connsiteX66" fmla="*/ 1263 w 2092"/>
                <a:gd name="connsiteY66" fmla="*/ 2300 h 2911"/>
                <a:gd name="connsiteX67" fmla="*/ 1287 w 2092"/>
                <a:gd name="connsiteY67" fmla="*/ 2222 h 2911"/>
                <a:gd name="connsiteX68" fmla="*/ 1307 w 2092"/>
                <a:gd name="connsiteY68" fmla="*/ 2188 h 2911"/>
                <a:gd name="connsiteX69" fmla="*/ 1361 w 2092"/>
                <a:gd name="connsiteY6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740 w 2092"/>
                <a:gd name="connsiteY46" fmla="*/ 2029 h 2911"/>
                <a:gd name="connsiteX47" fmla="*/ 759 w 2092"/>
                <a:gd name="connsiteY47" fmla="*/ 2100 h 2911"/>
                <a:gd name="connsiteX48" fmla="*/ 797 w 2092"/>
                <a:gd name="connsiteY48" fmla="*/ 2189 h 2911"/>
                <a:gd name="connsiteX49" fmla="*/ 874 w 2092"/>
                <a:gd name="connsiteY49" fmla="*/ 2368 h 2911"/>
                <a:gd name="connsiteX50" fmla="*/ 906 w 2092"/>
                <a:gd name="connsiteY50" fmla="*/ 2466 h 2911"/>
                <a:gd name="connsiteX51" fmla="*/ 924 w 2092"/>
                <a:gd name="connsiteY51" fmla="*/ 2544 h 2911"/>
                <a:gd name="connsiteX52" fmla="*/ 931 w 2092"/>
                <a:gd name="connsiteY52" fmla="*/ 2677 h 2911"/>
                <a:gd name="connsiteX53" fmla="*/ 906 w 2092"/>
                <a:gd name="connsiteY53" fmla="*/ 2768 h 2911"/>
                <a:gd name="connsiteX54" fmla="*/ 894 w 2092"/>
                <a:gd name="connsiteY54" fmla="*/ 2839 h 2911"/>
                <a:gd name="connsiteX55" fmla="*/ 904 w 2092"/>
                <a:gd name="connsiteY55" fmla="*/ 2874 h 2911"/>
                <a:gd name="connsiteX56" fmla="*/ 941 w 2092"/>
                <a:gd name="connsiteY56" fmla="*/ 2906 h 2911"/>
                <a:gd name="connsiteX57" fmla="*/ 1083 w 2092"/>
                <a:gd name="connsiteY57" fmla="*/ 2906 h 2911"/>
                <a:gd name="connsiteX58" fmla="*/ 1214 w 2092"/>
                <a:gd name="connsiteY58" fmla="*/ 2901 h 2911"/>
                <a:gd name="connsiteX59" fmla="*/ 1240 w 2092"/>
                <a:gd name="connsiteY59" fmla="*/ 2863 h 2911"/>
                <a:gd name="connsiteX60" fmla="*/ 1238 w 2092"/>
                <a:gd name="connsiteY60" fmla="*/ 2799 h 2911"/>
                <a:gd name="connsiteX61" fmla="*/ 1211 w 2092"/>
                <a:gd name="connsiteY61" fmla="*/ 2733 h 2911"/>
                <a:gd name="connsiteX62" fmla="*/ 1201 w 2092"/>
                <a:gd name="connsiteY62" fmla="*/ 2652 h 2911"/>
                <a:gd name="connsiteX63" fmla="*/ 1200 w 2092"/>
                <a:gd name="connsiteY63" fmla="*/ 2551 h 2911"/>
                <a:gd name="connsiteX64" fmla="*/ 1219 w 2092"/>
                <a:gd name="connsiteY64" fmla="*/ 2450 h 2911"/>
                <a:gd name="connsiteX65" fmla="*/ 1263 w 2092"/>
                <a:gd name="connsiteY65" fmla="*/ 2300 h 2911"/>
                <a:gd name="connsiteX66" fmla="*/ 1287 w 2092"/>
                <a:gd name="connsiteY66" fmla="*/ 2222 h 2911"/>
                <a:gd name="connsiteX67" fmla="*/ 1307 w 2092"/>
                <a:gd name="connsiteY67" fmla="*/ 2188 h 2911"/>
                <a:gd name="connsiteX68" fmla="*/ 1361 w 2092"/>
                <a:gd name="connsiteY6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0 w 2092"/>
                <a:gd name="connsiteY45" fmla="*/ 2029 h 2911"/>
                <a:gd name="connsiteX46" fmla="*/ 759 w 2092"/>
                <a:gd name="connsiteY46" fmla="*/ 2100 h 2911"/>
                <a:gd name="connsiteX47" fmla="*/ 797 w 2092"/>
                <a:gd name="connsiteY47" fmla="*/ 2189 h 2911"/>
                <a:gd name="connsiteX48" fmla="*/ 874 w 2092"/>
                <a:gd name="connsiteY48" fmla="*/ 2368 h 2911"/>
                <a:gd name="connsiteX49" fmla="*/ 906 w 2092"/>
                <a:gd name="connsiteY49" fmla="*/ 2466 h 2911"/>
                <a:gd name="connsiteX50" fmla="*/ 924 w 2092"/>
                <a:gd name="connsiteY50" fmla="*/ 2544 h 2911"/>
                <a:gd name="connsiteX51" fmla="*/ 931 w 2092"/>
                <a:gd name="connsiteY51" fmla="*/ 2677 h 2911"/>
                <a:gd name="connsiteX52" fmla="*/ 906 w 2092"/>
                <a:gd name="connsiteY52" fmla="*/ 2768 h 2911"/>
                <a:gd name="connsiteX53" fmla="*/ 894 w 2092"/>
                <a:gd name="connsiteY53" fmla="*/ 2839 h 2911"/>
                <a:gd name="connsiteX54" fmla="*/ 904 w 2092"/>
                <a:gd name="connsiteY54" fmla="*/ 2874 h 2911"/>
                <a:gd name="connsiteX55" fmla="*/ 941 w 2092"/>
                <a:gd name="connsiteY55" fmla="*/ 2906 h 2911"/>
                <a:gd name="connsiteX56" fmla="*/ 1083 w 2092"/>
                <a:gd name="connsiteY56" fmla="*/ 2906 h 2911"/>
                <a:gd name="connsiteX57" fmla="*/ 1214 w 2092"/>
                <a:gd name="connsiteY57" fmla="*/ 2901 h 2911"/>
                <a:gd name="connsiteX58" fmla="*/ 1240 w 2092"/>
                <a:gd name="connsiteY58" fmla="*/ 2863 h 2911"/>
                <a:gd name="connsiteX59" fmla="*/ 1238 w 2092"/>
                <a:gd name="connsiteY59" fmla="*/ 2799 h 2911"/>
                <a:gd name="connsiteX60" fmla="*/ 1211 w 2092"/>
                <a:gd name="connsiteY60" fmla="*/ 2733 h 2911"/>
                <a:gd name="connsiteX61" fmla="*/ 1201 w 2092"/>
                <a:gd name="connsiteY61" fmla="*/ 2652 h 2911"/>
                <a:gd name="connsiteX62" fmla="*/ 1200 w 2092"/>
                <a:gd name="connsiteY62" fmla="*/ 2551 h 2911"/>
                <a:gd name="connsiteX63" fmla="*/ 1219 w 2092"/>
                <a:gd name="connsiteY63" fmla="*/ 2450 h 2911"/>
                <a:gd name="connsiteX64" fmla="*/ 1263 w 2092"/>
                <a:gd name="connsiteY64" fmla="*/ 2300 h 2911"/>
                <a:gd name="connsiteX65" fmla="*/ 1287 w 2092"/>
                <a:gd name="connsiteY65" fmla="*/ 2222 h 2911"/>
                <a:gd name="connsiteX66" fmla="*/ 1307 w 2092"/>
                <a:gd name="connsiteY66" fmla="*/ 2188 h 2911"/>
                <a:gd name="connsiteX67" fmla="*/ 1361 w 2092"/>
                <a:gd name="connsiteY67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59 w 2092"/>
                <a:gd name="connsiteY45" fmla="*/ 2100 h 2911"/>
                <a:gd name="connsiteX46" fmla="*/ 797 w 2092"/>
                <a:gd name="connsiteY46" fmla="*/ 2189 h 2911"/>
                <a:gd name="connsiteX47" fmla="*/ 874 w 2092"/>
                <a:gd name="connsiteY47" fmla="*/ 2368 h 2911"/>
                <a:gd name="connsiteX48" fmla="*/ 906 w 2092"/>
                <a:gd name="connsiteY48" fmla="*/ 2466 h 2911"/>
                <a:gd name="connsiteX49" fmla="*/ 924 w 2092"/>
                <a:gd name="connsiteY49" fmla="*/ 2544 h 2911"/>
                <a:gd name="connsiteX50" fmla="*/ 931 w 2092"/>
                <a:gd name="connsiteY50" fmla="*/ 2677 h 2911"/>
                <a:gd name="connsiteX51" fmla="*/ 906 w 2092"/>
                <a:gd name="connsiteY51" fmla="*/ 2768 h 2911"/>
                <a:gd name="connsiteX52" fmla="*/ 894 w 2092"/>
                <a:gd name="connsiteY52" fmla="*/ 2839 h 2911"/>
                <a:gd name="connsiteX53" fmla="*/ 904 w 2092"/>
                <a:gd name="connsiteY53" fmla="*/ 2874 h 2911"/>
                <a:gd name="connsiteX54" fmla="*/ 941 w 2092"/>
                <a:gd name="connsiteY54" fmla="*/ 2906 h 2911"/>
                <a:gd name="connsiteX55" fmla="*/ 1083 w 2092"/>
                <a:gd name="connsiteY55" fmla="*/ 2906 h 2911"/>
                <a:gd name="connsiteX56" fmla="*/ 1214 w 2092"/>
                <a:gd name="connsiteY56" fmla="*/ 2901 h 2911"/>
                <a:gd name="connsiteX57" fmla="*/ 1240 w 2092"/>
                <a:gd name="connsiteY57" fmla="*/ 2863 h 2911"/>
                <a:gd name="connsiteX58" fmla="*/ 1238 w 2092"/>
                <a:gd name="connsiteY58" fmla="*/ 2799 h 2911"/>
                <a:gd name="connsiteX59" fmla="*/ 1211 w 2092"/>
                <a:gd name="connsiteY59" fmla="*/ 2733 h 2911"/>
                <a:gd name="connsiteX60" fmla="*/ 1201 w 2092"/>
                <a:gd name="connsiteY60" fmla="*/ 2652 h 2911"/>
                <a:gd name="connsiteX61" fmla="*/ 1200 w 2092"/>
                <a:gd name="connsiteY61" fmla="*/ 2551 h 2911"/>
                <a:gd name="connsiteX62" fmla="*/ 1219 w 2092"/>
                <a:gd name="connsiteY62" fmla="*/ 2450 h 2911"/>
                <a:gd name="connsiteX63" fmla="*/ 1263 w 2092"/>
                <a:gd name="connsiteY63" fmla="*/ 2300 h 2911"/>
                <a:gd name="connsiteX64" fmla="*/ 1287 w 2092"/>
                <a:gd name="connsiteY64" fmla="*/ 2222 h 2911"/>
                <a:gd name="connsiteX65" fmla="*/ 1307 w 2092"/>
                <a:gd name="connsiteY65" fmla="*/ 2188 h 2911"/>
                <a:gd name="connsiteX66" fmla="*/ 1361 w 2092"/>
                <a:gd name="connsiteY66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97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06 w 2092"/>
                <a:gd name="connsiteY46" fmla="*/ 2466 h 2911"/>
                <a:gd name="connsiteX47" fmla="*/ 924 w 2092"/>
                <a:gd name="connsiteY47" fmla="*/ 2544 h 2911"/>
                <a:gd name="connsiteX48" fmla="*/ 931 w 2092"/>
                <a:gd name="connsiteY48" fmla="*/ 2677 h 2911"/>
                <a:gd name="connsiteX49" fmla="*/ 906 w 2092"/>
                <a:gd name="connsiteY49" fmla="*/ 2768 h 2911"/>
                <a:gd name="connsiteX50" fmla="*/ 894 w 2092"/>
                <a:gd name="connsiteY50" fmla="*/ 2839 h 2911"/>
                <a:gd name="connsiteX51" fmla="*/ 904 w 2092"/>
                <a:gd name="connsiteY51" fmla="*/ 2874 h 2911"/>
                <a:gd name="connsiteX52" fmla="*/ 941 w 2092"/>
                <a:gd name="connsiteY52" fmla="*/ 2906 h 2911"/>
                <a:gd name="connsiteX53" fmla="*/ 1083 w 2092"/>
                <a:gd name="connsiteY53" fmla="*/ 2906 h 2911"/>
                <a:gd name="connsiteX54" fmla="*/ 1214 w 2092"/>
                <a:gd name="connsiteY54" fmla="*/ 2901 h 2911"/>
                <a:gd name="connsiteX55" fmla="*/ 1240 w 2092"/>
                <a:gd name="connsiteY55" fmla="*/ 2863 h 2911"/>
                <a:gd name="connsiteX56" fmla="*/ 1238 w 2092"/>
                <a:gd name="connsiteY56" fmla="*/ 2799 h 2911"/>
                <a:gd name="connsiteX57" fmla="*/ 1211 w 2092"/>
                <a:gd name="connsiteY57" fmla="*/ 2733 h 2911"/>
                <a:gd name="connsiteX58" fmla="*/ 1201 w 2092"/>
                <a:gd name="connsiteY58" fmla="*/ 2652 h 2911"/>
                <a:gd name="connsiteX59" fmla="*/ 1200 w 2092"/>
                <a:gd name="connsiteY59" fmla="*/ 2551 h 2911"/>
                <a:gd name="connsiteX60" fmla="*/ 1219 w 2092"/>
                <a:gd name="connsiteY60" fmla="*/ 2450 h 2911"/>
                <a:gd name="connsiteX61" fmla="*/ 1263 w 2092"/>
                <a:gd name="connsiteY61" fmla="*/ 2300 h 2911"/>
                <a:gd name="connsiteX62" fmla="*/ 1287 w 2092"/>
                <a:gd name="connsiteY62" fmla="*/ 2222 h 2911"/>
                <a:gd name="connsiteX63" fmla="*/ 1307 w 2092"/>
                <a:gd name="connsiteY63" fmla="*/ 2188 h 2911"/>
                <a:gd name="connsiteX64" fmla="*/ 1361 w 2092"/>
                <a:gd name="connsiteY6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24 w 2092"/>
                <a:gd name="connsiteY46" fmla="*/ 2544 h 2911"/>
                <a:gd name="connsiteX47" fmla="*/ 931 w 2092"/>
                <a:gd name="connsiteY47" fmla="*/ 2677 h 2911"/>
                <a:gd name="connsiteX48" fmla="*/ 906 w 2092"/>
                <a:gd name="connsiteY48" fmla="*/ 2768 h 2911"/>
                <a:gd name="connsiteX49" fmla="*/ 894 w 2092"/>
                <a:gd name="connsiteY49" fmla="*/ 2839 h 2911"/>
                <a:gd name="connsiteX50" fmla="*/ 904 w 2092"/>
                <a:gd name="connsiteY50" fmla="*/ 2874 h 2911"/>
                <a:gd name="connsiteX51" fmla="*/ 941 w 2092"/>
                <a:gd name="connsiteY51" fmla="*/ 2906 h 2911"/>
                <a:gd name="connsiteX52" fmla="*/ 1083 w 2092"/>
                <a:gd name="connsiteY52" fmla="*/ 2906 h 2911"/>
                <a:gd name="connsiteX53" fmla="*/ 1214 w 2092"/>
                <a:gd name="connsiteY53" fmla="*/ 2901 h 2911"/>
                <a:gd name="connsiteX54" fmla="*/ 1240 w 2092"/>
                <a:gd name="connsiteY54" fmla="*/ 2863 h 2911"/>
                <a:gd name="connsiteX55" fmla="*/ 1238 w 2092"/>
                <a:gd name="connsiteY55" fmla="*/ 2799 h 2911"/>
                <a:gd name="connsiteX56" fmla="*/ 1211 w 2092"/>
                <a:gd name="connsiteY56" fmla="*/ 2733 h 2911"/>
                <a:gd name="connsiteX57" fmla="*/ 1201 w 2092"/>
                <a:gd name="connsiteY57" fmla="*/ 2652 h 2911"/>
                <a:gd name="connsiteX58" fmla="*/ 1200 w 2092"/>
                <a:gd name="connsiteY58" fmla="*/ 2551 h 2911"/>
                <a:gd name="connsiteX59" fmla="*/ 1219 w 2092"/>
                <a:gd name="connsiteY59" fmla="*/ 2450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78 w 2092"/>
                <a:gd name="connsiteY59" fmla="*/ 2256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86 w 2092"/>
                <a:gd name="connsiteY59" fmla="*/ 2137 h 2911"/>
                <a:gd name="connsiteX60" fmla="*/ 1361 w 2092"/>
                <a:gd name="connsiteY6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58" fmla="*/ 1361 w 2092"/>
                <a:gd name="connsiteY5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66 w 2092"/>
                <a:gd name="connsiteY0" fmla="*/ 1916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66 w 2092"/>
                <a:gd name="connsiteY0" fmla="*/ 1916 h 2911"/>
                <a:gd name="connsiteX1" fmla="*/ 1301 w 2092"/>
                <a:gd name="connsiteY1" fmla="*/ 1860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01 w 2092"/>
                <a:gd name="connsiteY0" fmla="*/ 1860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01 w 2092"/>
                <a:gd name="connsiteY0" fmla="*/ 1860 h 2911"/>
                <a:gd name="connsiteX1" fmla="*/ 1189 w 2092"/>
                <a:gd name="connsiteY1" fmla="*/ 2132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25 w 2092"/>
                <a:gd name="connsiteY2" fmla="*/ 1752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98 w 2092"/>
                <a:gd name="connsiteY1" fmla="*/ 1698 h 2911"/>
                <a:gd name="connsiteX2" fmla="*/ 1382 w 2092"/>
                <a:gd name="connsiteY2" fmla="*/ 1554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38 w 2092"/>
                <a:gd name="connsiteY2" fmla="*/ 1467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43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166 w 2092"/>
                <a:gd name="connsiteY52" fmla="*/ 2580 h 2911"/>
                <a:gd name="connsiteX53" fmla="*/ 1186 w 2092"/>
                <a:gd name="connsiteY53" fmla="*/ 2045 h 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092" h="2911">
                  <a:moveTo>
                    <a:pt x="1191" y="2034"/>
                  </a:moveTo>
                  <a:cubicBezTo>
                    <a:pt x="1196" y="1990"/>
                    <a:pt x="1360" y="1718"/>
                    <a:pt x="1378" y="1542"/>
                  </a:cubicBezTo>
                  <a:cubicBezTo>
                    <a:pt x="1372" y="1365"/>
                    <a:pt x="1327" y="1285"/>
                    <a:pt x="1305" y="1201"/>
                  </a:cubicBezTo>
                  <a:cubicBezTo>
                    <a:pt x="1288" y="1134"/>
                    <a:pt x="1255" y="1056"/>
                    <a:pt x="1243" y="965"/>
                  </a:cubicBezTo>
                  <a:cubicBezTo>
                    <a:pt x="1232" y="873"/>
                    <a:pt x="1191" y="767"/>
                    <a:pt x="1233" y="648"/>
                  </a:cubicBezTo>
                  <a:cubicBezTo>
                    <a:pt x="1275" y="529"/>
                    <a:pt x="1411" y="340"/>
                    <a:pt x="1495" y="249"/>
                  </a:cubicBezTo>
                  <a:cubicBezTo>
                    <a:pt x="1579" y="158"/>
                    <a:pt x="1666" y="126"/>
                    <a:pt x="1735" y="104"/>
                  </a:cubicBezTo>
                  <a:cubicBezTo>
                    <a:pt x="1805" y="82"/>
                    <a:pt x="1860" y="101"/>
                    <a:pt x="1912" y="116"/>
                  </a:cubicBezTo>
                  <a:cubicBezTo>
                    <a:pt x="1963" y="132"/>
                    <a:pt x="2013" y="185"/>
                    <a:pt x="2042" y="197"/>
                  </a:cubicBezTo>
                  <a:cubicBezTo>
                    <a:pt x="2072" y="208"/>
                    <a:pt x="2083" y="204"/>
                    <a:pt x="2086" y="189"/>
                  </a:cubicBezTo>
                  <a:cubicBezTo>
                    <a:pt x="2089" y="175"/>
                    <a:pt x="2092" y="136"/>
                    <a:pt x="2063" y="109"/>
                  </a:cubicBezTo>
                  <a:cubicBezTo>
                    <a:pt x="2033" y="83"/>
                    <a:pt x="1964" y="46"/>
                    <a:pt x="1910" y="31"/>
                  </a:cubicBezTo>
                  <a:cubicBezTo>
                    <a:pt x="1856" y="15"/>
                    <a:pt x="1810" y="0"/>
                    <a:pt x="1740" y="18"/>
                  </a:cubicBezTo>
                  <a:cubicBezTo>
                    <a:pt x="1671" y="36"/>
                    <a:pt x="1575" y="72"/>
                    <a:pt x="1493" y="138"/>
                  </a:cubicBezTo>
                  <a:cubicBezTo>
                    <a:pt x="1412" y="205"/>
                    <a:pt x="1307" y="349"/>
                    <a:pt x="1253" y="415"/>
                  </a:cubicBezTo>
                  <a:cubicBezTo>
                    <a:pt x="1200" y="481"/>
                    <a:pt x="1191" y="523"/>
                    <a:pt x="1169" y="539"/>
                  </a:cubicBezTo>
                  <a:cubicBezTo>
                    <a:pt x="1148" y="554"/>
                    <a:pt x="1136" y="538"/>
                    <a:pt x="1122" y="510"/>
                  </a:cubicBezTo>
                  <a:cubicBezTo>
                    <a:pt x="1108" y="482"/>
                    <a:pt x="1104" y="398"/>
                    <a:pt x="1087" y="374"/>
                  </a:cubicBezTo>
                  <a:cubicBezTo>
                    <a:pt x="1070" y="350"/>
                    <a:pt x="1035" y="354"/>
                    <a:pt x="1019" y="366"/>
                  </a:cubicBezTo>
                  <a:cubicBezTo>
                    <a:pt x="1003" y="378"/>
                    <a:pt x="1004" y="413"/>
                    <a:pt x="993" y="444"/>
                  </a:cubicBezTo>
                  <a:cubicBezTo>
                    <a:pt x="982" y="475"/>
                    <a:pt x="978" y="551"/>
                    <a:pt x="953" y="550"/>
                  </a:cubicBezTo>
                  <a:cubicBezTo>
                    <a:pt x="928" y="548"/>
                    <a:pt x="876" y="470"/>
                    <a:pt x="844" y="433"/>
                  </a:cubicBezTo>
                  <a:cubicBezTo>
                    <a:pt x="811" y="396"/>
                    <a:pt x="796" y="370"/>
                    <a:pt x="756" y="326"/>
                  </a:cubicBezTo>
                  <a:cubicBezTo>
                    <a:pt x="717" y="281"/>
                    <a:pt x="668" y="212"/>
                    <a:pt x="605" y="167"/>
                  </a:cubicBezTo>
                  <a:cubicBezTo>
                    <a:pt x="542" y="123"/>
                    <a:pt x="447" y="76"/>
                    <a:pt x="377" y="60"/>
                  </a:cubicBezTo>
                  <a:cubicBezTo>
                    <a:pt x="306" y="44"/>
                    <a:pt x="240" y="52"/>
                    <a:pt x="184" y="69"/>
                  </a:cubicBezTo>
                  <a:cubicBezTo>
                    <a:pt x="128" y="86"/>
                    <a:pt x="68" y="137"/>
                    <a:pt x="38" y="162"/>
                  </a:cubicBezTo>
                  <a:cubicBezTo>
                    <a:pt x="8" y="187"/>
                    <a:pt x="8" y="200"/>
                    <a:pt x="4" y="215"/>
                  </a:cubicBezTo>
                  <a:cubicBezTo>
                    <a:pt x="0" y="229"/>
                    <a:pt x="3" y="242"/>
                    <a:pt x="13" y="248"/>
                  </a:cubicBezTo>
                  <a:cubicBezTo>
                    <a:pt x="22" y="253"/>
                    <a:pt x="39" y="258"/>
                    <a:pt x="61" y="246"/>
                  </a:cubicBezTo>
                  <a:cubicBezTo>
                    <a:pt x="83" y="233"/>
                    <a:pt x="111" y="193"/>
                    <a:pt x="144" y="173"/>
                  </a:cubicBezTo>
                  <a:cubicBezTo>
                    <a:pt x="176" y="153"/>
                    <a:pt x="207" y="131"/>
                    <a:pt x="256" y="127"/>
                  </a:cubicBezTo>
                  <a:cubicBezTo>
                    <a:pt x="305" y="124"/>
                    <a:pt x="381" y="131"/>
                    <a:pt x="434" y="149"/>
                  </a:cubicBezTo>
                  <a:cubicBezTo>
                    <a:pt x="487" y="167"/>
                    <a:pt x="535" y="207"/>
                    <a:pt x="572" y="237"/>
                  </a:cubicBezTo>
                  <a:cubicBezTo>
                    <a:pt x="609" y="267"/>
                    <a:pt x="630" y="299"/>
                    <a:pt x="659" y="333"/>
                  </a:cubicBezTo>
                  <a:cubicBezTo>
                    <a:pt x="688" y="367"/>
                    <a:pt x="719" y="400"/>
                    <a:pt x="748" y="442"/>
                  </a:cubicBezTo>
                  <a:cubicBezTo>
                    <a:pt x="777" y="484"/>
                    <a:pt x="813" y="542"/>
                    <a:pt x="835" y="586"/>
                  </a:cubicBezTo>
                  <a:cubicBezTo>
                    <a:pt x="857" y="630"/>
                    <a:pt x="874" y="652"/>
                    <a:pt x="881" y="704"/>
                  </a:cubicBezTo>
                  <a:cubicBezTo>
                    <a:pt x="887" y="757"/>
                    <a:pt x="891" y="796"/>
                    <a:pt x="877" y="903"/>
                  </a:cubicBezTo>
                  <a:cubicBezTo>
                    <a:pt x="863" y="1010"/>
                    <a:pt x="813" y="1239"/>
                    <a:pt x="795" y="1349"/>
                  </a:cubicBezTo>
                  <a:cubicBezTo>
                    <a:pt x="777" y="1458"/>
                    <a:pt x="765" y="1437"/>
                    <a:pt x="770" y="1560"/>
                  </a:cubicBezTo>
                  <a:cubicBezTo>
                    <a:pt x="770" y="1700"/>
                    <a:pt x="929" y="1900"/>
                    <a:pt x="946" y="2035"/>
                  </a:cubicBezTo>
                  <a:cubicBezTo>
                    <a:pt x="973" y="2221"/>
                    <a:pt x="970" y="2473"/>
                    <a:pt x="963" y="2595"/>
                  </a:cubicBezTo>
                  <a:cubicBezTo>
                    <a:pt x="956" y="2717"/>
                    <a:pt x="917" y="2727"/>
                    <a:pt x="906" y="2768"/>
                  </a:cubicBezTo>
                  <a:cubicBezTo>
                    <a:pt x="895" y="2809"/>
                    <a:pt x="894" y="2822"/>
                    <a:pt x="894" y="2839"/>
                  </a:cubicBezTo>
                  <a:cubicBezTo>
                    <a:pt x="894" y="2856"/>
                    <a:pt x="897" y="2863"/>
                    <a:pt x="904" y="2874"/>
                  </a:cubicBezTo>
                  <a:cubicBezTo>
                    <a:pt x="912" y="2885"/>
                    <a:pt x="911" y="2901"/>
                    <a:pt x="941" y="2906"/>
                  </a:cubicBezTo>
                  <a:cubicBezTo>
                    <a:pt x="971" y="2911"/>
                    <a:pt x="1038" y="2907"/>
                    <a:pt x="1083" y="2906"/>
                  </a:cubicBezTo>
                  <a:cubicBezTo>
                    <a:pt x="1128" y="2905"/>
                    <a:pt x="1188" y="2908"/>
                    <a:pt x="1214" y="2901"/>
                  </a:cubicBezTo>
                  <a:cubicBezTo>
                    <a:pt x="1240" y="2894"/>
                    <a:pt x="1236" y="2880"/>
                    <a:pt x="1240" y="2863"/>
                  </a:cubicBezTo>
                  <a:cubicBezTo>
                    <a:pt x="1244" y="2846"/>
                    <a:pt x="1243" y="2821"/>
                    <a:pt x="1238" y="2799"/>
                  </a:cubicBezTo>
                  <a:cubicBezTo>
                    <a:pt x="1233" y="2777"/>
                    <a:pt x="1223" y="2770"/>
                    <a:pt x="1211" y="2733"/>
                  </a:cubicBezTo>
                  <a:cubicBezTo>
                    <a:pt x="1199" y="2697"/>
                    <a:pt x="1170" y="2695"/>
                    <a:pt x="1166" y="2580"/>
                  </a:cubicBezTo>
                  <a:cubicBezTo>
                    <a:pt x="1162" y="2465"/>
                    <a:pt x="1159" y="2158"/>
                    <a:pt x="1186" y="2045"/>
                  </a:cubicBezTo>
                </a:path>
              </a:pathLst>
            </a:custGeom>
            <a:solidFill>
              <a:srgbClr val="FFD171">
                <a:alpha val="91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09"/>
            <p:cNvSpPr>
              <a:spLocks/>
            </p:cNvSpPr>
            <p:nvPr/>
          </p:nvSpPr>
          <p:spPr bwMode="auto">
            <a:xfrm rot="6892081">
              <a:off x="7326725" y="3258652"/>
              <a:ext cx="262348" cy="268966"/>
            </a:xfrm>
            <a:custGeom>
              <a:avLst/>
              <a:gdLst>
                <a:gd name="connsiteX0" fmla="*/ 3222 w 9693"/>
                <a:gd name="connsiteY0" fmla="*/ 7406 h 9710"/>
                <a:gd name="connsiteX1" fmla="*/ 2803 w 9693"/>
                <a:gd name="connsiteY1" fmla="*/ 4803 h 9710"/>
                <a:gd name="connsiteX2" fmla="*/ 2741 w 9693"/>
                <a:gd name="connsiteY2" fmla="*/ 1568 h 9710"/>
                <a:gd name="connsiteX3" fmla="*/ 164 w 9693"/>
                <a:gd name="connsiteY3" fmla="*/ 284 h 9710"/>
                <a:gd name="connsiteX4" fmla="*/ 598 w 9693"/>
                <a:gd name="connsiteY4" fmla="*/ 70 h 9710"/>
                <a:gd name="connsiteX5" fmla="*/ 3611 w 9693"/>
                <a:gd name="connsiteY5" fmla="*/ 1193 h 9710"/>
                <a:gd name="connsiteX6" fmla="*/ 5226 w 9693"/>
                <a:gd name="connsiteY6" fmla="*/ 552 h 9710"/>
                <a:gd name="connsiteX7" fmla="*/ 6592 w 9693"/>
                <a:gd name="connsiteY7" fmla="*/ 1488 h 9710"/>
                <a:gd name="connsiteX8" fmla="*/ 9356 w 9693"/>
                <a:gd name="connsiteY8" fmla="*/ 418 h 9710"/>
                <a:gd name="connsiteX9" fmla="*/ 9449 w 9693"/>
                <a:gd name="connsiteY9" fmla="*/ 792 h 9710"/>
                <a:gd name="connsiteX10" fmla="*/ 7462 w 9693"/>
                <a:gd name="connsiteY10" fmla="*/ 2022 h 9710"/>
                <a:gd name="connsiteX11" fmla="*/ 7213 w 9693"/>
                <a:gd name="connsiteY11" fmla="*/ 3145 h 9710"/>
                <a:gd name="connsiteX12" fmla="*/ 6872 w 9693"/>
                <a:gd name="connsiteY12" fmla="*/ 5498 h 9710"/>
                <a:gd name="connsiteX13" fmla="*/ 6375 w 9693"/>
                <a:gd name="connsiteY13" fmla="*/ 7584 h 9710"/>
                <a:gd name="connsiteX14" fmla="*/ 6188 w 9693"/>
                <a:gd name="connsiteY14" fmla="*/ 9429 h 9710"/>
                <a:gd name="connsiteX15" fmla="*/ 5629 w 9693"/>
                <a:gd name="connsiteY15" fmla="*/ 9509 h 9710"/>
                <a:gd name="connsiteX16" fmla="*/ 4636 w 9693"/>
                <a:gd name="connsiteY16" fmla="*/ 9562 h 9710"/>
                <a:gd name="connsiteX17" fmla="*/ 3222 w 9693"/>
                <a:gd name="connsiteY17" fmla="*/ 7406 h 9710"/>
                <a:gd name="connsiteX0" fmla="*/ 3324 w 10000"/>
                <a:gd name="connsiteY0" fmla="*/ 7627 h 9874"/>
                <a:gd name="connsiteX1" fmla="*/ 2892 w 10000"/>
                <a:gd name="connsiteY1" fmla="*/ 4946 h 9874"/>
                <a:gd name="connsiteX2" fmla="*/ 2828 w 10000"/>
                <a:gd name="connsiteY2" fmla="*/ 1615 h 9874"/>
                <a:gd name="connsiteX3" fmla="*/ 169 w 10000"/>
                <a:gd name="connsiteY3" fmla="*/ 292 h 9874"/>
                <a:gd name="connsiteX4" fmla="*/ 617 w 10000"/>
                <a:gd name="connsiteY4" fmla="*/ 72 h 9874"/>
                <a:gd name="connsiteX5" fmla="*/ 3725 w 10000"/>
                <a:gd name="connsiteY5" fmla="*/ 1229 h 9874"/>
                <a:gd name="connsiteX6" fmla="*/ 5392 w 10000"/>
                <a:gd name="connsiteY6" fmla="*/ 568 h 9874"/>
                <a:gd name="connsiteX7" fmla="*/ 6801 w 10000"/>
                <a:gd name="connsiteY7" fmla="*/ 1532 h 9874"/>
                <a:gd name="connsiteX8" fmla="*/ 9652 w 10000"/>
                <a:gd name="connsiteY8" fmla="*/ 430 h 9874"/>
                <a:gd name="connsiteX9" fmla="*/ 9748 w 10000"/>
                <a:gd name="connsiteY9" fmla="*/ 816 h 9874"/>
                <a:gd name="connsiteX10" fmla="*/ 7698 w 10000"/>
                <a:gd name="connsiteY10" fmla="*/ 2082 h 9874"/>
                <a:gd name="connsiteX11" fmla="*/ 7441 w 10000"/>
                <a:gd name="connsiteY11" fmla="*/ 3239 h 9874"/>
                <a:gd name="connsiteX12" fmla="*/ 7090 w 10000"/>
                <a:gd name="connsiteY12" fmla="*/ 5662 h 9874"/>
                <a:gd name="connsiteX13" fmla="*/ 6577 w 10000"/>
                <a:gd name="connsiteY13" fmla="*/ 7811 h 9874"/>
                <a:gd name="connsiteX14" fmla="*/ 6384 w 10000"/>
                <a:gd name="connsiteY14" fmla="*/ 9711 h 9874"/>
                <a:gd name="connsiteX15" fmla="*/ 5807 w 10000"/>
                <a:gd name="connsiteY15" fmla="*/ 9793 h 9874"/>
                <a:gd name="connsiteX16" fmla="*/ 3700 w 10000"/>
                <a:gd name="connsiteY16" fmla="*/ 9644 h 9874"/>
                <a:gd name="connsiteX17" fmla="*/ 3324 w 10000"/>
                <a:gd name="connsiteY17" fmla="*/ 7627 h 9874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090 w 10000"/>
                <a:gd name="connsiteY12" fmla="*/ 5734 h 10181"/>
                <a:gd name="connsiteX13" fmla="*/ 6577 w 10000"/>
                <a:gd name="connsiteY13" fmla="*/ 7911 h 10181"/>
                <a:gd name="connsiteX14" fmla="*/ 6384 w 10000"/>
                <a:gd name="connsiteY14" fmla="*/ 9835 h 10181"/>
                <a:gd name="connsiteX15" fmla="*/ 5807 w 10000"/>
                <a:gd name="connsiteY15" fmla="*/ 9918 h 10181"/>
                <a:gd name="connsiteX16" fmla="*/ 3700 w 10000"/>
                <a:gd name="connsiteY16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090 w 10000"/>
                <a:gd name="connsiteY12" fmla="*/ 5734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748 w 10000"/>
                <a:gd name="connsiteY12" fmla="*/ 5783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84 w 10000"/>
                <a:gd name="connsiteY6" fmla="*/ 866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748 w 10000"/>
                <a:gd name="connsiteY12" fmla="*/ 5783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000" h="10181">
                  <a:moveTo>
                    <a:pt x="3700" y="9767"/>
                  </a:moveTo>
                  <a:cubicBezTo>
                    <a:pt x="3214" y="8949"/>
                    <a:pt x="3037" y="6364"/>
                    <a:pt x="2892" y="5009"/>
                  </a:cubicBezTo>
                  <a:cubicBezTo>
                    <a:pt x="2747" y="3654"/>
                    <a:pt x="3277" y="2415"/>
                    <a:pt x="2828" y="1636"/>
                  </a:cubicBezTo>
                  <a:cubicBezTo>
                    <a:pt x="2379" y="854"/>
                    <a:pt x="521" y="548"/>
                    <a:pt x="169" y="296"/>
                  </a:cubicBezTo>
                  <a:cubicBezTo>
                    <a:pt x="-184" y="46"/>
                    <a:pt x="40" y="-94"/>
                    <a:pt x="617" y="73"/>
                  </a:cubicBezTo>
                  <a:cubicBezTo>
                    <a:pt x="1194" y="241"/>
                    <a:pt x="2931" y="1113"/>
                    <a:pt x="3725" y="1245"/>
                  </a:cubicBezTo>
                  <a:cubicBezTo>
                    <a:pt x="4519" y="1377"/>
                    <a:pt x="4871" y="811"/>
                    <a:pt x="5384" y="866"/>
                  </a:cubicBezTo>
                  <a:cubicBezTo>
                    <a:pt x="5896" y="922"/>
                    <a:pt x="6090" y="1624"/>
                    <a:pt x="6801" y="1552"/>
                  </a:cubicBezTo>
                  <a:cubicBezTo>
                    <a:pt x="7512" y="1480"/>
                    <a:pt x="9172" y="548"/>
                    <a:pt x="9652" y="435"/>
                  </a:cubicBezTo>
                  <a:cubicBezTo>
                    <a:pt x="10133" y="324"/>
                    <a:pt x="10069" y="548"/>
                    <a:pt x="9748" y="826"/>
                  </a:cubicBezTo>
                  <a:cubicBezTo>
                    <a:pt x="9428" y="1106"/>
                    <a:pt x="8082" y="1690"/>
                    <a:pt x="7698" y="2109"/>
                  </a:cubicBezTo>
                  <a:cubicBezTo>
                    <a:pt x="7314" y="2527"/>
                    <a:pt x="7433" y="2668"/>
                    <a:pt x="7441" y="3280"/>
                  </a:cubicBezTo>
                  <a:cubicBezTo>
                    <a:pt x="7449" y="3892"/>
                    <a:pt x="7924" y="4691"/>
                    <a:pt x="7748" y="5783"/>
                  </a:cubicBezTo>
                  <a:cubicBezTo>
                    <a:pt x="7572" y="6875"/>
                    <a:pt x="6708" y="9146"/>
                    <a:pt x="6384" y="9835"/>
                  </a:cubicBezTo>
                  <a:cubicBezTo>
                    <a:pt x="6061" y="10524"/>
                    <a:pt x="6064" y="9890"/>
                    <a:pt x="5807" y="9918"/>
                  </a:cubicBezTo>
                  <a:cubicBezTo>
                    <a:pt x="5551" y="9946"/>
                    <a:pt x="4186" y="10585"/>
                    <a:pt x="3700" y="9767"/>
                  </a:cubicBezTo>
                  <a:close/>
                </a:path>
              </a:pathLst>
            </a:custGeom>
            <a:solidFill>
              <a:srgbClr val="FFD171"/>
            </a:solidFill>
            <a:ln w="9525">
              <a:solidFill>
                <a:srgbClr val="FFD17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21" name="Straight Connector 20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Freeform 22"/>
          <p:cNvSpPr/>
          <p:nvPr/>
        </p:nvSpPr>
        <p:spPr bwMode="auto">
          <a:xfrm flipV="1">
            <a:off x="1656290" y="1948184"/>
            <a:ext cx="6217710" cy="45719"/>
          </a:xfrm>
          <a:custGeom>
            <a:avLst/>
            <a:gdLst>
              <a:gd name="connsiteX0" fmla="*/ 0 w 4783667"/>
              <a:gd name="connsiteY0" fmla="*/ 42333 h 42333"/>
              <a:gd name="connsiteX1" fmla="*/ 4783667 w 4783667"/>
              <a:gd name="connsiteY1" fmla="*/ 0 h 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83667" h="42333">
                <a:moveTo>
                  <a:pt x="0" y="42333"/>
                </a:moveTo>
                <a:lnTo>
                  <a:pt x="4783667" y="0"/>
                </a:lnTo>
              </a:path>
            </a:pathLst>
          </a:custGeom>
          <a:solidFill>
            <a:schemeClr val="accent1"/>
          </a:solidFill>
          <a:ln w="15875" cap="flat" cmpd="sng" algn="ctr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itchFamily="-106" charset="0"/>
            </a:endParaRPr>
          </a:p>
        </p:txBody>
      </p:sp>
      <p:sp>
        <p:nvSpPr>
          <p:cNvPr id="24" name="Freeform 6"/>
          <p:cNvSpPr>
            <a:spLocks/>
          </p:cNvSpPr>
          <p:nvPr/>
        </p:nvSpPr>
        <p:spPr bwMode="auto">
          <a:xfrm>
            <a:off x="5050367" y="2045761"/>
            <a:ext cx="931334" cy="1294340"/>
          </a:xfrm>
          <a:custGeom>
            <a:avLst/>
            <a:gdLst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408 w 2092"/>
              <a:gd name="connsiteY58" fmla="*/ 1535 h 2911"/>
              <a:gd name="connsiteX59" fmla="*/ 1379 w 2092"/>
              <a:gd name="connsiteY59" fmla="*/ 1463 h 2911"/>
              <a:gd name="connsiteX60" fmla="*/ 1344 w 2092"/>
              <a:gd name="connsiteY60" fmla="*/ 1367 h 2911"/>
              <a:gd name="connsiteX61" fmla="*/ 1305 w 2092"/>
              <a:gd name="connsiteY61" fmla="*/ 1201 h 2911"/>
              <a:gd name="connsiteX62" fmla="*/ 1243 w 2092"/>
              <a:gd name="connsiteY62" fmla="*/ 965 h 2911"/>
              <a:gd name="connsiteX63" fmla="*/ 1233 w 2092"/>
              <a:gd name="connsiteY63" fmla="*/ 648 h 2911"/>
              <a:gd name="connsiteX64" fmla="*/ 1495 w 2092"/>
              <a:gd name="connsiteY64" fmla="*/ 249 h 2911"/>
              <a:gd name="connsiteX65" fmla="*/ 1735 w 2092"/>
              <a:gd name="connsiteY65" fmla="*/ 104 h 2911"/>
              <a:gd name="connsiteX66" fmla="*/ 1912 w 2092"/>
              <a:gd name="connsiteY66" fmla="*/ 116 h 2911"/>
              <a:gd name="connsiteX67" fmla="*/ 2042 w 2092"/>
              <a:gd name="connsiteY67" fmla="*/ 197 h 2911"/>
              <a:gd name="connsiteX68" fmla="*/ 2086 w 2092"/>
              <a:gd name="connsiteY68" fmla="*/ 189 h 2911"/>
              <a:gd name="connsiteX69" fmla="*/ 2063 w 2092"/>
              <a:gd name="connsiteY69" fmla="*/ 109 h 2911"/>
              <a:gd name="connsiteX70" fmla="*/ 1910 w 2092"/>
              <a:gd name="connsiteY70" fmla="*/ 31 h 2911"/>
              <a:gd name="connsiteX71" fmla="*/ 1740 w 2092"/>
              <a:gd name="connsiteY71" fmla="*/ 18 h 2911"/>
              <a:gd name="connsiteX72" fmla="*/ 1493 w 2092"/>
              <a:gd name="connsiteY72" fmla="*/ 138 h 2911"/>
              <a:gd name="connsiteX73" fmla="*/ 1253 w 2092"/>
              <a:gd name="connsiteY73" fmla="*/ 415 h 2911"/>
              <a:gd name="connsiteX74" fmla="*/ 1169 w 2092"/>
              <a:gd name="connsiteY74" fmla="*/ 539 h 2911"/>
              <a:gd name="connsiteX75" fmla="*/ 1122 w 2092"/>
              <a:gd name="connsiteY75" fmla="*/ 510 h 2911"/>
              <a:gd name="connsiteX76" fmla="*/ 1087 w 2092"/>
              <a:gd name="connsiteY76" fmla="*/ 374 h 2911"/>
              <a:gd name="connsiteX77" fmla="*/ 1019 w 2092"/>
              <a:gd name="connsiteY77" fmla="*/ 366 h 2911"/>
              <a:gd name="connsiteX78" fmla="*/ 993 w 2092"/>
              <a:gd name="connsiteY78" fmla="*/ 444 h 2911"/>
              <a:gd name="connsiteX79" fmla="*/ 953 w 2092"/>
              <a:gd name="connsiteY79" fmla="*/ 550 h 2911"/>
              <a:gd name="connsiteX80" fmla="*/ 844 w 2092"/>
              <a:gd name="connsiteY80" fmla="*/ 433 h 2911"/>
              <a:gd name="connsiteX81" fmla="*/ 756 w 2092"/>
              <a:gd name="connsiteY81" fmla="*/ 326 h 2911"/>
              <a:gd name="connsiteX82" fmla="*/ 605 w 2092"/>
              <a:gd name="connsiteY82" fmla="*/ 167 h 2911"/>
              <a:gd name="connsiteX83" fmla="*/ 377 w 2092"/>
              <a:gd name="connsiteY83" fmla="*/ 60 h 2911"/>
              <a:gd name="connsiteX84" fmla="*/ 184 w 2092"/>
              <a:gd name="connsiteY84" fmla="*/ 69 h 2911"/>
              <a:gd name="connsiteX85" fmla="*/ 38 w 2092"/>
              <a:gd name="connsiteY85" fmla="*/ 162 h 2911"/>
              <a:gd name="connsiteX86" fmla="*/ 4 w 2092"/>
              <a:gd name="connsiteY86" fmla="*/ 215 h 2911"/>
              <a:gd name="connsiteX87" fmla="*/ 13 w 2092"/>
              <a:gd name="connsiteY87" fmla="*/ 248 h 2911"/>
              <a:gd name="connsiteX88" fmla="*/ 61 w 2092"/>
              <a:gd name="connsiteY88" fmla="*/ 246 h 2911"/>
              <a:gd name="connsiteX89" fmla="*/ 144 w 2092"/>
              <a:gd name="connsiteY89" fmla="*/ 173 h 2911"/>
              <a:gd name="connsiteX90" fmla="*/ 256 w 2092"/>
              <a:gd name="connsiteY90" fmla="*/ 127 h 2911"/>
              <a:gd name="connsiteX91" fmla="*/ 434 w 2092"/>
              <a:gd name="connsiteY91" fmla="*/ 149 h 2911"/>
              <a:gd name="connsiteX92" fmla="*/ 572 w 2092"/>
              <a:gd name="connsiteY92" fmla="*/ 237 h 2911"/>
              <a:gd name="connsiteX93" fmla="*/ 659 w 2092"/>
              <a:gd name="connsiteY93" fmla="*/ 333 h 2911"/>
              <a:gd name="connsiteX94" fmla="*/ 748 w 2092"/>
              <a:gd name="connsiteY94" fmla="*/ 442 h 2911"/>
              <a:gd name="connsiteX95" fmla="*/ 835 w 2092"/>
              <a:gd name="connsiteY95" fmla="*/ 586 h 2911"/>
              <a:gd name="connsiteX96" fmla="*/ 881 w 2092"/>
              <a:gd name="connsiteY96" fmla="*/ 704 h 2911"/>
              <a:gd name="connsiteX97" fmla="*/ 877 w 2092"/>
              <a:gd name="connsiteY97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79 w 2092"/>
              <a:gd name="connsiteY58" fmla="*/ 1463 h 2911"/>
              <a:gd name="connsiteX59" fmla="*/ 1344 w 2092"/>
              <a:gd name="connsiteY59" fmla="*/ 1367 h 2911"/>
              <a:gd name="connsiteX60" fmla="*/ 1305 w 2092"/>
              <a:gd name="connsiteY60" fmla="*/ 1201 h 2911"/>
              <a:gd name="connsiteX61" fmla="*/ 1243 w 2092"/>
              <a:gd name="connsiteY61" fmla="*/ 965 h 2911"/>
              <a:gd name="connsiteX62" fmla="*/ 1233 w 2092"/>
              <a:gd name="connsiteY62" fmla="*/ 648 h 2911"/>
              <a:gd name="connsiteX63" fmla="*/ 1495 w 2092"/>
              <a:gd name="connsiteY63" fmla="*/ 249 h 2911"/>
              <a:gd name="connsiteX64" fmla="*/ 1735 w 2092"/>
              <a:gd name="connsiteY64" fmla="*/ 104 h 2911"/>
              <a:gd name="connsiteX65" fmla="*/ 1912 w 2092"/>
              <a:gd name="connsiteY65" fmla="*/ 116 h 2911"/>
              <a:gd name="connsiteX66" fmla="*/ 2042 w 2092"/>
              <a:gd name="connsiteY66" fmla="*/ 197 h 2911"/>
              <a:gd name="connsiteX67" fmla="*/ 2086 w 2092"/>
              <a:gd name="connsiteY67" fmla="*/ 189 h 2911"/>
              <a:gd name="connsiteX68" fmla="*/ 2063 w 2092"/>
              <a:gd name="connsiteY68" fmla="*/ 109 h 2911"/>
              <a:gd name="connsiteX69" fmla="*/ 1910 w 2092"/>
              <a:gd name="connsiteY69" fmla="*/ 31 h 2911"/>
              <a:gd name="connsiteX70" fmla="*/ 1740 w 2092"/>
              <a:gd name="connsiteY70" fmla="*/ 18 h 2911"/>
              <a:gd name="connsiteX71" fmla="*/ 1493 w 2092"/>
              <a:gd name="connsiteY71" fmla="*/ 138 h 2911"/>
              <a:gd name="connsiteX72" fmla="*/ 1253 w 2092"/>
              <a:gd name="connsiteY72" fmla="*/ 415 h 2911"/>
              <a:gd name="connsiteX73" fmla="*/ 1169 w 2092"/>
              <a:gd name="connsiteY73" fmla="*/ 539 h 2911"/>
              <a:gd name="connsiteX74" fmla="*/ 1122 w 2092"/>
              <a:gd name="connsiteY74" fmla="*/ 510 h 2911"/>
              <a:gd name="connsiteX75" fmla="*/ 1087 w 2092"/>
              <a:gd name="connsiteY75" fmla="*/ 374 h 2911"/>
              <a:gd name="connsiteX76" fmla="*/ 1019 w 2092"/>
              <a:gd name="connsiteY76" fmla="*/ 366 h 2911"/>
              <a:gd name="connsiteX77" fmla="*/ 993 w 2092"/>
              <a:gd name="connsiteY77" fmla="*/ 444 h 2911"/>
              <a:gd name="connsiteX78" fmla="*/ 953 w 2092"/>
              <a:gd name="connsiteY78" fmla="*/ 550 h 2911"/>
              <a:gd name="connsiteX79" fmla="*/ 844 w 2092"/>
              <a:gd name="connsiteY79" fmla="*/ 433 h 2911"/>
              <a:gd name="connsiteX80" fmla="*/ 756 w 2092"/>
              <a:gd name="connsiteY80" fmla="*/ 326 h 2911"/>
              <a:gd name="connsiteX81" fmla="*/ 605 w 2092"/>
              <a:gd name="connsiteY81" fmla="*/ 167 h 2911"/>
              <a:gd name="connsiteX82" fmla="*/ 377 w 2092"/>
              <a:gd name="connsiteY82" fmla="*/ 60 h 2911"/>
              <a:gd name="connsiteX83" fmla="*/ 184 w 2092"/>
              <a:gd name="connsiteY83" fmla="*/ 69 h 2911"/>
              <a:gd name="connsiteX84" fmla="*/ 38 w 2092"/>
              <a:gd name="connsiteY84" fmla="*/ 162 h 2911"/>
              <a:gd name="connsiteX85" fmla="*/ 4 w 2092"/>
              <a:gd name="connsiteY85" fmla="*/ 215 h 2911"/>
              <a:gd name="connsiteX86" fmla="*/ 13 w 2092"/>
              <a:gd name="connsiteY86" fmla="*/ 248 h 2911"/>
              <a:gd name="connsiteX87" fmla="*/ 61 w 2092"/>
              <a:gd name="connsiteY87" fmla="*/ 246 h 2911"/>
              <a:gd name="connsiteX88" fmla="*/ 144 w 2092"/>
              <a:gd name="connsiteY88" fmla="*/ 173 h 2911"/>
              <a:gd name="connsiteX89" fmla="*/ 256 w 2092"/>
              <a:gd name="connsiteY89" fmla="*/ 127 h 2911"/>
              <a:gd name="connsiteX90" fmla="*/ 434 w 2092"/>
              <a:gd name="connsiteY90" fmla="*/ 149 h 2911"/>
              <a:gd name="connsiteX91" fmla="*/ 572 w 2092"/>
              <a:gd name="connsiteY91" fmla="*/ 237 h 2911"/>
              <a:gd name="connsiteX92" fmla="*/ 659 w 2092"/>
              <a:gd name="connsiteY92" fmla="*/ 333 h 2911"/>
              <a:gd name="connsiteX93" fmla="*/ 748 w 2092"/>
              <a:gd name="connsiteY93" fmla="*/ 442 h 2911"/>
              <a:gd name="connsiteX94" fmla="*/ 835 w 2092"/>
              <a:gd name="connsiteY94" fmla="*/ 586 h 2911"/>
              <a:gd name="connsiteX95" fmla="*/ 881 w 2092"/>
              <a:gd name="connsiteY95" fmla="*/ 704 h 2911"/>
              <a:gd name="connsiteX96" fmla="*/ 877 w 2092"/>
              <a:gd name="connsiteY96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44 w 2092"/>
              <a:gd name="connsiteY58" fmla="*/ 1367 h 2911"/>
              <a:gd name="connsiteX59" fmla="*/ 1305 w 2092"/>
              <a:gd name="connsiteY59" fmla="*/ 1201 h 2911"/>
              <a:gd name="connsiteX60" fmla="*/ 1243 w 2092"/>
              <a:gd name="connsiteY60" fmla="*/ 965 h 2911"/>
              <a:gd name="connsiteX61" fmla="*/ 1233 w 2092"/>
              <a:gd name="connsiteY61" fmla="*/ 648 h 2911"/>
              <a:gd name="connsiteX62" fmla="*/ 1495 w 2092"/>
              <a:gd name="connsiteY62" fmla="*/ 249 h 2911"/>
              <a:gd name="connsiteX63" fmla="*/ 1735 w 2092"/>
              <a:gd name="connsiteY63" fmla="*/ 104 h 2911"/>
              <a:gd name="connsiteX64" fmla="*/ 1912 w 2092"/>
              <a:gd name="connsiteY64" fmla="*/ 116 h 2911"/>
              <a:gd name="connsiteX65" fmla="*/ 2042 w 2092"/>
              <a:gd name="connsiteY65" fmla="*/ 197 h 2911"/>
              <a:gd name="connsiteX66" fmla="*/ 2086 w 2092"/>
              <a:gd name="connsiteY66" fmla="*/ 189 h 2911"/>
              <a:gd name="connsiteX67" fmla="*/ 2063 w 2092"/>
              <a:gd name="connsiteY67" fmla="*/ 109 h 2911"/>
              <a:gd name="connsiteX68" fmla="*/ 1910 w 2092"/>
              <a:gd name="connsiteY68" fmla="*/ 31 h 2911"/>
              <a:gd name="connsiteX69" fmla="*/ 1740 w 2092"/>
              <a:gd name="connsiteY69" fmla="*/ 18 h 2911"/>
              <a:gd name="connsiteX70" fmla="*/ 1493 w 2092"/>
              <a:gd name="connsiteY70" fmla="*/ 138 h 2911"/>
              <a:gd name="connsiteX71" fmla="*/ 1253 w 2092"/>
              <a:gd name="connsiteY71" fmla="*/ 415 h 2911"/>
              <a:gd name="connsiteX72" fmla="*/ 1169 w 2092"/>
              <a:gd name="connsiteY72" fmla="*/ 539 h 2911"/>
              <a:gd name="connsiteX73" fmla="*/ 1122 w 2092"/>
              <a:gd name="connsiteY73" fmla="*/ 510 h 2911"/>
              <a:gd name="connsiteX74" fmla="*/ 1087 w 2092"/>
              <a:gd name="connsiteY74" fmla="*/ 374 h 2911"/>
              <a:gd name="connsiteX75" fmla="*/ 1019 w 2092"/>
              <a:gd name="connsiteY75" fmla="*/ 366 h 2911"/>
              <a:gd name="connsiteX76" fmla="*/ 993 w 2092"/>
              <a:gd name="connsiteY76" fmla="*/ 444 h 2911"/>
              <a:gd name="connsiteX77" fmla="*/ 953 w 2092"/>
              <a:gd name="connsiteY77" fmla="*/ 550 h 2911"/>
              <a:gd name="connsiteX78" fmla="*/ 844 w 2092"/>
              <a:gd name="connsiteY78" fmla="*/ 433 h 2911"/>
              <a:gd name="connsiteX79" fmla="*/ 756 w 2092"/>
              <a:gd name="connsiteY79" fmla="*/ 326 h 2911"/>
              <a:gd name="connsiteX80" fmla="*/ 605 w 2092"/>
              <a:gd name="connsiteY80" fmla="*/ 167 h 2911"/>
              <a:gd name="connsiteX81" fmla="*/ 377 w 2092"/>
              <a:gd name="connsiteY81" fmla="*/ 60 h 2911"/>
              <a:gd name="connsiteX82" fmla="*/ 184 w 2092"/>
              <a:gd name="connsiteY82" fmla="*/ 69 h 2911"/>
              <a:gd name="connsiteX83" fmla="*/ 38 w 2092"/>
              <a:gd name="connsiteY83" fmla="*/ 162 h 2911"/>
              <a:gd name="connsiteX84" fmla="*/ 4 w 2092"/>
              <a:gd name="connsiteY84" fmla="*/ 215 h 2911"/>
              <a:gd name="connsiteX85" fmla="*/ 13 w 2092"/>
              <a:gd name="connsiteY85" fmla="*/ 248 h 2911"/>
              <a:gd name="connsiteX86" fmla="*/ 61 w 2092"/>
              <a:gd name="connsiteY86" fmla="*/ 246 h 2911"/>
              <a:gd name="connsiteX87" fmla="*/ 144 w 2092"/>
              <a:gd name="connsiteY87" fmla="*/ 173 h 2911"/>
              <a:gd name="connsiteX88" fmla="*/ 256 w 2092"/>
              <a:gd name="connsiteY88" fmla="*/ 127 h 2911"/>
              <a:gd name="connsiteX89" fmla="*/ 434 w 2092"/>
              <a:gd name="connsiteY89" fmla="*/ 149 h 2911"/>
              <a:gd name="connsiteX90" fmla="*/ 572 w 2092"/>
              <a:gd name="connsiteY90" fmla="*/ 237 h 2911"/>
              <a:gd name="connsiteX91" fmla="*/ 659 w 2092"/>
              <a:gd name="connsiteY91" fmla="*/ 333 h 2911"/>
              <a:gd name="connsiteX92" fmla="*/ 748 w 2092"/>
              <a:gd name="connsiteY92" fmla="*/ 442 h 2911"/>
              <a:gd name="connsiteX93" fmla="*/ 835 w 2092"/>
              <a:gd name="connsiteY93" fmla="*/ 586 h 2911"/>
              <a:gd name="connsiteX94" fmla="*/ 881 w 2092"/>
              <a:gd name="connsiteY94" fmla="*/ 704 h 2911"/>
              <a:gd name="connsiteX95" fmla="*/ 877 w 2092"/>
              <a:gd name="connsiteY95" fmla="*/ 903 h 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2092" h="2911">
                <a:moveTo>
                  <a:pt x="877" y="903"/>
                </a:moveTo>
                <a:cubicBezTo>
                  <a:pt x="863" y="1010"/>
                  <a:pt x="813" y="1239"/>
                  <a:pt x="795" y="1349"/>
                </a:cubicBezTo>
                <a:cubicBezTo>
                  <a:pt x="777" y="1458"/>
                  <a:pt x="778" y="1509"/>
                  <a:pt x="770" y="1560"/>
                </a:cubicBezTo>
                <a:cubicBezTo>
                  <a:pt x="761" y="1611"/>
                  <a:pt x="760" y="1626"/>
                  <a:pt x="746" y="1656"/>
                </a:cubicBezTo>
                <a:cubicBezTo>
                  <a:pt x="732" y="1686"/>
                  <a:pt x="700" y="1719"/>
                  <a:pt x="685" y="1740"/>
                </a:cubicBezTo>
                <a:cubicBezTo>
                  <a:pt x="670" y="1761"/>
                  <a:pt x="662" y="1770"/>
                  <a:pt x="654" y="1784"/>
                </a:cubicBezTo>
                <a:cubicBezTo>
                  <a:pt x="646" y="1798"/>
                  <a:pt x="635" y="1812"/>
                  <a:pt x="635" y="1827"/>
                </a:cubicBezTo>
                <a:cubicBezTo>
                  <a:pt x="635" y="1843"/>
                  <a:pt x="644" y="1859"/>
                  <a:pt x="656" y="1876"/>
                </a:cubicBezTo>
                <a:cubicBezTo>
                  <a:pt x="668" y="1893"/>
                  <a:pt x="695" y="1905"/>
                  <a:pt x="709" y="1930"/>
                </a:cubicBezTo>
                <a:cubicBezTo>
                  <a:pt x="723" y="1955"/>
                  <a:pt x="732" y="2001"/>
                  <a:pt x="740" y="2029"/>
                </a:cubicBezTo>
                <a:cubicBezTo>
                  <a:pt x="748" y="2057"/>
                  <a:pt x="750" y="2073"/>
                  <a:pt x="759" y="2100"/>
                </a:cubicBezTo>
                <a:cubicBezTo>
                  <a:pt x="768" y="2127"/>
                  <a:pt x="778" y="2144"/>
                  <a:pt x="797" y="2189"/>
                </a:cubicBezTo>
                <a:cubicBezTo>
                  <a:pt x="816" y="2234"/>
                  <a:pt x="855" y="2321"/>
                  <a:pt x="874" y="2368"/>
                </a:cubicBezTo>
                <a:cubicBezTo>
                  <a:pt x="892" y="2414"/>
                  <a:pt x="897" y="2437"/>
                  <a:pt x="906" y="2466"/>
                </a:cubicBezTo>
                <a:cubicBezTo>
                  <a:pt x="914" y="2495"/>
                  <a:pt x="920" y="2509"/>
                  <a:pt x="924" y="2544"/>
                </a:cubicBezTo>
                <a:cubicBezTo>
                  <a:pt x="928" y="2580"/>
                  <a:pt x="934" y="2640"/>
                  <a:pt x="931" y="2677"/>
                </a:cubicBezTo>
                <a:cubicBezTo>
                  <a:pt x="928" y="2714"/>
                  <a:pt x="912" y="2741"/>
                  <a:pt x="906" y="2768"/>
                </a:cubicBezTo>
                <a:cubicBezTo>
                  <a:pt x="900" y="2795"/>
                  <a:pt x="894" y="2822"/>
                  <a:pt x="894" y="2839"/>
                </a:cubicBezTo>
                <a:cubicBezTo>
                  <a:pt x="894" y="2856"/>
                  <a:pt x="897" y="2863"/>
                  <a:pt x="904" y="2874"/>
                </a:cubicBezTo>
                <a:cubicBezTo>
                  <a:pt x="912" y="2885"/>
                  <a:pt x="911" y="2901"/>
                  <a:pt x="941" y="2906"/>
                </a:cubicBezTo>
                <a:cubicBezTo>
                  <a:pt x="971" y="2911"/>
                  <a:pt x="1038" y="2907"/>
                  <a:pt x="1083" y="2906"/>
                </a:cubicBezTo>
                <a:cubicBezTo>
                  <a:pt x="1128" y="2905"/>
                  <a:pt x="1188" y="2908"/>
                  <a:pt x="1214" y="2901"/>
                </a:cubicBezTo>
                <a:cubicBezTo>
                  <a:pt x="1240" y="2894"/>
                  <a:pt x="1236" y="2880"/>
                  <a:pt x="1240" y="2863"/>
                </a:cubicBezTo>
                <a:cubicBezTo>
                  <a:pt x="1244" y="2846"/>
                  <a:pt x="1243" y="2821"/>
                  <a:pt x="1238" y="2799"/>
                </a:cubicBezTo>
                <a:cubicBezTo>
                  <a:pt x="1233" y="2777"/>
                  <a:pt x="1217" y="2757"/>
                  <a:pt x="1211" y="2733"/>
                </a:cubicBezTo>
                <a:cubicBezTo>
                  <a:pt x="1205" y="2709"/>
                  <a:pt x="1203" y="2682"/>
                  <a:pt x="1201" y="2652"/>
                </a:cubicBezTo>
                <a:cubicBezTo>
                  <a:pt x="1199" y="2622"/>
                  <a:pt x="1197" y="2585"/>
                  <a:pt x="1200" y="2551"/>
                </a:cubicBezTo>
                <a:cubicBezTo>
                  <a:pt x="1203" y="2517"/>
                  <a:pt x="1209" y="2492"/>
                  <a:pt x="1219" y="2450"/>
                </a:cubicBezTo>
                <a:cubicBezTo>
                  <a:pt x="1229" y="2408"/>
                  <a:pt x="1252" y="2338"/>
                  <a:pt x="1263" y="2300"/>
                </a:cubicBezTo>
                <a:cubicBezTo>
                  <a:pt x="1274" y="2262"/>
                  <a:pt x="1280" y="2241"/>
                  <a:pt x="1287" y="2222"/>
                </a:cubicBezTo>
                <a:cubicBezTo>
                  <a:pt x="1294" y="2203"/>
                  <a:pt x="1292" y="2183"/>
                  <a:pt x="1307" y="2188"/>
                </a:cubicBezTo>
                <a:cubicBezTo>
                  <a:pt x="1322" y="2192"/>
                  <a:pt x="1353" y="2235"/>
                  <a:pt x="1378" y="2251"/>
                </a:cubicBezTo>
                <a:cubicBezTo>
                  <a:pt x="1403" y="2267"/>
                  <a:pt x="1422" y="2275"/>
                  <a:pt x="1455" y="2286"/>
                </a:cubicBezTo>
                <a:cubicBezTo>
                  <a:pt x="1488" y="2297"/>
                  <a:pt x="1539" y="2309"/>
                  <a:pt x="1574" y="2315"/>
                </a:cubicBezTo>
                <a:cubicBezTo>
                  <a:pt x="1609" y="2321"/>
                  <a:pt x="1636" y="2313"/>
                  <a:pt x="1665" y="2322"/>
                </a:cubicBezTo>
                <a:cubicBezTo>
                  <a:pt x="1693" y="2331"/>
                  <a:pt x="1725" y="2357"/>
                  <a:pt x="1748" y="2372"/>
                </a:cubicBezTo>
                <a:cubicBezTo>
                  <a:pt x="1770" y="2388"/>
                  <a:pt x="1783" y="2405"/>
                  <a:pt x="1800" y="2414"/>
                </a:cubicBezTo>
                <a:cubicBezTo>
                  <a:pt x="1817" y="2423"/>
                  <a:pt x="1842" y="2431"/>
                  <a:pt x="1849" y="2426"/>
                </a:cubicBezTo>
                <a:cubicBezTo>
                  <a:pt x="1857" y="2421"/>
                  <a:pt x="1854" y="2401"/>
                  <a:pt x="1844" y="2387"/>
                </a:cubicBezTo>
                <a:cubicBezTo>
                  <a:pt x="1834" y="2373"/>
                  <a:pt x="1804" y="2360"/>
                  <a:pt x="1788" y="2346"/>
                </a:cubicBezTo>
                <a:cubicBezTo>
                  <a:pt x="1772" y="2331"/>
                  <a:pt x="1757" y="2315"/>
                  <a:pt x="1750" y="2300"/>
                </a:cubicBezTo>
                <a:cubicBezTo>
                  <a:pt x="1744" y="2286"/>
                  <a:pt x="1739" y="2271"/>
                  <a:pt x="1745" y="2257"/>
                </a:cubicBezTo>
                <a:cubicBezTo>
                  <a:pt x="1752" y="2242"/>
                  <a:pt x="1775" y="2229"/>
                  <a:pt x="1789" y="2213"/>
                </a:cubicBezTo>
                <a:cubicBezTo>
                  <a:pt x="1803" y="2198"/>
                  <a:pt x="1834" y="2188"/>
                  <a:pt x="1831" y="2164"/>
                </a:cubicBezTo>
                <a:cubicBezTo>
                  <a:pt x="1828" y="2139"/>
                  <a:pt x="1770" y="2097"/>
                  <a:pt x="1770" y="2067"/>
                </a:cubicBezTo>
                <a:cubicBezTo>
                  <a:pt x="1771" y="2036"/>
                  <a:pt x="1822" y="1996"/>
                  <a:pt x="1838" y="1977"/>
                </a:cubicBezTo>
                <a:cubicBezTo>
                  <a:pt x="1854" y="1958"/>
                  <a:pt x="1862" y="1961"/>
                  <a:pt x="1864" y="1951"/>
                </a:cubicBezTo>
                <a:cubicBezTo>
                  <a:pt x="1867" y="1941"/>
                  <a:pt x="1863" y="1918"/>
                  <a:pt x="1853" y="1916"/>
                </a:cubicBezTo>
                <a:cubicBezTo>
                  <a:pt x="1843" y="1915"/>
                  <a:pt x="1823" y="1928"/>
                  <a:pt x="1802" y="1942"/>
                </a:cubicBezTo>
                <a:cubicBezTo>
                  <a:pt x="1781" y="1956"/>
                  <a:pt x="1751" y="1991"/>
                  <a:pt x="1729" y="1998"/>
                </a:cubicBezTo>
                <a:cubicBezTo>
                  <a:pt x="1706" y="2006"/>
                  <a:pt x="1694" y="1995"/>
                  <a:pt x="1666" y="1987"/>
                </a:cubicBezTo>
                <a:cubicBezTo>
                  <a:pt x="1639" y="1980"/>
                  <a:pt x="1598" y="1961"/>
                  <a:pt x="1562" y="1955"/>
                </a:cubicBezTo>
                <a:cubicBezTo>
                  <a:pt x="1527" y="1948"/>
                  <a:pt x="1486" y="1950"/>
                  <a:pt x="1453" y="1951"/>
                </a:cubicBezTo>
                <a:cubicBezTo>
                  <a:pt x="1420" y="1952"/>
                  <a:pt x="1382" y="1966"/>
                  <a:pt x="1368" y="1960"/>
                </a:cubicBezTo>
                <a:cubicBezTo>
                  <a:pt x="1353" y="1955"/>
                  <a:pt x="1362" y="1941"/>
                  <a:pt x="1366" y="1916"/>
                </a:cubicBezTo>
                <a:cubicBezTo>
                  <a:pt x="1369" y="1892"/>
                  <a:pt x="1381" y="1851"/>
                  <a:pt x="1386" y="1814"/>
                </a:cubicBezTo>
                <a:cubicBezTo>
                  <a:pt x="1391" y="1778"/>
                  <a:pt x="1399" y="1741"/>
                  <a:pt x="1398" y="1698"/>
                </a:cubicBezTo>
                <a:cubicBezTo>
                  <a:pt x="1397" y="1655"/>
                  <a:pt x="1391" y="1609"/>
                  <a:pt x="1382" y="1554"/>
                </a:cubicBezTo>
                <a:cubicBezTo>
                  <a:pt x="1373" y="1499"/>
                  <a:pt x="1357" y="1426"/>
                  <a:pt x="1344" y="1367"/>
                </a:cubicBezTo>
                <a:cubicBezTo>
                  <a:pt x="1331" y="1308"/>
                  <a:pt x="1322" y="1268"/>
                  <a:pt x="1305" y="1201"/>
                </a:cubicBezTo>
                <a:cubicBezTo>
                  <a:pt x="1288" y="1134"/>
                  <a:pt x="1255" y="1056"/>
                  <a:pt x="1243" y="965"/>
                </a:cubicBezTo>
                <a:cubicBezTo>
                  <a:pt x="1232" y="873"/>
                  <a:pt x="1191" y="767"/>
                  <a:pt x="1233" y="648"/>
                </a:cubicBezTo>
                <a:cubicBezTo>
                  <a:pt x="1275" y="529"/>
                  <a:pt x="1411" y="340"/>
                  <a:pt x="1495" y="249"/>
                </a:cubicBezTo>
                <a:cubicBezTo>
                  <a:pt x="1579" y="158"/>
                  <a:pt x="1666" y="126"/>
                  <a:pt x="1735" y="104"/>
                </a:cubicBezTo>
                <a:cubicBezTo>
                  <a:pt x="1805" y="82"/>
                  <a:pt x="1860" y="101"/>
                  <a:pt x="1912" y="116"/>
                </a:cubicBezTo>
                <a:cubicBezTo>
                  <a:pt x="1963" y="132"/>
                  <a:pt x="2013" y="185"/>
                  <a:pt x="2042" y="197"/>
                </a:cubicBezTo>
                <a:cubicBezTo>
                  <a:pt x="2072" y="208"/>
                  <a:pt x="2083" y="204"/>
                  <a:pt x="2086" y="189"/>
                </a:cubicBezTo>
                <a:cubicBezTo>
                  <a:pt x="2089" y="175"/>
                  <a:pt x="2092" y="136"/>
                  <a:pt x="2063" y="109"/>
                </a:cubicBezTo>
                <a:cubicBezTo>
                  <a:pt x="2033" y="83"/>
                  <a:pt x="1964" y="46"/>
                  <a:pt x="1910" y="31"/>
                </a:cubicBezTo>
                <a:cubicBezTo>
                  <a:pt x="1856" y="15"/>
                  <a:pt x="1810" y="0"/>
                  <a:pt x="1740" y="18"/>
                </a:cubicBezTo>
                <a:cubicBezTo>
                  <a:pt x="1671" y="36"/>
                  <a:pt x="1575" y="72"/>
                  <a:pt x="1493" y="138"/>
                </a:cubicBezTo>
                <a:cubicBezTo>
                  <a:pt x="1412" y="205"/>
                  <a:pt x="1307" y="349"/>
                  <a:pt x="1253" y="415"/>
                </a:cubicBezTo>
                <a:cubicBezTo>
                  <a:pt x="1200" y="481"/>
                  <a:pt x="1191" y="523"/>
                  <a:pt x="1169" y="539"/>
                </a:cubicBezTo>
                <a:cubicBezTo>
                  <a:pt x="1148" y="554"/>
                  <a:pt x="1136" y="538"/>
                  <a:pt x="1122" y="510"/>
                </a:cubicBezTo>
                <a:cubicBezTo>
                  <a:pt x="1108" y="482"/>
                  <a:pt x="1104" y="398"/>
                  <a:pt x="1087" y="374"/>
                </a:cubicBezTo>
                <a:cubicBezTo>
                  <a:pt x="1070" y="350"/>
                  <a:pt x="1035" y="354"/>
                  <a:pt x="1019" y="366"/>
                </a:cubicBezTo>
                <a:cubicBezTo>
                  <a:pt x="1003" y="378"/>
                  <a:pt x="1004" y="413"/>
                  <a:pt x="993" y="444"/>
                </a:cubicBezTo>
                <a:cubicBezTo>
                  <a:pt x="982" y="475"/>
                  <a:pt x="978" y="551"/>
                  <a:pt x="953" y="550"/>
                </a:cubicBezTo>
                <a:cubicBezTo>
                  <a:pt x="928" y="548"/>
                  <a:pt x="876" y="470"/>
                  <a:pt x="844" y="433"/>
                </a:cubicBezTo>
                <a:cubicBezTo>
                  <a:pt x="811" y="396"/>
                  <a:pt x="796" y="370"/>
                  <a:pt x="756" y="326"/>
                </a:cubicBezTo>
                <a:cubicBezTo>
                  <a:pt x="717" y="281"/>
                  <a:pt x="668" y="212"/>
                  <a:pt x="605" y="167"/>
                </a:cubicBezTo>
                <a:cubicBezTo>
                  <a:pt x="542" y="123"/>
                  <a:pt x="447" y="76"/>
                  <a:pt x="377" y="60"/>
                </a:cubicBezTo>
                <a:cubicBezTo>
                  <a:pt x="306" y="44"/>
                  <a:pt x="240" y="52"/>
                  <a:pt x="184" y="69"/>
                </a:cubicBezTo>
                <a:cubicBezTo>
                  <a:pt x="128" y="86"/>
                  <a:pt x="68" y="137"/>
                  <a:pt x="38" y="162"/>
                </a:cubicBezTo>
                <a:cubicBezTo>
                  <a:pt x="8" y="187"/>
                  <a:pt x="8" y="200"/>
                  <a:pt x="4" y="215"/>
                </a:cubicBezTo>
                <a:cubicBezTo>
                  <a:pt x="0" y="229"/>
                  <a:pt x="3" y="242"/>
                  <a:pt x="13" y="248"/>
                </a:cubicBezTo>
                <a:cubicBezTo>
                  <a:pt x="22" y="253"/>
                  <a:pt x="39" y="258"/>
                  <a:pt x="61" y="246"/>
                </a:cubicBezTo>
                <a:cubicBezTo>
                  <a:pt x="83" y="233"/>
                  <a:pt x="111" y="193"/>
                  <a:pt x="144" y="173"/>
                </a:cubicBezTo>
                <a:cubicBezTo>
                  <a:pt x="176" y="153"/>
                  <a:pt x="207" y="131"/>
                  <a:pt x="256" y="127"/>
                </a:cubicBezTo>
                <a:cubicBezTo>
                  <a:pt x="305" y="124"/>
                  <a:pt x="381" y="131"/>
                  <a:pt x="434" y="149"/>
                </a:cubicBezTo>
                <a:cubicBezTo>
                  <a:pt x="487" y="167"/>
                  <a:pt x="535" y="207"/>
                  <a:pt x="572" y="237"/>
                </a:cubicBezTo>
                <a:cubicBezTo>
                  <a:pt x="609" y="267"/>
                  <a:pt x="630" y="299"/>
                  <a:pt x="659" y="333"/>
                </a:cubicBezTo>
                <a:cubicBezTo>
                  <a:pt x="688" y="367"/>
                  <a:pt x="719" y="400"/>
                  <a:pt x="748" y="442"/>
                </a:cubicBezTo>
                <a:cubicBezTo>
                  <a:pt x="777" y="484"/>
                  <a:pt x="813" y="542"/>
                  <a:pt x="835" y="586"/>
                </a:cubicBezTo>
                <a:cubicBezTo>
                  <a:pt x="857" y="630"/>
                  <a:pt x="874" y="652"/>
                  <a:pt x="881" y="704"/>
                </a:cubicBezTo>
                <a:cubicBezTo>
                  <a:pt x="887" y="757"/>
                  <a:pt x="891" y="796"/>
                  <a:pt x="877" y="903"/>
                </a:cubicBezTo>
                <a:close/>
              </a:path>
            </a:pathLst>
          </a:custGeom>
          <a:solidFill>
            <a:srgbClr val="FFD171">
              <a:alpha val="91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Rectangle 11"/>
          <p:cNvSpPr>
            <a:spLocks noChangeArrowheads="1"/>
          </p:cNvSpPr>
          <p:nvPr/>
        </p:nvSpPr>
        <p:spPr bwMode="auto">
          <a:xfrm>
            <a:off x="5427663" y="6384922"/>
            <a:ext cx="3565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 err="1">
                <a:latin typeface="Myriad Pro"/>
                <a:cs typeface="Myriad Pro"/>
              </a:rPr>
              <a:t>Martínez</a:t>
            </a:r>
            <a:r>
              <a:rPr lang="en-US" b="0" dirty="0">
                <a:latin typeface="Myriad Pro"/>
                <a:cs typeface="Myriad Pro"/>
              </a:rPr>
              <a:t> 1998. </a:t>
            </a:r>
            <a:r>
              <a:rPr lang="en-US" b="0" i="1" dirty="0">
                <a:latin typeface="Myriad Pro"/>
                <a:cs typeface="Myriad Pro"/>
              </a:rPr>
              <a:t>Exp. </a:t>
            </a:r>
            <a:r>
              <a:rPr lang="en-US" b="0" i="1" dirty="0" err="1">
                <a:latin typeface="Myriad Pro"/>
                <a:cs typeface="Myriad Pro"/>
              </a:rPr>
              <a:t>Gerontol</a:t>
            </a:r>
            <a:r>
              <a:rPr lang="en-US" b="0" dirty="0">
                <a:latin typeface="Myriad Pro"/>
                <a:cs typeface="Myriad Pro"/>
              </a:rPr>
              <a:t>. </a:t>
            </a:r>
            <a:r>
              <a:rPr lang="en-US" dirty="0">
                <a:latin typeface="Myriad Pro"/>
                <a:cs typeface="Myriad Pro"/>
              </a:rPr>
              <a:t>33</a:t>
            </a:r>
            <a:r>
              <a:rPr lang="en-US" b="0" dirty="0">
                <a:latin typeface="Myriad Pro"/>
                <a:cs typeface="Myriad Pro"/>
              </a:rPr>
              <a:t>: 217-225 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191842" y="1291989"/>
            <a:ext cx="2598424" cy="621483"/>
            <a:chOff x="4191842" y="3229390"/>
            <a:chExt cx="2598424" cy="205022"/>
          </a:xfrm>
        </p:grpSpPr>
        <p:sp>
          <p:nvSpPr>
            <p:cNvPr id="7" name="TextBox 6"/>
            <p:cNvSpPr txBox="1"/>
            <p:nvPr/>
          </p:nvSpPr>
          <p:spPr>
            <a:xfrm>
              <a:off x="4191842" y="3229390"/>
              <a:ext cx="2598424" cy="12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0" dirty="0">
                  <a:latin typeface="Myriad Pro"/>
                  <a:cs typeface="Myriad Pro"/>
                </a:rPr>
                <a:t>Negligible Senescence</a:t>
              </a:r>
            </a:p>
          </p:txBody>
        </p:sp>
        <p:cxnSp>
          <p:nvCxnSpPr>
            <p:cNvPr id="11" name="Straight Arrow Connector 10"/>
            <p:cNvCxnSpPr>
              <a:stCxn id="7" idx="2"/>
            </p:cNvCxnSpPr>
            <p:nvPr/>
          </p:nvCxnSpPr>
          <p:spPr bwMode="auto">
            <a:xfrm flipH="1">
              <a:off x="5486400" y="3351230"/>
              <a:ext cx="4654" cy="8318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6" name="Freeform 5"/>
          <p:cNvSpPr/>
          <p:nvPr/>
        </p:nvSpPr>
        <p:spPr>
          <a:xfrm>
            <a:off x="-905933" y="1888067"/>
            <a:ext cx="398611" cy="1865813"/>
          </a:xfrm>
          <a:custGeom>
            <a:avLst/>
            <a:gdLst>
              <a:gd name="connsiteX0" fmla="*/ 0 w 398611"/>
              <a:gd name="connsiteY0" fmla="*/ 0 h 1865813"/>
              <a:gd name="connsiteX1" fmla="*/ 143933 w 398611"/>
              <a:gd name="connsiteY1" fmla="*/ 618066 h 1865813"/>
              <a:gd name="connsiteX2" fmla="*/ 397933 w 398611"/>
              <a:gd name="connsiteY2" fmla="*/ 1862666 h 1865813"/>
              <a:gd name="connsiteX3" fmla="*/ 296333 w 398611"/>
              <a:gd name="connsiteY3" fmla="*/ 220133 h 186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611" h="1865813">
                <a:moveTo>
                  <a:pt x="0" y="0"/>
                </a:moveTo>
                <a:cubicBezTo>
                  <a:pt x="38805" y="153811"/>
                  <a:pt x="77611" y="307622"/>
                  <a:pt x="143933" y="618066"/>
                </a:cubicBezTo>
                <a:cubicBezTo>
                  <a:pt x="210255" y="928510"/>
                  <a:pt x="372533" y="1928988"/>
                  <a:pt x="397933" y="1862666"/>
                </a:cubicBezTo>
                <a:cubicBezTo>
                  <a:pt x="423333" y="1796344"/>
                  <a:pt x="-276578" y="1096433"/>
                  <a:pt x="296333" y="220133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661585" y="1962152"/>
            <a:ext cx="306917" cy="2886075"/>
          </a:xfrm>
          <a:custGeom>
            <a:avLst/>
            <a:gdLst>
              <a:gd name="connsiteX0" fmla="*/ 0 w 668867"/>
              <a:gd name="connsiteY0" fmla="*/ 0 h 2269067"/>
              <a:gd name="connsiteX1" fmla="*/ 406400 w 668867"/>
              <a:gd name="connsiteY1" fmla="*/ 770467 h 2269067"/>
              <a:gd name="connsiteX2" fmla="*/ 406400 w 668867"/>
              <a:gd name="connsiteY2" fmla="*/ 897467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220133 w 668867"/>
              <a:gd name="connsiteY1" fmla="*/ 457200 h 2269067"/>
              <a:gd name="connsiteX2" fmla="*/ 406400 w 668867"/>
              <a:gd name="connsiteY2" fmla="*/ 897467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220133 w 668867"/>
              <a:gd name="connsiteY1" fmla="*/ 457200 h 2269067"/>
              <a:gd name="connsiteX2" fmla="*/ 541867 w 668867"/>
              <a:gd name="connsiteY2" fmla="*/ 1964267 h 2269067"/>
              <a:gd name="connsiteX3" fmla="*/ 668867 w 668867"/>
              <a:gd name="connsiteY3" fmla="*/ 2269067 h 2269067"/>
              <a:gd name="connsiteX0" fmla="*/ 0 w 668867"/>
              <a:gd name="connsiteY0" fmla="*/ 0 h 2269160"/>
              <a:gd name="connsiteX1" fmla="*/ 152400 w 668867"/>
              <a:gd name="connsiteY1" fmla="*/ 355600 h 2269160"/>
              <a:gd name="connsiteX2" fmla="*/ 541867 w 668867"/>
              <a:gd name="connsiteY2" fmla="*/ 1964267 h 2269160"/>
              <a:gd name="connsiteX3" fmla="*/ 668867 w 668867"/>
              <a:gd name="connsiteY3" fmla="*/ 2269067 h 2269160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41867 w 668867"/>
              <a:gd name="connsiteY2" fmla="*/ 1964267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700467"/>
              <a:gd name="connsiteY0" fmla="*/ 0 h 2278954"/>
              <a:gd name="connsiteX1" fmla="*/ 341999 w 700467"/>
              <a:gd name="connsiteY1" fmla="*/ 481664 h 2278954"/>
              <a:gd name="connsiteX2" fmla="*/ 549767 w 700467"/>
              <a:gd name="connsiteY2" fmla="*/ 1783821 h 2278954"/>
              <a:gd name="connsiteX3" fmla="*/ 700467 w 700467"/>
              <a:gd name="connsiteY3" fmla="*/ 2278954 h 2278954"/>
              <a:gd name="connsiteX0" fmla="*/ 0 w 700467"/>
              <a:gd name="connsiteY0" fmla="*/ 0 h 2278954"/>
              <a:gd name="connsiteX1" fmla="*/ 341999 w 700467"/>
              <a:gd name="connsiteY1" fmla="*/ 481664 h 2278954"/>
              <a:gd name="connsiteX2" fmla="*/ 549767 w 700467"/>
              <a:gd name="connsiteY2" fmla="*/ 1783821 h 2278954"/>
              <a:gd name="connsiteX3" fmla="*/ 700467 w 700467"/>
              <a:gd name="connsiteY3" fmla="*/ 2278954 h 2278954"/>
              <a:gd name="connsiteX0" fmla="*/ 0 w 736698"/>
              <a:gd name="connsiteY0" fmla="*/ 0 h 2259223"/>
              <a:gd name="connsiteX1" fmla="*/ 341999 w 736698"/>
              <a:gd name="connsiteY1" fmla="*/ 481664 h 2259223"/>
              <a:gd name="connsiteX2" fmla="*/ 549767 w 736698"/>
              <a:gd name="connsiteY2" fmla="*/ 1783821 h 2259223"/>
              <a:gd name="connsiteX3" fmla="*/ 736698 w 736698"/>
              <a:gd name="connsiteY3" fmla="*/ 2259223 h 2259223"/>
              <a:gd name="connsiteX0" fmla="*/ 0 w 1026546"/>
              <a:gd name="connsiteY0" fmla="*/ 0 h 2251824"/>
              <a:gd name="connsiteX1" fmla="*/ 341999 w 1026546"/>
              <a:gd name="connsiteY1" fmla="*/ 481664 h 2251824"/>
              <a:gd name="connsiteX2" fmla="*/ 549767 w 1026546"/>
              <a:gd name="connsiteY2" fmla="*/ 1783821 h 2251824"/>
              <a:gd name="connsiteX3" fmla="*/ 1026546 w 1026546"/>
              <a:gd name="connsiteY3" fmla="*/ 2251824 h 2251824"/>
              <a:gd name="connsiteX0" fmla="*/ 0 w 722206"/>
              <a:gd name="connsiteY0" fmla="*/ 0 h 2256757"/>
              <a:gd name="connsiteX1" fmla="*/ 341999 w 722206"/>
              <a:gd name="connsiteY1" fmla="*/ 481664 h 2256757"/>
              <a:gd name="connsiteX2" fmla="*/ 549767 w 722206"/>
              <a:gd name="connsiteY2" fmla="*/ 1783821 h 2256757"/>
              <a:gd name="connsiteX3" fmla="*/ 722206 w 722206"/>
              <a:gd name="connsiteY3" fmla="*/ 2256757 h 2256757"/>
              <a:gd name="connsiteX0" fmla="*/ 0 w 722206"/>
              <a:gd name="connsiteY0" fmla="*/ 3 h 2256760"/>
              <a:gd name="connsiteX1" fmla="*/ 341999 w 722206"/>
              <a:gd name="connsiteY1" fmla="*/ 481667 h 2256760"/>
              <a:gd name="connsiteX2" fmla="*/ 549767 w 722206"/>
              <a:gd name="connsiteY2" fmla="*/ 1783824 h 2256760"/>
              <a:gd name="connsiteX3" fmla="*/ 722206 w 722206"/>
              <a:gd name="connsiteY3" fmla="*/ 2256760 h 2256760"/>
              <a:gd name="connsiteX0" fmla="*/ 0 w 714960"/>
              <a:gd name="connsiteY0" fmla="*/ 3 h 2232096"/>
              <a:gd name="connsiteX1" fmla="*/ 341999 w 714960"/>
              <a:gd name="connsiteY1" fmla="*/ 481667 h 2232096"/>
              <a:gd name="connsiteX2" fmla="*/ 549767 w 714960"/>
              <a:gd name="connsiteY2" fmla="*/ 1783824 h 2232096"/>
              <a:gd name="connsiteX3" fmla="*/ 714960 w 714960"/>
              <a:gd name="connsiteY3" fmla="*/ 2232096 h 2232096"/>
              <a:gd name="connsiteX0" fmla="*/ 0 w 743945"/>
              <a:gd name="connsiteY0" fmla="*/ 3 h 2244428"/>
              <a:gd name="connsiteX1" fmla="*/ 341999 w 743945"/>
              <a:gd name="connsiteY1" fmla="*/ 481667 h 2244428"/>
              <a:gd name="connsiteX2" fmla="*/ 549767 w 743945"/>
              <a:gd name="connsiteY2" fmla="*/ 1783824 h 2244428"/>
              <a:gd name="connsiteX3" fmla="*/ 743945 w 743945"/>
              <a:gd name="connsiteY3" fmla="*/ 2244428 h 2244428"/>
              <a:gd name="connsiteX0" fmla="*/ 0 w 700468"/>
              <a:gd name="connsiteY0" fmla="*/ 3 h 2256760"/>
              <a:gd name="connsiteX1" fmla="*/ 341999 w 700468"/>
              <a:gd name="connsiteY1" fmla="*/ 481667 h 2256760"/>
              <a:gd name="connsiteX2" fmla="*/ 549767 w 700468"/>
              <a:gd name="connsiteY2" fmla="*/ 1783824 h 2256760"/>
              <a:gd name="connsiteX3" fmla="*/ 700468 w 700468"/>
              <a:gd name="connsiteY3" fmla="*/ 2256760 h 225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468" h="2256760">
                <a:moveTo>
                  <a:pt x="0" y="3"/>
                </a:moveTo>
                <a:cubicBezTo>
                  <a:pt x="251004" y="-964"/>
                  <a:pt x="250371" y="184364"/>
                  <a:pt x="341999" y="481667"/>
                </a:cubicBezTo>
                <a:cubicBezTo>
                  <a:pt x="433627" y="778970"/>
                  <a:pt x="490022" y="1487975"/>
                  <a:pt x="549767" y="1783824"/>
                </a:cubicBezTo>
                <a:cubicBezTo>
                  <a:pt x="609512" y="2079673"/>
                  <a:pt x="700468" y="2256760"/>
                  <a:pt x="700468" y="2256760"/>
                </a:cubicBezTo>
              </a:path>
            </a:pathLst>
          </a:custGeom>
          <a:ln w="19050" cmpd="sng">
            <a:solidFill>
              <a:srgbClr val="008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5380842" y="2414596"/>
            <a:ext cx="300949" cy="347390"/>
            <a:chOff x="5753388" y="1779571"/>
            <a:chExt cx="300949" cy="347390"/>
          </a:xfrm>
        </p:grpSpPr>
        <p:sp>
          <p:nvSpPr>
            <p:cNvPr id="25" name="Freeform 5"/>
            <p:cNvSpPr>
              <a:spLocks/>
            </p:cNvSpPr>
            <p:nvPr/>
          </p:nvSpPr>
          <p:spPr bwMode="auto">
            <a:xfrm>
              <a:off x="5753388" y="1830371"/>
              <a:ext cx="60037" cy="147013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"/>
            <p:cNvSpPr>
              <a:spLocks/>
            </p:cNvSpPr>
            <p:nvPr/>
          </p:nvSpPr>
          <p:spPr bwMode="auto">
            <a:xfrm flipH="1">
              <a:off x="5962987" y="1779571"/>
              <a:ext cx="56925" cy="116437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5"/>
            <p:cNvSpPr>
              <a:spLocks/>
            </p:cNvSpPr>
            <p:nvPr/>
          </p:nvSpPr>
          <p:spPr bwMode="auto">
            <a:xfrm flipH="1">
              <a:off x="5981887" y="1940307"/>
              <a:ext cx="72450" cy="106951"/>
            </a:xfrm>
            <a:custGeom>
              <a:avLst/>
              <a:gdLst>
                <a:gd name="connsiteX0" fmla="*/ 118 w 118"/>
                <a:gd name="connsiteY0" fmla="*/ 0 h 290"/>
                <a:gd name="connsiteX1" fmla="*/ 72 w 118"/>
                <a:gd name="connsiteY1" fmla="*/ 28 h 290"/>
                <a:gd name="connsiteX2" fmla="*/ 34 w 118"/>
                <a:gd name="connsiteY2" fmla="*/ 100 h 290"/>
                <a:gd name="connsiteX3" fmla="*/ 8 w 118"/>
                <a:gd name="connsiteY3" fmla="*/ 110 h 290"/>
                <a:gd name="connsiteX4" fmla="*/ 4 w 118"/>
                <a:gd name="connsiteY4" fmla="*/ 130 h 290"/>
                <a:gd name="connsiteX5" fmla="*/ 30 w 118"/>
                <a:gd name="connsiteY5" fmla="*/ 142 h 290"/>
                <a:gd name="connsiteX6" fmla="*/ 36 w 118"/>
                <a:gd name="connsiteY6" fmla="*/ 232 h 290"/>
                <a:gd name="connsiteX7" fmla="*/ 44 w 118"/>
                <a:gd name="connsiteY7" fmla="*/ 290 h 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34" y="207"/>
                    <a:pt x="36" y="232"/>
                  </a:cubicBezTo>
                  <a:cubicBezTo>
                    <a:pt x="38" y="257"/>
                    <a:pt x="37" y="278"/>
                    <a:pt x="44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27"/>
            <p:cNvSpPr/>
            <p:nvPr/>
          </p:nvSpPr>
          <p:spPr bwMode="auto">
            <a:xfrm>
              <a:off x="5922012" y="1992182"/>
              <a:ext cx="14904" cy="1490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8"/>
            <p:cNvSpPr/>
            <p:nvPr/>
          </p:nvSpPr>
          <p:spPr bwMode="auto">
            <a:xfrm>
              <a:off x="5873487" y="1872682"/>
              <a:ext cx="14904" cy="1490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5850062" y="2112057"/>
              <a:ext cx="14904" cy="1490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5144774" y="3539327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5337" y="3808814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 </a:t>
            </a:r>
            <a:r>
              <a:rPr lang="en-US" dirty="0"/>
              <a:t>years</a:t>
            </a:r>
          </a:p>
        </p:txBody>
      </p:sp>
    </p:spTree>
    <p:extLst>
      <p:ext uri="{BB962C8B-B14F-4D97-AF65-F5344CB8AC3E}">
        <p14:creationId xmlns:p14="http://schemas.microsoft.com/office/powerpoint/2010/main" val="5790770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732367" y="1121833"/>
            <a:ext cx="7988300" cy="4368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1065" y="4080933"/>
            <a:ext cx="778934" cy="778934"/>
          </a:xfrm>
          <a:prstGeom prst="rect">
            <a:avLst/>
          </a:prstGeom>
        </p:spPr>
      </p:pic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993900" y="284490"/>
            <a:ext cx="6781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r>
              <a:rPr lang="en-US" sz="2800" b="0" dirty="0">
                <a:latin typeface="Myriad Pro"/>
                <a:ea typeface="Arial" charset="0"/>
                <a:cs typeface="Myriad Pro"/>
              </a:rPr>
              <a:t>Aging in 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vulgaris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latin typeface="Myriad Pro"/>
                <a:ea typeface="Arial" charset="0"/>
                <a:cs typeface="Myriad Pro"/>
              </a:rPr>
              <a:t>&amp;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oligactis</a:t>
            </a:r>
            <a:endParaRPr lang="en-US" sz="2800" b="0" i="1" dirty="0">
              <a:latin typeface="Myriad Pro"/>
              <a:ea typeface="Arial" charset="0"/>
              <a:cs typeface="Myriad Pro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09521" y="3262414"/>
            <a:ext cx="1475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ea typeface="Arial" charset="0"/>
                <a:cs typeface="Arial" charset="0"/>
              </a:rPr>
              <a:t>Hydra vulgaris 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6681173" y="3262414"/>
            <a:ext cx="14880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ea typeface="Arial" charset="0"/>
                <a:cs typeface="Arial" charset="0"/>
              </a:rPr>
              <a:t>Hydra </a:t>
            </a:r>
            <a:r>
              <a:rPr lang="en-US" i="1" dirty="0" err="1">
                <a:ea typeface="Arial" charset="0"/>
                <a:cs typeface="Arial" charset="0"/>
              </a:rPr>
              <a:t>oligactis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049471" y="3522764"/>
            <a:ext cx="713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Arial" charset="0"/>
                <a:cs typeface="Arial" charset="0"/>
              </a:rPr>
              <a:t>(18°C)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>
          <a:xfrm>
            <a:off x="6760100" y="2022477"/>
            <a:ext cx="1119337" cy="1292225"/>
            <a:chOff x="6650039" y="2555875"/>
            <a:chExt cx="1119337" cy="1292225"/>
          </a:xfrm>
        </p:grpSpPr>
        <p:sp>
          <p:nvSpPr>
            <p:cNvPr id="50" name="Freeform 6"/>
            <p:cNvSpPr>
              <a:spLocks/>
            </p:cNvSpPr>
            <p:nvPr/>
          </p:nvSpPr>
          <p:spPr bwMode="auto">
            <a:xfrm>
              <a:off x="6650039" y="2555875"/>
              <a:ext cx="1119337" cy="1292225"/>
            </a:xfrm>
            <a:custGeom>
              <a:avLst/>
              <a:gdLst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79 w 2092"/>
                <a:gd name="connsiteY59" fmla="*/ 1463 h 2911"/>
                <a:gd name="connsiteX60" fmla="*/ 1344 w 2092"/>
                <a:gd name="connsiteY60" fmla="*/ 1367 h 2911"/>
                <a:gd name="connsiteX61" fmla="*/ 1305 w 2092"/>
                <a:gd name="connsiteY61" fmla="*/ 1201 h 2911"/>
                <a:gd name="connsiteX62" fmla="*/ 1243 w 2092"/>
                <a:gd name="connsiteY62" fmla="*/ 965 h 2911"/>
                <a:gd name="connsiteX63" fmla="*/ 1233 w 2092"/>
                <a:gd name="connsiteY63" fmla="*/ 648 h 2911"/>
                <a:gd name="connsiteX64" fmla="*/ 1495 w 2092"/>
                <a:gd name="connsiteY64" fmla="*/ 249 h 2911"/>
                <a:gd name="connsiteX65" fmla="*/ 1735 w 2092"/>
                <a:gd name="connsiteY65" fmla="*/ 104 h 2911"/>
                <a:gd name="connsiteX66" fmla="*/ 1912 w 2092"/>
                <a:gd name="connsiteY66" fmla="*/ 116 h 2911"/>
                <a:gd name="connsiteX67" fmla="*/ 2042 w 2092"/>
                <a:gd name="connsiteY67" fmla="*/ 197 h 2911"/>
                <a:gd name="connsiteX68" fmla="*/ 2086 w 2092"/>
                <a:gd name="connsiteY68" fmla="*/ 189 h 2911"/>
                <a:gd name="connsiteX69" fmla="*/ 2063 w 2092"/>
                <a:gd name="connsiteY69" fmla="*/ 109 h 2911"/>
                <a:gd name="connsiteX70" fmla="*/ 1910 w 2092"/>
                <a:gd name="connsiteY70" fmla="*/ 31 h 2911"/>
                <a:gd name="connsiteX71" fmla="*/ 1740 w 2092"/>
                <a:gd name="connsiteY71" fmla="*/ 18 h 2911"/>
                <a:gd name="connsiteX72" fmla="*/ 1493 w 2092"/>
                <a:gd name="connsiteY72" fmla="*/ 138 h 2911"/>
                <a:gd name="connsiteX73" fmla="*/ 1253 w 2092"/>
                <a:gd name="connsiteY73" fmla="*/ 415 h 2911"/>
                <a:gd name="connsiteX74" fmla="*/ 1169 w 2092"/>
                <a:gd name="connsiteY74" fmla="*/ 539 h 2911"/>
                <a:gd name="connsiteX75" fmla="*/ 1122 w 2092"/>
                <a:gd name="connsiteY75" fmla="*/ 510 h 2911"/>
                <a:gd name="connsiteX76" fmla="*/ 1087 w 2092"/>
                <a:gd name="connsiteY76" fmla="*/ 374 h 2911"/>
                <a:gd name="connsiteX77" fmla="*/ 1019 w 2092"/>
                <a:gd name="connsiteY77" fmla="*/ 366 h 2911"/>
                <a:gd name="connsiteX78" fmla="*/ 993 w 2092"/>
                <a:gd name="connsiteY78" fmla="*/ 444 h 2911"/>
                <a:gd name="connsiteX79" fmla="*/ 953 w 2092"/>
                <a:gd name="connsiteY79" fmla="*/ 550 h 2911"/>
                <a:gd name="connsiteX80" fmla="*/ 844 w 2092"/>
                <a:gd name="connsiteY80" fmla="*/ 433 h 2911"/>
                <a:gd name="connsiteX81" fmla="*/ 756 w 2092"/>
                <a:gd name="connsiteY81" fmla="*/ 326 h 2911"/>
                <a:gd name="connsiteX82" fmla="*/ 605 w 2092"/>
                <a:gd name="connsiteY82" fmla="*/ 167 h 2911"/>
                <a:gd name="connsiteX83" fmla="*/ 377 w 2092"/>
                <a:gd name="connsiteY83" fmla="*/ 60 h 2911"/>
                <a:gd name="connsiteX84" fmla="*/ 184 w 2092"/>
                <a:gd name="connsiteY84" fmla="*/ 69 h 2911"/>
                <a:gd name="connsiteX85" fmla="*/ 38 w 2092"/>
                <a:gd name="connsiteY85" fmla="*/ 162 h 2911"/>
                <a:gd name="connsiteX86" fmla="*/ 4 w 2092"/>
                <a:gd name="connsiteY86" fmla="*/ 215 h 2911"/>
                <a:gd name="connsiteX87" fmla="*/ 13 w 2092"/>
                <a:gd name="connsiteY87" fmla="*/ 248 h 2911"/>
                <a:gd name="connsiteX88" fmla="*/ 61 w 2092"/>
                <a:gd name="connsiteY88" fmla="*/ 246 h 2911"/>
                <a:gd name="connsiteX89" fmla="*/ 144 w 2092"/>
                <a:gd name="connsiteY89" fmla="*/ 173 h 2911"/>
                <a:gd name="connsiteX90" fmla="*/ 256 w 2092"/>
                <a:gd name="connsiteY90" fmla="*/ 127 h 2911"/>
                <a:gd name="connsiteX91" fmla="*/ 434 w 2092"/>
                <a:gd name="connsiteY91" fmla="*/ 149 h 2911"/>
                <a:gd name="connsiteX92" fmla="*/ 572 w 2092"/>
                <a:gd name="connsiteY92" fmla="*/ 237 h 2911"/>
                <a:gd name="connsiteX93" fmla="*/ 659 w 2092"/>
                <a:gd name="connsiteY93" fmla="*/ 333 h 2911"/>
                <a:gd name="connsiteX94" fmla="*/ 748 w 2092"/>
                <a:gd name="connsiteY94" fmla="*/ 442 h 2911"/>
                <a:gd name="connsiteX95" fmla="*/ 835 w 2092"/>
                <a:gd name="connsiteY95" fmla="*/ 586 h 2911"/>
                <a:gd name="connsiteX96" fmla="*/ 881 w 2092"/>
                <a:gd name="connsiteY96" fmla="*/ 704 h 2911"/>
                <a:gd name="connsiteX97" fmla="*/ 877 w 2092"/>
                <a:gd name="connsiteY9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44 w 2092"/>
                <a:gd name="connsiteY59" fmla="*/ 1367 h 2911"/>
                <a:gd name="connsiteX60" fmla="*/ 1305 w 2092"/>
                <a:gd name="connsiteY60" fmla="*/ 1201 h 2911"/>
                <a:gd name="connsiteX61" fmla="*/ 1243 w 2092"/>
                <a:gd name="connsiteY61" fmla="*/ 965 h 2911"/>
                <a:gd name="connsiteX62" fmla="*/ 1233 w 2092"/>
                <a:gd name="connsiteY62" fmla="*/ 648 h 2911"/>
                <a:gd name="connsiteX63" fmla="*/ 1495 w 2092"/>
                <a:gd name="connsiteY63" fmla="*/ 249 h 2911"/>
                <a:gd name="connsiteX64" fmla="*/ 1735 w 2092"/>
                <a:gd name="connsiteY64" fmla="*/ 104 h 2911"/>
                <a:gd name="connsiteX65" fmla="*/ 1912 w 2092"/>
                <a:gd name="connsiteY65" fmla="*/ 116 h 2911"/>
                <a:gd name="connsiteX66" fmla="*/ 2042 w 2092"/>
                <a:gd name="connsiteY66" fmla="*/ 197 h 2911"/>
                <a:gd name="connsiteX67" fmla="*/ 2086 w 2092"/>
                <a:gd name="connsiteY67" fmla="*/ 189 h 2911"/>
                <a:gd name="connsiteX68" fmla="*/ 2063 w 2092"/>
                <a:gd name="connsiteY68" fmla="*/ 109 h 2911"/>
                <a:gd name="connsiteX69" fmla="*/ 1910 w 2092"/>
                <a:gd name="connsiteY69" fmla="*/ 31 h 2911"/>
                <a:gd name="connsiteX70" fmla="*/ 1740 w 2092"/>
                <a:gd name="connsiteY70" fmla="*/ 18 h 2911"/>
                <a:gd name="connsiteX71" fmla="*/ 1493 w 2092"/>
                <a:gd name="connsiteY71" fmla="*/ 138 h 2911"/>
                <a:gd name="connsiteX72" fmla="*/ 1253 w 2092"/>
                <a:gd name="connsiteY72" fmla="*/ 415 h 2911"/>
                <a:gd name="connsiteX73" fmla="*/ 1169 w 2092"/>
                <a:gd name="connsiteY73" fmla="*/ 539 h 2911"/>
                <a:gd name="connsiteX74" fmla="*/ 1122 w 2092"/>
                <a:gd name="connsiteY74" fmla="*/ 510 h 2911"/>
                <a:gd name="connsiteX75" fmla="*/ 1087 w 2092"/>
                <a:gd name="connsiteY75" fmla="*/ 374 h 2911"/>
                <a:gd name="connsiteX76" fmla="*/ 1019 w 2092"/>
                <a:gd name="connsiteY76" fmla="*/ 366 h 2911"/>
                <a:gd name="connsiteX77" fmla="*/ 993 w 2092"/>
                <a:gd name="connsiteY77" fmla="*/ 444 h 2911"/>
                <a:gd name="connsiteX78" fmla="*/ 953 w 2092"/>
                <a:gd name="connsiteY78" fmla="*/ 550 h 2911"/>
                <a:gd name="connsiteX79" fmla="*/ 844 w 2092"/>
                <a:gd name="connsiteY79" fmla="*/ 433 h 2911"/>
                <a:gd name="connsiteX80" fmla="*/ 756 w 2092"/>
                <a:gd name="connsiteY80" fmla="*/ 326 h 2911"/>
                <a:gd name="connsiteX81" fmla="*/ 605 w 2092"/>
                <a:gd name="connsiteY81" fmla="*/ 167 h 2911"/>
                <a:gd name="connsiteX82" fmla="*/ 377 w 2092"/>
                <a:gd name="connsiteY82" fmla="*/ 60 h 2911"/>
                <a:gd name="connsiteX83" fmla="*/ 184 w 2092"/>
                <a:gd name="connsiteY83" fmla="*/ 69 h 2911"/>
                <a:gd name="connsiteX84" fmla="*/ 38 w 2092"/>
                <a:gd name="connsiteY84" fmla="*/ 162 h 2911"/>
                <a:gd name="connsiteX85" fmla="*/ 4 w 2092"/>
                <a:gd name="connsiteY85" fmla="*/ 215 h 2911"/>
                <a:gd name="connsiteX86" fmla="*/ 13 w 2092"/>
                <a:gd name="connsiteY86" fmla="*/ 248 h 2911"/>
                <a:gd name="connsiteX87" fmla="*/ 61 w 2092"/>
                <a:gd name="connsiteY87" fmla="*/ 246 h 2911"/>
                <a:gd name="connsiteX88" fmla="*/ 144 w 2092"/>
                <a:gd name="connsiteY88" fmla="*/ 173 h 2911"/>
                <a:gd name="connsiteX89" fmla="*/ 256 w 2092"/>
                <a:gd name="connsiteY89" fmla="*/ 127 h 2911"/>
                <a:gd name="connsiteX90" fmla="*/ 434 w 2092"/>
                <a:gd name="connsiteY90" fmla="*/ 149 h 2911"/>
                <a:gd name="connsiteX91" fmla="*/ 572 w 2092"/>
                <a:gd name="connsiteY91" fmla="*/ 237 h 2911"/>
                <a:gd name="connsiteX92" fmla="*/ 659 w 2092"/>
                <a:gd name="connsiteY92" fmla="*/ 333 h 2911"/>
                <a:gd name="connsiteX93" fmla="*/ 748 w 2092"/>
                <a:gd name="connsiteY93" fmla="*/ 442 h 2911"/>
                <a:gd name="connsiteX94" fmla="*/ 835 w 2092"/>
                <a:gd name="connsiteY94" fmla="*/ 586 h 2911"/>
                <a:gd name="connsiteX95" fmla="*/ 881 w 2092"/>
                <a:gd name="connsiteY95" fmla="*/ 704 h 2911"/>
                <a:gd name="connsiteX96" fmla="*/ 877 w 2092"/>
                <a:gd name="connsiteY9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344 w 2092"/>
                <a:gd name="connsiteY58" fmla="*/ 1367 h 2911"/>
                <a:gd name="connsiteX59" fmla="*/ 1305 w 2092"/>
                <a:gd name="connsiteY59" fmla="*/ 1201 h 2911"/>
                <a:gd name="connsiteX60" fmla="*/ 1243 w 2092"/>
                <a:gd name="connsiteY60" fmla="*/ 965 h 2911"/>
                <a:gd name="connsiteX61" fmla="*/ 1233 w 2092"/>
                <a:gd name="connsiteY61" fmla="*/ 648 h 2911"/>
                <a:gd name="connsiteX62" fmla="*/ 1495 w 2092"/>
                <a:gd name="connsiteY62" fmla="*/ 249 h 2911"/>
                <a:gd name="connsiteX63" fmla="*/ 1735 w 2092"/>
                <a:gd name="connsiteY63" fmla="*/ 104 h 2911"/>
                <a:gd name="connsiteX64" fmla="*/ 1912 w 2092"/>
                <a:gd name="connsiteY64" fmla="*/ 116 h 2911"/>
                <a:gd name="connsiteX65" fmla="*/ 2042 w 2092"/>
                <a:gd name="connsiteY65" fmla="*/ 197 h 2911"/>
                <a:gd name="connsiteX66" fmla="*/ 2086 w 2092"/>
                <a:gd name="connsiteY66" fmla="*/ 189 h 2911"/>
                <a:gd name="connsiteX67" fmla="*/ 2063 w 2092"/>
                <a:gd name="connsiteY67" fmla="*/ 109 h 2911"/>
                <a:gd name="connsiteX68" fmla="*/ 1910 w 2092"/>
                <a:gd name="connsiteY68" fmla="*/ 31 h 2911"/>
                <a:gd name="connsiteX69" fmla="*/ 1740 w 2092"/>
                <a:gd name="connsiteY69" fmla="*/ 18 h 2911"/>
                <a:gd name="connsiteX70" fmla="*/ 1493 w 2092"/>
                <a:gd name="connsiteY70" fmla="*/ 138 h 2911"/>
                <a:gd name="connsiteX71" fmla="*/ 1253 w 2092"/>
                <a:gd name="connsiteY71" fmla="*/ 415 h 2911"/>
                <a:gd name="connsiteX72" fmla="*/ 1169 w 2092"/>
                <a:gd name="connsiteY72" fmla="*/ 539 h 2911"/>
                <a:gd name="connsiteX73" fmla="*/ 1122 w 2092"/>
                <a:gd name="connsiteY73" fmla="*/ 510 h 2911"/>
                <a:gd name="connsiteX74" fmla="*/ 1087 w 2092"/>
                <a:gd name="connsiteY74" fmla="*/ 374 h 2911"/>
                <a:gd name="connsiteX75" fmla="*/ 1019 w 2092"/>
                <a:gd name="connsiteY75" fmla="*/ 366 h 2911"/>
                <a:gd name="connsiteX76" fmla="*/ 993 w 2092"/>
                <a:gd name="connsiteY76" fmla="*/ 444 h 2911"/>
                <a:gd name="connsiteX77" fmla="*/ 953 w 2092"/>
                <a:gd name="connsiteY77" fmla="*/ 550 h 2911"/>
                <a:gd name="connsiteX78" fmla="*/ 844 w 2092"/>
                <a:gd name="connsiteY78" fmla="*/ 433 h 2911"/>
                <a:gd name="connsiteX79" fmla="*/ 756 w 2092"/>
                <a:gd name="connsiteY79" fmla="*/ 326 h 2911"/>
                <a:gd name="connsiteX80" fmla="*/ 605 w 2092"/>
                <a:gd name="connsiteY80" fmla="*/ 167 h 2911"/>
                <a:gd name="connsiteX81" fmla="*/ 377 w 2092"/>
                <a:gd name="connsiteY81" fmla="*/ 60 h 2911"/>
                <a:gd name="connsiteX82" fmla="*/ 184 w 2092"/>
                <a:gd name="connsiteY82" fmla="*/ 69 h 2911"/>
                <a:gd name="connsiteX83" fmla="*/ 38 w 2092"/>
                <a:gd name="connsiteY83" fmla="*/ 162 h 2911"/>
                <a:gd name="connsiteX84" fmla="*/ 4 w 2092"/>
                <a:gd name="connsiteY84" fmla="*/ 215 h 2911"/>
                <a:gd name="connsiteX85" fmla="*/ 13 w 2092"/>
                <a:gd name="connsiteY85" fmla="*/ 248 h 2911"/>
                <a:gd name="connsiteX86" fmla="*/ 61 w 2092"/>
                <a:gd name="connsiteY86" fmla="*/ 246 h 2911"/>
                <a:gd name="connsiteX87" fmla="*/ 144 w 2092"/>
                <a:gd name="connsiteY87" fmla="*/ 173 h 2911"/>
                <a:gd name="connsiteX88" fmla="*/ 256 w 2092"/>
                <a:gd name="connsiteY88" fmla="*/ 127 h 2911"/>
                <a:gd name="connsiteX89" fmla="*/ 434 w 2092"/>
                <a:gd name="connsiteY89" fmla="*/ 149 h 2911"/>
                <a:gd name="connsiteX90" fmla="*/ 572 w 2092"/>
                <a:gd name="connsiteY90" fmla="*/ 237 h 2911"/>
                <a:gd name="connsiteX91" fmla="*/ 659 w 2092"/>
                <a:gd name="connsiteY91" fmla="*/ 333 h 2911"/>
                <a:gd name="connsiteX92" fmla="*/ 748 w 2092"/>
                <a:gd name="connsiteY92" fmla="*/ 442 h 2911"/>
                <a:gd name="connsiteX93" fmla="*/ 835 w 2092"/>
                <a:gd name="connsiteY93" fmla="*/ 586 h 2911"/>
                <a:gd name="connsiteX94" fmla="*/ 881 w 2092"/>
                <a:gd name="connsiteY94" fmla="*/ 704 h 2911"/>
                <a:gd name="connsiteX95" fmla="*/ 877 w 2092"/>
                <a:gd name="connsiteY9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368 w 2092"/>
                <a:gd name="connsiteY52" fmla="*/ 1960 h 2911"/>
                <a:gd name="connsiteX53" fmla="*/ 1366 w 2092"/>
                <a:gd name="connsiteY53" fmla="*/ 1916 h 2911"/>
                <a:gd name="connsiteX54" fmla="*/ 1386 w 2092"/>
                <a:gd name="connsiteY54" fmla="*/ 1814 h 2911"/>
                <a:gd name="connsiteX55" fmla="*/ 1398 w 2092"/>
                <a:gd name="connsiteY55" fmla="*/ 1698 h 2911"/>
                <a:gd name="connsiteX56" fmla="*/ 1382 w 2092"/>
                <a:gd name="connsiteY56" fmla="*/ 1554 h 2911"/>
                <a:gd name="connsiteX57" fmla="*/ 1344 w 2092"/>
                <a:gd name="connsiteY57" fmla="*/ 1367 h 2911"/>
                <a:gd name="connsiteX58" fmla="*/ 1305 w 2092"/>
                <a:gd name="connsiteY58" fmla="*/ 1201 h 2911"/>
                <a:gd name="connsiteX59" fmla="*/ 1243 w 2092"/>
                <a:gd name="connsiteY59" fmla="*/ 965 h 2911"/>
                <a:gd name="connsiteX60" fmla="*/ 1233 w 2092"/>
                <a:gd name="connsiteY60" fmla="*/ 648 h 2911"/>
                <a:gd name="connsiteX61" fmla="*/ 1495 w 2092"/>
                <a:gd name="connsiteY61" fmla="*/ 249 h 2911"/>
                <a:gd name="connsiteX62" fmla="*/ 1735 w 2092"/>
                <a:gd name="connsiteY62" fmla="*/ 104 h 2911"/>
                <a:gd name="connsiteX63" fmla="*/ 1912 w 2092"/>
                <a:gd name="connsiteY63" fmla="*/ 116 h 2911"/>
                <a:gd name="connsiteX64" fmla="*/ 2042 w 2092"/>
                <a:gd name="connsiteY64" fmla="*/ 197 h 2911"/>
                <a:gd name="connsiteX65" fmla="*/ 2086 w 2092"/>
                <a:gd name="connsiteY65" fmla="*/ 189 h 2911"/>
                <a:gd name="connsiteX66" fmla="*/ 2063 w 2092"/>
                <a:gd name="connsiteY66" fmla="*/ 109 h 2911"/>
                <a:gd name="connsiteX67" fmla="*/ 1910 w 2092"/>
                <a:gd name="connsiteY67" fmla="*/ 31 h 2911"/>
                <a:gd name="connsiteX68" fmla="*/ 1740 w 2092"/>
                <a:gd name="connsiteY68" fmla="*/ 18 h 2911"/>
                <a:gd name="connsiteX69" fmla="*/ 1493 w 2092"/>
                <a:gd name="connsiteY69" fmla="*/ 138 h 2911"/>
                <a:gd name="connsiteX70" fmla="*/ 1253 w 2092"/>
                <a:gd name="connsiteY70" fmla="*/ 415 h 2911"/>
                <a:gd name="connsiteX71" fmla="*/ 1169 w 2092"/>
                <a:gd name="connsiteY71" fmla="*/ 539 h 2911"/>
                <a:gd name="connsiteX72" fmla="*/ 1122 w 2092"/>
                <a:gd name="connsiteY72" fmla="*/ 510 h 2911"/>
                <a:gd name="connsiteX73" fmla="*/ 1087 w 2092"/>
                <a:gd name="connsiteY73" fmla="*/ 374 h 2911"/>
                <a:gd name="connsiteX74" fmla="*/ 1019 w 2092"/>
                <a:gd name="connsiteY74" fmla="*/ 366 h 2911"/>
                <a:gd name="connsiteX75" fmla="*/ 993 w 2092"/>
                <a:gd name="connsiteY75" fmla="*/ 444 h 2911"/>
                <a:gd name="connsiteX76" fmla="*/ 953 w 2092"/>
                <a:gd name="connsiteY76" fmla="*/ 550 h 2911"/>
                <a:gd name="connsiteX77" fmla="*/ 844 w 2092"/>
                <a:gd name="connsiteY77" fmla="*/ 433 h 2911"/>
                <a:gd name="connsiteX78" fmla="*/ 756 w 2092"/>
                <a:gd name="connsiteY78" fmla="*/ 326 h 2911"/>
                <a:gd name="connsiteX79" fmla="*/ 605 w 2092"/>
                <a:gd name="connsiteY79" fmla="*/ 167 h 2911"/>
                <a:gd name="connsiteX80" fmla="*/ 377 w 2092"/>
                <a:gd name="connsiteY80" fmla="*/ 60 h 2911"/>
                <a:gd name="connsiteX81" fmla="*/ 184 w 2092"/>
                <a:gd name="connsiteY81" fmla="*/ 69 h 2911"/>
                <a:gd name="connsiteX82" fmla="*/ 38 w 2092"/>
                <a:gd name="connsiteY82" fmla="*/ 162 h 2911"/>
                <a:gd name="connsiteX83" fmla="*/ 4 w 2092"/>
                <a:gd name="connsiteY83" fmla="*/ 215 h 2911"/>
                <a:gd name="connsiteX84" fmla="*/ 13 w 2092"/>
                <a:gd name="connsiteY84" fmla="*/ 248 h 2911"/>
                <a:gd name="connsiteX85" fmla="*/ 61 w 2092"/>
                <a:gd name="connsiteY85" fmla="*/ 246 h 2911"/>
                <a:gd name="connsiteX86" fmla="*/ 144 w 2092"/>
                <a:gd name="connsiteY86" fmla="*/ 173 h 2911"/>
                <a:gd name="connsiteX87" fmla="*/ 256 w 2092"/>
                <a:gd name="connsiteY87" fmla="*/ 127 h 2911"/>
                <a:gd name="connsiteX88" fmla="*/ 434 w 2092"/>
                <a:gd name="connsiteY88" fmla="*/ 149 h 2911"/>
                <a:gd name="connsiteX89" fmla="*/ 572 w 2092"/>
                <a:gd name="connsiteY89" fmla="*/ 237 h 2911"/>
                <a:gd name="connsiteX90" fmla="*/ 659 w 2092"/>
                <a:gd name="connsiteY90" fmla="*/ 333 h 2911"/>
                <a:gd name="connsiteX91" fmla="*/ 748 w 2092"/>
                <a:gd name="connsiteY91" fmla="*/ 442 h 2911"/>
                <a:gd name="connsiteX92" fmla="*/ 835 w 2092"/>
                <a:gd name="connsiteY92" fmla="*/ 586 h 2911"/>
                <a:gd name="connsiteX93" fmla="*/ 881 w 2092"/>
                <a:gd name="connsiteY93" fmla="*/ 704 h 2911"/>
                <a:gd name="connsiteX94" fmla="*/ 877 w 2092"/>
                <a:gd name="connsiteY9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368 w 2092"/>
                <a:gd name="connsiteY51" fmla="*/ 1960 h 2911"/>
                <a:gd name="connsiteX52" fmla="*/ 1366 w 2092"/>
                <a:gd name="connsiteY52" fmla="*/ 1916 h 2911"/>
                <a:gd name="connsiteX53" fmla="*/ 1386 w 2092"/>
                <a:gd name="connsiteY53" fmla="*/ 1814 h 2911"/>
                <a:gd name="connsiteX54" fmla="*/ 1398 w 2092"/>
                <a:gd name="connsiteY54" fmla="*/ 1698 h 2911"/>
                <a:gd name="connsiteX55" fmla="*/ 1382 w 2092"/>
                <a:gd name="connsiteY55" fmla="*/ 1554 h 2911"/>
                <a:gd name="connsiteX56" fmla="*/ 1344 w 2092"/>
                <a:gd name="connsiteY56" fmla="*/ 1367 h 2911"/>
                <a:gd name="connsiteX57" fmla="*/ 1305 w 2092"/>
                <a:gd name="connsiteY57" fmla="*/ 1201 h 2911"/>
                <a:gd name="connsiteX58" fmla="*/ 1243 w 2092"/>
                <a:gd name="connsiteY58" fmla="*/ 965 h 2911"/>
                <a:gd name="connsiteX59" fmla="*/ 1233 w 2092"/>
                <a:gd name="connsiteY59" fmla="*/ 648 h 2911"/>
                <a:gd name="connsiteX60" fmla="*/ 1495 w 2092"/>
                <a:gd name="connsiteY60" fmla="*/ 249 h 2911"/>
                <a:gd name="connsiteX61" fmla="*/ 1735 w 2092"/>
                <a:gd name="connsiteY61" fmla="*/ 104 h 2911"/>
                <a:gd name="connsiteX62" fmla="*/ 1912 w 2092"/>
                <a:gd name="connsiteY62" fmla="*/ 116 h 2911"/>
                <a:gd name="connsiteX63" fmla="*/ 2042 w 2092"/>
                <a:gd name="connsiteY63" fmla="*/ 197 h 2911"/>
                <a:gd name="connsiteX64" fmla="*/ 2086 w 2092"/>
                <a:gd name="connsiteY64" fmla="*/ 189 h 2911"/>
                <a:gd name="connsiteX65" fmla="*/ 2063 w 2092"/>
                <a:gd name="connsiteY65" fmla="*/ 109 h 2911"/>
                <a:gd name="connsiteX66" fmla="*/ 1910 w 2092"/>
                <a:gd name="connsiteY66" fmla="*/ 31 h 2911"/>
                <a:gd name="connsiteX67" fmla="*/ 1740 w 2092"/>
                <a:gd name="connsiteY67" fmla="*/ 18 h 2911"/>
                <a:gd name="connsiteX68" fmla="*/ 1493 w 2092"/>
                <a:gd name="connsiteY68" fmla="*/ 138 h 2911"/>
                <a:gd name="connsiteX69" fmla="*/ 1253 w 2092"/>
                <a:gd name="connsiteY69" fmla="*/ 415 h 2911"/>
                <a:gd name="connsiteX70" fmla="*/ 1169 w 2092"/>
                <a:gd name="connsiteY70" fmla="*/ 539 h 2911"/>
                <a:gd name="connsiteX71" fmla="*/ 1122 w 2092"/>
                <a:gd name="connsiteY71" fmla="*/ 510 h 2911"/>
                <a:gd name="connsiteX72" fmla="*/ 1087 w 2092"/>
                <a:gd name="connsiteY72" fmla="*/ 374 h 2911"/>
                <a:gd name="connsiteX73" fmla="*/ 1019 w 2092"/>
                <a:gd name="connsiteY73" fmla="*/ 366 h 2911"/>
                <a:gd name="connsiteX74" fmla="*/ 993 w 2092"/>
                <a:gd name="connsiteY74" fmla="*/ 444 h 2911"/>
                <a:gd name="connsiteX75" fmla="*/ 953 w 2092"/>
                <a:gd name="connsiteY75" fmla="*/ 550 h 2911"/>
                <a:gd name="connsiteX76" fmla="*/ 844 w 2092"/>
                <a:gd name="connsiteY76" fmla="*/ 433 h 2911"/>
                <a:gd name="connsiteX77" fmla="*/ 756 w 2092"/>
                <a:gd name="connsiteY77" fmla="*/ 326 h 2911"/>
                <a:gd name="connsiteX78" fmla="*/ 605 w 2092"/>
                <a:gd name="connsiteY78" fmla="*/ 167 h 2911"/>
                <a:gd name="connsiteX79" fmla="*/ 377 w 2092"/>
                <a:gd name="connsiteY79" fmla="*/ 60 h 2911"/>
                <a:gd name="connsiteX80" fmla="*/ 184 w 2092"/>
                <a:gd name="connsiteY80" fmla="*/ 69 h 2911"/>
                <a:gd name="connsiteX81" fmla="*/ 38 w 2092"/>
                <a:gd name="connsiteY81" fmla="*/ 162 h 2911"/>
                <a:gd name="connsiteX82" fmla="*/ 4 w 2092"/>
                <a:gd name="connsiteY82" fmla="*/ 215 h 2911"/>
                <a:gd name="connsiteX83" fmla="*/ 13 w 2092"/>
                <a:gd name="connsiteY83" fmla="*/ 248 h 2911"/>
                <a:gd name="connsiteX84" fmla="*/ 61 w 2092"/>
                <a:gd name="connsiteY84" fmla="*/ 246 h 2911"/>
                <a:gd name="connsiteX85" fmla="*/ 144 w 2092"/>
                <a:gd name="connsiteY85" fmla="*/ 173 h 2911"/>
                <a:gd name="connsiteX86" fmla="*/ 256 w 2092"/>
                <a:gd name="connsiteY86" fmla="*/ 127 h 2911"/>
                <a:gd name="connsiteX87" fmla="*/ 434 w 2092"/>
                <a:gd name="connsiteY87" fmla="*/ 149 h 2911"/>
                <a:gd name="connsiteX88" fmla="*/ 572 w 2092"/>
                <a:gd name="connsiteY88" fmla="*/ 237 h 2911"/>
                <a:gd name="connsiteX89" fmla="*/ 659 w 2092"/>
                <a:gd name="connsiteY89" fmla="*/ 333 h 2911"/>
                <a:gd name="connsiteX90" fmla="*/ 748 w 2092"/>
                <a:gd name="connsiteY90" fmla="*/ 442 h 2911"/>
                <a:gd name="connsiteX91" fmla="*/ 835 w 2092"/>
                <a:gd name="connsiteY91" fmla="*/ 586 h 2911"/>
                <a:gd name="connsiteX92" fmla="*/ 881 w 2092"/>
                <a:gd name="connsiteY92" fmla="*/ 704 h 2911"/>
                <a:gd name="connsiteX93" fmla="*/ 877 w 2092"/>
                <a:gd name="connsiteY9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368 w 2092"/>
                <a:gd name="connsiteY50" fmla="*/ 1960 h 2911"/>
                <a:gd name="connsiteX51" fmla="*/ 1366 w 2092"/>
                <a:gd name="connsiteY51" fmla="*/ 1916 h 2911"/>
                <a:gd name="connsiteX52" fmla="*/ 1386 w 2092"/>
                <a:gd name="connsiteY52" fmla="*/ 1814 h 2911"/>
                <a:gd name="connsiteX53" fmla="*/ 1398 w 2092"/>
                <a:gd name="connsiteY53" fmla="*/ 1698 h 2911"/>
                <a:gd name="connsiteX54" fmla="*/ 1382 w 2092"/>
                <a:gd name="connsiteY54" fmla="*/ 1554 h 2911"/>
                <a:gd name="connsiteX55" fmla="*/ 1344 w 2092"/>
                <a:gd name="connsiteY55" fmla="*/ 1367 h 2911"/>
                <a:gd name="connsiteX56" fmla="*/ 1305 w 2092"/>
                <a:gd name="connsiteY56" fmla="*/ 1201 h 2911"/>
                <a:gd name="connsiteX57" fmla="*/ 1243 w 2092"/>
                <a:gd name="connsiteY57" fmla="*/ 965 h 2911"/>
                <a:gd name="connsiteX58" fmla="*/ 1233 w 2092"/>
                <a:gd name="connsiteY58" fmla="*/ 648 h 2911"/>
                <a:gd name="connsiteX59" fmla="*/ 1495 w 2092"/>
                <a:gd name="connsiteY59" fmla="*/ 249 h 2911"/>
                <a:gd name="connsiteX60" fmla="*/ 1735 w 2092"/>
                <a:gd name="connsiteY60" fmla="*/ 104 h 2911"/>
                <a:gd name="connsiteX61" fmla="*/ 1912 w 2092"/>
                <a:gd name="connsiteY61" fmla="*/ 116 h 2911"/>
                <a:gd name="connsiteX62" fmla="*/ 2042 w 2092"/>
                <a:gd name="connsiteY62" fmla="*/ 197 h 2911"/>
                <a:gd name="connsiteX63" fmla="*/ 2086 w 2092"/>
                <a:gd name="connsiteY63" fmla="*/ 189 h 2911"/>
                <a:gd name="connsiteX64" fmla="*/ 2063 w 2092"/>
                <a:gd name="connsiteY64" fmla="*/ 109 h 2911"/>
                <a:gd name="connsiteX65" fmla="*/ 1910 w 2092"/>
                <a:gd name="connsiteY65" fmla="*/ 31 h 2911"/>
                <a:gd name="connsiteX66" fmla="*/ 1740 w 2092"/>
                <a:gd name="connsiteY66" fmla="*/ 18 h 2911"/>
                <a:gd name="connsiteX67" fmla="*/ 1493 w 2092"/>
                <a:gd name="connsiteY67" fmla="*/ 138 h 2911"/>
                <a:gd name="connsiteX68" fmla="*/ 1253 w 2092"/>
                <a:gd name="connsiteY68" fmla="*/ 415 h 2911"/>
                <a:gd name="connsiteX69" fmla="*/ 1169 w 2092"/>
                <a:gd name="connsiteY69" fmla="*/ 539 h 2911"/>
                <a:gd name="connsiteX70" fmla="*/ 1122 w 2092"/>
                <a:gd name="connsiteY70" fmla="*/ 510 h 2911"/>
                <a:gd name="connsiteX71" fmla="*/ 1087 w 2092"/>
                <a:gd name="connsiteY71" fmla="*/ 374 h 2911"/>
                <a:gd name="connsiteX72" fmla="*/ 1019 w 2092"/>
                <a:gd name="connsiteY72" fmla="*/ 366 h 2911"/>
                <a:gd name="connsiteX73" fmla="*/ 993 w 2092"/>
                <a:gd name="connsiteY73" fmla="*/ 444 h 2911"/>
                <a:gd name="connsiteX74" fmla="*/ 953 w 2092"/>
                <a:gd name="connsiteY74" fmla="*/ 550 h 2911"/>
                <a:gd name="connsiteX75" fmla="*/ 844 w 2092"/>
                <a:gd name="connsiteY75" fmla="*/ 433 h 2911"/>
                <a:gd name="connsiteX76" fmla="*/ 756 w 2092"/>
                <a:gd name="connsiteY76" fmla="*/ 326 h 2911"/>
                <a:gd name="connsiteX77" fmla="*/ 605 w 2092"/>
                <a:gd name="connsiteY77" fmla="*/ 167 h 2911"/>
                <a:gd name="connsiteX78" fmla="*/ 377 w 2092"/>
                <a:gd name="connsiteY78" fmla="*/ 60 h 2911"/>
                <a:gd name="connsiteX79" fmla="*/ 184 w 2092"/>
                <a:gd name="connsiteY79" fmla="*/ 69 h 2911"/>
                <a:gd name="connsiteX80" fmla="*/ 38 w 2092"/>
                <a:gd name="connsiteY80" fmla="*/ 162 h 2911"/>
                <a:gd name="connsiteX81" fmla="*/ 4 w 2092"/>
                <a:gd name="connsiteY81" fmla="*/ 215 h 2911"/>
                <a:gd name="connsiteX82" fmla="*/ 13 w 2092"/>
                <a:gd name="connsiteY82" fmla="*/ 248 h 2911"/>
                <a:gd name="connsiteX83" fmla="*/ 61 w 2092"/>
                <a:gd name="connsiteY83" fmla="*/ 246 h 2911"/>
                <a:gd name="connsiteX84" fmla="*/ 144 w 2092"/>
                <a:gd name="connsiteY84" fmla="*/ 173 h 2911"/>
                <a:gd name="connsiteX85" fmla="*/ 256 w 2092"/>
                <a:gd name="connsiteY85" fmla="*/ 127 h 2911"/>
                <a:gd name="connsiteX86" fmla="*/ 434 w 2092"/>
                <a:gd name="connsiteY86" fmla="*/ 149 h 2911"/>
                <a:gd name="connsiteX87" fmla="*/ 572 w 2092"/>
                <a:gd name="connsiteY87" fmla="*/ 237 h 2911"/>
                <a:gd name="connsiteX88" fmla="*/ 659 w 2092"/>
                <a:gd name="connsiteY88" fmla="*/ 333 h 2911"/>
                <a:gd name="connsiteX89" fmla="*/ 748 w 2092"/>
                <a:gd name="connsiteY89" fmla="*/ 442 h 2911"/>
                <a:gd name="connsiteX90" fmla="*/ 835 w 2092"/>
                <a:gd name="connsiteY90" fmla="*/ 586 h 2911"/>
                <a:gd name="connsiteX91" fmla="*/ 881 w 2092"/>
                <a:gd name="connsiteY91" fmla="*/ 704 h 2911"/>
                <a:gd name="connsiteX92" fmla="*/ 877 w 2092"/>
                <a:gd name="connsiteY9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368 w 2092"/>
                <a:gd name="connsiteY49" fmla="*/ 1960 h 2911"/>
                <a:gd name="connsiteX50" fmla="*/ 1366 w 2092"/>
                <a:gd name="connsiteY50" fmla="*/ 1916 h 2911"/>
                <a:gd name="connsiteX51" fmla="*/ 1386 w 2092"/>
                <a:gd name="connsiteY51" fmla="*/ 1814 h 2911"/>
                <a:gd name="connsiteX52" fmla="*/ 1398 w 2092"/>
                <a:gd name="connsiteY52" fmla="*/ 1698 h 2911"/>
                <a:gd name="connsiteX53" fmla="*/ 1382 w 2092"/>
                <a:gd name="connsiteY53" fmla="*/ 1554 h 2911"/>
                <a:gd name="connsiteX54" fmla="*/ 1344 w 2092"/>
                <a:gd name="connsiteY54" fmla="*/ 1367 h 2911"/>
                <a:gd name="connsiteX55" fmla="*/ 1305 w 2092"/>
                <a:gd name="connsiteY55" fmla="*/ 1201 h 2911"/>
                <a:gd name="connsiteX56" fmla="*/ 1243 w 2092"/>
                <a:gd name="connsiteY56" fmla="*/ 965 h 2911"/>
                <a:gd name="connsiteX57" fmla="*/ 1233 w 2092"/>
                <a:gd name="connsiteY57" fmla="*/ 648 h 2911"/>
                <a:gd name="connsiteX58" fmla="*/ 1495 w 2092"/>
                <a:gd name="connsiteY58" fmla="*/ 249 h 2911"/>
                <a:gd name="connsiteX59" fmla="*/ 1735 w 2092"/>
                <a:gd name="connsiteY59" fmla="*/ 104 h 2911"/>
                <a:gd name="connsiteX60" fmla="*/ 1912 w 2092"/>
                <a:gd name="connsiteY60" fmla="*/ 116 h 2911"/>
                <a:gd name="connsiteX61" fmla="*/ 2042 w 2092"/>
                <a:gd name="connsiteY61" fmla="*/ 197 h 2911"/>
                <a:gd name="connsiteX62" fmla="*/ 2086 w 2092"/>
                <a:gd name="connsiteY62" fmla="*/ 189 h 2911"/>
                <a:gd name="connsiteX63" fmla="*/ 2063 w 2092"/>
                <a:gd name="connsiteY63" fmla="*/ 109 h 2911"/>
                <a:gd name="connsiteX64" fmla="*/ 1910 w 2092"/>
                <a:gd name="connsiteY64" fmla="*/ 31 h 2911"/>
                <a:gd name="connsiteX65" fmla="*/ 1740 w 2092"/>
                <a:gd name="connsiteY65" fmla="*/ 18 h 2911"/>
                <a:gd name="connsiteX66" fmla="*/ 1493 w 2092"/>
                <a:gd name="connsiteY66" fmla="*/ 138 h 2911"/>
                <a:gd name="connsiteX67" fmla="*/ 1253 w 2092"/>
                <a:gd name="connsiteY67" fmla="*/ 415 h 2911"/>
                <a:gd name="connsiteX68" fmla="*/ 1169 w 2092"/>
                <a:gd name="connsiteY68" fmla="*/ 539 h 2911"/>
                <a:gd name="connsiteX69" fmla="*/ 1122 w 2092"/>
                <a:gd name="connsiteY69" fmla="*/ 510 h 2911"/>
                <a:gd name="connsiteX70" fmla="*/ 1087 w 2092"/>
                <a:gd name="connsiteY70" fmla="*/ 374 h 2911"/>
                <a:gd name="connsiteX71" fmla="*/ 1019 w 2092"/>
                <a:gd name="connsiteY71" fmla="*/ 366 h 2911"/>
                <a:gd name="connsiteX72" fmla="*/ 993 w 2092"/>
                <a:gd name="connsiteY72" fmla="*/ 444 h 2911"/>
                <a:gd name="connsiteX73" fmla="*/ 953 w 2092"/>
                <a:gd name="connsiteY73" fmla="*/ 550 h 2911"/>
                <a:gd name="connsiteX74" fmla="*/ 844 w 2092"/>
                <a:gd name="connsiteY74" fmla="*/ 433 h 2911"/>
                <a:gd name="connsiteX75" fmla="*/ 756 w 2092"/>
                <a:gd name="connsiteY75" fmla="*/ 326 h 2911"/>
                <a:gd name="connsiteX76" fmla="*/ 605 w 2092"/>
                <a:gd name="connsiteY76" fmla="*/ 167 h 2911"/>
                <a:gd name="connsiteX77" fmla="*/ 377 w 2092"/>
                <a:gd name="connsiteY77" fmla="*/ 60 h 2911"/>
                <a:gd name="connsiteX78" fmla="*/ 184 w 2092"/>
                <a:gd name="connsiteY78" fmla="*/ 69 h 2911"/>
                <a:gd name="connsiteX79" fmla="*/ 38 w 2092"/>
                <a:gd name="connsiteY79" fmla="*/ 162 h 2911"/>
                <a:gd name="connsiteX80" fmla="*/ 4 w 2092"/>
                <a:gd name="connsiteY80" fmla="*/ 215 h 2911"/>
                <a:gd name="connsiteX81" fmla="*/ 13 w 2092"/>
                <a:gd name="connsiteY81" fmla="*/ 248 h 2911"/>
                <a:gd name="connsiteX82" fmla="*/ 61 w 2092"/>
                <a:gd name="connsiteY82" fmla="*/ 246 h 2911"/>
                <a:gd name="connsiteX83" fmla="*/ 144 w 2092"/>
                <a:gd name="connsiteY83" fmla="*/ 173 h 2911"/>
                <a:gd name="connsiteX84" fmla="*/ 256 w 2092"/>
                <a:gd name="connsiteY84" fmla="*/ 127 h 2911"/>
                <a:gd name="connsiteX85" fmla="*/ 434 w 2092"/>
                <a:gd name="connsiteY85" fmla="*/ 149 h 2911"/>
                <a:gd name="connsiteX86" fmla="*/ 572 w 2092"/>
                <a:gd name="connsiteY86" fmla="*/ 237 h 2911"/>
                <a:gd name="connsiteX87" fmla="*/ 659 w 2092"/>
                <a:gd name="connsiteY87" fmla="*/ 333 h 2911"/>
                <a:gd name="connsiteX88" fmla="*/ 748 w 2092"/>
                <a:gd name="connsiteY88" fmla="*/ 442 h 2911"/>
                <a:gd name="connsiteX89" fmla="*/ 835 w 2092"/>
                <a:gd name="connsiteY89" fmla="*/ 586 h 2911"/>
                <a:gd name="connsiteX90" fmla="*/ 881 w 2092"/>
                <a:gd name="connsiteY90" fmla="*/ 704 h 2911"/>
                <a:gd name="connsiteX91" fmla="*/ 877 w 2092"/>
                <a:gd name="connsiteY9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368 w 2092"/>
                <a:gd name="connsiteY48" fmla="*/ 1960 h 2911"/>
                <a:gd name="connsiteX49" fmla="*/ 1366 w 2092"/>
                <a:gd name="connsiteY49" fmla="*/ 1916 h 2911"/>
                <a:gd name="connsiteX50" fmla="*/ 1386 w 2092"/>
                <a:gd name="connsiteY50" fmla="*/ 1814 h 2911"/>
                <a:gd name="connsiteX51" fmla="*/ 1398 w 2092"/>
                <a:gd name="connsiteY51" fmla="*/ 1698 h 2911"/>
                <a:gd name="connsiteX52" fmla="*/ 1382 w 2092"/>
                <a:gd name="connsiteY52" fmla="*/ 1554 h 2911"/>
                <a:gd name="connsiteX53" fmla="*/ 1344 w 2092"/>
                <a:gd name="connsiteY53" fmla="*/ 1367 h 2911"/>
                <a:gd name="connsiteX54" fmla="*/ 1305 w 2092"/>
                <a:gd name="connsiteY54" fmla="*/ 1201 h 2911"/>
                <a:gd name="connsiteX55" fmla="*/ 1243 w 2092"/>
                <a:gd name="connsiteY55" fmla="*/ 965 h 2911"/>
                <a:gd name="connsiteX56" fmla="*/ 1233 w 2092"/>
                <a:gd name="connsiteY56" fmla="*/ 648 h 2911"/>
                <a:gd name="connsiteX57" fmla="*/ 1495 w 2092"/>
                <a:gd name="connsiteY57" fmla="*/ 249 h 2911"/>
                <a:gd name="connsiteX58" fmla="*/ 1735 w 2092"/>
                <a:gd name="connsiteY58" fmla="*/ 104 h 2911"/>
                <a:gd name="connsiteX59" fmla="*/ 1912 w 2092"/>
                <a:gd name="connsiteY59" fmla="*/ 116 h 2911"/>
                <a:gd name="connsiteX60" fmla="*/ 2042 w 2092"/>
                <a:gd name="connsiteY60" fmla="*/ 197 h 2911"/>
                <a:gd name="connsiteX61" fmla="*/ 2086 w 2092"/>
                <a:gd name="connsiteY61" fmla="*/ 189 h 2911"/>
                <a:gd name="connsiteX62" fmla="*/ 2063 w 2092"/>
                <a:gd name="connsiteY62" fmla="*/ 109 h 2911"/>
                <a:gd name="connsiteX63" fmla="*/ 1910 w 2092"/>
                <a:gd name="connsiteY63" fmla="*/ 31 h 2911"/>
                <a:gd name="connsiteX64" fmla="*/ 1740 w 2092"/>
                <a:gd name="connsiteY64" fmla="*/ 18 h 2911"/>
                <a:gd name="connsiteX65" fmla="*/ 1493 w 2092"/>
                <a:gd name="connsiteY65" fmla="*/ 138 h 2911"/>
                <a:gd name="connsiteX66" fmla="*/ 1253 w 2092"/>
                <a:gd name="connsiteY66" fmla="*/ 415 h 2911"/>
                <a:gd name="connsiteX67" fmla="*/ 1169 w 2092"/>
                <a:gd name="connsiteY67" fmla="*/ 539 h 2911"/>
                <a:gd name="connsiteX68" fmla="*/ 1122 w 2092"/>
                <a:gd name="connsiteY68" fmla="*/ 510 h 2911"/>
                <a:gd name="connsiteX69" fmla="*/ 1087 w 2092"/>
                <a:gd name="connsiteY69" fmla="*/ 374 h 2911"/>
                <a:gd name="connsiteX70" fmla="*/ 1019 w 2092"/>
                <a:gd name="connsiteY70" fmla="*/ 366 h 2911"/>
                <a:gd name="connsiteX71" fmla="*/ 993 w 2092"/>
                <a:gd name="connsiteY71" fmla="*/ 444 h 2911"/>
                <a:gd name="connsiteX72" fmla="*/ 953 w 2092"/>
                <a:gd name="connsiteY72" fmla="*/ 550 h 2911"/>
                <a:gd name="connsiteX73" fmla="*/ 844 w 2092"/>
                <a:gd name="connsiteY73" fmla="*/ 433 h 2911"/>
                <a:gd name="connsiteX74" fmla="*/ 756 w 2092"/>
                <a:gd name="connsiteY74" fmla="*/ 326 h 2911"/>
                <a:gd name="connsiteX75" fmla="*/ 605 w 2092"/>
                <a:gd name="connsiteY75" fmla="*/ 167 h 2911"/>
                <a:gd name="connsiteX76" fmla="*/ 377 w 2092"/>
                <a:gd name="connsiteY76" fmla="*/ 60 h 2911"/>
                <a:gd name="connsiteX77" fmla="*/ 184 w 2092"/>
                <a:gd name="connsiteY77" fmla="*/ 69 h 2911"/>
                <a:gd name="connsiteX78" fmla="*/ 38 w 2092"/>
                <a:gd name="connsiteY78" fmla="*/ 162 h 2911"/>
                <a:gd name="connsiteX79" fmla="*/ 4 w 2092"/>
                <a:gd name="connsiteY79" fmla="*/ 215 h 2911"/>
                <a:gd name="connsiteX80" fmla="*/ 13 w 2092"/>
                <a:gd name="connsiteY80" fmla="*/ 248 h 2911"/>
                <a:gd name="connsiteX81" fmla="*/ 61 w 2092"/>
                <a:gd name="connsiteY81" fmla="*/ 246 h 2911"/>
                <a:gd name="connsiteX82" fmla="*/ 144 w 2092"/>
                <a:gd name="connsiteY82" fmla="*/ 173 h 2911"/>
                <a:gd name="connsiteX83" fmla="*/ 256 w 2092"/>
                <a:gd name="connsiteY83" fmla="*/ 127 h 2911"/>
                <a:gd name="connsiteX84" fmla="*/ 434 w 2092"/>
                <a:gd name="connsiteY84" fmla="*/ 149 h 2911"/>
                <a:gd name="connsiteX85" fmla="*/ 572 w 2092"/>
                <a:gd name="connsiteY85" fmla="*/ 237 h 2911"/>
                <a:gd name="connsiteX86" fmla="*/ 659 w 2092"/>
                <a:gd name="connsiteY86" fmla="*/ 333 h 2911"/>
                <a:gd name="connsiteX87" fmla="*/ 748 w 2092"/>
                <a:gd name="connsiteY87" fmla="*/ 442 h 2911"/>
                <a:gd name="connsiteX88" fmla="*/ 835 w 2092"/>
                <a:gd name="connsiteY88" fmla="*/ 586 h 2911"/>
                <a:gd name="connsiteX89" fmla="*/ 881 w 2092"/>
                <a:gd name="connsiteY89" fmla="*/ 704 h 2911"/>
                <a:gd name="connsiteX90" fmla="*/ 877 w 2092"/>
                <a:gd name="connsiteY9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368 w 2092"/>
                <a:gd name="connsiteY47" fmla="*/ 1960 h 2911"/>
                <a:gd name="connsiteX48" fmla="*/ 1366 w 2092"/>
                <a:gd name="connsiteY48" fmla="*/ 1916 h 2911"/>
                <a:gd name="connsiteX49" fmla="*/ 1386 w 2092"/>
                <a:gd name="connsiteY49" fmla="*/ 1814 h 2911"/>
                <a:gd name="connsiteX50" fmla="*/ 1398 w 2092"/>
                <a:gd name="connsiteY50" fmla="*/ 1698 h 2911"/>
                <a:gd name="connsiteX51" fmla="*/ 1382 w 2092"/>
                <a:gd name="connsiteY51" fmla="*/ 1554 h 2911"/>
                <a:gd name="connsiteX52" fmla="*/ 1344 w 2092"/>
                <a:gd name="connsiteY52" fmla="*/ 1367 h 2911"/>
                <a:gd name="connsiteX53" fmla="*/ 1305 w 2092"/>
                <a:gd name="connsiteY53" fmla="*/ 1201 h 2911"/>
                <a:gd name="connsiteX54" fmla="*/ 1243 w 2092"/>
                <a:gd name="connsiteY54" fmla="*/ 965 h 2911"/>
                <a:gd name="connsiteX55" fmla="*/ 1233 w 2092"/>
                <a:gd name="connsiteY55" fmla="*/ 648 h 2911"/>
                <a:gd name="connsiteX56" fmla="*/ 1495 w 2092"/>
                <a:gd name="connsiteY56" fmla="*/ 249 h 2911"/>
                <a:gd name="connsiteX57" fmla="*/ 1735 w 2092"/>
                <a:gd name="connsiteY57" fmla="*/ 104 h 2911"/>
                <a:gd name="connsiteX58" fmla="*/ 1912 w 2092"/>
                <a:gd name="connsiteY58" fmla="*/ 116 h 2911"/>
                <a:gd name="connsiteX59" fmla="*/ 2042 w 2092"/>
                <a:gd name="connsiteY59" fmla="*/ 197 h 2911"/>
                <a:gd name="connsiteX60" fmla="*/ 2086 w 2092"/>
                <a:gd name="connsiteY60" fmla="*/ 189 h 2911"/>
                <a:gd name="connsiteX61" fmla="*/ 2063 w 2092"/>
                <a:gd name="connsiteY61" fmla="*/ 109 h 2911"/>
                <a:gd name="connsiteX62" fmla="*/ 1910 w 2092"/>
                <a:gd name="connsiteY62" fmla="*/ 31 h 2911"/>
                <a:gd name="connsiteX63" fmla="*/ 1740 w 2092"/>
                <a:gd name="connsiteY63" fmla="*/ 18 h 2911"/>
                <a:gd name="connsiteX64" fmla="*/ 1493 w 2092"/>
                <a:gd name="connsiteY64" fmla="*/ 138 h 2911"/>
                <a:gd name="connsiteX65" fmla="*/ 1253 w 2092"/>
                <a:gd name="connsiteY65" fmla="*/ 415 h 2911"/>
                <a:gd name="connsiteX66" fmla="*/ 1169 w 2092"/>
                <a:gd name="connsiteY66" fmla="*/ 539 h 2911"/>
                <a:gd name="connsiteX67" fmla="*/ 1122 w 2092"/>
                <a:gd name="connsiteY67" fmla="*/ 510 h 2911"/>
                <a:gd name="connsiteX68" fmla="*/ 1087 w 2092"/>
                <a:gd name="connsiteY68" fmla="*/ 374 h 2911"/>
                <a:gd name="connsiteX69" fmla="*/ 1019 w 2092"/>
                <a:gd name="connsiteY69" fmla="*/ 366 h 2911"/>
                <a:gd name="connsiteX70" fmla="*/ 993 w 2092"/>
                <a:gd name="connsiteY70" fmla="*/ 444 h 2911"/>
                <a:gd name="connsiteX71" fmla="*/ 953 w 2092"/>
                <a:gd name="connsiteY71" fmla="*/ 550 h 2911"/>
                <a:gd name="connsiteX72" fmla="*/ 844 w 2092"/>
                <a:gd name="connsiteY72" fmla="*/ 433 h 2911"/>
                <a:gd name="connsiteX73" fmla="*/ 756 w 2092"/>
                <a:gd name="connsiteY73" fmla="*/ 326 h 2911"/>
                <a:gd name="connsiteX74" fmla="*/ 605 w 2092"/>
                <a:gd name="connsiteY74" fmla="*/ 167 h 2911"/>
                <a:gd name="connsiteX75" fmla="*/ 377 w 2092"/>
                <a:gd name="connsiteY75" fmla="*/ 60 h 2911"/>
                <a:gd name="connsiteX76" fmla="*/ 184 w 2092"/>
                <a:gd name="connsiteY76" fmla="*/ 69 h 2911"/>
                <a:gd name="connsiteX77" fmla="*/ 38 w 2092"/>
                <a:gd name="connsiteY77" fmla="*/ 162 h 2911"/>
                <a:gd name="connsiteX78" fmla="*/ 4 w 2092"/>
                <a:gd name="connsiteY78" fmla="*/ 215 h 2911"/>
                <a:gd name="connsiteX79" fmla="*/ 13 w 2092"/>
                <a:gd name="connsiteY79" fmla="*/ 248 h 2911"/>
                <a:gd name="connsiteX80" fmla="*/ 61 w 2092"/>
                <a:gd name="connsiteY80" fmla="*/ 246 h 2911"/>
                <a:gd name="connsiteX81" fmla="*/ 144 w 2092"/>
                <a:gd name="connsiteY81" fmla="*/ 173 h 2911"/>
                <a:gd name="connsiteX82" fmla="*/ 256 w 2092"/>
                <a:gd name="connsiteY82" fmla="*/ 127 h 2911"/>
                <a:gd name="connsiteX83" fmla="*/ 434 w 2092"/>
                <a:gd name="connsiteY83" fmla="*/ 149 h 2911"/>
                <a:gd name="connsiteX84" fmla="*/ 572 w 2092"/>
                <a:gd name="connsiteY84" fmla="*/ 237 h 2911"/>
                <a:gd name="connsiteX85" fmla="*/ 659 w 2092"/>
                <a:gd name="connsiteY85" fmla="*/ 333 h 2911"/>
                <a:gd name="connsiteX86" fmla="*/ 748 w 2092"/>
                <a:gd name="connsiteY86" fmla="*/ 442 h 2911"/>
                <a:gd name="connsiteX87" fmla="*/ 835 w 2092"/>
                <a:gd name="connsiteY87" fmla="*/ 586 h 2911"/>
                <a:gd name="connsiteX88" fmla="*/ 881 w 2092"/>
                <a:gd name="connsiteY88" fmla="*/ 704 h 2911"/>
                <a:gd name="connsiteX89" fmla="*/ 877 w 2092"/>
                <a:gd name="connsiteY8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368 w 2092"/>
                <a:gd name="connsiteY46" fmla="*/ 1960 h 2911"/>
                <a:gd name="connsiteX47" fmla="*/ 1366 w 2092"/>
                <a:gd name="connsiteY47" fmla="*/ 1916 h 2911"/>
                <a:gd name="connsiteX48" fmla="*/ 1386 w 2092"/>
                <a:gd name="connsiteY48" fmla="*/ 1814 h 2911"/>
                <a:gd name="connsiteX49" fmla="*/ 1398 w 2092"/>
                <a:gd name="connsiteY49" fmla="*/ 1698 h 2911"/>
                <a:gd name="connsiteX50" fmla="*/ 1382 w 2092"/>
                <a:gd name="connsiteY50" fmla="*/ 1554 h 2911"/>
                <a:gd name="connsiteX51" fmla="*/ 1344 w 2092"/>
                <a:gd name="connsiteY51" fmla="*/ 1367 h 2911"/>
                <a:gd name="connsiteX52" fmla="*/ 1305 w 2092"/>
                <a:gd name="connsiteY52" fmla="*/ 1201 h 2911"/>
                <a:gd name="connsiteX53" fmla="*/ 1243 w 2092"/>
                <a:gd name="connsiteY53" fmla="*/ 965 h 2911"/>
                <a:gd name="connsiteX54" fmla="*/ 1233 w 2092"/>
                <a:gd name="connsiteY54" fmla="*/ 648 h 2911"/>
                <a:gd name="connsiteX55" fmla="*/ 1495 w 2092"/>
                <a:gd name="connsiteY55" fmla="*/ 249 h 2911"/>
                <a:gd name="connsiteX56" fmla="*/ 1735 w 2092"/>
                <a:gd name="connsiteY56" fmla="*/ 104 h 2911"/>
                <a:gd name="connsiteX57" fmla="*/ 1912 w 2092"/>
                <a:gd name="connsiteY57" fmla="*/ 116 h 2911"/>
                <a:gd name="connsiteX58" fmla="*/ 2042 w 2092"/>
                <a:gd name="connsiteY58" fmla="*/ 197 h 2911"/>
                <a:gd name="connsiteX59" fmla="*/ 2086 w 2092"/>
                <a:gd name="connsiteY59" fmla="*/ 189 h 2911"/>
                <a:gd name="connsiteX60" fmla="*/ 2063 w 2092"/>
                <a:gd name="connsiteY60" fmla="*/ 109 h 2911"/>
                <a:gd name="connsiteX61" fmla="*/ 1910 w 2092"/>
                <a:gd name="connsiteY61" fmla="*/ 31 h 2911"/>
                <a:gd name="connsiteX62" fmla="*/ 1740 w 2092"/>
                <a:gd name="connsiteY62" fmla="*/ 18 h 2911"/>
                <a:gd name="connsiteX63" fmla="*/ 1493 w 2092"/>
                <a:gd name="connsiteY63" fmla="*/ 138 h 2911"/>
                <a:gd name="connsiteX64" fmla="*/ 1253 w 2092"/>
                <a:gd name="connsiteY64" fmla="*/ 415 h 2911"/>
                <a:gd name="connsiteX65" fmla="*/ 1169 w 2092"/>
                <a:gd name="connsiteY65" fmla="*/ 539 h 2911"/>
                <a:gd name="connsiteX66" fmla="*/ 1122 w 2092"/>
                <a:gd name="connsiteY66" fmla="*/ 510 h 2911"/>
                <a:gd name="connsiteX67" fmla="*/ 1087 w 2092"/>
                <a:gd name="connsiteY67" fmla="*/ 374 h 2911"/>
                <a:gd name="connsiteX68" fmla="*/ 1019 w 2092"/>
                <a:gd name="connsiteY68" fmla="*/ 366 h 2911"/>
                <a:gd name="connsiteX69" fmla="*/ 993 w 2092"/>
                <a:gd name="connsiteY69" fmla="*/ 444 h 2911"/>
                <a:gd name="connsiteX70" fmla="*/ 953 w 2092"/>
                <a:gd name="connsiteY70" fmla="*/ 550 h 2911"/>
                <a:gd name="connsiteX71" fmla="*/ 844 w 2092"/>
                <a:gd name="connsiteY71" fmla="*/ 433 h 2911"/>
                <a:gd name="connsiteX72" fmla="*/ 756 w 2092"/>
                <a:gd name="connsiteY72" fmla="*/ 326 h 2911"/>
                <a:gd name="connsiteX73" fmla="*/ 605 w 2092"/>
                <a:gd name="connsiteY73" fmla="*/ 167 h 2911"/>
                <a:gd name="connsiteX74" fmla="*/ 377 w 2092"/>
                <a:gd name="connsiteY74" fmla="*/ 60 h 2911"/>
                <a:gd name="connsiteX75" fmla="*/ 184 w 2092"/>
                <a:gd name="connsiteY75" fmla="*/ 69 h 2911"/>
                <a:gd name="connsiteX76" fmla="*/ 38 w 2092"/>
                <a:gd name="connsiteY76" fmla="*/ 162 h 2911"/>
                <a:gd name="connsiteX77" fmla="*/ 4 w 2092"/>
                <a:gd name="connsiteY77" fmla="*/ 215 h 2911"/>
                <a:gd name="connsiteX78" fmla="*/ 13 w 2092"/>
                <a:gd name="connsiteY78" fmla="*/ 248 h 2911"/>
                <a:gd name="connsiteX79" fmla="*/ 61 w 2092"/>
                <a:gd name="connsiteY79" fmla="*/ 246 h 2911"/>
                <a:gd name="connsiteX80" fmla="*/ 144 w 2092"/>
                <a:gd name="connsiteY80" fmla="*/ 173 h 2911"/>
                <a:gd name="connsiteX81" fmla="*/ 256 w 2092"/>
                <a:gd name="connsiteY81" fmla="*/ 127 h 2911"/>
                <a:gd name="connsiteX82" fmla="*/ 434 w 2092"/>
                <a:gd name="connsiteY82" fmla="*/ 149 h 2911"/>
                <a:gd name="connsiteX83" fmla="*/ 572 w 2092"/>
                <a:gd name="connsiteY83" fmla="*/ 237 h 2911"/>
                <a:gd name="connsiteX84" fmla="*/ 659 w 2092"/>
                <a:gd name="connsiteY84" fmla="*/ 333 h 2911"/>
                <a:gd name="connsiteX85" fmla="*/ 748 w 2092"/>
                <a:gd name="connsiteY85" fmla="*/ 442 h 2911"/>
                <a:gd name="connsiteX86" fmla="*/ 835 w 2092"/>
                <a:gd name="connsiteY86" fmla="*/ 586 h 2911"/>
                <a:gd name="connsiteX87" fmla="*/ 881 w 2092"/>
                <a:gd name="connsiteY87" fmla="*/ 704 h 2911"/>
                <a:gd name="connsiteX88" fmla="*/ 877 w 2092"/>
                <a:gd name="connsiteY88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368 w 2092"/>
                <a:gd name="connsiteY45" fmla="*/ 1960 h 2911"/>
                <a:gd name="connsiteX46" fmla="*/ 1366 w 2092"/>
                <a:gd name="connsiteY46" fmla="*/ 1916 h 2911"/>
                <a:gd name="connsiteX47" fmla="*/ 1386 w 2092"/>
                <a:gd name="connsiteY47" fmla="*/ 1814 h 2911"/>
                <a:gd name="connsiteX48" fmla="*/ 1398 w 2092"/>
                <a:gd name="connsiteY48" fmla="*/ 1698 h 2911"/>
                <a:gd name="connsiteX49" fmla="*/ 1382 w 2092"/>
                <a:gd name="connsiteY49" fmla="*/ 1554 h 2911"/>
                <a:gd name="connsiteX50" fmla="*/ 1344 w 2092"/>
                <a:gd name="connsiteY50" fmla="*/ 1367 h 2911"/>
                <a:gd name="connsiteX51" fmla="*/ 1305 w 2092"/>
                <a:gd name="connsiteY51" fmla="*/ 1201 h 2911"/>
                <a:gd name="connsiteX52" fmla="*/ 1243 w 2092"/>
                <a:gd name="connsiteY52" fmla="*/ 965 h 2911"/>
                <a:gd name="connsiteX53" fmla="*/ 1233 w 2092"/>
                <a:gd name="connsiteY53" fmla="*/ 648 h 2911"/>
                <a:gd name="connsiteX54" fmla="*/ 1495 w 2092"/>
                <a:gd name="connsiteY54" fmla="*/ 249 h 2911"/>
                <a:gd name="connsiteX55" fmla="*/ 1735 w 2092"/>
                <a:gd name="connsiteY55" fmla="*/ 104 h 2911"/>
                <a:gd name="connsiteX56" fmla="*/ 1912 w 2092"/>
                <a:gd name="connsiteY56" fmla="*/ 116 h 2911"/>
                <a:gd name="connsiteX57" fmla="*/ 2042 w 2092"/>
                <a:gd name="connsiteY57" fmla="*/ 197 h 2911"/>
                <a:gd name="connsiteX58" fmla="*/ 2086 w 2092"/>
                <a:gd name="connsiteY58" fmla="*/ 189 h 2911"/>
                <a:gd name="connsiteX59" fmla="*/ 2063 w 2092"/>
                <a:gd name="connsiteY59" fmla="*/ 109 h 2911"/>
                <a:gd name="connsiteX60" fmla="*/ 1910 w 2092"/>
                <a:gd name="connsiteY60" fmla="*/ 31 h 2911"/>
                <a:gd name="connsiteX61" fmla="*/ 1740 w 2092"/>
                <a:gd name="connsiteY61" fmla="*/ 18 h 2911"/>
                <a:gd name="connsiteX62" fmla="*/ 1493 w 2092"/>
                <a:gd name="connsiteY62" fmla="*/ 138 h 2911"/>
                <a:gd name="connsiteX63" fmla="*/ 1253 w 2092"/>
                <a:gd name="connsiteY63" fmla="*/ 415 h 2911"/>
                <a:gd name="connsiteX64" fmla="*/ 1169 w 2092"/>
                <a:gd name="connsiteY64" fmla="*/ 539 h 2911"/>
                <a:gd name="connsiteX65" fmla="*/ 1122 w 2092"/>
                <a:gd name="connsiteY65" fmla="*/ 510 h 2911"/>
                <a:gd name="connsiteX66" fmla="*/ 1087 w 2092"/>
                <a:gd name="connsiteY66" fmla="*/ 374 h 2911"/>
                <a:gd name="connsiteX67" fmla="*/ 1019 w 2092"/>
                <a:gd name="connsiteY67" fmla="*/ 366 h 2911"/>
                <a:gd name="connsiteX68" fmla="*/ 993 w 2092"/>
                <a:gd name="connsiteY68" fmla="*/ 444 h 2911"/>
                <a:gd name="connsiteX69" fmla="*/ 953 w 2092"/>
                <a:gd name="connsiteY69" fmla="*/ 550 h 2911"/>
                <a:gd name="connsiteX70" fmla="*/ 844 w 2092"/>
                <a:gd name="connsiteY70" fmla="*/ 433 h 2911"/>
                <a:gd name="connsiteX71" fmla="*/ 756 w 2092"/>
                <a:gd name="connsiteY71" fmla="*/ 326 h 2911"/>
                <a:gd name="connsiteX72" fmla="*/ 605 w 2092"/>
                <a:gd name="connsiteY72" fmla="*/ 167 h 2911"/>
                <a:gd name="connsiteX73" fmla="*/ 377 w 2092"/>
                <a:gd name="connsiteY73" fmla="*/ 60 h 2911"/>
                <a:gd name="connsiteX74" fmla="*/ 184 w 2092"/>
                <a:gd name="connsiteY74" fmla="*/ 69 h 2911"/>
                <a:gd name="connsiteX75" fmla="*/ 38 w 2092"/>
                <a:gd name="connsiteY75" fmla="*/ 162 h 2911"/>
                <a:gd name="connsiteX76" fmla="*/ 4 w 2092"/>
                <a:gd name="connsiteY76" fmla="*/ 215 h 2911"/>
                <a:gd name="connsiteX77" fmla="*/ 13 w 2092"/>
                <a:gd name="connsiteY77" fmla="*/ 248 h 2911"/>
                <a:gd name="connsiteX78" fmla="*/ 61 w 2092"/>
                <a:gd name="connsiteY78" fmla="*/ 246 h 2911"/>
                <a:gd name="connsiteX79" fmla="*/ 144 w 2092"/>
                <a:gd name="connsiteY79" fmla="*/ 173 h 2911"/>
                <a:gd name="connsiteX80" fmla="*/ 256 w 2092"/>
                <a:gd name="connsiteY80" fmla="*/ 127 h 2911"/>
                <a:gd name="connsiteX81" fmla="*/ 434 w 2092"/>
                <a:gd name="connsiteY81" fmla="*/ 149 h 2911"/>
                <a:gd name="connsiteX82" fmla="*/ 572 w 2092"/>
                <a:gd name="connsiteY82" fmla="*/ 237 h 2911"/>
                <a:gd name="connsiteX83" fmla="*/ 659 w 2092"/>
                <a:gd name="connsiteY83" fmla="*/ 333 h 2911"/>
                <a:gd name="connsiteX84" fmla="*/ 748 w 2092"/>
                <a:gd name="connsiteY84" fmla="*/ 442 h 2911"/>
                <a:gd name="connsiteX85" fmla="*/ 835 w 2092"/>
                <a:gd name="connsiteY85" fmla="*/ 586 h 2911"/>
                <a:gd name="connsiteX86" fmla="*/ 881 w 2092"/>
                <a:gd name="connsiteY86" fmla="*/ 704 h 2911"/>
                <a:gd name="connsiteX87" fmla="*/ 877 w 2092"/>
                <a:gd name="connsiteY8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368 w 2092"/>
                <a:gd name="connsiteY44" fmla="*/ 1960 h 2911"/>
                <a:gd name="connsiteX45" fmla="*/ 1366 w 2092"/>
                <a:gd name="connsiteY45" fmla="*/ 1916 h 2911"/>
                <a:gd name="connsiteX46" fmla="*/ 1386 w 2092"/>
                <a:gd name="connsiteY46" fmla="*/ 1814 h 2911"/>
                <a:gd name="connsiteX47" fmla="*/ 1398 w 2092"/>
                <a:gd name="connsiteY47" fmla="*/ 1698 h 2911"/>
                <a:gd name="connsiteX48" fmla="*/ 1382 w 2092"/>
                <a:gd name="connsiteY48" fmla="*/ 1554 h 2911"/>
                <a:gd name="connsiteX49" fmla="*/ 1344 w 2092"/>
                <a:gd name="connsiteY49" fmla="*/ 1367 h 2911"/>
                <a:gd name="connsiteX50" fmla="*/ 1305 w 2092"/>
                <a:gd name="connsiteY50" fmla="*/ 1201 h 2911"/>
                <a:gd name="connsiteX51" fmla="*/ 1243 w 2092"/>
                <a:gd name="connsiteY51" fmla="*/ 965 h 2911"/>
                <a:gd name="connsiteX52" fmla="*/ 1233 w 2092"/>
                <a:gd name="connsiteY52" fmla="*/ 648 h 2911"/>
                <a:gd name="connsiteX53" fmla="*/ 1495 w 2092"/>
                <a:gd name="connsiteY53" fmla="*/ 249 h 2911"/>
                <a:gd name="connsiteX54" fmla="*/ 1735 w 2092"/>
                <a:gd name="connsiteY54" fmla="*/ 104 h 2911"/>
                <a:gd name="connsiteX55" fmla="*/ 1912 w 2092"/>
                <a:gd name="connsiteY55" fmla="*/ 116 h 2911"/>
                <a:gd name="connsiteX56" fmla="*/ 2042 w 2092"/>
                <a:gd name="connsiteY56" fmla="*/ 197 h 2911"/>
                <a:gd name="connsiteX57" fmla="*/ 2086 w 2092"/>
                <a:gd name="connsiteY57" fmla="*/ 189 h 2911"/>
                <a:gd name="connsiteX58" fmla="*/ 2063 w 2092"/>
                <a:gd name="connsiteY58" fmla="*/ 109 h 2911"/>
                <a:gd name="connsiteX59" fmla="*/ 1910 w 2092"/>
                <a:gd name="connsiteY59" fmla="*/ 31 h 2911"/>
                <a:gd name="connsiteX60" fmla="*/ 1740 w 2092"/>
                <a:gd name="connsiteY60" fmla="*/ 18 h 2911"/>
                <a:gd name="connsiteX61" fmla="*/ 1493 w 2092"/>
                <a:gd name="connsiteY61" fmla="*/ 138 h 2911"/>
                <a:gd name="connsiteX62" fmla="*/ 1253 w 2092"/>
                <a:gd name="connsiteY62" fmla="*/ 415 h 2911"/>
                <a:gd name="connsiteX63" fmla="*/ 1169 w 2092"/>
                <a:gd name="connsiteY63" fmla="*/ 539 h 2911"/>
                <a:gd name="connsiteX64" fmla="*/ 1122 w 2092"/>
                <a:gd name="connsiteY64" fmla="*/ 510 h 2911"/>
                <a:gd name="connsiteX65" fmla="*/ 1087 w 2092"/>
                <a:gd name="connsiteY65" fmla="*/ 374 h 2911"/>
                <a:gd name="connsiteX66" fmla="*/ 1019 w 2092"/>
                <a:gd name="connsiteY66" fmla="*/ 366 h 2911"/>
                <a:gd name="connsiteX67" fmla="*/ 993 w 2092"/>
                <a:gd name="connsiteY67" fmla="*/ 444 h 2911"/>
                <a:gd name="connsiteX68" fmla="*/ 953 w 2092"/>
                <a:gd name="connsiteY68" fmla="*/ 550 h 2911"/>
                <a:gd name="connsiteX69" fmla="*/ 844 w 2092"/>
                <a:gd name="connsiteY69" fmla="*/ 433 h 2911"/>
                <a:gd name="connsiteX70" fmla="*/ 756 w 2092"/>
                <a:gd name="connsiteY70" fmla="*/ 326 h 2911"/>
                <a:gd name="connsiteX71" fmla="*/ 605 w 2092"/>
                <a:gd name="connsiteY71" fmla="*/ 167 h 2911"/>
                <a:gd name="connsiteX72" fmla="*/ 377 w 2092"/>
                <a:gd name="connsiteY72" fmla="*/ 60 h 2911"/>
                <a:gd name="connsiteX73" fmla="*/ 184 w 2092"/>
                <a:gd name="connsiteY73" fmla="*/ 69 h 2911"/>
                <a:gd name="connsiteX74" fmla="*/ 38 w 2092"/>
                <a:gd name="connsiteY74" fmla="*/ 162 h 2911"/>
                <a:gd name="connsiteX75" fmla="*/ 4 w 2092"/>
                <a:gd name="connsiteY75" fmla="*/ 215 h 2911"/>
                <a:gd name="connsiteX76" fmla="*/ 13 w 2092"/>
                <a:gd name="connsiteY76" fmla="*/ 248 h 2911"/>
                <a:gd name="connsiteX77" fmla="*/ 61 w 2092"/>
                <a:gd name="connsiteY77" fmla="*/ 246 h 2911"/>
                <a:gd name="connsiteX78" fmla="*/ 144 w 2092"/>
                <a:gd name="connsiteY78" fmla="*/ 173 h 2911"/>
                <a:gd name="connsiteX79" fmla="*/ 256 w 2092"/>
                <a:gd name="connsiteY79" fmla="*/ 127 h 2911"/>
                <a:gd name="connsiteX80" fmla="*/ 434 w 2092"/>
                <a:gd name="connsiteY80" fmla="*/ 149 h 2911"/>
                <a:gd name="connsiteX81" fmla="*/ 572 w 2092"/>
                <a:gd name="connsiteY81" fmla="*/ 237 h 2911"/>
                <a:gd name="connsiteX82" fmla="*/ 659 w 2092"/>
                <a:gd name="connsiteY82" fmla="*/ 333 h 2911"/>
                <a:gd name="connsiteX83" fmla="*/ 748 w 2092"/>
                <a:gd name="connsiteY83" fmla="*/ 442 h 2911"/>
                <a:gd name="connsiteX84" fmla="*/ 835 w 2092"/>
                <a:gd name="connsiteY84" fmla="*/ 586 h 2911"/>
                <a:gd name="connsiteX85" fmla="*/ 881 w 2092"/>
                <a:gd name="connsiteY85" fmla="*/ 704 h 2911"/>
                <a:gd name="connsiteX86" fmla="*/ 877 w 2092"/>
                <a:gd name="connsiteY8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368 w 2092"/>
                <a:gd name="connsiteY43" fmla="*/ 1960 h 2911"/>
                <a:gd name="connsiteX44" fmla="*/ 1366 w 2092"/>
                <a:gd name="connsiteY44" fmla="*/ 1916 h 2911"/>
                <a:gd name="connsiteX45" fmla="*/ 1386 w 2092"/>
                <a:gd name="connsiteY45" fmla="*/ 1814 h 2911"/>
                <a:gd name="connsiteX46" fmla="*/ 1398 w 2092"/>
                <a:gd name="connsiteY46" fmla="*/ 1698 h 2911"/>
                <a:gd name="connsiteX47" fmla="*/ 1382 w 2092"/>
                <a:gd name="connsiteY47" fmla="*/ 1554 h 2911"/>
                <a:gd name="connsiteX48" fmla="*/ 1344 w 2092"/>
                <a:gd name="connsiteY48" fmla="*/ 1367 h 2911"/>
                <a:gd name="connsiteX49" fmla="*/ 1305 w 2092"/>
                <a:gd name="connsiteY49" fmla="*/ 1201 h 2911"/>
                <a:gd name="connsiteX50" fmla="*/ 1243 w 2092"/>
                <a:gd name="connsiteY50" fmla="*/ 965 h 2911"/>
                <a:gd name="connsiteX51" fmla="*/ 1233 w 2092"/>
                <a:gd name="connsiteY51" fmla="*/ 648 h 2911"/>
                <a:gd name="connsiteX52" fmla="*/ 1495 w 2092"/>
                <a:gd name="connsiteY52" fmla="*/ 249 h 2911"/>
                <a:gd name="connsiteX53" fmla="*/ 1735 w 2092"/>
                <a:gd name="connsiteY53" fmla="*/ 104 h 2911"/>
                <a:gd name="connsiteX54" fmla="*/ 1912 w 2092"/>
                <a:gd name="connsiteY54" fmla="*/ 116 h 2911"/>
                <a:gd name="connsiteX55" fmla="*/ 2042 w 2092"/>
                <a:gd name="connsiteY55" fmla="*/ 197 h 2911"/>
                <a:gd name="connsiteX56" fmla="*/ 2086 w 2092"/>
                <a:gd name="connsiteY56" fmla="*/ 189 h 2911"/>
                <a:gd name="connsiteX57" fmla="*/ 2063 w 2092"/>
                <a:gd name="connsiteY57" fmla="*/ 109 h 2911"/>
                <a:gd name="connsiteX58" fmla="*/ 1910 w 2092"/>
                <a:gd name="connsiteY58" fmla="*/ 31 h 2911"/>
                <a:gd name="connsiteX59" fmla="*/ 1740 w 2092"/>
                <a:gd name="connsiteY59" fmla="*/ 18 h 2911"/>
                <a:gd name="connsiteX60" fmla="*/ 1493 w 2092"/>
                <a:gd name="connsiteY60" fmla="*/ 138 h 2911"/>
                <a:gd name="connsiteX61" fmla="*/ 1253 w 2092"/>
                <a:gd name="connsiteY61" fmla="*/ 415 h 2911"/>
                <a:gd name="connsiteX62" fmla="*/ 1169 w 2092"/>
                <a:gd name="connsiteY62" fmla="*/ 539 h 2911"/>
                <a:gd name="connsiteX63" fmla="*/ 1122 w 2092"/>
                <a:gd name="connsiteY63" fmla="*/ 510 h 2911"/>
                <a:gd name="connsiteX64" fmla="*/ 1087 w 2092"/>
                <a:gd name="connsiteY64" fmla="*/ 374 h 2911"/>
                <a:gd name="connsiteX65" fmla="*/ 1019 w 2092"/>
                <a:gd name="connsiteY65" fmla="*/ 366 h 2911"/>
                <a:gd name="connsiteX66" fmla="*/ 993 w 2092"/>
                <a:gd name="connsiteY66" fmla="*/ 444 h 2911"/>
                <a:gd name="connsiteX67" fmla="*/ 953 w 2092"/>
                <a:gd name="connsiteY67" fmla="*/ 550 h 2911"/>
                <a:gd name="connsiteX68" fmla="*/ 844 w 2092"/>
                <a:gd name="connsiteY68" fmla="*/ 433 h 2911"/>
                <a:gd name="connsiteX69" fmla="*/ 756 w 2092"/>
                <a:gd name="connsiteY69" fmla="*/ 326 h 2911"/>
                <a:gd name="connsiteX70" fmla="*/ 605 w 2092"/>
                <a:gd name="connsiteY70" fmla="*/ 167 h 2911"/>
                <a:gd name="connsiteX71" fmla="*/ 377 w 2092"/>
                <a:gd name="connsiteY71" fmla="*/ 60 h 2911"/>
                <a:gd name="connsiteX72" fmla="*/ 184 w 2092"/>
                <a:gd name="connsiteY72" fmla="*/ 69 h 2911"/>
                <a:gd name="connsiteX73" fmla="*/ 38 w 2092"/>
                <a:gd name="connsiteY73" fmla="*/ 162 h 2911"/>
                <a:gd name="connsiteX74" fmla="*/ 4 w 2092"/>
                <a:gd name="connsiteY74" fmla="*/ 215 h 2911"/>
                <a:gd name="connsiteX75" fmla="*/ 13 w 2092"/>
                <a:gd name="connsiteY75" fmla="*/ 248 h 2911"/>
                <a:gd name="connsiteX76" fmla="*/ 61 w 2092"/>
                <a:gd name="connsiteY76" fmla="*/ 246 h 2911"/>
                <a:gd name="connsiteX77" fmla="*/ 144 w 2092"/>
                <a:gd name="connsiteY77" fmla="*/ 173 h 2911"/>
                <a:gd name="connsiteX78" fmla="*/ 256 w 2092"/>
                <a:gd name="connsiteY78" fmla="*/ 127 h 2911"/>
                <a:gd name="connsiteX79" fmla="*/ 434 w 2092"/>
                <a:gd name="connsiteY79" fmla="*/ 149 h 2911"/>
                <a:gd name="connsiteX80" fmla="*/ 572 w 2092"/>
                <a:gd name="connsiteY80" fmla="*/ 237 h 2911"/>
                <a:gd name="connsiteX81" fmla="*/ 659 w 2092"/>
                <a:gd name="connsiteY81" fmla="*/ 333 h 2911"/>
                <a:gd name="connsiteX82" fmla="*/ 748 w 2092"/>
                <a:gd name="connsiteY82" fmla="*/ 442 h 2911"/>
                <a:gd name="connsiteX83" fmla="*/ 835 w 2092"/>
                <a:gd name="connsiteY83" fmla="*/ 586 h 2911"/>
                <a:gd name="connsiteX84" fmla="*/ 881 w 2092"/>
                <a:gd name="connsiteY84" fmla="*/ 704 h 2911"/>
                <a:gd name="connsiteX85" fmla="*/ 877 w 2092"/>
                <a:gd name="connsiteY8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368 w 2092"/>
                <a:gd name="connsiteY42" fmla="*/ 1960 h 2911"/>
                <a:gd name="connsiteX43" fmla="*/ 1366 w 2092"/>
                <a:gd name="connsiteY43" fmla="*/ 1916 h 2911"/>
                <a:gd name="connsiteX44" fmla="*/ 1386 w 2092"/>
                <a:gd name="connsiteY44" fmla="*/ 1814 h 2911"/>
                <a:gd name="connsiteX45" fmla="*/ 1398 w 2092"/>
                <a:gd name="connsiteY45" fmla="*/ 1698 h 2911"/>
                <a:gd name="connsiteX46" fmla="*/ 1382 w 2092"/>
                <a:gd name="connsiteY46" fmla="*/ 1554 h 2911"/>
                <a:gd name="connsiteX47" fmla="*/ 1344 w 2092"/>
                <a:gd name="connsiteY47" fmla="*/ 1367 h 2911"/>
                <a:gd name="connsiteX48" fmla="*/ 1305 w 2092"/>
                <a:gd name="connsiteY48" fmla="*/ 1201 h 2911"/>
                <a:gd name="connsiteX49" fmla="*/ 1243 w 2092"/>
                <a:gd name="connsiteY49" fmla="*/ 965 h 2911"/>
                <a:gd name="connsiteX50" fmla="*/ 1233 w 2092"/>
                <a:gd name="connsiteY50" fmla="*/ 648 h 2911"/>
                <a:gd name="connsiteX51" fmla="*/ 1495 w 2092"/>
                <a:gd name="connsiteY51" fmla="*/ 249 h 2911"/>
                <a:gd name="connsiteX52" fmla="*/ 1735 w 2092"/>
                <a:gd name="connsiteY52" fmla="*/ 104 h 2911"/>
                <a:gd name="connsiteX53" fmla="*/ 1912 w 2092"/>
                <a:gd name="connsiteY53" fmla="*/ 116 h 2911"/>
                <a:gd name="connsiteX54" fmla="*/ 2042 w 2092"/>
                <a:gd name="connsiteY54" fmla="*/ 197 h 2911"/>
                <a:gd name="connsiteX55" fmla="*/ 2086 w 2092"/>
                <a:gd name="connsiteY55" fmla="*/ 189 h 2911"/>
                <a:gd name="connsiteX56" fmla="*/ 2063 w 2092"/>
                <a:gd name="connsiteY56" fmla="*/ 109 h 2911"/>
                <a:gd name="connsiteX57" fmla="*/ 1910 w 2092"/>
                <a:gd name="connsiteY57" fmla="*/ 31 h 2911"/>
                <a:gd name="connsiteX58" fmla="*/ 1740 w 2092"/>
                <a:gd name="connsiteY58" fmla="*/ 18 h 2911"/>
                <a:gd name="connsiteX59" fmla="*/ 1493 w 2092"/>
                <a:gd name="connsiteY59" fmla="*/ 138 h 2911"/>
                <a:gd name="connsiteX60" fmla="*/ 1253 w 2092"/>
                <a:gd name="connsiteY60" fmla="*/ 415 h 2911"/>
                <a:gd name="connsiteX61" fmla="*/ 1169 w 2092"/>
                <a:gd name="connsiteY61" fmla="*/ 539 h 2911"/>
                <a:gd name="connsiteX62" fmla="*/ 1122 w 2092"/>
                <a:gd name="connsiteY62" fmla="*/ 510 h 2911"/>
                <a:gd name="connsiteX63" fmla="*/ 1087 w 2092"/>
                <a:gd name="connsiteY63" fmla="*/ 374 h 2911"/>
                <a:gd name="connsiteX64" fmla="*/ 1019 w 2092"/>
                <a:gd name="connsiteY64" fmla="*/ 366 h 2911"/>
                <a:gd name="connsiteX65" fmla="*/ 993 w 2092"/>
                <a:gd name="connsiteY65" fmla="*/ 444 h 2911"/>
                <a:gd name="connsiteX66" fmla="*/ 953 w 2092"/>
                <a:gd name="connsiteY66" fmla="*/ 550 h 2911"/>
                <a:gd name="connsiteX67" fmla="*/ 844 w 2092"/>
                <a:gd name="connsiteY67" fmla="*/ 433 h 2911"/>
                <a:gd name="connsiteX68" fmla="*/ 756 w 2092"/>
                <a:gd name="connsiteY68" fmla="*/ 326 h 2911"/>
                <a:gd name="connsiteX69" fmla="*/ 605 w 2092"/>
                <a:gd name="connsiteY69" fmla="*/ 167 h 2911"/>
                <a:gd name="connsiteX70" fmla="*/ 377 w 2092"/>
                <a:gd name="connsiteY70" fmla="*/ 60 h 2911"/>
                <a:gd name="connsiteX71" fmla="*/ 184 w 2092"/>
                <a:gd name="connsiteY71" fmla="*/ 69 h 2911"/>
                <a:gd name="connsiteX72" fmla="*/ 38 w 2092"/>
                <a:gd name="connsiteY72" fmla="*/ 162 h 2911"/>
                <a:gd name="connsiteX73" fmla="*/ 4 w 2092"/>
                <a:gd name="connsiteY73" fmla="*/ 215 h 2911"/>
                <a:gd name="connsiteX74" fmla="*/ 13 w 2092"/>
                <a:gd name="connsiteY74" fmla="*/ 248 h 2911"/>
                <a:gd name="connsiteX75" fmla="*/ 61 w 2092"/>
                <a:gd name="connsiteY75" fmla="*/ 246 h 2911"/>
                <a:gd name="connsiteX76" fmla="*/ 144 w 2092"/>
                <a:gd name="connsiteY76" fmla="*/ 173 h 2911"/>
                <a:gd name="connsiteX77" fmla="*/ 256 w 2092"/>
                <a:gd name="connsiteY77" fmla="*/ 127 h 2911"/>
                <a:gd name="connsiteX78" fmla="*/ 434 w 2092"/>
                <a:gd name="connsiteY78" fmla="*/ 149 h 2911"/>
                <a:gd name="connsiteX79" fmla="*/ 572 w 2092"/>
                <a:gd name="connsiteY79" fmla="*/ 237 h 2911"/>
                <a:gd name="connsiteX80" fmla="*/ 659 w 2092"/>
                <a:gd name="connsiteY80" fmla="*/ 333 h 2911"/>
                <a:gd name="connsiteX81" fmla="*/ 748 w 2092"/>
                <a:gd name="connsiteY81" fmla="*/ 442 h 2911"/>
                <a:gd name="connsiteX82" fmla="*/ 835 w 2092"/>
                <a:gd name="connsiteY82" fmla="*/ 586 h 2911"/>
                <a:gd name="connsiteX83" fmla="*/ 881 w 2092"/>
                <a:gd name="connsiteY83" fmla="*/ 704 h 2911"/>
                <a:gd name="connsiteX84" fmla="*/ 877 w 2092"/>
                <a:gd name="connsiteY8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368 w 2092"/>
                <a:gd name="connsiteY41" fmla="*/ 1960 h 2911"/>
                <a:gd name="connsiteX42" fmla="*/ 1366 w 2092"/>
                <a:gd name="connsiteY42" fmla="*/ 1916 h 2911"/>
                <a:gd name="connsiteX43" fmla="*/ 1386 w 2092"/>
                <a:gd name="connsiteY43" fmla="*/ 1814 h 2911"/>
                <a:gd name="connsiteX44" fmla="*/ 1398 w 2092"/>
                <a:gd name="connsiteY44" fmla="*/ 1698 h 2911"/>
                <a:gd name="connsiteX45" fmla="*/ 1382 w 2092"/>
                <a:gd name="connsiteY45" fmla="*/ 1554 h 2911"/>
                <a:gd name="connsiteX46" fmla="*/ 1344 w 2092"/>
                <a:gd name="connsiteY46" fmla="*/ 1367 h 2911"/>
                <a:gd name="connsiteX47" fmla="*/ 1305 w 2092"/>
                <a:gd name="connsiteY47" fmla="*/ 1201 h 2911"/>
                <a:gd name="connsiteX48" fmla="*/ 1243 w 2092"/>
                <a:gd name="connsiteY48" fmla="*/ 965 h 2911"/>
                <a:gd name="connsiteX49" fmla="*/ 1233 w 2092"/>
                <a:gd name="connsiteY49" fmla="*/ 648 h 2911"/>
                <a:gd name="connsiteX50" fmla="*/ 1495 w 2092"/>
                <a:gd name="connsiteY50" fmla="*/ 249 h 2911"/>
                <a:gd name="connsiteX51" fmla="*/ 1735 w 2092"/>
                <a:gd name="connsiteY51" fmla="*/ 104 h 2911"/>
                <a:gd name="connsiteX52" fmla="*/ 1912 w 2092"/>
                <a:gd name="connsiteY52" fmla="*/ 116 h 2911"/>
                <a:gd name="connsiteX53" fmla="*/ 2042 w 2092"/>
                <a:gd name="connsiteY53" fmla="*/ 197 h 2911"/>
                <a:gd name="connsiteX54" fmla="*/ 2086 w 2092"/>
                <a:gd name="connsiteY54" fmla="*/ 189 h 2911"/>
                <a:gd name="connsiteX55" fmla="*/ 2063 w 2092"/>
                <a:gd name="connsiteY55" fmla="*/ 109 h 2911"/>
                <a:gd name="connsiteX56" fmla="*/ 1910 w 2092"/>
                <a:gd name="connsiteY56" fmla="*/ 31 h 2911"/>
                <a:gd name="connsiteX57" fmla="*/ 1740 w 2092"/>
                <a:gd name="connsiteY57" fmla="*/ 18 h 2911"/>
                <a:gd name="connsiteX58" fmla="*/ 1493 w 2092"/>
                <a:gd name="connsiteY58" fmla="*/ 138 h 2911"/>
                <a:gd name="connsiteX59" fmla="*/ 1253 w 2092"/>
                <a:gd name="connsiteY59" fmla="*/ 415 h 2911"/>
                <a:gd name="connsiteX60" fmla="*/ 1169 w 2092"/>
                <a:gd name="connsiteY60" fmla="*/ 539 h 2911"/>
                <a:gd name="connsiteX61" fmla="*/ 1122 w 2092"/>
                <a:gd name="connsiteY61" fmla="*/ 510 h 2911"/>
                <a:gd name="connsiteX62" fmla="*/ 1087 w 2092"/>
                <a:gd name="connsiteY62" fmla="*/ 374 h 2911"/>
                <a:gd name="connsiteX63" fmla="*/ 1019 w 2092"/>
                <a:gd name="connsiteY63" fmla="*/ 366 h 2911"/>
                <a:gd name="connsiteX64" fmla="*/ 993 w 2092"/>
                <a:gd name="connsiteY64" fmla="*/ 444 h 2911"/>
                <a:gd name="connsiteX65" fmla="*/ 953 w 2092"/>
                <a:gd name="connsiteY65" fmla="*/ 550 h 2911"/>
                <a:gd name="connsiteX66" fmla="*/ 844 w 2092"/>
                <a:gd name="connsiteY66" fmla="*/ 433 h 2911"/>
                <a:gd name="connsiteX67" fmla="*/ 756 w 2092"/>
                <a:gd name="connsiteY67" fmla="*/ 326 h 2911"/>
                <a:gd name="connsiteX68" fmla="*/ 605 w 2092"/>
                <a:gd name="connsiteY68" fmla="*/ 167 h 2911"/>
                <a:gd name="connsiteX69" fmla="*/ 377 w 2092"/>
                <a:gd name="connsiteY69" fmla="*/ 60 h 2911"/>
                <a:gd name="connsiteX70" fmla="*/ 184 w 2092"/>
                <a:gd name="connsiteY70" fmla="*/ 69 h 2911"/>
                <a:gd name="connsiteX71" fmla="*/ 38 w 2092"/>
                <a:gd name="connsiteY71" fmla="*/ 162 h 2911"/>
                <a:gd name="connsiteX72" fmla="*/ 4 w 2092"/>
                <a:gd name="connsiteY72" fmla="*/ 215 h 2911"/>
                <a:gd name="connsiteX73" fmla="*/ 13 w 2092"/>
                <a:gd name="connsiteY73" fmla="*/ 248 h 2911"/>
                <a:gd name="connsiteX74" fmla="*/ 61 w 2092"/>
                <a:gd name="connsiteY74" fmla="*/ 246 h 2911"/>
                <a:gd name="connsiteX75" fmla="*/ 144 w 2092"/>
                <a:gd name="connsiteY75" fmla="*/ 173 h 2911"/>
                <a:gd name="connsiteX76" fmla="*/ 256 w 2092"/>
                <a:gd name="connsiteY76" fmla="*/ 127 h 2911"/>
                <a:gd name="connsiteX77" fmla="*/ 434 w 2092"/>
                <a:gd name="connsiteY77" fmla="*/ 149 h 2911"/>
                <a:gd name="connsiteX78" fmla="*/ 572 w 2092"/>
                <a:gd name="connsiteY78" fmla="*/ 237 h 2911"/>
                <a:gd name="connsiteX79" fmla="*/ 659 w 2092"/>
                <a:gd name="connsiteY79" fmla="*/ 333 h 2911"/>
                <a:gd name="connsiteX80" fmla="*/ 748 w 2092"/>
                <a:gd name="connsiteY80" fmla="*/ 442 h 2911"/>
                <a:gd name="connsiteX81" fmla="*/ 835 w 2092"/>
                <a:gd name="connsiteY81" fmla="*/ 586 h 2911"/>
                <a:gd name="connsiteX82" fmla="*/ 881 w 2092"/>
                <a:gd name="connsiteY82" fmla="*/ 704 h 2911"/>
                <a:gd name="connsiteX83" fmla="*/ 877 w 2092"/>
                <a:gd name="connsiteY8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368 w 2092"/>
                <a:gd name="connsiteY40" fmla="*/ 1960 h 2911"/>
                <a:gd name="connsiteX41" fmla="*/ 1366 w 2092"/>
                <a:gd name="connsiteY41" fmla="*/ 1916 h 2911"/>
                <a:gd name="connsiteX42" fmla="*/ 1386 w 2092"/>
                <a:gd name="connsiteY42" fmla="*/ 1814 h 2911"/>
                <a:gd name="connsiteX43" fmla="*/ 1398 w 2092"/>
                <a:gd name="connsiteY43" fmla="*/ 1698 h 2911"/>
                <a:gd name="connsiteX44" fmla="*/ 1382 w 2092"/>
                <a:gd name="connsiteY44" fmla="*/ 1554 h 2911"/>
                <a:gd name="connsiteX45" fmla="*/ 1344 w 2092"/>
                <a:gd name="connsiteY45" fmla="*/ 1367 h 2911"/>
                <a:gd name="connsiteX46" fmla="*/ 1305 w 2092"/>
                <a:gd name="connsiteY46" fmla="*/ 1201 h 2911"/>
                <a:gd name="connsiteX47" fmla="*/ 1243 w 2092"/>
                <a:gd name="connsiteY47" fmla="*/ 965 h 2911"/>
                <a:gd name="connsiteX48" fmla="*/ 1233 w 2092"/>
                <a:gd name="connsiteY48" fmla="*/ 648 h 2911"/>
                <a:gd name="connsiteX49" fmla="*/ 1495 w 2092"/>
                <a:gd name="connsiteY49" fmla="*/ 249 h 2911"/>
                <a:gd name="connsiteX50" fmla="*/ 1735 w 2092"/>
                <a:gd name="connsiteY50" fmla="*/ 104 h 2911"/>
                <a:gd name="connsiteX51" fmla="*/ 1912 w 2092"/>
                <a:gd name="connsiteY51" fmla="*/ 116 h 2911"/>
                <a:gd name="connsiteX52" fmla="*/ 2042 w 2092"/>
                <a:gd name="connsiteY52" fmla="*/ 197 h 2911"/>
                <a:gd name="connsiteX53" fmla="*/ 2086 w 2092"/>
                <a:gd name="connsiteY53" fmla="*/ 189 h 2911"/>
                <a:gd name="connsiteX54" fmla="*/ 2063 w 2092"/>
                <a:gd name="connsiteY54" fmla="*/ 109 h 2911"/>
                <a:gd name="connsiteX55" fmla="*/ 1910 w 2092"/>
                <a:gd name="connsiteY55" fmla="*/ 31 h 2911"/>
                <a:gd name="connsiteX56" fmla="*/ 1740 w 2092"/>
                <a:gd name="connsiteY56" fmla="*/ 18 h 2911"/>
                <a:gd name="connsiteX57" fmla="*/ 1493 w 2092"/>
                <a:gd name="connsiteY57" fmla="*/ 138 h 2911"/>
                <a:gd name="connsiteX58" fmla="*/ 1253 w 2092"/>
                <a:gd name="connsiteY58" fmla="*/ 415 h 2911"/>
                <a:gd name="connsiteX59" fmla="*/ 1169 w 2092"/>
                <a:gd name="connsiteY59" fmla="*/ 539 h 2911"/>
                <a:gd name="connsiteX60" fmla="*/ 1122 w 2092"/>
                <a:gd name="connsiteY60" fmla="*/ 510 h 2911"/>
                <a:gd name="connsiteX61" fmla="*/ 1087 w 2092"/>
                <a:gd name="connsiteY61" fmla="*/ 374 h 2911"/>
                <a:gd name="connsiteX62" fmla="*/ 1019 w 2092"/>
                <a:gd name="connsiteY62" fmla="*/ 366 h 2911"/>
                <a:gd name="connsiteX63" fmla="*/ 993 w 2092"/>
                <a:gd name="connsiteY63" fmla="*/ 444 h 2911"/>
                <a:gd name="connsiteX64" fmla="*/ 953 w 2092"/>
                <a:gd name="connsiteY64" fmla="*/ 550 h 2911"/>
                <a:gd name="connsiteX65" fmla="*/ 844 w 2092"/>
                <a:gd name="connsiteY65" fmla="*/ 433 h 2911"/>
                <a:gd name="connsiteX66" fmla="*/ 756 w 2092"/>
                <a:gd name="connsiteY66" fmla="*/ 326 h 2911"/>
                <a:gd name="connsiteX67" fmla="*/ 605 w 2092"/>
                <a:gd name="connsiteY67" fmla="*/ 167 h 2911"/>
                <a:gd name="connsiteX68" fmla="*/ 377 w 2092"/>
                <a:gd name="connsiteY68" fmla="*/ 60 h 2911"/>
                <a:gd name="connsiteX69" fmla="*/ 184 w 2092"/>
                <a:gd name="connsiteY69" fmla="*/ 69 h 2911"/>
                <a:gd name="connsiteX70" fmla="*/ 38 w 2092"/>
                <a:gd name="connsiteY70" fmla="*/ 162 h 2911"/>
                <a:gd name="connsiteX71" fmla="*/ 4 w 2092"/>
                <a:gd name="connsiteY71" fmla="*/ 215 h 2911"/>
                <a:gd name="connsiteX72" fmla="*/ 13 w 2092"/>
                <a:gd name="connsiteY72" fmla="*/ 248 h 2911"/>
                <a:gd name="connsiteX73" fmla="*/ 61 w 2092"/>
                <a:gd name="connsiteY73" fmla="*/ 246 h 2911"/>
                <a:gd name="connsiteX74" fmla="*/ 144 w 2092"/>
                <a:gd name="connsiteY74" fmla="*/ 173 h 2911"/>
                <a:gd name="connsiteX75" fmla="*/ 256 w 2092"/>
                <a:gd name="connsiteY75" fmla="*/ 127 h 2911"/>
                <a:gd name="connsiteX76" fmla="*/ 434 w 2092"/>
                <a:gd name="connsiteY76" fmla="*/ 149 h 2911"/>
                <a:gd name="connsiteX77" fmla="*/ 572 w 2092"/>
                <a:gd name="connsiteY77" fmla="*/ 237 h 2911"/>
                <a:gd name="connsiteX78" fmla="*/ 659 w 2092"/>
                <a:gd name="connsiteY78" fmla="*/ 333 h 2911"/>
                <a:gd name="connsiteX79" fmla="*/ 748 w 2092"/>
                <a:gd name="connsiteY79" fmla="*/ 442 h 2911"/>
                <a:gd name="connsiteX80" fmla="*/ 835 w 2092"/>
                <a:gd name="connsiteY80" fmla="*/ 586 h 2911"/>
                <a:gd name="connsiteX81" fmla="*/ 881 w 2092"/>
                <a:gd name="connsiteY81" fmla="*/ 704 h 2911"/>
                <a:gd name="connsiteX82" fmla="*/ 877 w 2092"/>
                <a:gd name="connsiteY8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368 w 2092"/>
                <a:gd name="connsiteY39" fmla="*/ 1960 h 2911"/>
                <a:gd name="connsiteX40" fmla="*/ 1366 w 2092"/>
                <a:gd name="connsiteY40" fmla="*/ 1916 h 2911"/>
                <a:gd name="connsiteX41" fmla="*/ 1386 w 2092"/>
                <a:gd name="connsiteY41" fmla="*/ 1814 h 2911"/>
                <a:gd name="connsiteX42" fmla="*/ 1398 w 2092"/>
                <a:gd name="connsiteY42" fmla="*/ 1698 h 2911"/>
                <a:gd name="connsiteX43" fmla="*/ 1382 w 2092"/>
                <a:gd name="connsiteY43" fmla="*/ 1554 h 2911"/>
                <a:gd name="connsiteX44" fmla="*/ 1344 w 2092"/>
                <a:gd name="connsiteY44" fmla="*/ 1367 h 2911"/>
                <a:gd name="connsiteX45" fmla="*/ 1305 w 2092"/>
                <a:gd name="connsiteY45" fmla="*/ 1201 h 2911"/>
                <a:gd name="connsiteX46" fmla="*/ 1243 w 2092"/>
                <a:gd name="connsiteY46" fmla="*/ 965 h 2911"/>
                <a:gd name="connsiteX47" fmla="*/ 1233 w 2092"/>
                <a:gd name="connsiteY47" fmla="*/ 648 h 2911"/>
                <a:gd name="connsiteX48" fmla="*/ 1495 w 2092"/>
                <a:gd name="connsiteY48" fmla="*/ 249 h 2911"/>
                <a:gd name="connsiteX49" fmla="*/ 1735 w 2092"/>
                <a:gd name="connsiteY49" fmla="*/ 104 h 2911"/>
                <a:gd name="connsiteX50" fmla="*/ 1912 w 2092"/>
                <a:gd name="connsiteY50" fmla="*/ 116 h 2911"/>
                <a:gd name="connsiteX51" fmla="*/ 2042 w 2092"/>
                <a:gd name="connsiteY51" fmla="*/ 197 h 2911"/>
                <a:gd name="connsiteX52" fmla="*/ 2086 w 2092"/>
                <a:gd name="connsiteY52" fmla="*/ 189 h 2911"/>
                <a:gd name="connsiteX53" fmla="*/ 2063 w 2092"/>
                <a:gd name="connsiteY53" fmla="*/ 109 h 2911"/>
                <a:gd name="connsiteX54" fmla="*/ 1910 w 2092"/>
                <a:gd name="connsiteY54" fmla="*/ 31 h 2911"/>
                <a:gd name="connsiteX55" fmla="*/ 1740 w 2092"/>
                <a:gd name="connsiteY55" fmla="*/ 18 h 2911"/>
                <a:gd name="connsiteX56" fmla="*/ 1493 w 2092"/>
                <a:gd name="connsiteY56" fmla="*/ 138 h 2911"/>
                <a:gd name="connsiteX57" fmla="*/ 1253 w 2092"/>
                <a:gd name="connsiteY57" fmla="*/ 415 h 2911"/>
                <a:gd name="connsiteX58" fmla="*/ 1169 w 2092"/>
                <a:gd name="connsiteY58" fmla="*/ 539 h 2911"/>
                <a:gd name="connsiteX59" fmla="*/ 1122 w 2092"/>
                <a:gd name="connsiteY59" fmla="*/ 510 h 2911"/>
                <a:gd name="connsiteX60" fmla="*/ 1087 w 2092"/>
                <a:gd name="connsiteY60" fmla="*/ 374 h 2911"/>
                <a:gd name="connsiteX61" fmla="*/ 1019 w 2092"/>
                <a:gd name="connsiteY61" fmla="*/ 366 h 2911"/>
                <a:gd name="connsiteX62" fmla="*/ 993 w 2092"/>
                <a:gd name="connsiteY62" fmla="*/ 444 h 2911"/>
                <a:gd name="connsiteX63" fmla="*/ 953 w 2092"/>
                <a:gd name="connsiteY63" fmla="*/ 550 h 2911"/>
                <a:gd name="connsiteX64" fmla="*/ 844 w 2092"/>
                <a:gd name="connsiteY64" fmla="*/ 433 h 2911"/>
                <a:gd name="connsiteX65" fmla="*/ 756 w 2092"/>
                <a:gd name="connsiteY65" fmla="*/ 326 h 2911"/>
                <a:gd name="connsiteX66" fmla="*/ 605 w 2092"/>
                <a:gd name="connsiteY66" fmla="*/ 167 h 2911"/>
                <a:gd name="connsiteX67" fmla="*/ 377 w 2092"/>
                <a:gd name="connsiteY67" fmla="*/ 60 h 2911"/>
                <a:gd name="connsiteX68" fmla="*/ 184 w 2092"/>
                <a:gd name="connsiteY68" fmla="*/ 69 h 2911"/>
                <a:gd name="connsiteX69" fmla="*/ 38 w 2092"/>
                <a:gd name="connsiteY69" fmla="*/ 162 h 2911"/>
                <a:gd name="connsiteX70" fmla="*/ 4 w 2092"/>
                <a:gd name="connsiteY70" fmla="*/ 215 h 2911"/>
                <a:gd name="connsiteX71" fmla="*/ 13 w 2092"/>
                <a:gd name="connsiteY71" fmla="*/ 248 h 2911"/>
                <a:gd name="connsiteX72" fmla="*/ 61 w 2092"/>
                <a:gd name="connsiteY72" fmla="*/ 246 h 2911"/>
                <a:gd name="connsiteX73" fmla="*/ 144 w 2092"/>
                <a:gd name="connsiteY73" fmla="*/ 173 h 2911"/>
                <a:gd name="connsiteX74" fmla="*/ 256 w 2092"/>
                <a:gd name="connsiteY74" fmla="*/ 127 h 2911"/>
                <a:gd name="connsiteX75" fmla="*/ 434 w 2092"/>
                <a:gd name="connsiteY75" fmla="*/ 149 h 2911"/>
                <a:gd name="connsiteX76" fmla="*/ 572 w 2092"/>
                <a:gd name="connsiteY76" fmla="*/ 237 h 2911"/>
                <a:gd name="connsiteX77" fmla="*/ 659 w 2092"/>
                <a:gd name="connsiteY77" fmla="*/ 333 h 2911"/>
                <a:gd name="connsiteX78" fmla="*/ 748 w 2092"/>
                <a:gd name="connsiteY78" fmla="*/ 442 h 2911"/>
                <a:gd name="connsiteX79" fmla="*/ 835 w 2092"/>
                <a:gd name="connsiteY79" fmla="*/ 586 h 2911"/>
                <a:gd name="connsiteX80" fmla="*/ 881 w 2092"/>
                <a:gd name="connsiteY80" fmla="*/ 704 h 2911"/>
                <a:gd name="connsiteX81" fmla="*/ 877 w 2092"/>
                <a:gd name="connsiteY8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368 w 2092"/>
                <a:gd name="connsiteY38" fmla="*/ 1960 h 2911"/>
                <a:gd name="connsiteX39" fmla="*/ 1366 w 2092"/>
                <a:gd name="connsiteY39" fmla="*/ 1916 h 2911"/>
                <a:gd name="connsiteX40" fmla="*/ 1386 w 2092"/>
                <a:gd name="connsiteY40" fmla="*/ 1814 h 2911"/>
                <a:gd name="connsiteX41" fmla="*/ 1398 w 2092"/>
                <a:gd name="connsiteY41" fmla="*/ 1698 h 2911"/>
                <a:gd name="connsiteX42" fmla="*/ 1382 w 2092"/>
                <a:gd name="connsiteY42" fmla="*/ 1554 h 2911"/>
                <a:gd name="connsiteX43" fmla="*/ 1344 w 2092"/>
                <a:gd name="connsiteY43" fmla="*/ 1367 h 2911"/>
                <a:gd name="connsiteX44" fmla="*/ 1305 w 2092"/>
                <a:gd name="connsiteY44" fmla="*/ 1201 h 2911"/>
                <a:gd name="connsiteX45" fmla="*/ 1243 w 2092"/>
                <a:gd name="connsiteY45" fmla="*/ 965 h 2911"/>
                <a:gd name="connsiteX46" fmla="*/ 1233 w 2092"/>
                <a:gd name="connsiteY46" fmla="*/ 648 h 2911"/>
                <a:gd name="connsiteX47" fmla="*/ 1495 w 2092"/>
                <a:gd name="connsiteY47" fmla="*/ 249 h 2911"/>
                <a:gd name="connsiteX48" fmla="*/ 1735 w 2092"/>
                <a:gd name="connsiteY48" fmla="*/ 104 h 2911"/>
                <a:gd name="connsiteX49" fmla="*/ 1912 w 2092"/>
                <a:gd name="connsiteY49" fmla="*/ 116 h 2911"/>
                <a:gd name="connsiteX50" fmla="*/ 2042 w 2092"/>
                <a:gd name="connsiteY50" fmla="*/ 197 h 2911"/>
                <a:gd name="connsiteX51" fmla="*/ 2086 w 2092"/>
                <a:gd name="connsiteY51" fmla="*/ 189 h 2911"/>
                <a:gd name="connsiteX52" fmla="*/ 2063 w 2092"/>
                <a:gd name="connsiteY52" fmla="*/ 109 h 2911"/>
                <a:gd name="connsiteX53" fmla="*/ 1910 w 2092"/>
                <a:gd name="connsiteY53" fmla="*/ 31 h 2911"/>
                <a:gd name="connsiteX54" fmla="*/ 1740 w 2092"/>
                <a:gd name="connsiteY54" fmla="*/ 18 h 2911"/>
                <a:gd name="connsiteX55" fmla="*/ 1493 w 2092"/>
                <a:gd name="connsiteY55" fmla="*/ 138 h 2911"/>
                <a:gd name="connsiteX56" fmla="*/ 1253 w 2092"/>
                <a:gd name="connsiteY56" fmla="*/ 415 h 2911"/>
                <a:gd name="connsiteX57" fmla="*/ 1169 w 2092"/>
                <a:gd name="connsiteY57" fmla="*/ 539 h 2911"/>
                <a:gd name="connsiteX58" fmla="*/ 1122 w 2092"/>
                <a:gd name="connsiteY58" fmla="*/ 510 h 2911"/>
                <a:gd name="connsiteX59" fmla="*/ 1087 w 2092"/>
                <a:gd name="connsiteY59" fmla="*/ 374 h 2911"/>
                <a:gd name="connsiteX60" fmla="*/ 1019 w 2092"/>
                <a:gd name="connsiteY60" fmla="*/ 366 h 2911"/>
                <a:gd name="connsiteX61" fmla="*/ 993 w 2092"/>
                <a:gd name="connsiteY61" fmla="*/ 444 h 2911"/>
                <a:gd name="connsiteX62" fmla="*/ 953 w 2092"/>
                <a:gd name="connsiteY62" fmla="*/ 550 h 2911"/>
                <a:gd name="connsiteX63" fmla="*/ 844 w 2092"/>
                <a:gd name="connsiteY63" fmla="*/ 433 h 2911"/>
                <a:gd name="connsiteX64" fmla="*/ 756 w 2092"/>
                <a:gd name="connsiteY64" fmla="*/ 326 h 2911"/>
                <a:gd name="connsiteX65" fmla="*/ 605 w 2092"/>
                <a:gd name="connsiteY65" fmla="*/ 167 h 2911"/>
                <a:gd name="connsiteX66" fmla="*/ 377 w 2092"/>
                <a:gd name="connsiteY66" fmla="*/ 60 h 2911"/>
                <a:gd name="connsiteX67" fmla="*/ 184 w 2092"/>
                <a:gd name="connsiteY67" fmla="*/ 69 h 2911"/>
                <a:gd name="connsiteX68" fmla="*/ 38 w 2092"/>
                <a:gd name="connsiteY68" fmla="*/ 162 h 2911"/>
                <a:gd name="connsiteX69" fmla="*/ 4 w 2092"/>
                <a:gd name="connsiteY69" fmla="*/ 215 h 2911"/>
                <a:gd name="connsiteX70" fmla="*/ 13 w 2092"/>
                <a:gd name="connsiteY70" fmla="*/ 248 h 2911"/>
                <a:gd name="connsiteX71" fmla="*/ 61 w 2092"/>
                <a:gd name="connsiteY71" fmla="*/ 246 h 2911"/>
                <a:gd name="connsiteX72" fmla="*/ 144 w 2092"/>
                <a:gd name="connsiteY72" fmla="*/ 173 h 2911"/>
                <a:gd name="connsiteX73" fmla="*/ 256 w 2092"/>
                <a:gd name="connsiteY73" fmla="*/ 127 h 2911"/>
                <a:gd name="connsiteX74" fmla="*/ 434 w 2092"/>
                <a:gd name="connsiteY74" fmla="*/ 149 h 2911"/>
                <a:gd name="connsiteX75" fmla="*/ 572 w 2092"/>
                <a:gd name="connsiteY75" fmla="*/ 237 h 2911"/>
                <a:gd name="connsiteX76" fmla="*/ 659 w 2092"/>
                <a:gd name="connsiteY76" fmla="*/ 333 h 2911"/>
                <a:gd name="connsiteX77" fmla="*/ 748 w 2092"/>
                <a:gd name="connsiteY77" fmla="*/ 442 h 2911"/>
                <a:gd name="connsiteX78" fmla="*/ 835 w 2092"/>
                <a:gd name="connsiteY78" fmla="*/ 586 h 2911"/>
                <a:gd name="connsiteX79" fmla="*/ 881 w 2092"/>
                <a:gd name="connsiteY79" fmla="*/ 704 h 2911"/>
                <a:gd name="connsiteX80" fmla="*/ 877 w 2092"/>
                <a:gd name="connsiteY8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368 w 2092"/>
                <a:gd name="connsiteY37" fmla="*/ 1960 h 2911"/>
                <a:gd name="connsiteX38" fmla="*/ 1366 w 2092"/>
                <a:gd name="connsiteY38" fmla="*/ 1916 h 2911"/>
                <a:gd name="connsiteX39" fmla="*/ 1386 w 2092"/>
                <a:gd name="connsiteY39" fmla="*/ 1814 h 2911"/>
                <a:gd name="connsiteX40" fmla="*/ 1398 w 2092"/>
                <a:gd name="connsiteY40" fmla="*/ 1698 h 2911"/>
                <a:gd name="connsiteX41" fmla="*/ 1382 w 2092"/>
                <a:gd name="connsiteY41" fmla="*/ 1554 h 2911"/>
                <a:gd name="connsiteX42" fmla="*/ 1344 w 2092"/>
                <a:gd name="connsiteY42" fmla="*/ 1367 h 2911"/>
                <a:gd name="connsiteX43" fmla="*/ 1305 w 2092"/>
                <a:gd name="connsiteY43" fmla="*/ 1201 h 2911"/>
                <a:gd name="connsiteX44" fmla="*/ 1243 w 2092"/>
                <a:gd name="connsiteY44" fmla="*/ 965 h 2911"/>
                <a:gd name="connsiteX45" fmla="*/ 1233 w 2092"/>
                <a:gd name="connsiteY45" fmla="*/ 648 h 2911"/>
                <a:gd name="connsiteX46" fmla="*/ 1495 w 2092"/>
                <a:gd name="connsiteY46" fmla="*/ 249 h 2911"/>
                <a:gd name="connsiteX47" fmla="*/ 1735 w 2092"/>
                <a:gd name="connsiteY47" fmla="*/ 104 h 2911"/>
                <a:gd name="connsiteX48" fmla="*/ 1912 w 2092"/>
                <a:gd name="connsiteY48" fmla="*/ 116 h 2911"/>
                <a:gd name="connsiteX49" fmla="*/ 2042 w 2092"/>
                <a:gd name="connsiteY49" fmla="*/ 197 h 2911"/>
                <a:gd name="connsiteX50" fmla="*/ 2086 w 2092"/>
                <a:gd name="connsiteY50" fmla="*/ 189 h 2911"/>
                <a:gd name="connsiteX51" fmla="*/ 2063 w 2092"/>
                <a:gd name="connsiteY51" fmla="*/ 109 h 2911"/>
                <a:gd name="connsiteX52" fmla="*/ 1910 w 2092"/>
                <a:gd name="connsiteY52" fmla="*/ 31 h 2911"/>
                <a:gd name="connsiteX53" fmla="*/ 1740 w 2092"/>
                <a:gd name="connsiteY53" fmla="*/ 18 h 2911"/>
                <a:gd name="connsiteX54" fmla="*/ 1493 w 2092"/>
                <a:gd name="connsiteY54" fmla="*/ 138 h 2911"/>
                <a:gd name="connsiteX55" fmla="*/ 1253 w 2092"/>
                <a:gd name="connsiteY55" fmla="*/ 415 h 2911"/>
                <a:gd name="connsiteX56" fmla="*/ 1169 w 2092"/>
                <a:gd name="connsiteY56" fmla="*/ 539 h 2911"/>
                <a:gd name="connsiteX57" fmla="*/ 1122 w 2092"/>
                <a:gd name="connsiteY57" fmla="*/ 510 h 2911"/>
                <a:gd name="connsiteX58" fmla="*/ 1087 w 2092"/>
                <a:gd name="connsiteY58" fmla="*/ 374 h 2911"/>
                <a:gd name="connsiteX59" fmla="*/ 1019 w 2092"/>
                <a:gd name="connsiteY59" fmla="*/ 366 h 2911"/>
                <a:gd name="connsiteX60" fmla="*/ 993 w 2092"/>
                <a:gd name="connsiteY60" fmla="*/ 444 h 2911"/>
                <a:gd name="connsiteX61" fmla="*/ 953 w 2092"/>
                <a:gd name="connsiteY61" fmla="*/ 550 h 2911"/>
                <a:gd name="connsiteX62" fmla="*/ 844 w 2092"/>
                <a:gd name="connsiteY62" fmla="*/ 433 h 2911"/>
                <a:gd name="connsiteX63" fmla="*/ 756 w 2092"/>
                <a:gd name="connsiteY63" fmla="*/ 326 h 2911"/>
                <a:gd name="connsiteX64" fmla="*/ 605 w 2092"/>
                <a:gd name="connsiteY64" fmla="*/ 167 h 2911"/>
                <a:gd name="connsiteX65" fmla="*/ 377 w 2092"/>
                <a:gd name="connsiteY65" fmla="*/ 60 h 2911"/>
                <a:gd name="connsiteX66" fmla="*/ 184 w 2092"/>
                <a:gd name="connsiteY66" fmla="*/ 69 h 2911"/>
                <a:gd name="connsiteX67" fmla="*/ 38 w 2092"/>
                <a:gd name="connsiteY67" fmla="*/ 162 h 2911"/>
                <a:gd name="connsiteX68" fmla="*/ 4 w 2092"/>
                <a:gd name="connsiteY68" fmla="*/ 215 h 2911"/>
                <a:gd name="connsiteX69" fmla="*/ 13 w 2092"/>
                <a:gd name="connsiteY69" fmla="*/ 248 h 2911"/>
                <a:gd name="connsiteX70" fmla="*/ 61 w 2092"/>
                <a:gd name="connsiteY70" fmla="*/ 246 h 2911"/>
                <a:gd name="connsiteX71" fmla="*/ 144 w 2092"/>
                <a:gd name="connsiteY71" fmla="*/ 173 h 2911"/>
                <a:gd name="connsiteX72" fmla="*/ 256 w 2092"/>
                <a:gd name="connsiteY72" fmla="*/ 127 h 2911"/>
                <a:gd name="connsiteX73" fmla="*/ 434 w 2092"/>
                <a:gd name="connsiteY73" fmla="*/ 149 h 2911"/>
                <a:gd name="connsiteX74" fmla="*/ 572 w 2092"/>
                <a:gd name="connsiteY74" fmla="*/ 237 h 2911"/>
                <a:gd name="connsiteX75" fmla="*/ 659 w 2092"/>
                <a:gd name="connsiteY75" fmla="*/ 333 h 2911"/>
                <a:gd name="connsiteX76" fmla="*/ 748 w 2092"/>
                <a:gd name="connsiteY76" fmla="*/ 442 h 2911"/>
                <a:gd name="connsiteX77" fmla="*/ 835 w 2092"/>
                <a:gd name="connsiteY77" fmla="*/ 586 h 2911"/>
                <a:gd name="connsiteX78" fmla="*/ 881 w 2092"/>
                <a:gd name="connsiteY78" fmla="*/ 704 h 2911"/>
                <a:gd name="connsiteX79" fmla="*/ 877 w 2092"/>
                <a:gd name="connsiteY7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368 w 2092"/>
                <a:gd name="connsiteY36" fmla="*/ 1960 h 2911"/>
                <a:gd name="connsiteX37" fmla="*/ 1366 w 2092"/>
                <a:gd name="connsiteY37" fmla="*/ 1916 h 2911"/>
                <a:gd name="connsiteX38" fmla="*/ 1386 w 2092"/>
                <a:gd name="connsiteY38" fmla="*/ 1814 h 2911"/>
                <a:gd name="connsiteX39" fmla="*/ 1398 w 2092"/>
                <a:gd name="connsiteY39" fmla="*/ 1698 h 2911"/>
                <a:gd name="connsiteX40" fmla="*/ 1382 w 2092"/>
                <a:gd name="connsiteY40" fmla="*/ 1554 h 2911"/>
                <a:gd name="connsiteX41" fmla="*/ 1344 w 2092"/>
                <a:gd name="connsiteY41" fmla="*/ 1367 h 2911"/>
                <a:gd name="connsiteX42" fmla="*/ 1305 w 2092"/>
                <a:gd name="connsiteY42" fmla="*/ 1201 h 2911"/>
                <a:gd name="connsiteX43" fmla="*/ 1243 w 2092"/>
                <a:gd name="connsiteY43" fmla="*/ 965 h 2911"/>
                <a:gd name="connsiteX44" fmla="*/ 1233 w 2092"/>
                <a:gd name="connsiteY44" fmla="*/ 648 h 2911"/>
                <a:gd name="connsiteX45" fmla="*/ 1495 w 2092"/>
                <a:gd name="connsiteY45" fmla="*/ 249 h 2911"/>
                <a:gd name="connsiteX46" fmla="*/ 1735 w 2092"/>
                <a:gd name="connsiteY46" fmla="*/ 104 h 2911"/>
                <a:gd name="connsiteX47" fmla="*/ 1912 w 2092"/>
                <a:gd name="connsiteY47" fmla="*/ 116 h 2911"/>
                <a:gd name="connsiteX48" fmla="*/ 2042 w 2092"/>
                <a:gd name="connsiteY48" fmla="*/ 197 h 2911"/>
                <a:gd name="connsiteX49" fmla="*/ 2086 w 2092"/>
                <a:gd name="connsiteY49" fmla="*/ 189 h 2911"/>
                <a:gd name="connsiteX50" fmla="*/ 2063 w 2092"/>
                <a:gd name="connsiteY50" fmla="*/ 109 h 2911"/>
                <a:gd name="connsiteX51" fmla="*/ 1910 w 2092"/>
                <a:gd name="connsiteY51" fmla="*/ 31 h 2911"/>
                <a:gd name="connsiteX52" fmla="*/ 1740 w 2092"/>
                <a:gd name="connsiteY52" fmla="*/ 18 h 2911"/>
                <a:gd name="connsiteX53" fmla="*/ 1493 w 2092"/>
                <a:gd name="connsiteY53" fmla="*/ 138 h 2911"/>
                <a:gd name="connsiteX54" fmla="*/ 1253 w 2092"/>
                <a:gd name="connsiteY54" fmla="*/ 415 h 2911"/>
                <a:gd name="connsiteX55" fmla="*/ 1169 w 2092"/>
                <a:gd name="connsiteY55" fmla="*/ 539 h 2911"/>
                <a:gd name="connsiteX56" fmla="*/ 1122 w 2092"/>
                <a:gd name="connsiteY56" fmla="*/ 510 h 2911"/>
                <a:gd name="connsiteX57" fmla="*/ 1087 w 2092"/>
                <a:gd name="connsiteY57" fmla="*/ 374 h 2911"/>
                <a:gd name="connsiteX58" fmla="*/ 1019 w 2092"/>
                <a:gd name="connsiteY58" fmla="*/ 366 h 2911"/>
                <a:gd name="connsiteX59" fmla="*/ 993 w 2092"/>
                <a:gd name="connsiteY59" fmla="*/ 444 h 2911"/>
                <a:gd name="connsiteX60" fmla="*/ 953 w 2092"/>
                <a:gd name="connsiteY60" fmla="*/ 550 h 2911"/>
                <a:gd name="connsiteX61" fmla="*/ 844 w 2092"/>
                <a:gd name="connsiteY61" fmla="*/ 433 h 2911"/>
                <a:gd name="connsiteX62" fmla="*/ 756 w 2092"/>
                <a:gd name="connsiteY62" fmla="*/ 326 h 2911"/>
                <a:gd name="connsiteX63" fmla="*/ 605 w 2092"/>
                <a:gd name="connsiteY63" fmla="*/ 167 h 2911"/>
                <a:gd name="connsiteX64" fmla="*/ 377 w 2092"/>
                <a:gd name="connsiteY64" fmla="*/ 60 h 2911"/>
                <a:gd name="connsiteX65" fmla="*/ 184 w 2092"/>
                <a:gd name="connsiteY65" fmla="*/ 69 h 2911"/>
                <a:gd name="connsiteX66" fmla="*/ 38 w 2092"/>
                <a:gd name="connsiteY66" fmla="*/ 162 h 2911"/>
                <a:gd name="connsiteX67" fmla="*/ 4 w 2092"/>
                <a:gd name="connsiteY67" fmla="*/ 215 h 2911"/>
                <a:gd name="connsiteX68" fmla="*/ 13 w 2092"/>
                <a:gd name="connsiteY68" fmla="*/ 248 h 2911"/>
                <a:gd name="connsiteX69" fmla="*/ 61 w 2092"/>
                <a:gd name="connsiteY69" fmla="*/ 246 h 2911"/>
                <a:gd name="connsiteX70" fmla="*/ 144 w 2092"/>
                <a:gd name="connsiteY70" fmla="*/ 173 h 2911"/>
                <a:gd name="connsiteX71" fmla="*/ 256 w 2092"/>
                <a:gd name="connsiteY71" fmla="*/ 127 h 2911"/>
                <a:gd name="connsiteX72" fmla="*/ 434 w 2092"/>
                <a:gd name="connsiteY72" fmla="*/ 149 h 2911"/>
                <a:gd name="connsiteX73" fmla="*/ 572 w 2092"/>
                <a:gd name="connsiteY73" fmla="*/ 237 h 2911"/>
                <a:gd name="connsiteX74" fmla="*/ 659 w 2092"/>
                <a:gd name="connsiteY74" fmla="*/ 333 h 2911"/>
                <a:gd name="connsiteX75" fmla="*/ 748 w 2092"/>
                <a:gd name="connsiteY75" fmla="*/ 442 h 2911"/>
                <a:gd name="connsiteX76" fmla="*/ 835 w 2092"/>
                <a:gd name="connsiteY76" fmla="*/ 586 h 2911"/>
                <a:gd name="connsiteX77" fmla="*/ 881 w 2092"/>
                <a:gd name="connsiteY77" fmla="*/ 704 h 2911"/>
                <a:gd name="connsiteX78" fmla="*/ 877 w 2092"/>
                <a:gd name="connsiteY78" fmla="*/ 903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77" fmla="*/ 1825 w 2092"/>
                <a:gd name="connsiteY77" fmla="*/ 2466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398 w 2092"/>
                <a:gd name="connsiteY7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398 w 2092"/>
                <a:gd name="connsiteY7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61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56 w 2092"/>
                <a:gd name="connsiteY48" fmla="*/ 1876 h 2911"/>
                <a:gd name="connsiteX49" fmla="*/ 709 w 2092"/>
                <a:gd name="connsiteY49" fmla="*/ 1930 h 2911"/>
                <a:gd name="connsiteX50" fmla="*/ 740 w 2092"/>
                <a:gd name="connsiteY50" fmla="*/ 2029 h 2911"/>
                <a:gd name="connsiteX51" fmla="*/ 759 w 2092"/>
                <a:gd name="connsiteY51" fmla="*/ 2100 h 2911"/>
                <a:gd name="connsiteX52" fmla="*/ 797 w 2092"/>
                <a:gd name="connsiteY52" fmla="*/ 2189 h 2911"/>
                <a:gd name="connsiteX53" fmla="*/ 874 w 2092"/>
                <a:gd name="connsiteY53" fmla="*/ 2368 h 2911"/>
                <a:gd name="connsiteX54" fmla="*/ 906 w 2092"/>
                <a:gd name="connsiteY54" fmla="*/ 2466 h 2911"/>
                <a:gd name="connsiteX55" fmla="*/ 924 w 2092"/>
                <a:gd name="connsiteY55" fmla="*/ 2544 h 2911"/>
                <a:gd name="connsiteX56" fmla="*/ 931 w 2092"/>
                <a:gd name="connsiteY56" fmla="*/ 2677 h 2911"/>
                <a:gd name="connsiteX57" fmla="*/ 906 w 2092"/>
                <a:gd name="connsiteY57" fmla="*/ 2768 h 2911"/>
                <a:gd name="connsiteX58" fmla="*/ 894 w 2092"/>
                <a:gd name="connsiteY58" fmla="*/ 2839 h 2911"/>
                <a:gd name="connsiteX59" fmla="*/ 904 w 2092"/>
                <a:gd name="connsiteY59" fmla="*/ 2874 h 2911"/>
                <a:gd name="connsiteX60" fmla="*/ 941 w 2092"/>
                <a:gd name="connsiteY60" fmla="*/ 2906 h 2911"/>
                <a:gd name="connsiteX61" fmla="*/ 1083 w 2092"/>
                <a:gd name="connsiteY61" fmla="*/ 2906 h 2911"/>
                <a:gd name="connsiteX62" fmla="*/ 1214 w 2092"/>
                <a:gd name="connsiteY62" fmla="*/ 2901 h 2911"/>
                <a:gd name="connsiteX63" fmla="*/ 1240 w 2092"/>
                <a:gd name="connsiteY63" fmla="*/ 2863 h 2911"/>
                <a:gd name="connsiteX64" fmla="*/ 1238 w 2092"/>
                <a:gd name="connsiteY64" fmla="*/ 2799 h 2911"/>
                <a:gd name="connsiteX65" fmla="*/ 1211 w 2092"/>
                <a:gd name="connsiteY65" fmla="*/ 2733 h 2911"/>
                <a:gd name="connsiteX66" fmla="*/ 1201 w 2092"/>
                <a:gd name="connsiteY66" fmla="*/ 2652 h 2911"/>
                <a:gd name="connsiteX67" fmla="*/ 1200 w 2092"/>
                <a:gd name="connsiteY67" fmla="*/ 2551 h 2911"/>
                <a:gd name="connsiteX68" fmla="*/ 1219 w 2092"/>
                <a:gd name="connsiteY68" fmla="*/ 2450 h 2911"/>
                <a:gd name="connsiteX69" fmla="*/ 1263 w 2092"/>
                <a:gd name="connsiteY69" fmla="*/ 2300 h 2911"/>
                <a:gd name="connsiteX70" fmla="*/ 1287 w 2092"/>
                <a:gd name="connsiteY70" fmla="*/ 2222 h 2911"/>
                <a:gd name="connsiteX71" fmla="*/ 1307 w 2092"/>
                <a:gd name="connsiteY71" fmla="*/ 2188 h 2911"/>
                <a:gd name="connsiteX72" fmla="*/ 1361 w 2092"/>
                <a:gd name="connsiteY7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6 w 2092"/>
                <a:gd name="connsiteY47" fmla="*/ 1876 h 2911"/>
                <a:gd name="connsiteX48" fmla="*/ 709 w 2092"/>
                <a:gd name="connsiteY48" fmla="*/ 1930 h 2911"/>
                <a:gd name="connsiteX49" fmla="*/ 740 w 2092"/>
                <a:gd name="connsiteY49" fmla="*/ 2029 h 2911"/>
                <a:gd name="connsiteX50" fmla="*/ 759 w 2092"/>
                <a:gd name="connsiteY50" fmla="*/ 2100 h 2911"/>
                <a:gd name="connsiteX51" fmla="*/ 797 w 2092"/>
                <a:gd name="connsiteY51" fmla="*/ 2189 h 2911"/>
                <a:gd name="connsiteX52" fmla="*/ 874 w 2092"/>
                <a:gd name="connsiteY52" fmla="*/ 2368 h 2911"/>
                <a:gd name="connsiteX53" fmla="*/ 906 w 2092"/>
                <a:gd name="connsiteY53" fmla="*/ 2466 h 2911"/>
                <a:gd name="connsiteX54" fmla="*/ 924 w 2092"/>
                <a:gd name="connsiteY54" fmla="*/ 2544 h 2911"/>
                <a:gd name="connsiteX55" fmla="*/ 931 w 2092"/>
                <a:gd name="connsiteY55" fmla="*/ 2677 h 2911"/>
                <a:gd name="connsiteX56" fmla="*/ 906 w 2092"/>
                <a:gd name="connsiteY56" fmla="*/ 2768 h 2911"/>
                <a:gd name="connsiteX57" fmla="*/ 894 w 2092"/>
                <a:gd name="connsiteY57" fmla="*/ 2839 h 2911"/>
                <a:gd name="connsiteX58" fmla="*/ 904 w 2092"/>
                <a:gd name="connsiteY58" fmla="*/ 2874 h 2911"/>
                <a:gd name="connsiteX59" fmla="*/ 941 w 2092"/>
                <a:gd name="connsiteY59" fmla="*/ 2906 h 2911"/>
                <a:gd name="connsiteX60" fmla="*/ 1083 w 2092"/>
                <a:gd name="connsiteY60" fmla="*/ 2906 h 2911"/>
                <a:gd name="connsiteX61" fmla="*/ 1214 w 2092"/>
                <a:gd name="connsiteY61" fmla="*/ 2901 h 2911"/>
                <a:gd name="connsiteX62" fmla="*/ 1240 w 2092"/>
                <a:gd name="connsiteY62" fmla="*/ 2863 h 2911"/>
                <a:gd name="connsiteX63" fmla="*/ 1238 w 2092"/>
                <a:gd name="connsiteY63" fmla="*/ 2799 h 2911"/>
                <a:gd name="connsiteX64" fmla="*/ 1211 w 2092"/>
                <a:gd name="connsiteY64" fmla="*/ 2733 h 2911"/>
                <a:gd name="connsiteX65" fmla="*/ 1201 w 2092"/>
                <a:gd name="connsiteY65" fmla="*/ 2652 h 2911"/>
                <a:gd name="connsiteX66" fmla="*/ 1200 w 2092"/>
                <a:gd name="connsiteY66" fmla="*/ 2551 h 2911"/>
                <a:gd name="connsiteX67" fmla="*/ 1219 w 2092"/>
                <a:gd name="connsiteY67" fmla="*/ 2450 h 2911"/>
                <a:gd name="connsiteX68" fmla="*/ 1263 w 2092"/>
                <a:gd name="connsiteY68" fmla="*/ 2300 h 2911"/>
                <a:gd name="connsiteX69" fmla="*/ 1287 w 2092"/>
                <a:gd name="connsiteY69" fmla="*/ 2222 h 2911"/>
                <a:gd name="connsiteX70" fmla="*/ 1307 w 2092"/>
                <a:gd name="connsiteY70" fmla="*/ 2188 h 2911"/>
                <a:gd name="connsiteX71" fmla="*/ 1361 w 2092"/>
                <a:gd name="connsiteY7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09 w 2092"/>
                <a:gd name="connsiteY47" fmla="*/ 1930 h 2911"/>
                <a:gd name="connsiteX48" fmla="*/ 740 w 2092"/>
                <a:gd name="connsiteY48" fmla="*/ 2029 h 2911"/>
                <a:gd name="connsiteX49" fmla="*/ 759 w 2092"/>
                <a:gd name="connsiteY49" fmla="*/ 2100 h 2911"/>
                <a:gd name="connsiteX50" fmla="*/ 797 w 2092"/>
                <a:gd name="connsiteY50" fmla="*/ 2189 h 2911"/>
                <a:gd name="connsiteX51" fmla="*/ 874 w 2092"/>
                <a:gd name="connsiteY51" fmla="*/ 2368 h 2911"/>
                <a:gd name="connsiteX52" fmla="*/ 906 w 2092"/>
                <a:gd name="connsiteY52" fmla="*/ 2466 h 2911"/>
                <a:gd name="connsiteX53" fmla="*/ 924 w 2092"/>
                <a:gd name="connsiteY53" fmla="*/ 2544 h 2911"/>
                <a:gd name="connsiteX54" fmla="*/ 931 w 2092"/>
                <a:gd name="connsiteY54" fmla="*/ 2677 h 2911"/>
                <a:gd name="connsiteX55" fmla="*/ 906 w 2092"/>
                <a:gd name="connsiteY55" fmla="*/ 2768 h 2911"/>
                <a:gd name="connsiteX56" fmla="*/ 894 w 2092"/>
                <a:gd name="connsiteY56" fmla="*/ 2839 h 2911"/>
                <a:gd name="connsiteX57" fmla="*/ 904 w 2092"/>
                <a:gd name="connsiteY57" fmla="*/ 2874 h 2911"/>
                <a:gd name="connsiteX58" fmla="*/ 941 w 2092"/>
                <a:gd name="connsiteY58" fmla="*/ 2906 h 2911"/>
                <a:gd name="connsiteX59" fmla="*/ 1083 w 2092"/>
                <a:gd name="connsiteY59" fmla="*/ 2906 h 2911"/>
                <a:gd name="connsiteX60" fmla="*/ 1214 w 2092"/>
                <a:gd name="connsiteY60" fmla="*/ 2901 h 2911"/>
                <a:gd name="connsiteX61" fmla="*/ 1240 w 2092"/>
                <a:gd name="connsiteY61" fmla="*/ 2863 h 2911"/>
                <a:gd name="connsiteX62" fmla="*/ 1238 w 2092"/>
                <a:gd name="connsiteY62" fmla="*/ 2799 h 2911"/>
                <a:gd name="connsiteX63" fmla="*/ 1211 w 2092"/>
                <a:gd name="connsiteY63" fmla="*/ 2733 h 2911"/>
                <a:gd name="connsiteX64" fmla="*/ 1201 w 2092"/>
                <a:gd name="connsiteY64" fmla="*/ 2652 h 2911"/>
                <a:gd name="connsiteX65" fmla="*/ 1200 w 2092"/>
                <a:gd name="connsiteY65" fmla="*/ 2551 h 2911"/>
                <a:gd name="connsiteX66" fmla="*/ 1219 w 2092"/>
                <a:gd name="connsiteY66" fmla="*/ 2450 h 2911"/>
                <a:gd name="connsiteX67" fmla="*/ 1263 w 2092"/>
                <a:gd name="connsiteY67" fmla="*/ 2300 h 2911"/>
                <a:gd name="connsiteX68" fmla="*/ 1287 w 2092"/>
                <a:gd name="connsiteY68" fmla="*/ 2222 h 2911"/>
                <a:gd name="connsiteX69" fmla="*/ 1307 w 2092"/>
                <a:gd name="connsiteY69" fmla="*/ 2188 h 2911"/>
                <a:gd name="connsiteX70" fmla="*/ 1361 w 2092"/>
                <a:gd name="connsiteY7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40 w 2092"/>
                <a:gd name="connsiteY47" fmla="*/ 2029 h 2911"/>
                <a:gd name="connsiteX48" fmla="*/ 759 w 2092"/>
                <a:gd name="connsiteY48" fmla="*/ 2100 h 2911"/>
                <a:gd name="connsiteX49" fmla="*/ 797 w 2092"/>
                <a:gd name="connsiteY49" fmla="*/ 2189 h 2911"/>
                <a:gd name="connsiteX50" fmla="*/ 874 w 2092"/>
                <a:gd name="connsiteY50" fmla="*/ 2368 h 2911"/>
                <a:gd name="connsiteX51" fmla="*/ 906 w 2092"/>
                <a:gd name="connsiteY51" fmla="*/ 2466 h 2911"/>
                <a:gd name="connsiteX52" fmla="*/ 924 w 2092"/>
                <a:gd name="connsiteY52" fmla="*/ 2544 h 2911"/>
                <a:gd name="connsiteX53" fmla="*/ 931 w 2092"/>
                <a:gd name="connsiteY53" fmla="*/ 2677 h 2911"/>
                <a:gd name="connsiteX54" fmla="*/ 906 w 2092"/>
                <a:gd name="connsiteY54" fmla="*/ 2768 h 2911"/>
                <a:gd name="connsiteX55" fmla="*/ 894 w 2092"/>
                <a:gd name="connsiteY55" fmla="*/ 2839 h 2911"/>
                <a:gd name="connsiteX56" fmla="*/ 904 w 2092"/>
                <a:gd name="connsiteY56" fmla="*/ 2874 h 2911"/>
                <a:gd name="connsiteX57" fmla="*/ 941 w 2092"/>
                <a:gd name="connsiteY57" fmla="*/ 2906 h 2911"/>
                <a:gd name="connsiteX58" fmla="*/ 1083 w 2092"/>
                <a:gd name="connsiteY58" fmla="*/ 2906 h 2911"/>
                <a:gd name="connsiteX59" fmla="*/ 1214 w 2092"/>
                <a:gd name="connsiteY59" fmla="*/ 2901 h 2911"/>
                <a:gd name="connsiteX60" fmla="*/ 1240 w 2092"/>
                <a:gd name="connsiteY60" fmla="*/ 2863 h 2911"/>
                <a:gd name="connsiteX61" fmla="*/ 1238 w 2092"/>
                <a:gd name="connsiteY61" fmla="*/ 2799 h 2911"/>
                <a:gd name="connsiteX62" fmla="*/ 1211 w 2092"/>
                <a:gd name="connsiteY62" fmla="*/ 2733 h 2911"/>
                <a:gd name="connsiteX63" fmla="*/ 1201 w 2092"/>
                <a:gd name="connsiteY63" fmla="*/ 2652 h 2911"/>
                <a:gd name="connsiteX64" fmla="*/ 1200 w 2092"/>
                <a:gd name="connsiteY64" fmla="*/ 2551 h 2911"/>
                <a:gd name="connsiteX65" fmla="*/ 1219 w 2092"/>
                <a:gd name="connsiteY65" fmla="*/ 2450 h 2911"/>
                <a:gd name="connsiteX66" fmla="*/ 1263 w 2092"/>
                <a:gd name="connsiteY66" fmla="*/ 2300 h 2911"/>
                <a:gd name="connsiteX67" fmla="*/ 1287 w 2092"/>
                <a:gd name="connsiteY67" fmla="*/ 2222 h 2911"/>
                <a:gd name="connsiteX68" fmla="*/ 1307 w 2092"/>
                <a:gd name="connsiteY68" fmla="*/ 2188 h 2911"/>
                <a:gd name="connsiteX69" fmla="*/ 1361 w 2092"/>
                <a:gd name="connsiteY6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740 w 2092"/>
                <a:gd name="connsiteY46" fmla="*/ 2029 h 2911"/>
                <a:gd name="connsiteX47" fmla="*/ 759 w 2092"/>
                <a:gd name="connsiteY47" fmla="*/ 2100 h 2911"/>
                <a:gd name="connsiteX48" fmla="*/ 797 w 2092"/>
                <a:gd name="connsiteY48" fmla="*/ 2189 h 2911"/>
                <a:gd name="connsiteX49" fmla="*/ 874 w 2092"/>
                <a:gd name="connsiteY49" fmla="*/ 2368 h 2911"/>
                <a:gd name="connsiteX50" fmla="*/ 906 w 2092"/>
                <a:gd name="connsiteY50" fmla="*/ 2466 h 2911"/>
                <a:gd name="connsiteX51" fmla="*/ 924 w 2092"/>
                <a:gd name="connsiteY51" fmla="*/ 2544 h 2911"/>
                <a:gd name="connsiteX52" fmla="*/ 931 w 2092"/>
                <a:gd name="connsiteY52" fmla="*/ 2677 h 2911"/>
                <a:gd name="connsiteX53" fmla="*/ 906 w 2092"/>
                <a:gd name="connsiteY53" fmla="*/ 2768 h 2911"/>
                <a:gd name="connsiteX54" fmla="*/ 894 w 2092"/>
                <a:gd name="connsiteY54" fmla="*/ 2839 h 2911"/>
                <a:gd name="connsiteX55" fmla="*/ 904 w 2092"/>
                <a:gd name="connsiteY55" fmla="*/ 2874 h 2911"/>
                <a:gd name="connsiteX56" fmla="*/ 941 w 2092"/>
                <a:gd name="connsiteY56" fmla="*/ 2906 h 2911"/>
                <a:gd name="connsiteX57" fmla="*/ 1083 w 2092"/>
                <a:gd name="connsiteY57" fmla="*/ 2906 h 2911"/>
                <a:gd name="connsiteX58" fmla="*/ 1214 w 2092"/>
                <a:gd name="connsiteY58" fmla="*/ 2901 h 2911"/>
                <a:gd name="connsiteX59" fmla="*/ 1240 w 2092"/>
                <a:gd name="connsiteY59" fmla="*/ 2863 h 2911"/>
                <a:gd name="connsiteX60" fmla="*/ 1238 w 2092"/>
                <a:gd name="connsiteY60" fmla="*/ 2799 h 2911"/>
                <a:gd name="connsiteX61" fmla="*/ 1211 w 2092"/>
                <a:gd name="connsiteY61" fmla="*/ 2733 h 2911"/>
                <a:gd name="connsiteX62" fmla="*/ 1201 w 2092"/>
                <a:gd name="connsiteY62" fmla="*/ 2652 h 2911"/>
                <a:gd name="connsiteX63" fmla="*/ 1200 w 2092"/>
                <a:gd name="connsiteY63" fmla="*/ 2551 h 2911"/>
                <a:gd name="connsiteX64" fmla="*/ 1219 w 2092"/>
                <a:gd name="connsiteY64" fmla="*/ 2450 h 2911"/>
                <a:gd name="connsiteX65" fmla="*/ 1263 w 2092"/>
                <a:gd name="connsiteY65" fmla="*/ 2300 h 2911"/>
                <a:gd name="connsiteX66" fmla="*/ 1287 w 2092"/>
                <a:gd name="connsiteY66" fmla="*/ 2222 h 2911"/>
                <a:gd name="connsiteX67" fmla="*/ 1307 w 2092"/>
                <a:gd name="connsiteY67" fmla="*/ 2188 h 2911"/>
                <a:gd name="connsiteX68" fmla="*/ 1361 w 2092"/>
                <a:gd name="connsiteY6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0 w 2092"/>
                <a:gd name="connsiteY45" fmla="*/ 2029 h 2911"/>
                <a:gd name="connsiteX46" fmla="*/ 759 w 2092"/>
                <a:gd name="connsiteY46" fmla="*/ 2100 h 2911"/>
                <a:gd name="connsiteX47" fmla="*/ 797 w 2092"/>
                <a:gd name="connsiteY47" fmla="*/ 2189 h 2911"/>
                <a:gd name="connsiteX48" fmla="*/ 874 w 2092"/>
                <a:gd name="connsiteY48" fmla="*/ 2368 h 2911"/>
                <a:gd name="connsiteX49" fmla="*/ 906 w 2092"/>
                <a:gd name="connsiteY49" fmla="*/ 2466 h 2911"/>
                <a:gd name="connsiteX50" fmla="*/ 924 w 2092"/>
                <a:gd name="connsiteY50" fmla="*/ 2544 h 2911"/>
                <a:gd name="connsiteX51" fmla="*/ 931 w 2092"/>
                <a:gd name="connsiteY51" fmla="*/ 2677 h 2911"/>
                <a:gd name="connsiteX52" fmla="*/ 906 w 2092"/>
                <a:gd name="connsiteY52" fmla="*/ 2768 h 2911"/>
                <a:gd name="connsiteX53" fmla="*/ 894 w 2092"/>
                <a:gd name="connsiteY53" fmla="*/ 2839 h 2911"/>
                <a:gd name="connsiteX54" fmla="*/ 904 w 2092"/>
                <a:gd name="connsiteY54" fmla="*/ 2874 h 2911"/>
                <a:gd name="connsiteX55" fmla="*/ 941 w 2092"/>
                <a:gd name="connsiteY55" fmla="*/ 2906 h 2911"/>
                <a:gd name="connsiteX56" fmla="*/ 1083 w 2092"/>
                <a:gd name="connsiteY56" fmla="*/ 2906 h 2911"/>
                <a:gd name="connsiteX57" fmla="*/ 1214 w 2092"/>
                <a:gd name="connsiteY57" fmla="*/ 2901 h 2911"/>
                <a:gd name="connsiteX58" fmla="*/ 1240 w 2092"/>
                <a:gd name="connsiteY58" fmla="*/ 2863 h 2911"/>
                <a:gd name="connsiteX59" fmla="*/ 1238 w 2092"/>
                <a:gd name="connsiteY59" fmla="*/ 2799 h 2911"/>
                <a:gd name="connsiteX60" fmla="*/ 1211 w 2092"/>
                <a:gd name="connsiteY60" fmla="*/ 2733 h 2911"/>
                <a:gd name="connsiteX61" fmla="*/ 1201 w 2092"/>
                <a:gd name="connsiteY61" fmla="*/ 2652 h 2911"/>
                <a:gd name="connsiteX62" fmla="*/ 1200 w 2092"/>
                <a:gd name="connsiteY62" fmla="*/ 2551 h 2911"/>
                <a:gd name="connsiteX63" fmla="*/ 1219 w 2092"/>
                <a:gd name="connsiteY63" fmla="*/ 2450 h 2911"/>
                <a:gd name="connsiteX64" fmla="*/ 1263 w 2092"/>
                <a:gd name="connsiteY64" fmla="*/ 2300 h 2911"/>
                <a:gd name="connsiteX65" fmla="*/ 1287 w 2092"/>
                <a:gd name="connsiteY65" fmla="*/ 2222 h 2911"/>
                <a:gd name="connsiteX66" fmla="*/ 1307 w 2092"/>
                <a:gd name="connsiteY66" fmla="*/ 2188 h 2911"/>
                <a:gd name="connsiteX67" fmla="*/ 1361 w 2092"/>
                <a:gd name="connsiteY67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59 w 2092"/>
                <a:gd name="connsiteY45" fmla="*/ 2100 h 2911"/>
                <a:gd name="connsiteX46" fmla="*/ 797 w 2092"/>
                <a:gd name="connsiteY46" fmla="*/ 2189 h 2911"/>
                <a:gd name="connsiteX47" fmla="*/ 874 w 2092"/>
                <a:gd name="connsiteY47" fmla="*/ 2368 h 2911"/>
                <a:gd name="connsiteX48" fmla="*/ 906 w 2092"/>
                <a:gd name="connsiteY48" fmla="*/ 2466 h 2911"/>
                <a:gd name="connsiteX49" fmla="*/ 924 w 2092"/>
                <a:gd name="connsiteY49" fmla="*/ 2544 h 2911"/>
                <a:gd name="connsiteX50" fmla="*/ 931 w 2092"/>
                <a:gd name="connsiteY50" fmla="*/ 2677 h 2911"/>
                <a:gd name="connsiteX51" fmla="*/ 906 w 2092"/>
                <a:gd name="connsiteY51" fmla="*/ 2768 h 2911"/>
                <a:gd name="connsiteX52" fmla="*/ 894 w 2092"/>
                <a:gd name="connsiteY52" fmla="*/ 2839 h 2911"/>
                <a:gd name="connsiteX53" fmla="*/ 904 w 2092"/>
                <a:gd name="connsiteY53" fmla="*/ 2874 h 2911"/>
                <a:gd name="connsiteX54" fmla="*/ 941 w 2092"/>
                <a:gd name="connsiteY54" fmla="*/ 2906 h 2911"/>
                <a:gd name="connsiteX55" fmla="*/ 1083 w 2092"/>
                <a:gd name="connsiteY55" fmla="*/ 2906 h 2911"/>
                <a:gd name="connsiteX56" fmla="*/ 1214 w 2092"/>
                <a:gd name="connsiteY56" fmla="*/ 2901 h 2911"/>
                <a:gd name="connsiteX57" fmla="*/ 1240 w 2092"/>
                <a:gd name="connsiteY57" fmla="*/ 2863 h 2911"/>
                <a:gd name="connsiteX58" fmla="*/ 1238 w 2092"/>
                <a:gd name="connsiteY58" fmla="*/ 2799 h 2911"/>
                <a:gd name="connsiteX59" fmla="*/ 1211 w 2092"/>
                <a:gd name="connsiteY59" fmla="*/ 2733 h 2911"/>
                <a:gd name="connsiteX60" fmla="*/ 1201 w 2092"/>
                <a:gd name="connsiteY60" fmla="*/ 2652 h 2911"/>
                <a:gd name="connsiteX61" fmla="*/ 1200 w 2092"/>
                <a:gd name="connsiteY61" fmla="*/ 2551 h 2911"/>
                <a:gd name="connsiteX62" fmla="*/ 1219 w 2092"/>
                <a:gd name="connsiteY62" fmla="*/ 2450 h 2911"/>
                <a:gd name="connsiteX63" fmla="*/ 1263 w 2092"/>
                <a:gd name="connsiteY63" fmla="*/ 2300 h 2911"/>
                <a:gd name="connsiteX64" fmla="*/ 1287 w 2092"/>
                <a:gd name="connsiteY64" fmla="*/ 2222 h 2911"/>
                <a:gd name="connsiteX65" fmla="*/ 1307 w 2092"/>
                <a:gd name="connsiteY65" fmla="*/ 2188 h 2911"/>
                <a:gd name="connsiteX66" fmla="*/ 1361 w 2092"/>
                <a:gd name="connsiteY66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97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06 w 2092"/>
                <a:gd name="connsiteY46" fmla="*/ 2466 h 2911"/>
                <a:gd name="connsiteX47" fmla="*/ 924 w 2092"/>
                <a:gd name="connsiteY47" fmla="*/ 2544 h 2911"/>
                <a:gd name="connsiteX48" fmla="*/ 931 w 2092"/>
                <a:gd name="connsiteY48" fmla="*/ 2677 h 2911"/>
                <a:gd name="connsiteX49" fmla="*/ 906 w 2092"/>
                <a:gd name="connsiteY49" fmla="*/ 2768 h 2911"/>
                <a:gd name="connsiteX50" fmla="*/ 894 w 2092"/>
                <a:gd name="connsiteY50" fmla="*/ 2839 h 2911"/>
                <a:gd name="connsiteX51" fmla="*/ 904 w 2092"/>
                <a:gd name="connsiteY51" fmla="*/ 2874 h 2911"/>
                <a:gd name="connsiteX52" fmla="*/ 941 w 2092"/>
                <a:gd name="connsiteY52" fmla="*/ 2906 h 2911"/>
                <a:gd name="connsiteX53" fmla="*/ 1083 w 2092"/>
                <a:gd name="connsiteY53" fmla="*/ 2906 h 2911"/>
                <a:gd name="connsiteX54" fmla="*/ 1214 w 2092"/>
                <a:gd name="connsiteY54" fmla="*/ 2901 h 2911"/>
                <a:gd name="connsiteX55" fmla="*/ 1240 w 2092"/>
                <a:gd name="connsiteY55" fmla="*/ 2863 h 2911"/>
                <a:gd name="connsiteX56" fmla="*/ 1238 w 2092"/>
                <a:gd name="connsiteY56" fmla="*/ 2799 h 2911"/>
                <a:gd name="connsiteX57" fmla="*/ 1211 w 2092"/>
                <a:gd name="connsiteY57" fmla="*/ 2733 h 2911"/>
                <a:gd name="connsiteX58" fmla="*/ 1201 w 2092"/>
                <a:gd name="connsiteY58" fmla="*/ 2652 h 2911"/>
                <a:gd name="connsiteX59" fmla="*/ 1200 w 2092"/>
                <a:gd name="connsiteY59" fmla="*/ 2551 h 2911"/>
                <a:gd name="connsiteX60" fmla="*/ 1219 w 2092"/>
                <a:gd name="connsiteY60" fmla="*/ 2450 h 2911"/>
                <a:gd name="connsiteX61" fmla="*/ 1263 w 2092"/>
                <a:gd name="connsiteY61" fmla="*/ 2300 h 2911"/>
                <a:gd name="connsiteX62" fmla="*/ 1287 w 2092"/>
                <a:gd name="connsiteY62" fmla="*/ 2222 h 2911"/>
                <a:gd name="connsiteX63" fmla="*/ 1307 w 2092"/>
                <a:gd name="connsiteY63" fmla="*/ 2188 h 2911"/>
                <a:gd name="connsiteX64" fmla="*/ 1361 w 2092"/>
                <a:gd name="connsiteY6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24 w 2092"/>
                <a:gd name="connsiteY46" fmla="*/ 2544 h 2911"/>
                <a:gd name="connsiteX47" fmla="*/ 931 w 2092"/>
                <a:gd name="connsiteY47" fmla="*/ 2677 h 2911"/>
                <a:gd name="connsiteX48" fmla="*/ 906 w 2092"/>
                <a:gd name="connsiteY48" fmla="*/ 2768 h 2911"/>
                <a:gd name="connsiteX49" fmla="*/ 894 w 2092"/>
                <a:gd name="connsiteY49" fmla="*/ 2839 h 2911"/>
                <a:gd name="connsiteX50" fmla="*/ 904 w 2092"/>
                <a:gd name="connsiteY50" fmla="*/ 2874 h 2911"/>
                <a:gd name="connsiteX51" fmla="*/ 941 w 2092"/>
                <a:gd name="connsiteY51" fmla="*/ 2906 h 2911"/>
                <a:gd name="connsiteX52" fmla="*/ 1083 w 2092"/>
                <a:gd name="connsiteY52" fmla="*/ 2906 h 2911"/>
                <a:gd name="connsiteX53" fmla="*/ 1214 w 2092"/>
                <a:gd name="connsiteY53" fmla="*/ 2901 h 2911"/>
                <a:gd name="connsiteX54" fmla="*/ 1240 w 2092"/>
                <a:gd name="connsiteY54" fmla="*/ 2863 h 2911"/>
                <a:gd name="connsiteX55" fmla="*/ 1238 w 2092"/>
                <a:gd name="connsiteY55" fmla="*/ 2799 h 2911"/>
                <a:gd name="connsiteX56" fmla="*/ 1211 w 2092"/>
                <a:gd name="connsiteY56" fmla="*/ 2733 h 2911"/>
                <a:gd name="connsiteX57" fmla="*/ 1201 w 2092"/>
                <a:gd name="connsiteY57" fmla="*/ 2652 h 2911"/>
                <a:gd name="connsiteX58" fmla="*/ 1200 w 2092"/>
                <a:gd name="connsiteY58" fmla="*/ 2551 h 2911"/>
                <a:gd name="connsiteX59" fmla="*/ 1219 w 2092"/>
                <a:gd name="connsiteY59" fmla="*/ 2450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78 w 2092"/>
                <a:gd name="connsiteY59" fmla="*/ 2256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86 w 2092"/>
                <a:gd name="connsiteY59" fmla="*/ 2137 h 2911"/>
                <a:gd name="connsiteX60" fmla="*/ 1361 w 2092"/>
                <a:gd name="connsiteY6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58" fmla="*/ 1361 w 2092"/>
                <a:gd name="connsiteY5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66 w 2092"/>
                <a:gd name="connsiteY0" fmla="*/ 1916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66 w 2092"/>
                <a:gd name="connsiteY0" fmla="*/ 1916 h 2911"/>
                <a:gd name="connsiteX1" fmla="*/ 1301 w 2092"/>
                <a:gd name="connsiteY1" fmla="*/ 1860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01 w 2092"/>
                <a:gd name="connsiteY0" fmla="*/ 1860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01 w 2092"/>
                <a:gd name="connsiteY0" fmla="*/ 1860 h 2911"/>
                <a:gd name="connsiteX1" fmla="*/ 1189 w 2092"/>
                <a:gd name="connsiteY1" fmla="*/ 2132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25 w 2092"/>
                <a:gd name="connsiteY2" fmla="*/ 1752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98 w 2092"/>
                <a:gd name="connsiteY1" fmla="*/ 1698 h 2911"/>
                <a:gd name="connsiteX2" fmla="*/ 1382 w 2092"/>
                <a:gd name="connsiteY2" fmla="*/ 1554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38 w 2092"/>
                <a:gd name="connsiteY2" fmla="*/ 1467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43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166 w 2092"/>
                <a:gd name="connsiteY52" fmla="*/ 2580 h 2911"/>
                <a:gd name="connsiteX53" fmla="*/ 1186 w 2092"/>
                <a:gd name="connsiteY53" fmla="*/ 2045 h 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092" h="2911">
                  <a:moveTo>
                    <a:pt x="1191" y="2034"/>
                  </a:moveTo>
                  <a:cubicBezTo>
                    <a:pt x="1196" y="1990"/>
                    <a:pt x="1360" y="1718"/>
                    <a:pt x="1378" y="1542"/>
                  </a:cubicBezTo>
                  <a:cubicBezTo>
                    <a:pt x="1372" y="1365"/>
                    <a:pt x="1327" y="1285"/>
                    <a:pt x="1305" y="1201"/>
                  </a:cubicBezTo>
                  <a:cubicBezTo>
                    <a:pt x="1288" y="1134"/>
                    <a:pt x="1255" y="1056"/>
                    <a:pt x="1243" y="965"/>
                  </a:cubicBezTo>
                  <a:cubicBezTo>
                    <a:pt x="1232" y="873"/>
                    <a:pt x="1191" y="767"/>
                    <a:pt x="1233" y="648"/>
                  </a:cubicBezTo>
                  <a:cubicBezTo>
                    <a:pt x="1275" y="529"/>
                    <a:pt x="1411" y="340"/>
                    <a:pt x="1495" y="249"/>
                  </a:cubicBezTo>
                  <a:cubicBezTo>
                    <a:pt x="1579" y="158"/>
                    <a:pt x="1666" y="126"/>
                    <a:pt x="1735" y="104"/>
                  </a:cubicBezTo>
                  <a:cubicBezTo>
                    <a:pt x="1805" y="82"/>
                    <a:pt x="1860" y="101"/>
                    <a:pt x="1912" y="116"/>
                  </a:cubicBezTo>
                  <a:cubicBezTo>
                    <a:pt x="1963" y="132"/>
                    <a:pt x="2013" y="185"/>
                    <a:pt x="2042" y="197"/>
                  </a:cubicBezTo>
                  <a:cubicBezTo>
                    <a:pt x="2072" y="208"/>
                    <a:pt x="2083" y="204"/>
                    <a:pt x="2086" y="189"/>
                  </a:cubicBezTo>
                  <a:cubicBezTo>
                    <a:pt x="2089" y="175"/>
                    <a:pt x="2092" y="136"/>
                    <a:pt x="2063" y="109"/>
                  </a:cubicBezTo>
                  <a:cubicBezTo>
                    <a:pt x="2033" y="83"/>
                    <a:pt x="1964" y="46"/>
                    <a:pt x="1910" y="31"/>
                  </a:cubicBezTo>
                  <a:cubicBezTo>
                    <a:pt x="1856" y="15"/>
                    <a:pt x="1810" y="0"/>
                    <a:pt x="1740" y="18"/>
                  </a:cubicBezTo>
                  <a:cubicBezTo>
                    <a:pt x="1671" y="36"/>
                    <a:pt x="1575" y="72"/>
                    <a:pt x="1493" y="138"/>
                  </a:cubicBezTo>
                  <a:cubicBezTo>
                    <a:pt x="1412" y="205"/>
                    <a:pt x="1307" y="349"/>
                    <a:pt x="1253" y="415"/>
                  </a:cubicBezTo>
                  <a:cubicBezTo>
                    <a:pt x="1200" y="481"/>
                    <a:pt x="1191" y="523"/>
                    <a:pt x="1169" y="539"/>
                  </a:cubicBezTo>
                  <a:cubicBezTo>
                    <a:pt x="1148" y="554"/>
                    <a:pt x="1136" y="538"/>
                    <a:pt x="1122" y="510"/>
                  </a:cubicBezTo>
                  <a:cubicBezTo>
                    <a:pt x="1108" y="482"/>
                    <a:pt x="1104" y="398"/>
                    <a:pt x="1087" y="374"/>
                  </a:cubicBezTo>
                  <a:cubicBezTo>
                    <a:pt x="1070" y="350"/>
                    <a:pt x="1035" y="354"/>
                    <a:pt x="1019" y="366"/>
                  </a:cubicBezTo>
                  <a:cubicBezTo>
                    <a:pt x="1003" y="378"/>
                    <a:pt x="1004" y="413"/>
                    <a:pt x="993" y="444"/>
                  </a:cubicBezTo>
                  <a:cubicBezTo>
                    <a:pt x="982" y="475"/>
                    <a:pt x="978" y="551"/>
                    <a:pt x="953" y="550"/>
                  </a:cubicBezTo>
                  <a:cubicBezTo>
                    <a:pt x="928" y="548"/>
                    <a:pt x="876" y="470"/>
                    <a:pt x="844" y="433"/>
                  </a:cubicBezTo>
                  <a:cubicBezTo>
                    <a:pt x="811" y="396"/>
                    <a:pt x="796" y="370"/>
                    <a:pt x="756" y="326"/>
                  </a:cubicBezTo>
                  <a:cubicBezTo>
                    <a:pt x="717" y="281"/>
                    <a:pt x="668" y="212"/>
                    <a:pt x="605" y="167"/>
                  </a:cubicBezTo>
                  <a:cubicBezTo>
                    <a:pt x="542" y="123"/>
                    <a:pt x="447" y="76"/>
                    <a:pt x="377" y="60"/>
                  </a:cubicBezTo>
                  <a:cubicBezTo>
                    <a:pt x="306" y="44"/>
                    <a:pt x="240" y="52"/>
                    <a:pt x="184" y="69"/>
                  </a:cubicBezTo>
                  <a:cubicBezTo>
                    <a:pt x="128" y="86"/>
                    <a:pt x="68" y="137"/>
                    <a:pt x="38" y="162"/>
                  </a:cubicBezTo>
                  <a:cubicBezTo>
                    <a:pt x="8" y="187"/>
                    <a:pt x="8" y="200"/>
                    <a:pt x="4" y="215"/>
                  </a:cubicBezTo>
                  <a:cubicBezTo>
                    <a:pt x="0" y="229"/>
                    <a:pt x="3" y="242"/>
                    <a:pt x="13" y="248"/>
                  </a:cubicBezTo>
                  <a:cubicBezTo>
                    <a:pt x="22" y="253"/>
                    <a:pt x="39" y="258"/>
                    <a:pt x="61" y="246"/>
                  </a:cubicBezTo>
                  <a:cubicBezTo>
                    <a:pt x="83" y="233"/>
                    <a:pt x="111" y="193"/>
                    <a:pt x="144" y="173"/>
                  </a:cubicBezTo>
                  <a:cubicBezTo>
                    <a:pt x="176" y="153"/>
                    <a:pt x="207" y="131"/>
                    <a:pt x="256" y="127"/>
                  </a:cubicBezTo>
                  <a:cubicBezTo>
                    <a:pt x="305" y="124"/>
                    <a:pt x="381" y="131"/>
                    <a:pt x="434" y="149"/>
                  </a:cubicBezTo>
                  <a:cubicBezTo>
                    <a:pt x="487" y="167"/>
                    <a:pt x="535" y="207"/>
                    <a:pt x="572" y="237"/>
                  </a:cubicBezTo>
                  <a:cubicBezTo>
                    <a:pt x="609" y="267"/>
                    <a:pt x="630" y="299"/>
                    <a:pt x="659" y="333"/>
                  </a:cubicBezTo>
                  <a:cubicBezTo>
                    <a:pt x="688" y="367"/>
                    <a:pt x="719" y="400"/>
                    <a:pt x="748" y="442"/>
                  </a:cubicBezTo>
                  <a:cubicBezTo>
                    <a:pt x="777" y="484"/>
                    <a:pt x="813" y="542"/>
                    <a:pt x="835" y="586"/>
                  </a:cubicBezTo>
                  <a:cubicBezTo>
                    <a:pt x="857" y="630"/>
                    <a:pt x="874" y="652"/>
                    <a:pt x="881" y="704"/>
                  </a:cubicBezTo>
                  <a:cubicBezTo>
                    <a:pt x="887" y="757"/>
                    <a:pt x="891" y="796"/>
                    <a:pt x="877" y="903"/>
                  </a:cubicBezTo>
                  <a:cubicBezTo>
                    <a:pt x="863" y="1010"/>
                    <a:pt x="813" y="1239"/>
                    <a:pt x="795" y="1349"/>
                  </a:cubicBezTo>
                  <a:cubicBezTo>
                    <a:pt x="777" y="1458"/>
                    <a:pt x="765" y="1437"/>
                    <a:pt x="770" y="1560"/>
                  </a:cubicBezTo>
                  <a:cubicBezTo>
                    <a:pt x="770" y="1700"/>
                    <a:pt x="929" y="1900"/>
                    <a:pt x="946" y="2035"/>
                  </a:cubicBezTo>
                  <a:cubicBezTo>
                    <a:pt x="973" y="2221"/>
                    <a:pt x="970" y="2473"/>
                    <a:pt x="963" y="2595"/>
                  </a:cubicBezTo>
                  <a:cubicBezTo>
                    <a:pt x="956" y="2717"/>
                    <a:pt x="917" y="2727"/>
                    <a:pt x="906" y="2768"/>
                  </a:cubicBezTo>
                  <a:cubicBezTo>
                    <a:pt x="895" y="2809"/>
                    <a:pt x="894" y="2822"/>
                    <a:pt x="894" y="2839"/>
                  </a:cubicBezTo>
                  <a:cubicBezTo>
                    <a:pt x="894" y="2856"/>
                    <a:pt x="897" y="2863"/>
                    <a:pt x="904" y="2874"/>
                  </a:cubicBezTo>
                  <a:cubicBezTo>
                    <a:pt x="912" y="2885"/>
                    <a:pt x="911" y="2901"/>
                    <a:pt x="941" y="2906"/>
                  </a:cubicBezTo>
                  <a:cubicBezTo>
                    <a:pt x="971" y="2911"/>
                    <a:pt x="1038" y="2907"/>
                    <a:pt x="1083" y="2906"/>
                  </a:cubicBezTo>
                  <a:cubicBezTo>
                    <a:pt x="1128" y="2905"/>
                    <a:pt x="1188" y="2908"/>
                    <a:pt x="1214" y="2901"/>
                  </a:cubicBezTo>
                  <a:cubicBezTo>
                    <a:pt x="1240" y="2894"/>
                    <a:pt x="1236" y="2880"/>
                    <a:pt x="1240" y="2863"/>
                  </a:cubicBezTo>
                  <a:cubicBezTo>
                    <a:pt x="1244" y="2846"/>
                    <a:pt x="1243" y="2821"/>
                    <a:pt x="1238" y="2799"/>
                  </a:cubicBezTo>
                  <a:cubicBezTo>
                    <a:pt x="1233" y="2777"/>
                    <a:pt x="1223" y="2770"/>
                    <a:pt x="1211" y="2733"/>
                  </a:cubicBezTo>
                  <a:cubicBezTo>
                    <a:pt x="1199" y="2697"/>
                    <a:pt x="1170" y="2695"/>
                    <a:pt x="1166" y="2580"/>
                  </a:cubicBezTo>
                  <a:cubicBezTo>
                    <a:pt x="1162" y="2465"/>
                    <a:pt x="1159" y="2158"/>
                    <a:pt x="1186" y="2045"/>
                  </a:cubicBezTo>
                </a:path>
              </a:pathLst>
            </a:custGeom>
            <a:solidFill>
              <a:srgbClr val="FFD171">
                <a:alpha val="91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09"/>
            <p:cNvSpPr>
              <a:spLocks/>
            </p:cNvSpPr>
            <p:nvPr/>
          </p:nvSpPr>
          <p:spPr bwMode="auto">
            <a:xfrm rot="6892081">
              <a:off x="7326725" y="3258652"/>
              <a:ext cx="262348" cy="268966"/>
            </a:xfrm>
            <a:custGeom>
              <a:avLst/>
              <a:gdLst>
                <a:gd name="connsiteX0" fmla="*/ 3222 w 9693"/>
                <a:gd name="connsiteY0" fmla="*/ 7406 h 9710"/>
                <a:gd name="connsiteX1" fmla="*/ 2803 w 9693"/>
                <a:gd name="connsiteY1" fmla="*/ 4803 h 9710"/>
                <a:gd name="connsiteX2" fmla="*/ 2741 w 9693"/>
                <a:gd name="connsiteY2" fmla="*/ 1568 h 9710"/>
                <a:gd name="connsiteX3" fmla="*/ 164 w 9693"/>
                <a:gd name="connsiteY3" fmla="*/ 284 h 9710"/>
                <a:gd name="connsiteX4" fmla="*/ 598 w 9693"/>
                <a:gd name="connsiteY4" fmla="*/ 70 h 9710"/>
                <a:gd name="connsiteX5" fmla="*/ 3611 w 9693"/>
                <a:gd name="connsiteY5" fmla="*/ 1193 h 9710"/>
                <a:gd name="connsiteX6" fmla="*/ 5226 w 9693"/>
                <a:gd name="connsiteY6" fmla="*/ 552 h 9710"/>
                <a:gd name="connsiteX7" fmla="*/ 6592 w 9693"/>
                <a:gd name="connsiteY7" fmla="*/ 1488 h 9710"/>
                <a:gd name="connsiteX8" fmla="*/ 9356 w 9693"/>
                <a:gd name="connsiteY8" fmla="*/ 418 h 9710"/>
                <a:gd name="connsiteX9" fmla="*/ 9449 w 9693"/>
                <a:gd name="connsiteY9" fmla="*/ 792 h 9710"/>
                <a:gd name="connsiteX10" fmla="*/ 7462 w 9693"/>
                <a:gd name="connsiteY10" fmla="*/ 2022 h 9710"/>
                <a:gd name="connsiteX11" fmla="*/ 7213 w 9693"/>
                <a:gd name="connsiteY11" fmla="*/ 3145 h 9710"/>
                <a:gd name="connsiteX12" fmla="*/ 6872 w 9693"/>
                <a:gd name="connsiteY12" fmla="*/ 5498 h 9710"/>
                <a:gd name="connsiteX13" fmla="*/ 6375 w 9693"/>
                <a:gd name="connsiteY13" fmla="*/ 7584 h 9710"/>
                <a:gd name="connsiteX14" fmla="*/ 6188 w 9693"/>
                <a:gd name="connsiteY14" fmla="*/ 9429 h 9710"/>
                <a:gd name="connsiteX15" fmla="*/ 5629 w 9693"/>
                <a:gd name="connsiteY15" fmla="*/ 9509 h 9710"/>
                <a:gd name="connsiteX16" fmla="*/ 4636 w 9693"/>
                <a:gd name="connsiteY16" fmla="*/ 9562 h 9710"/>
                <a:gd name="connsiteX17" fmla="*/ 3222 w 9693"/>
                <a:gd name="connsiteY17" fmla="*/ 7406 h 9710"/>
                <a:gd name="connsiteX0" fmla="*/ 3324 w 10000"/>
                <a:gd name="connsiteY0" fmla="*/ 7627 h 9874"/>
                <a:gd name="connsiteX1" fmla="*/ 2892 w 10000"/>
                <a:gd name="connsiteY1" fmla="*/ 4946 h 9874"/>
                <a:gd name="connsiteX2" fmla="*/ 2828 w 10000"/>
                <a:gd name="connsiteY2" fmla="*/ 1615 h 9874"/>
                <a:gd name="connsiteX3" fmla="*/ 169 w 10000"/>
                <a:gd name="connsiteY3" fmla="*/ 292 h 9874"/>
                <a:gd name="connsiteX4" fmla="*/ 617 w 10000"/>
                <a:gd name="connsiteY4" fmla="*/ 72 h 9874"/>
                <a:gd name="connsiteX5" fmla="*/ 3725 w 10000"/>
                <a:gd name="connsiteY5" fmla="*/ 1229 h 9874"/>
                <a:gd name="connsiteX6" fmla="*/ 5392 w 10000"/>
                <a:gd name="connsiteY6" fmla="*/ 568 h 9874"/>
                <a:gd name="connsiteX7" fmla="*/ 6801 w 10000"/>
                <a:gd name="connsiteY7" fmla="*/ 1532 h 9874"/>
                <a:gd name="connsiteX8" fmla="*/ 9652 w 10000"/>
                <a:gd name="connsiteY8" fmla="*/ 430 h 9874"/>
                <a:gd name="connsiteX9" fmla="*/ 9748 w 10000"/>
                <a:gd name="connsiteY9" fmla="*/ 816 h 9874"/>
                <a:gd name="connsiteX10" fmla="*/ 7698 w 10000"/>
                <a:gd name="connsiteY10" fmla="*/ 2082 h 9874"/>
                <a:gd name="connsiteX11" fmla="*/ 7441 w 10000"/>
                <a:gd name="connsiteY11" fmla="*/ 3239 h 9874"/>
                <a:gd name="connsiteX12" fmla="*/ 7090 w 10000"/>
                <a:gd name="connsiteY12" fmla="*/ 5662 h 9874"/>
                <a:gd name="connsiteX13" fmla="*/ 6577 w 10000"/>
                <a:gd name="connsiteY13" fmla="*/ 7811 h 9874"/>
                <a:gd name="connsiteX14" fmla="*/ 6384 w 10000"/>
                <a:gd name="connsiteY14" fmla="*/ 9711 h 9874"/>
                <a:gd name="connsiteX15" fmla="*/ 5807 w 10000"/>
                <a:gd name="connsiteY15" fmla="*/ 9793 h 9874"/>
                <a:gd name="connsiteX16" fmla="*/ 3700 w 10000"/>
                <a:gd name="connsiteY16" fmla="*/ 9644 h 9874"/>
                <a:gd name="connsiteX17" fmla="*/ 3324 w 10000"/>
                <a:gd name="connsiteY17" fmla="*/ 7627 h 9874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090 w 10000"/>
                <a:gd name="connsiteY12" fmla="*/ 5734 h 10181"/>
                <a:gd name="connsiteX13" fmla="*/ 6577 w 10000"/>
                <a:gd name="connsiteY13" fmla="*/ 7911 h 10181"/>
                <a:gd name="connsiteX14" fmla="*/ 6384 w 10000"/>
                <a:gd name="connsiteY14" fmla="*/ 9835 h 10181"/>
                <a:gd name="connsiteX15" fmla="*/ 5807 w 10000"/>
                <a:gd name="connsiteY15" fmla="*/ 9918 h 10181"/>
                <a:gd name="connsiteX16" fmla="*/ 3700 w 10000"/>
                <a:gd name="connsiteY16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090 w 10000"/>
                <a:gd name="connsiteY12" fmla="*/ 5734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748 w 10000"/>
                <a:gd name="connsiteY12" fmla="*/ 5783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84 w 10000"/>
                <a:gd name="connsiteY6" fmla="*/ 866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748 w 10000"/>
                <a:gd name="connsiteY12" fmla="*/ 5783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000" h="10181">
                  <a:moveTo>
                    <a:pt x="3700" y="9767"/>
                  </a:moveTo>
                  <a:cubicBezTo>
                    <a:pt x="3214" y="8949"/>
                    <a:pt x="3037" y="6364"/>
                    <a:pt x="2892" y="5009"/>
                  </a:cubicBezTo>
                  <a:cubicBezTo>
                    <a:pt x="2747" y="3654"/>
                    <a:pt x="3277" y="2415"/>
                    <a:pt x="2828" y="1636"/>
                  </a:cubicBezTo>
                  <a:cubicBezTo>
                    <a:pt x="2379" y="854"/>
                    <a:pt x="521" y="548"/>
                    <a:pt x="169" y="296"/>
                  </a:cubicBezTo>
                  <a:cubicBezTo>
                    <a:pt x="-184" y="46"/>
                    <a:pt x="40" y="-94"/>
                    <a:pt x="617" y="73"/>
                  </a:cubicBezTo>
                  <a:cubicBezTo>
                    <a:pt x="1194" y="241"/>
                    <a:pt x="2931" y="1113"/>
                    <a:pt x="3725" y="1245"/>
                  </a:cubicBezTo>
                  <a:cubicBezTo>
                    <a:pt x="4519" y="1377"/>
                    <a:pt x="4871" y="811"/>
                    <a:pt x="5384" y="866"/>
                  </a:cubicBezTo>
                  <a:cubicBezTo>
                    <a:pt x="5896" y="922"/>
                    <a:pt x="6090" y="1624"/>
                    <a:pt x="6801" y="1552"/>
                  </a:cubicBezTo>
                  <a:cubicBezTo>
                    <a:pt x="7512" y="1480"/>
                    <a:pt x="9172" y="548"/>
                    <a:pt x="9652" y="435"/>
                  </a:cubicBezTo>
                  <a:cubicBezTo>
                    <a:pt x="10133" y="324"/>
                    <a:pt x="10069" y="548"/>
                    <a:pt x="9748" y="826"/>
                  </a:cubicBezTo>
                  <a:cubicBezTo>
                    <a:pt x="9428" y="1106"/>
                    <a:pt x="8082" y="1690"/>
                    <a:pt x="7698" y="2109"/>
                  </a:cubicBezTo>
                  <a:cubicBezTo>
                    <a:pt x="7314" y="2527"/>
                    <a:pt x="7433" y="2668"/>
                    <a:pt x="7441" y="3280"/>
                  </a:cubicBezTo>
                  <a:cubicBezTo>
                    <a:pt x="7449" y="3892"/>
                    <a:pt x="7924" y="4691"/>
                    <a:pt x="7748" y="5783"/>
                  </a:cubicBezTo>
                  <a:cubicBezTo>
                    <a:pt x="7572" y="6875"/>
                    <a:pt x="6708" y="9146"/>
                    <a:pt x="6384" y="9835"/>
                  </a:cubicBezTo>
                  <a:cubicBezTo>
                    <a:pt x="6061" y="10524"/>
                    <a:pt x="6064" y="9890"/>
                    <a:pt x="5807" y="9918"/>
                  </a:cubicBezTo>
                  <a:cubicBezTo>
                    <a:pt x="5551" y="9946"/>
                    <a:pt x="4186" y="10585"/>
                    <a:pt x="3700" y="9767"/>
                  </a:cubicBezTo>
                  <a:close/>
                </a:path>
              </a:pathLst>
            </a:custGeom>
            <a:solidFill>
              <a:srgbClr val="FFD171"/>
            </a:solidFill>
            <a:ln w="9525">
              <a:solidFill>
                <a:srgbClr val="FFD17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21" name="Straight Connector 20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Freeform 22"/>
          <p:cNvSpPr/>
          <p:nvPr/>
        </p:nvSpPr>
        <p:spPr bwMode="auto">
          <a:xfrm flipV="1">
            <a:off x="1656290" y="1948184"/>
            <a:ext cx="6217710" cy="45719"/>
          </a:xfrm>
          <a:custGeom>
            <a:avLst/>
            <a:gdLst>
              <a:gd name="connsiteX0" fmla="*/ 0 w 4783667"/>
              <a:gd name="connsiteY0" fmla="*/ 42333 h 42333"/>
              <a:gd name="connsiteX1" fmla="*/ 4783667 w 4783667"/>
              <a:gd name="connsiteY1" fmla="*/ 0 h 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83667" h="42333">
                <a:moveTo>
                  <a:pt x="0" y="42333"/>
                </a:moveTo>
                <a:lnTo>
                  <a:pt x="4783667" y="0"/>
                </a:lnTo>
              </a:path>
            </a:pathLst>
          </a:custGeom>
          <a:solidFill>
            <a:schemeClr val="accent1"/>
          </a:solidFill>
          <a:ln w="15875" cap="flat" cmpd="sng" algn="ctr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itchFamily="-106" charset="0"/>
            </a:endParaRPr>
          </a:p>
        </p:txBody>
      </p:sp>
      <p:sp>
        <p:nvSpPr>
          <p:cNvPr id="24" name="Freeform 6"/>
          <p:cNvSpPr>
            <a:spLocks/>
          </p:cNvSpPr>
          <p:nvPr/>
        </p:nvSpPr>
        <p:spPr bwMode="auto">
          <a:xfrm>
            <a:off x="5050367" y="2045761"/>
            <a:ext cx="931334" cy="1294340"/>
          </a:xfrm>
          <a:custGeom>
            <a:avLst/>
            <a:gdLst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408 w 2092"/>
              <a:gd name="connsiteY58" fmla="*/ 1535 h 2911"/>
              <a:gd name="connsiteX59" fmla="*/ 1379 w 2092"/>
              <a:gd name="connsiteY59" fmla="*/ 1463 h 2911"/>
              <a:gd name="connsiteX60" fmla="*/ 1344 w 2092"/>
              <a:gd name="connsiteY60" fmla="*/ 1367 h 2911"/>
              <a:gd name="connsiteX61" fmla="*/ 1305 w 2092"/>
              <a:gd name="connsiteY61" fmla="*/ 1201 h 2911"/>
              <a:gd name="connsiteX62" fmla="*/ 1243 w 2092"/>
              <a:gd name="connsiteY62" fmla="*/ 965 h 2911"/>
              <a:gd name="connsiteX63" fmla="*/ 1233 w 2092"/>
              <a:gd name="connsiteY63" fmla="*/ 648 h 2911"/>
              <a:gd name="connsiteX64" fmla="*/ 1495 w 2092"/>
              <a:gd name="connsiteY64" fmla="*/ 249 h 2911"/>
              <a:gd name="connsiteX65" fmla="*/ 1735 w 2092"/>
              <a:gd name="connsiteY65" fmla="*/ 104 h 2911"/>
              <a:gd name="connsiteX66" fmla="*/ 1912 w 2092"/>
              <a:gd name="connsiteY66" fmla="*/ 116 h 2911"/>
              <a:gd name="connsiteX67" fmla="*/ 2042 w 2092"/>
              <a:gd name="connsiteY67" fmla="*/ 197 h 2911"/>
              <a:gd name="connsiteX68" fmla="*/ 2086 w 2092"/>
              <a:gd name="connsiteY68" fmla="*/ 189 h 2911"/>
              <a:gd name="connsiteX69" fmla="*/ 2063 w 2092"/>
              <a:gd name="connsiteY69" fmla="*/ 109 h 2911"/>
              <a:gd name="connsiteX70" fmla="*/ 1910 w 2092"/>
              <a:gd name="connsiteY70" fmla="*/ 31 h 2911"/>
              <a:gd name="connsiteX71" fmla="*/ 1740 w 2092"/>
              <a:gd name="connsiteY71" fmla="*/ 18 h 2911"/>
              <a:gd name="connsiteX72" fmla="*/ 1493 w 2092"/>
              <a:gd name="connsiteY72" fmla="*/ 138 h 2911"/>
              <a:gd name="connsiteX73" fmla="*/ 1253 w 2092"/>
              <a:gd name="connsiteY73" fmla="*/ 415 h 2911"/>
              <a:gd name="connsiteX74" fmla="*/ 1169 w 2092"/>
              <a:gd name="connsiteY74" fmla="*/ 539 h 2911"/>
              <a:gd name="connsiteX75" fmla="*/ 1122 w 2092"/>
              <a:gd name="connsiteY75" fmla="*/ 510 h 2911"/>
              <a:gd name="connsiteX76" fmla="*/ 1087 w 2092"/>
              <a:gd name="connsiteY76" fmla="*/ 374 h 2911"/>
              <a:gd name="connsiteX77" fmla="*/ 1019 w 2092"/>
              <a:gd name="connsiteY77" fmla="*/ 366 h 2911"/>
              <a:gd name="connsiteX78" fmla="*/ 993 w 2092"/>
              <a:gd name="connsiteY78" fmla="*/ 444 h 2911"/>
              <a:gd name="connsiteX79" fmla="*/ 953 w 2092"/>
              <a:gd name="connsiteY79" fmla="*/ 550 h 2911"/>
              <a:gd name="connsiteX80" fmla="*/ 844 w 2092"/>
              <a:gd name="connsiteY80" fmla="*/ 433 h 2911"/>
              <a:gd name="connsiteX81" fmla="*/ 756 w 2092"/>
              <a:gd name="connsiteY81" fmla="*/ 326 h 2911"/>
              <a:gd name="connsiteX82" fmla="*/ 605 w 2092"/>
              <a:gd name="connsiteY82" fmla="*/ 167 h 2911"/>
              <a:gd name="connsiteX83" fmla="*/ 377 w 2092"/>
              <a:gd name="connsiteY83" fmla="*/ 60 h 2911"/>
              <a:gd name="connsiteX84" fmla="*/ 184 w 2092"/>
              <a:gd name="connsiteY84" fmla="*/ 69 h 2911"/>
              <a:gd name="connsiteX85" fmla="*/ 38 w 2092"/>
              <a:gd name="connsiteY85" fmla="*/ 162 h 2911"/>
              <a:gd name="connsiteX86" fmla="*/ 4 w 2092"/>
              <a:gd name="connsiteY86" fmla="*/ 215 h 2911"/>
              <a:gd name="connsiteX87" fmla="*/ 13 w 2092"/>
              <a:gd name="connsiteY87" fmla="*/ 248 h 2911"/>
              <a:gd name="connsiteX88" fmla="*/ 61 w 2092"/>
              <a:gd name="connsiteY88" fmla="*/ 246 h 2911"/>
              <a:gd name="connsiteX89" fmla="*/ 144 w 2092"/>
              <a:gd name="connsiteY89" fmla="*/ 173 h 2911"/>
              <a:gd name="connsiteX90" fmla="*/ 256 w 2092"/>
              <a:gd name="connsiteY90" fmla="*/ 127 h 2911"/>
              <a:gd name="connsiteX91" fmla="*/ 434 w 2092"/>
              <a:gd name="connsiteY91" fmla="*/ 149 h 2911"/>
              <a:gd name="connsiteX92" fmla="*/ 572 w 2092"/>
              <a:gd name="connsiteY92" fmla="*/ 237 h 2911"/>
              <a:gd name="connsiteX93" fmla="*/ 659 w 2092"/>
              <a:gd name="connsiteY93" fmla="*/ 333 h 2911"/>
              <a:gd name="connsiteX94" fmla="*/ 748 w 2092"/>
              <a:gd name="connsiteY94" fmla="*/ 442 h 2911"/>
              <a:gd name="connsiteX95" fmla="*/ 835 w 2092"/>
              <a:gd name="connsiteY95" fmla="*/ 586 h 2911"/>
              <a:gd name="connsiteX96" fmla="*/ 881 w 2092"/>
              <a:gd name="connsiteY96" fmla="*/ 704 h 2911"/>
              <a:gd name="connsiteX97" fmla="*/ 877 w 2092"/>
              <a:gd name="connsiteY97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79 w 2092"/>
              <a:gd name="connsiteY58" fmla="*/ 1463 h 2911"/>
              <a:gd name="connsiteX59" fmla="*/ 1344 w 2092"/>
              <a:gd name="connsiteY59" fmla="*/ 1367 h 2911"/>
              <a:gd name="connsiteX60" fmla="*/ 1305 w 2092"/>
              <a:gd name="connsiteY60" fmla="*/ 1201 h 2911"/>
              <a:gd name="connsiteX61" fmla="*/ 1243 w 2092"/>
              <a:gd name="connsiteY61" fmla="*/ 965 h 2911"/>
              <a:gd name="connsiteX62" fmla="*/ 1233 w 2092"/>
              <a:gd name="connsiteY62" fmla="*/ 648 h 2911"/>
              <a:gd name="connsiteX63" fmla="*/ 1495 w 2092"/>
              <a:gd name="connsiteY63" fmla="*/ 249 h 2911"/>
              <a:gd name="connsiteX64" fmla="*/ 1735 w 2092"/>
              <a:gd name="connsiteY64" fmla="*/ 104 h 2911"/>
              <a:gd name="connsiteX65" fmla="*/ 1912 w 2092"/>
              <a:gd name="connsiteY65" fmla="*/ 116 h 2911"/>
              <a:gd name="connsiteX66" fmla="*/ 2042 w 2092"/>
              <a:gd name="connsiteY66" fmla="*/ 197 h 2911"/>
              <a:gd name="connsiteX67" fmla="*/ 2086 w 2092"/>
              <a:gd name="connsiteY67" fmla="*/ 189 h 2911"/>
              <a:gd name="connsiteX68" fmla="*/ 2063 w 2092"/>
              <a:gd name="connsiteY68" fmla="*/ 109 h 2911"/>
              <a:gd name="connsiteX69" fmla="*/ 1910 w 2092"/>
              <a:gd name="connsiteY69" fmla="*/ 31 h 2911"/>
              <a:gd name="connsiteX70" fmla="*/ 1740 w 2092"/>
              <a:gd name="connsiteY70" fmla="*/ 18 h 2911"/>
              <a:gd name="connsiteX71" fmla="*/ 1493 w 2092"/>
              <a:gd name="connsiteY71" fmla="*/ 138 h 2911"/>
              <a:gd name="connsiteX72" fmla="*/ 1253 w 2092"/>
              <a:gd name="connsiteY72" fmla="*/ 415 h 2911"/>
              <a:gd name="connsiteX73" fmla="*/ 1169 w 2092"/>
              <a:gd name="connsiteY73" fmla="*/ 539 h 2911"/>
              <a:gd name="connsiteX74" fmla="*/ 1122 w 2092"/>
              <a:gd name="connsiteY74" fmla="*/ 510 h 2911"/>
              <a:gd name="connsiteX75" fmla="*/ 1087 w 2092"/>
              <a:gd name="connsiteY75" fmla="*/ 374 h 2911"/>
              <a:gd name="connsiteX76" fmla="*/ 1019 w 2092"/>
              <a:gd name="connsiteY76" fmla="*/ 366 h 2911"/>
              <a:gd name="connsiteX77" fmla="*/ 993 w 2092"/>
              <a:gd name="connsiteY77" fmla="*/ 444 h 2911"/>
              <a:gd name="connsiteX78" fmla="*/ 953 w 2092"/>
              <a:gd name="connsiteY78" fmla="*/ 550 h 2911"/>
              <a:gd name="connsiteX79" fmla="*/ 844 w 2092"/>
              <a:gd name="connsiteY79" fmla="*/ 433 h 2911"/>
              <a:gd name="connsiteX80" fmla="*/ 756 w 2092"/>
              <a:gd name="connsiteY80" fmla="*/ 326 h 2911"/>
              <a:gd name="connsiteX81" fmla="*/ 605 w 2092"/>
              <a:gd name="connsiteY81" fmla="*/ 167 h 2911"/>
              <a:gd name="connsiteX82" fmla="*/ 377 w 2092"/>
              <a:gd name="connsiteY82" fmla="*/ 60 h 2911"/>
              <a:gd name="connsiteX83" fmla="*/ 184 w 2092"/>
              <a:gd name="connsiteY83" fmla="*/ 69 h 2911"/>
              <a:gd name="connsiteX84" fmla="*/ 38 w 2092"/>
              <a:gd name="connsiteY84" fmla="*/ 162 h 2911"/>
              <a:gd name="connsiteX85" fmla="*/ 4 w 2092"/>
              <a:gd name="connsiteY85" fmla="*/ 215 h 2911"/>
              <a:gd name="connsiteX86" fmla="*/ 13 w 2092"/>
              <a:gd name="connsiteY86" fmla="*/ 248 h 2911"/>
              <a:gd name="connsiteX87" fmla="*/ 61 w 2092"/>
              <a:gd name="connsiteY87" fmla="*/ 246 h 2911"/>
              <a:gd name="connsiteX88" fmla="*/ 144 w 2092"/>
              <a:gd name="connsiteY88" fmla="*/ 173 h 2911"/>
              <a:gd name="connsiteX89" fmla="*/ 256 w 2092"/>
              <a:gd name="connsiteY89" fmla="*/ 127 h 2911"/>
              <a:gd name="connsiteX90" fmla="*/ 434 w 2092"/>
              <a:gd name="connsiteY90" fmla="*/ 149 h 2911"/>
              <a:gd name="connsiteX91" fmla="*/ 572 w 2092"/>
              <a:gd name="connsiteY91" fmla="*/ 237 h 2911"/>
              <a:gd name="connsiteX92" fmla="*/ 659 w 2092"/>
              <a:gd name="connsiteY92" fmla="*/ 333 h 2911"/>
              <a:gd name="connsiteX93" fmla="*/ 748 w 2092"/>
              <a:gd name="connsiteY93" fmla="*/ 442 h 2911"/>
              <a:gd name="connsiteX94" fmla="*/ 835 w 2092"/>
              <a:gd name="connsiteY94" fmla="*/ 586 h 2911"/>
              <a:gd name="connsiteX95" fmla="*/ 881 w 2092"/>
              <a:gd name="connsiteY95" fmla="*/ 704 h 2911"/>
              <a:gd name="connsiteX96" fmla="*/ 877 w 2092"/>
              <a:gd name="connsiteY96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44 w 2092"/>
              <a:gd name="connsiteY58" fmla="*/ 1367 h 2911"/>
              <a:gd name="connsiteX59" fmla="*/ 1305 w 2092"/>
              <a:gd name="connsiteY59" fmla="*/ 1201 h 2911"/>
              <a:gd name="connsiteX60" fmla="*/ 1243 w 2092"/>
              <a:gd name="connsiteY60" fmla="*/ 965 h 2911"/>
              <a:gd name="connsiteX61" fmla="*/ 1233 w 2092"/>
              <a:gd name="connsiteY61" fmla="*/ 648 h 2911"/>
              <a:gd name="connsiteX62" fmla="*/ 1495 w 2092"/>
              <a:gd name="connsiteY62" fmla="*/ 249 h 2911"/>
              <a:gd name="connsiteX63" fmla="*/ 1735 w 2092"/>
              <a:gd name="connsiteY63" fmla="*/ 104 h 2911"/>
              <a:gd name="connsiteX64" fmla="*/ 1912 w 2092"/>
              <a:gd name="connsiteY64" fmla="*/ 116 h 2911"/>
              <a:gd name="connsiteX65" fmla="*/ 2042 w 2092"/>
              <a:gd name="connsiteY65" fmla="*/ 197 h 2911"/>
              <a:gd name="connsiteX66" fmla="*/ 2086 w 2092"/>
              <a:gd name="connsiteY66" fmla="*/ 189 h 2911"/>
              <a:gd name="connsiteX67" fmla="*/ 2063 w 2092"/>
              <a:gd name="connsiteY67" fmla="*/ 109 h 2911"/>
              <a:gd name="connsiteX68" fmla="*/ 1910 w 2092"/>
              <a:gd name="connsiteY68" fmla="*/ 31 h 2911"/>
              <a:gd name="connsiteX69" fmla="*/ 1740 w 2092"/>
              <a:gd name="connsiteY69" fmla="*/ 18 h 2911"/>
              <a:gd name="connsiteX70" fmla="*/ 1493 w 2092"/>
              <a:gd name="connsiteY70" fmla="*/ 138 h 2911"/>
              <a:gd name="connsiteX71" fmla="*/ 1253 w 2092"/>
              <a:gd name="connsiteY71" fmla="*/ 415 h 2911"/>
              <a:gd name="connsiteX72" fmla="*/ 1169 w 2092"/>
              <a:gd name="connsiteY72" fmla="*/ 539 h 2911"/>
              <a:gd name="connsiteX73" fmla="*/ 1122 w 2092"/>
              <a:gd name="connsiteY73" fmla="*/ 510 h 2911"/>
              <a:gd name="connsiteX74" fmla="*/ 1087 w 2092"/>
              <a:gd name="connsiteY74" fmla="*/ 374 h 2911"/>
              <a:gd name="connsiteX75" fmla="*/ 1019 w 2092"/>
              <a:gd name="connsiteY75" fmla="*/ 366 h 2911"/>
              <a:gd name="connsiteX76" fmla="*/ 993 w 2092"/>
              <a:gd name="connsiteY76" fmla="*/ 444 h 2911"/>
              <a:gd name="connsiteX77" fmla="*/ 953 w 2092"/>
              <a:gd name="connsiteY77" fmla="*/ 550 h 2911"/>
              <a:gd name="connsiteX78" fmla="*/ 844 w 2092"/>
              <a:gd name="connsiteY78" fmla="*/ 433 h 2911"/>
              <a:gd name="connsiteX79" fmla="*/ 756 w 2092"/>
              <a:gd name="connsiteY79" fmla="*/ 326 h 2911"/>
              <a:gd name="connsiteX80" fmla="*/ 605 w 2092"/>
              <a:gd name="connsiteY80" fmla="*/ 167 h 2911"/>
              <a:gd name="connsiteX81" fmla="*/ 377 w 2092"/>
              <a:gd name="connsiteY81" fmla="*/ 60 h 2911"/>
              <a:gd name="connsiteX82" fmla="*/ 184 w 2092"/>
              <a:gd name="connsiteY82" fmla="*/ 69 h 2911"/>
              <a:gd name="connsiteX83" fmla="*/ 38 w 2092"/>
              <a:gd name="connsiteY83" fmla="*/ 162 h 2911"/>
              <a:gd name="connsiteX84" fmla="*/ 4 w 2092"/>
              <a:gd name="connsiteY84" fmla="*/ 215 h 2911"/>
              <a:gd name="connsiteX85" fmla="*/ 13 w 2092"/>
              <a:gd name="connsiteY85" fmla="*/ 248 h 2911"/>
              <a:gd name="connsiteX86" fmla="*/ 61 w 2092"/>
              <a:gd name="connsiteY86" fmla="*/ 246 h 2911"/>
              <a:gd name="connsiteX87" fmla="*/ 144 w 2092"/>
              <a:gd name="connsiteY87" fmla="*/ 173 h 2911"/>
              <a:gd name="connsiteX88" fmla="*/ 256 w 2092"/>
              <a:gd name="connsiteY88" fmla="*/ 127 h 2911"/>
              <a:gd name="connsiteX89" fmla="*/ 434 w 2092"/>
              <a:gd name="connsiteY89" fmla="*/ 149 h 2911"/>
              <a:gd name="connsiteX90" fmla="*/ 572 w 2092"/>
              <a:gd name="connsiteY90" fmla="*/ 237 h 2911"/>
              <a:gd name="connsiteX91" fmla="*/ 659 w 2092"/>
              <a:gd name="connsiteY91" fmla="*/ 333 h 2911"/>
              <a:gd name="connsiteX92" fmla="*/ 748 w 2092"/>
              <a:gd name="connsiteY92" fmla="*/ 442 h 2911"/>
              <a:gd name="connsiteX93" fmla="*/ 835 w 2092"/>
              <a:gd name="connsiteY93" fmla="*/ 586 h 2911"/>
              <a:gd name="connsiteX94" fmla="*/ 881 w 2092"/>
              <a:gd name="connsiteY94" fmla="*/ 704 h 2911"/>
              <a:gd name="connsiteX95" fmla="*/ 877 w 2092"/>
              <a:gd name="connsiteY95" fmla="*/ 903 h 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2092" h="2911">
                <a:moveTo>
                  <a:pt x="877" y="903"/>
                </a:moveTo>
                <a:cubicBezTo>
                  <a:pt x="863" y="1010"/>
                  <a:pt x="813" y="1239"/>
                  <a:pt x="795" y="1349"/>
                </a:cubicBezTo>
                <a:cubicBezTo>
                  <a:pt x="777" y="1458"/>
                  <a:pt x="778" y="1509"/>
                  <a:pt x="770" y="1560"/>
                </a:cubicBezTo>
                <a:cubicBezTo>
                  <a:pt x="761" y="1611"/>
                  <a:pt x="760" y="1626"/>
                  <a:pt x="746" y="1656"/>
                </a:cubicBezTo>
                <a:cubicBezTo>
                  <a:pt x="732" y="1686"/>
                  <a:pt x="700" y="1719"/>
                  <a:pt x="685" y="1740"/>
                </a:cubicBezTo>
                <a:cubicBezTo>
                  <a:pt x="670" y="1761"/>
                  <a:pt x="662" y="1770"/>
                  <a:pt x="654" y="1784"/>
                </a:cubicBezTo>
                <a:cubicBezTo>
                  <a:pt x="646" y="1798"/>
                  <a:pt x="635" y="1812"/>
                  <a:pt x="635" y="1827"/>
                </a:cubicBezTo>
                <a:cubicBezTo>
                  <a:pt x="635" y="1843"/>
                  <a:pt x="644" y="1859"/>
                  <a:pt x="656" y="1876"/>
                </a:cubicBezTo>
                <a:cubicBezTo>
                  <a:pt x="668" y="1893"/>
                  <a:pt x="695" y="1905"/>
                  <a:pt x="709" y="1930"/>
                </a:cubicBezTo>
                <a:cubicBezTo>
                  <a:pt x="723" y="1955"/>
                  <a:pt x="732" y="2001"/>
                  <a:pt x="740" y="2029"/>
                </a:cubicBezTo>
                <a:cubicBezTo>
                  <a:pt x="748" y="2057"/>
                  <a:pt x="750" y="2073"/>
                  <a:pt x="759" y="2100"/>
                </a:cubicBezTo>
                <a:cubicBezTo>
                  <a:pt x="768" y="2127"/>
                  <a:pt x="778" y="2144"/>
                  <a:pt x="797" y="2189"/>
                </a:cubicBezTo>
                <a:cubicBezTo>
                  <a:pt x="816" y="2234"/>
                  <a:pt x="855" y="2321"/>
                  <a:pt x="874" y="2368"/>
                </a:cubicBezTo>
                <a:cubicBezTo>
                  <a:pt x="892" y="2414"/>
                  <a:pt x="897" y="2437"/>
                  <a:pt x="906" y="2466"/>
                </a:cubicBezTo>
                <a:cubicBezTo>
                  <a:pt x="914" y="2495"/>
                  <a:pt x="920" y="2509"/>
                  <a:pt x="924" y="2544"/>
                </a:cubicBezTo>
                <a:cubicBezTo>
                  <a:pt x="928" y="2580"/>
                  <a:pt x="934" y="2640"/>
                  <a:pt x="931" y="2677"/>
                </a:cubicBezTo>
                <a:cubicBezTo>
                  <a:pt x="928" y="2714"/>
                  <a:pt x="912" y="2741"/>
                  <a:pt x="906" y="2768"/>
                </a:cubicBezTo>
                <a:cubicBezTo>
                  <a:pt x="900" y="2795"/>
                  <a:pt x="894" y="2822"/>
                  <a:pt x="894" y="2839"/>
                </a:cubicBezTo>
                <a:cubicBezTo>
                  <a:pt x="894" y="2856"/>
                  <a:pt x="897" y="2863"/>
                  <a:pt x="904" y="2874"/>
                </a:cubicBezTo>
                <a:cubicBezTo>
                  <a:pt x="912" y="2885"/>
                  <a:pt x="911" y="2901"/>
                  <a:pt x="941" y="2906"/>
                </a:cubicBezTo>
                <a:cubicBezTo>
                  <a:pt x="971" y="2911"/>
                  <a:pt x="1038" y="2907"/>
                  <a:pt x="1083" y="2906"/>
                </a:cubicBezTo>
                <a:cubicBezTo>
                  <a:pt x="1128" y="2905"/>
                  <a:pt x="1188" y="2908"/>
                  <a:pt x="1214" y="2901"/>
                </a:cubicBezTo>
                <a:cubicBezTo>
                  <a:pt x="1240" y="2894"/>
                  <a:pt x="1236" y="2880"/>
                  <a:pt x="1240" y="2863"/>
                </a:cubicBezTo>
                <a:cubicBezTo>
                  <a:pt x="1244" y="2846"/>
                  <a:pt x="1243" y="2821"/>
                  <a:pt x="1238" y="2799"/>
                </a:cubicBezTo>
                <a:cubicBezTo>
                  <a:pt x="1233" y="2777"/>
                  <a:pt x="1217" y="2757"/>
                  <a:pt x="1211" y="2733"/>
                </a:cubicBezTo>
                <a:cubicBezTo>
                  <a:pt x="1205" y="2709"/>
                  <a:pt x="1203" y="2682"/>
                  <a:pt x="1201" y="2652"/>
                </a:cubicBezTo>
                <a:cubicBezTo>
                  <a:pt x="1199" y="2622"/>
                  <a:pt x="1197" y="2585"/>
                  <a:pt x="1200" y="2551"/>
                </a:cubicBezTo>
                <a:cubicBezTo>
                  <a:pt x="1203" y="2517"/>
                  <a:pt x="1209" y="2492"/>
                  <a:pt x="1219" y="2450"/>
                </a:cubicBezTo>
                <a:cubicBezTo>
                  <a:pt x="1229" y="2408"/>
                  <a:pt x="1252" y="2338"/>
                  <a:pt x="1263" y="2300"/>
                </a:cubicBezTo>
                <a:cubicBezTo>
                  <a:pt x="1274" y="2262"/>
                  <a:pt x="1280" y="2241"/>
                  <a:pt x="1287" y="2222"/>
                </a:cubicBezTo>
                <a:cubicBezTo>
                  <a:pt x="1294" y="2203"/>
                  <a:pt x="1292" y="2183"/>
                  <a:pt x="1307" y="2188"/>
                </a:cubicBezTo>
                <a:cubicBezTo>
                  <a:pt x="1322" y="2192"/>
                  <a:pt x="1353" y="2235"/>
                  <a:pt x="1378" y="2251"/>
                </a:cubicBezTo>
                <a:cubicBezTo>
                  <a:pt x="1403" y="2267"/>
                  <a:pt x="1422" y="2275"/>
                  <a:pt x="1455" y="2286"/>
                </a:cubicBezTo>
                <a:cubicBezTo>
                  <a:pt x="1488" y="2297"/>
                  <a:pt x="1539" y="2309"/>
                  <a:pt x="1574" y="2315"/>
                </a:cubicBezTo>
                <a:cubicBezTo>
                  <a:pt x="1609" y="2321"/>
                  <a:pt x="1636" y="2313"/>
                  <a:pt x="1665" y="2322"/>
                </a:cubicBezTo>
                <a:cubicBezTo>
                  <a:pt x="1693" y="2331"/>
                  <a:pt x="1725" y="2357"/>
                  <a:pt x="1748" y="2372"/>
                </a:cubicBezTo>
                <a:cubicBezTo>
                  <a:pt x="1770" y="2388"/>
                  <a:pt x="1783" y="2405"/>
                  <a:pt x="1800" y="2414"/>
                </a:cubicBezTo>
                <a:cubicBezTo>
                  <a:pt x="1817" y="2423"/>
                  <a:pt x="1842" y="2431"/>
                  <a:pt x="1849" y="2426"/>
                </a:cubicBezTo>
                <a:cubicBezTo>
                  <a:pt x="1857" y="2421"/>
                  <a:pt x="1854" y="2401"/>
                  <a:pt x="1844" y="2387"/>
                </a:cubicBezTo>
                <a:cubicBezTo>
                  <a:pt x="1834" y="2373"/>
                  <a:pt x="1804" y="2360"/>
                  <a:pt x="1788" y="2346"/>
                </a:cubicBezTo>
                <a:cubicBezTo>
                  <a:pt x="1772" y="2331"/>
                  <a:pt x="1757" y="2315"/>
                  <a:pt x="1750" y="2300"/>
                </a:cubicBezTo>
                <a:cubicBezTo>
                  <a:pt x="1744" y="2286"/>
                  <a:pt x="1739" y="2271"/>
                  <a:pt x="1745" y="2257"/>
                </a:cubicBezTo>
                <a:cubicBezTo>
                  <a:pt x="1752" y="2242"/>
                  <a:pt x="1775" y="2229"/>
                  <a:pt x="1789" y="2213"/>
                </a:cubicBezTo>
                <a:cubicBezTo>
                  <a:pt x="1803" y="2198"/>
                  <a:pt x="1834" y="2188"/>
                  <a:pt x="1831" y="2164"/>
                </a:cubicBezTo>
                <a:cubicBezTo>
                  <a:pt x="1828" y="2139"/>
                  <a:pt x="1770" y="2097"/>
                  <a:pt x="1770" y="2067"/>
                </a:cubicBezTo>
                <a:cubicBezTo>
                  <a:pt x="1771" y="2036"/>
                  <a:pt x="1822" y="1996"/>
                  <a:pt x="1838" y="1977"/>
                </a:cubicBezTo>
                <a:cubicBezTo>
                  <a:pt x="1854" y="1958"/>
                  <a:pt x="1862" y="1961"/>
                  <a:pt x="1864" y="1951"/>
                </a:cubicBezTo>
                <a:cubicBezTo>
                  <a:pt x="1867" y="1941"/>
                  <a:pt x="1863" y="1918"/>
                  <a:pt x="1853" y="1916"/>
                </a:cubicBezTo>
                <a:cubicBezTo>
                  <a:pt x="1843" y="1915"/>
                  <a:pt x="1823" y="1928"/>
                  <a:pt x="1802" y="1942"/>
                </a:cubicBezTo>
                <a:cubicBezTo>
                  <a:pt x="1781" y="1956"/>
                  <a:pt x="1751" y="1991"/>
                  <a:pt x="1729" y="1998"/>
                </a:cubicBezTo>
                <a:cubicBezTo>
                  <a:pt x="1706" y="2006"/>
                  <a:pt x="1694" y="1995"/>
                  <a:pt x="1666" y="1987"/>
                </a:cubicBezTo>
                <a:cubicBezTo>
                  <a:pt x="1639" y="1980"/>
                  <a:pt x="1598" y="1961"/>
                  <a:pt x="1562" y="1955"/>
                </a:cubicBezTo>
                <a:cubicBezTo>
                  <a:pt x="1527" y="1948"/>
                  <a:pt x="1486" y="1950"/>
                  <a:pt x="1453" y="1951"/>
                </a:cubicBezTo>
                <a:cubicBezTo>
                  <a:pt x="1420" y="1952"/>
                  <a:pt x="1382" y="1966"/>
                  <a:pt x="1368" y="1960"/>
                </a:cubicBezTo>
                <a:cubicBezTo>
                  <a:pt x="1353" y="1955"/>
                  <a:pt x="1362" y="1941"/>
                  <a:pt x="1366" y="1916"/>
                </a:cubicBezTo>
                <a:cubicBezTo>
                  <a:pt x="1369" y="1892"/>
                  <a:pt x="1381" y="1851"/>
                  <a:pt x="1386" y="1814"/>
                </a:cubicBezTo>
                <a:cubicBezTo>
                  <a:pt x="1391" y="1778"/>
                  <a:pt x="1399" y="1741"/>
                  <a:pt x="1398" y="1698"/>
                </a:cubicBezTo>
                <a:cubicBezTo>
                  <a:pt x="1397" y="1655"/>
                  <a:pt x="1391" y="1609"/>
                  <a:pt x="1382" y="1554"/>
                </a:cubicBezTo>
                <a:cubicBezTo>
                  <a:pt x="1373" y="1499"/>
                  <a:pt x="1357" y="1426"/>
                  <a:pt x="1344" y="1367"/>
                </a:cubicBezTo>
                <a:cubicBezTo>
                  <a:pt x="1331" y="1308"/>
                  <a:pt x="1322" y="1268"/>
                  <a:pt x="1305" y="1201"/>
                </a:cubicBezTo>
                <a:cubicBezTo>
                  <a:pt x="1288" y="1134"/>
                  <a:pt x="1255" y="1056"/>
                  <a:pt x="1243" y="965"/>
                </a:cubicBezTo>
                <a:cubicBezTo>
                  <a:pt x="1232" y="873"/>
                  <a:pt x="1191" y="767"/>
                  <a:pt x="1233" y="648"/>
                </a:cubicBezTo>
                <a:cubicBezTo>
                  <a:pt x="1275" y="529"/>
                  <a:pt x="1411" y="340"/>
                  <a:pt x="1495" y="249"/>
                </a:cubicBezTo>
                <a:cubicBezTo>
                  <a:pt x="1579" y="158"/>
                  <a:pt x="1666" y="126"/>
                  <a:pt x="1735" y="104"/>
                </a:cubicBezTo>
                <a:cubicBezTo>
                  <a:pt x="1805" y="82"/>
                  <a:pt x="1860" y="101"/>
                  <a:pt x="1912" y="116"/>
                </a:cubicBezTo>
                <a:cubicBezTo>
                  <a:pt x="1963" y="132"/>
                  <a:pt x="2013" y="185"/>
                  <a:pt x="2042" y="197"/>
                </a:cubicBezTo>
                <a:cubicBezTo>
                  <a:pt x="2072" y="208"/>
                  <a:pt x="2083" y="204"/>
                  <a:pt x="2086" y="189"/>
                </a:cubicBezTo>
                <a:cubicBezTo>
                  <a:pt x="2089" y="175"/>
                  <a:pt x="2092" y="136"/>
                  <a:pt x="2063" y="109"/>
                </a:cubicBezTo>
                <a:cubicBezTo>
                  <a:pt x="2033" y="83"/>
                  <a:pt x="1964" y="46"/>
                  <a:pt x="1910" y="31"/>
                </a:cubicBezTo>
                <a:cubicBezTo>
                  <a:pt x="1856" y="15"/>
                  <a:pt x="1810" y="0"/>
                  <a:pt x="1740" y="18"/>
                </a:cubicBezTo>
                <a:cubicBezTo>
                  <a:pt x="1671" y="36"/>
                  <a:pt x="1575" y="72"/>
                  <a:pt x="1493" y="138"/>
                </a:cubicBezTo>
                <a:cubicBezTo>
                  <a:pt x="1412" y="205"/>
                  <a:pt x="1307" y="349"/>
                  <a:pt x="1253" y="415"/>
                </a:cubicBezTo>
                <a:cubicBezTo>
                  <a:pt x="1200" y="481"/>
                  <a:pt x="1191" y="523"/>
                  <a:pt x="1169" y="539"/>
                </a:cubicBezTo>
                <a:cubicBezTo>
                  <a:pt x="1148" y="554"/>
                  <a:pt x="1136" y="538"/>
                  <a:pt x="1122" y="510"/>
                </a:cubicBezTo>
                <a:cubicBezTo>
                  <a:pt x="1108" y="482"/>
                  <a:pt x="1104" y="398"/>
                  <a:pt x="1087" y="374"/>
                </a:cubicBezTo>
                <a:cubicBezTo>
                  <a:pt x="1070" y="350"/>
                  <a:pt x="1035" y="354"/>
                  <a:pt x="1019" y="366"/>
                </a:cubicBezTo>
                <a:cubicBezTo>
                  <a:pt x="1003" y="378"/>
                  <a:pt x="1004" y="413"/>
                  <a:pt x="993" y="444"/>
                </a:cubicBezTo>
                <a:cubicBezTo>
                  <a:pt x="982" y="475"/>
                  <a:pt x="978" y="551"/>
                  <a:pt x="953" y="550"/>
                </a:cubicBezTo>
                <a:cubicBezTo>
                  <a:pt x="928" y="548"/>
                  <a:pt x="876" y="470"/>
                  <a:pt x="844" y="433"/>
                </a:cubicBezTo>
                <a:cubicBezTo>
                  <a:pt x="811" y="396"/>
                  <a:pt x="796" y="370"/>
                  <a:pt x="756" y="326"/>
                </a:cubicBezTo>
                <a:cubicBezTo>
                  <a:pt x="717" y="281"/>
                  <a:pt x="668" y="212"/>
                  <a:pt x="605" y="167"/>
                </a:cubicBezTo>
                <a:cubicBezTo>
                  <a:pt x="542" y="123"/>
                  <a:pt x="447" y="76"/>
                  <a:pt x="377" y="60"/>
                </a:cubicBezTo>
                <a:cubicBezTo>
                  <a:pt x="306" y="44"/>
                  <a:pt x="240" y="52"/>
                  <a:pt x="184" y="69"/>
                </a:cubicBezTo>
                <a:cubicBezTo>
                  <a:pt x="128" y="86"/>
                  <a:pt x="68" y="137"/>
                  <a:pt x="38" y="162"/>
                </a:cubicBezTo>
                <a:cubicBezTo>
                  <a:pt x="8" y="187"/>
                  <a:pt x="8" y="200"/>
                  <a:pt x="4" y="215"/>
                </a:cubicBezTo>
                <a:cubicBezTo>
                  <a:pt x="0" y="229"/>
                  <a:pt x="3" y="242"/>
                  <a:pt x="13" y="248"/>
                </a:cubicBezTo>
                <a:cubicBezTo>
                  <a:pt x="22" y="253"/>
                  <a:pt x="39" y="258"/>
                  <a:pt x="61" y="246"/>
                </a:cubicBezTo>
                <a:cubicBezTo>
                  <a:pt x="83" y="233"/>
                  <a:pt x="111" y="193"/>
                  <a:pt x="144" y="173"/>
                </a:cubicBezTo>
                <a:cubicBezTo>
                  <a:pt x="176" y="153"/>
                  <a:pt x="207" y="131"/>
                  <a:pt x="256" y="127"/>
                </a:cubicBezTo>
                <a:cubicBezTo>
                  <a:pt x="305" y="124"/>
                  <a:pt x="381" y="131"/>
                  <a:pt x="434" y="149"/>
                </a:cubicBezTo>
                <a:cubicBezTo>
                  <a:pt x="487" y="167"/>
                  <a:pt x="535" y="207"/>
                  <a:pt x="572" y="237"/>
                </a:cubicBezTo>
                <a:cubicBezTo>
                  <a:pt x="609" y="267"/>
                  <a:pt x="630" y="299"/>
                  <a:pt x="659" y="333"/>
                </a:cubicBezTo>
                <a:cubicBezTo>
                  <a:pt x="688" y="367"/>
                  <a:pt x="719" y="400"/>
                  <a:pt x="748" y="442"/>
                </a:cubicBezTo>
                <a:cubicBezTo>
                  <a:pt x="777" y="484"/>
                  <a:pt x="813" y="542"/>
                  <a:pt x="835" y="586"/>
                </a:cubicBezTo>
                <a:cubicBezTo>
                  <a:pt x="857" y="630"/>
                  <a:pt x="874" y="652"/>
                  <a:pt x="881" y="704"/>
                </a:cubicBezTo>
                <a:cubicBezTo>
                  <a:pt x="887" y="757"/>
                  <a:pt x="891" y="796"/>
                  <a:pt x="877" y="903"/>
                </a:cubicBezTo>
                <a:close/>
              </a:path>
            </a:pathLst>
          </a:custGeom>
          <a:solidFill>
            <a:srgbClr val="FFD171">
              <a:alpha val="91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463675" y="1943102"/>
            <a:ext cx="3337940" cy="2984499"/>
            <a:chOff x="1450975" y="2451100"/>
            <a:chExt cx="3337940" cy="2984499"/>
          </a:xfrm>
        </p:grpSpPr>
        <p:sp>
          <p:nvSpPr>
            <p:cNvPr id="45" name="Rectangle 44"/>
            <p:cNvSpPr/>
            <p:nvPr/>
          </p:nvSpPr>
          <p:spPr>
            <a:xfrm>
              <a:off x="3300862" y="4494312"/>
              <a:ext cx="148805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>
                  <a:ea typeface="Arial" charset="0"/>
                  <a:cs typeface="Arial" charset="0"/>
                </a:rPr>
                <a:t>Hydra </a:t>
              </a:r>
              <a:r>
                <a:rPr lang="en-US" i="1" dirty="0" err="1">
                  <a:ea typeface="Arial" charset="0"/>
                  <a:cs typeface="Arial" charset="0"/>
                </a:rPr>
                <a:t>oligactis</a:t>
              </a:r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631062" y="4786412"/>
              <a:ext cx="71355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ea typeface="Arial" charset="0"/>
                  <a:cs typeface="Arial" charset="0"/>
                </a:rPr>
                <a:t>(10°C)</a:t>
              </a:r>
              <a:endParaRPr lang="en-US" dirty="0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1450975" y="2451100"/>
              <a:ext cx="1330325" cy="2984499"/>
              <a:chOff x="2606675" y="3352800"/>
              <a:chExt cx="848021" cy="1861608"/>
            </a:xfrm>
          </p:grpSpPr>
          <p:sp>
            <p:nvSpPr>
              <p:cNvPr id="26" name="Freeform 25"/>
              <p:cNvSpPr/>
              <p:nvPr/>
            </p:nvSpPr>
            <p:spPr bwMode="auto">
              <a:xfrm>
                <a:off x="2746059" y="3352800"/>
                <a:ext cx="708637" cy="1800468"/>
              </a:xfrm>
              <a:custGeom>
                <a:avLst/>
                <a:gdLst>
                  <a:gd name="connsiteX0" fmla="*/ 0 w 3822700"/>
                  <a:gd name="connsiteY0" fmla="*/ 3098800 h 3098800"/>
                  <a:gd name="connsiteX1" fmla="*/ 0 w 3822700"/>
                  <a:gd name="connsiteY1" fmla="*/ 0 h 3098800"/>
                  <a:gd name="connsiteX2" fmla="*/ 1930400 w 3822700"/>
                  <a:gd name="connsiteY2" fmla="*/ 0 h 3098800"/>
                  <a:gd name="connsiteX3" fmla="*/ 2374900 w 3822700"/>
                  <a:gd name="connsiteY3" fmla="*/ 101600 h 3098800"/>
                  <a:gd name="connsiteX4" fmla="*/ 2870200 w 3822700"/>
                  <a:gd name="connsiteY4" fmla="*/ 673100 h 3098800"/>
                  <a:gd name="connsiteX5" fmla="*/ 3302000 w 3822700"/>
                  <a:gd name="connsiteY5" fmla="*/ 1955800 h 3098800"/>
                  <a:gd name="connsiteX6" fmla="*/ 3759200 w 3822700"/>
                  <a:gd name="connsiteY6" fmla="*/ 3048000 h 3098800"/>
                  <a:gd name="connsiteX7" fmla="*/ 3822700 w 3822700"/>
                  <a:gd name="connsiteY7" fmla="*/ 3098800 h 3098800"/>
                  <a:gd name="connsiteX0" fmla="*/ 0 w 3822700"/>
                  <a:gd name="connsiteY0" fmla="*/ 3098800 h 3098800"/>
                  <a:gd name="connsiteX1" fmla="*/ 0 w 3822700"/>
                  <a:gd name="connsiteY1" fmla="*/ 0 h 3098800"/>
                  <a:gd name="connsiteX2" fmla="*/ 1930400 w 3822700"/>
                  <a:gd name="connsiteY2" fmla="*/ 0 h 3098800"/>
                  <a:gd name="connsiteX3" fmla="*/ 2374900 w 3822700"/>
                  <a:gd name="connsiteY3" fmla="*/ 101600 h 3098800"/>
                  <a:gd name="connsiteX4" fmla="*/ 3302000 w 3822700"/>
                  <a:gd name="connsiteY4" fmla="*/ 1955800 h 3098800"/>
                  <a:gd name="connsiteX5" fmla="*/ 3759200 w 3822700"/>
                  <a:gd name="connsiteY5" fmla="*/ 3048000 h 3098800"/>
                  <a:gd name="connsiteX6" fmla="*/ 3822700 w 3822700"/>
                  <a:gd name="connsiteY6" fmla="*/ 3098800 h 3098800"/>
                  <a:gd name="connsiteX0" fmla="*/ 0 w 3822700"/>
                  <a:gd name="connsiteY0" fmla="*/ 3323167 h 3323167"/>
                  <a:gd name="connsiteX1" fmla="*/ 0 w 3822700"/>
                  <a:gd name="connsiteY1" fmla="*/ 224367 h 3323167"/>
                  <a:gd name="connsiteX2" fmla="*/ 1930400 w 3822700"/>
                  <a:gd name="connsiteY2" fmla="*/ 224367 h 3323167"/>
                  <a:gd name="connsiteX3" fmla="*/ 2374900 w 3822700"/>
                  <a:gd name="connsiteY3" fmla="*/ 325967 h 3323167"/>
                  <a:gd name="connsiteX4" fmla="*/ 3302000 w 3822700"/>
                  <a:gd name="connsiteY4" fmla="*/ 2180167 h 3323167"/>
                  <a:gd name="connsiteX5" fmla="*/ 3759200 w 3822700"/>
                  <a:gd name="connsiteY5" fmla="*/ 3272367 h 3323167"/>
                  <a:gd name="connsiteX6" fmla="*/ 3822700 w 3822700"/>
                  <a:gd name="connsiteY6" fmla="*/ 3323167 h 3323167"/>
                  <a:gd name="connsiteX0" fmla="*/ 0 w 3822700"/>
                  <a:gd name="connsiteY0" fmla="*/ 3615267 h 3615267"/>
                  <a:gd name="connsiteX1" fmla="*/ 0 w 3822700"/>
                  <a:gd name="connsiteY1" fmla="*/ 516467 h 3615267"/>
                  <a:gd name="connsiteX2" fmla="*/ 1930400 w 3822700"/>
                  <a:gd name="connsiteY2" fmla="*/ 516467 h 3615267"/>
                  <a:gd name="connsiteX3" fmla="*/ 2374900 w 3822700"/>
                  <a:gd name="connsiteY3" fmla="*/ 618067 h 3615267"/>
                  <a:gd name="connsiteX4" fmla="*/ 3302000 w 3822700"/>
                  <a:gd name="connsiteY4" fmla="*/ 2472267 h 3615267"/>
                  <a:gd name="connsiteX5" fmla="*/ 3759200 w 3822700"/>
                  <a:gd name="connsiteY5" fmla="*/ 3564467 h 3615267"/>
                  <a:gd name="connsiteX6" fmla="*/ 3822700 w 3822700"/>
                  <a:gd name="connsiteY6" fmla="*/ 3615267 h 3615267"/>
                  <a:gd name="connsiteX0" fmla="*/ 0 w 3822700"/>
                  <a:gd name="connsiteY0" fmla="*/ 3615267 h 3615267"/>
                  <a:gd name="connsiteX1" fmla="*/ 0 w 3822700"/>
                  <a:gd name="connsiteY1" fmla="*/ 516467 h 3615267"/>
                  <a:gd name="connsiteX2" fmla="*/ 1930400 w 3822700"/>
                  <a:gd name="connsiteY2" fmla="*/ 516467 h 3615267"/>
                  <a:gd name="connsiteX3" fmla="*/ 2374900 w 3822700"/>
                  <a:gd name="connsiteY3" fmla="*/ 618067 h 3615267"/>
                  <a:gd name="connsiteX4" fmla="*/ 2844800 w 3822700"/>
                  <a:gd name="connsiteY4" fmla="*/ 1151468 h 3615267"/>
                  <a:gd name="connsiteX5" fmla="*/ 3302000 w 3822700"/>
                  <a:gd name="connsiteY5" fmla="*/ 2472267 h 3615267"/>
                  <a:gd name="connsiteX6" fmla="*/ 3759200 w 3822700"/>
                  <a:gd name="connsiteY6" fmla="*/ 3564467 h 3615267"/>
                  <a:gd name="connsiteX7" fmla="*/ 3822700 w 3822700"/>
                  <a:gd name="connsiteY7" fmla="*/ 3615267 h 3615267"/>
                  <a:gd name="connsiteX0" fmla="*/ 0 w 3822700"/>
                  <a:gd name="connsiteY0" fmla="*/ 3615267 h 3615267"/>
                  <a:gd name="connsiteX1" fmla="*/ 0 w 3822700"/>
                  <a:gd name="connsiteY1" fmla="*/ 516467 h 3615267"/>
                  <a:gd name="connsiteX2" fmla="*/ 1930400 w 3822700"/>
                  <a:gd name="connsiteY2" fmla="*/ 516467 h 3615267"/>
                  <a:gd name="connsiteX3" fmla="*/ 2374900 w 3822700"/>
                  <a:gd name="connsiteY3" fmla="*/ 618067 h 3615267"/>
                  <a:gd name="connsiteX4" fmla="*/ 2844800 w 3822700"/>
                  <a:gd name="connsiteY4" fmla="*/ 1151468 h 3615267"/>
                  <a:gd name="connsiteX5" fmla="*/ 3302000 w 3822700"/>
                  <a:gd name="connsiteY5" fmla="*/ 2472267 h 3615267"/>
                  <a:gd name="connsiteX6" fmla="*/ 3759200 w 3822700"/>
                  <a:gd name="connsiteY6" fmla="*/ 3564467 h 3615267"/>
                  <a:gd name="connsiteX7" fmla="*/ 3822700 w 3822700"/>
                  <a:gd name="connsiteY7" fmla="*/ 3615267 h 3615267"/>
                  <a:gd name="connsiteX0" fmla="*/ 0 w 3845983"/>
                  <a:gd name="connsiteY0" fmla="*/ 3615267 h 3754967"/>
                  <a:gd name="connsiteX1" fmla="*/ 0 w 3845983"/>
                  <a:gd name="connsiteY1" fmla="*/ 516467 h 3754967"/>
                  <a:gd name="connsiteX2" fmla="*/ 1930400 w 3845983"/>
                  <a:gd name="connsiteY2" fmla="*/ 516467 h 3754967"/>
                  <a:gd name="connsiteX3" fmla="*/ 2374900 w 3845983"/>
                  <a:gd name="connsiteY3" fmla="*/ 618067 h 3754967"/>
                  <a:gd name="connsiteX4" fmla="*/ 2844800 w 3845983"/>
                  <a:gd name="connsiteY4" fmla="*/ 1151468 h 3754967"/>
                  <a:gd name="connsiteX5" fmla="*/ 3302000 w 3845983"/>
                  <a:gd name="connsiteY5" fmla="*/ 2472267 h 3754967"/>
                  <a:gd name="connsiteX6" fmla="*/ 3759200 w 3845983"/>
                  <a:gd name="connsiteY6" fmla="*/ 3564467 h 3754967"/>
                  <a:gd name="connsiteX7" fmla="*/ 3822700 w 3845983"/>
                  <a:gd name="connsiteY7" fmla="*/ 3615267 h 3754967"/>
                  <a:gd name="connsiteX0" fmla="*/ 0 w 3845983"/>
                  <a:gd name="connsiteY0" fmla="*/ 3615267 h 3754967"/>
                  <a:gd name="connsiteX1" fmla="*/ 0 w 3845983"/>
                  <a:gd name="connsiteY1" fmla="*/ 516467 h 3754967"/>
                  <a:gd name="connsiteX2" fmla="*/ 1930400 w 3845983"/>
                  <a:gd name="connsiteY2" fmla="*/ 516467 h 3754967"/>
                  <a:gd name="connsiteX3" fmla="*/ 2374900 w 3845983"/>
                  <a:gd name="connsiteY3" fmla="*/ 618067 h 3754967"/>
                  <a:gd name="connsiteX4" fmla="*/ 2844800 w 3845983"/>
                  <a:gd name="connsiteY4" fmla="*/ 1151468 h 3754967"/>
                  <a:gd name="connsiteX5" fmla="*/ 3302000 w 3845983"/>
                  <a:gd name="connsiteY5" fmla="*/ 2472267 h 3754967"/>
                  <a:gd name="connsiteX6" fmla="*/ 3759200 w 3845983"/>
                  <a:gd name="connsiteY6" fmla="*/ 3564467 h 3754967"/>
                  <a:gd name="connsiteX7" fmla="*/ 3822700 w 3845983"/>
                  <a:gd name="connsiteY7" fmla="*/ 3615267 h 3754967"/>
                  <a:gd name="connsiteX0" fmla="*/ 0 w 3845983"/>
                  <a:gd name="connsiteY0" fmla="*/ 3615267 h 3754967"/>
                  <a:gd name="connsiteX1" fmla="*/ 0 w 3845983"/>
                  <a:gd name="connsiteY1" fmla="*/ 516467 h 3754967"/>
                  <a:gd name="connsiteX2" fmla="*/ 1930400 w 3845983"/>
                  <a:gd name="connsiteY2" fmla="*/ 516467 h 3754967"/>
                  <a:gd name="connsiteX3" fmla="*/ 2374900 w 3845983"/>
                  <a:gd name="connsiteY3" fmla="*/ 618067 h 3754967"/>
                  <a:gd name="connsiteX4" fmla="*/ 2844800 w 3845983"/>
                  <a:gd name="connsiteY4" fmla="*/ 1151468 h 3754967"/>
                  <a:gd name="connsiteX5" fmla="*/ 3302000 w 3845983"/>
                  <a:gd name="connsiteY5" fmla="*/ 2472267 h 3754967"/>
                  <a:gd name="connsiteX6" fmla="*/ 3759200 w 3845983"/>
                  <a:gd name="connsiteY6" fmla="*/ 3564467 h 3754967"/>
                  <a:gd name="connsiteX7" fmla="*/ 3822700 w 3845983"/>
                  <a:gd name="connsiteY7" fmla="*/ 3615267 h 3754967"/>
                  <a:gd name="connsiteX0" fmla="*/ 0 w 3845983"/>
                  <a:gd name="connsiteY0" fmla="*/ 3132667 h 3272367"/>
                  <a:gd name="connsiteX1" fmla="*/ 0 w 3845983"/>
                  <a:gd name="connsiteY1" fmla="*/ 33867 h 3272367"/>
                  <a:gd name="connsiteX2" fmla="*/ 1930400 w 3845983"/>
                  <a:gd name="connsiteY2" fmla="*/ 33867 h 3272367"/>
                  <a:gd name="connsiteX3" fmla="*/ 2374900 w 3845983"/>
                  <a:gd name="connsiteY3" fmla="*/ 135467 h 3272367"/>
                  <a:gd name="connsiteX4" fmla="*/ 2844800 w 3845983"/>
                  <a:gd name="connsiteY4" fmla="*/ 668868 h 3272367"/>
                  <a:gd name="connsiteX5" fmla="*/ 3302000 w 3845983"/>
                  <a:gd name="connsiteY5" fmla="*/ 1989667 h 3272367"/>
                  <a:gd name="connsiteX6" fmla="*/ 3759200 w 3845983"/>
                  <a:gd name="connsiteY6" fmla="*/ 3081867 h 3272367"/>
                  <a:gd name="connsiteX7" fmla="*/ 3822700 w 3845983"/>
                  <a:gd name="connsiteY7" fmla="*/ 3132667 h 3272367"/>
                  <a:gd name="connsiteX0" fmla="*/ 0 w 3845983"/>
                  <a:gd name="connsiteY0" fmla="*/ 3147483 h 3287183"/>
                  <a:gd name="connsiteX1" fmla="*/ 0 w 3845983"/>
                  <a:gd name="connsiteY1" fmla="*/ 48683 h 3287183"/>
                  <a:gd name="connsiteX2" fmla="*/ 1930400 w 3845983"/>
                  <a:gd name="connsiteY2" fmla="*/ 48683 h 3287183"/>
                  <a:gd name="connsiteX3" fmla="*/ 2578100 w 3845983"/>
                  <a:gd name="connsiteY3" fmla="*/ 340783 h 3287183"/>
                  <a:gd name="connsiteX4" fmla="*/ 2844800 w 3845983"/>
                  <a:gd name="connsiteY4" fmla="*/ 683684 h 3287183"/>
                  <a:gd name="connsiteX5" fmla="*/ 3302000 w 3845983"/>
                  <a:gd name="connsiteY5" fmla="*/ 2004483 h 3287183"/>
                  <a:gd name="connsiteX6" fmla="*/ 3759200 w 3845983"/>
                  <a:gd name="connsiteY6" fmla="*/ 3096683 h 3287183"/>
                  <a:gd name="connsiteX7" fmla="*/ 3822700 w 3845983"/>
                  <a:gd name="connsiteY7" fmla="*/ 3147483 h 3287183"/>
                  <a:gd name="connsiteX0" fmla="*/ 0 w 3845983"/>
                  <a:gd name="connsiteY0" fmla="*/ 3136900 h 3276600"/>
                  <a:gd name="connsiteX1" fmla="*/ 0 w 3845983"/>
                  <a:gd name="connsiteY1" fmla="*/ 38100 h 3276600"/>
                  <a:gd name="connsiteX2" fmla="*/ 1930400 w 3845983"/>
                  <a:gd name="connsiteY2" fmla="*/ 38100 h 3276600"/>
                  <a:gd name="connsiteX3" fmla="*/ 2578100 w 3845983"/>
                  <a:gd name="connsiteY3" fmla="*/ 266700 h 3276600"/>
                  <a:gd name="connsiteX4" fmla="*/ 2844800 w 3845983"/>
                  <a:gd name="connsiteY4" fmla="*/ 673101 h 3276600"/>
                  <a:gd name="connsiteX5" fmla="*/ 3302000 w 3845983"/>
                  <a:gd name="connsiteY5" fmla="*/ 1993900 h 3276600"/>
                  <a:gd name="connsiteX6" fmla="*/ 3759200 w 3845983"/>
                  <a:gd name="connsiteY6" fmla="*/ 3086100 h 3276600"/>
                  <a:gd name="connsiteX7" fmla="*/ 3822700 w 3845983"/>
                  <a:gd name="connsiteY7" fmla="*/ 3136900 h 3276600"/>
                  <a:gd name="connsiteX0" fmla="*/ 0 w 3845983"/>
                  <a:gd name="connsiteY0" fmla="*/ 3136900 h 3276600"/>
                  <a:gd name="connsiteX1" fmla="*/ 0 w 3845983"/>
                  <a:gd name="connsiteY1" fmla="*/ 38100 h 3276600"/>
                  <a:gd name="connsiteX2" fmla="*/ 1930400 w 3845983"/>
                  <a:gd name="connsiteY2" fmla="*/ 38100 h 3276600"/>
                  <a:gd name="connsiteX3" fmla="*/ 2578100 w 3845983"/>
                  <a:gd name="connsiteY3" fmla="*/ 266700 h 3276600"/>
                  <a:gd name="connsiteX4" fmla="*/ 2844800 w 3845983"/>
                  <a:gd name="connsiteY4" fmla="*/ 673101 h 3276600"/>
                  <a:gd name="connsiteX5" fmla="*/ 3302000 w 3845983"/>
                  <a:gd name="connsiteY5" fmla="*/ 1993900 h 3276600"/>
                  <a:gd name="connsiteX6" fmla="*/ 3759200 w 3845983"/>
                  <a:gd name="connsiteY6" fmla="*/ 3086100 h 3276600"/>
                  <a:gd name="connsiteX7" fmla="*/ 3822700 w 3845983"/>
                  <a:gd name="connsiteY7" fmla="*/ 3136900 h 3276600"/>
                  <a:gd name="connsiteX0" fmla="*/ 0 w 3845983"/>
                  <a:gd name="connsiteY0" fmla="*/ 3136900 h 3276600"/>
                  <a:gd name="connsiteX1" fmla="*/ 0 w 3845983"/>
                  <a:gd name="connsiteY1" fmla="*/ 38100 h 3276600"/>
                  <a:gd name="connsiteX2" fmla="*/ 1930400 w 3845983"/>
                  <a:gd name="connsiteY2" fmla="*/ 38100 h 3276600"/>
                  <a:gd name="connsiteX3" fmla="*/ 2578100 w 3845983"/>
                  <a:gd name="connsiteY3" fmla="*/ 266700 h 3276600"/>
                  <a:gd name="connsiteX4" fmla="*/ 2844800 w 3845983"/>
                  <a:gd name="connsiteY4" fmla="*/ 673101 h 3276600"/>
                  <a:gd name="connsiteX5" fmla="*/ 3302000 w 3845983"/>
                  <a:gd name="connsiteY5" fmla="*/ 1993900 h 3276600"/>
                  <a:gd name="connsiteX6" fmla="*/ 3759200 w 3845983"/>
                  <a:gd name="connsiteY6" fmla="*/ 3086100 h 3276600"/>
                  <a:gd name="connsiteX7" fmla="*/ 3822700 w 3845983"/>
                  <a:gd name="connsiteY7" fmla="*/ 3136900 h 3276600"/>
                  <a:gd name="connsiteX0" fmla="*/ 0 w 3845983"/>
                  <a:gd name="connsiteY0" fmla="*/ 3136900 h 3276600"/>
                  <a:gd name="connsiteX1" fmla="*/ 0 w 3845983"/>
                  <a:gd name="connsiteY1" fmla="*/ 38100 h 3276600"/>
                  <a:gd name="connsiteX2" fmla="*/ 1930400 w 3845983"/>
                  <a:gd name="connsiteY2" fmla="*/ 38100 h 3276600"/>
                  <a:gd name="connsiteX3" fmla="*/ 2578100 w 3845983"/>
                  <a:gd name="connsiteY3" fmla="*/ 266700 h 3276600"/>
                  <a:gd name="connsiteX4" fmla="*/ 2844800 w 3845983"/>
                  <a:gd name="connsiteY4" fmla="*/ 673101 h 3276600"/>
                  <a:gd name="connsiteX5" fmla="*/ 3302000 w 3845983"/>
                  <a:gd name="connsiteY5" fmla="*/ 1993900 h 3276600"/>
                  <a:gd name="connsiteX6" fmla="*/ 3759200 w 3845983"/>
                  <a:gd name="connsiteY6" fmla="*/ 3086100 h 3276600"/>
                  <a:gd name="connsiteX7" fmla="*/ 3822700 w 3845983"/>
                  <a:gd name="connsiteY7" fmla="*/ 3136900 h 3276600"/>
                  <a:gd name="connsiteX0" fmla="*/ 0 w 3845983"/>
                  <a:gd name="connsiteY0" fmla="*/ 3136900 h 3276600"/>
                  <a:gd name="connsiteX1" fmla="*/ 0 w 3845983"/>
                  <a:gd name="connsiteY1" fmla="*/ 38100 h 3276600"/>
                  <a:gd name="connsiteX2" fmla="*/ 1930400 w 3845983"/>
                  <a:gd name="connsiteY2" fmla="*/ 38100 h 3276600"/>
                  <a:gd name="connsiteX3" fmla="*/ 2578100 w 3845983"/>
                  <a:gd name="connsiteY3" fmla="*/ 266700 h 3276600"/>
                  <a:gd name="connsiteX4" fmla="*/ 2844800 w 3845983"/>
                  <a:gd name="connsiteY4" fmla="*/ 673101 h 3276600"/>
                  <a:gd name="connsiteX5" fmla="*/ 3302000 w 3845983"/>
                  <a:gd name="connsiteY5" fmla="*/ 1993900 h 3276600"/>
                  <a:gd name="connsiteX6" fmla="*/ 3759200 w 3845983"/>
                  <a:gd name="connsiteY6" fmla="*/ 3086100 h 3276600"/>
                  <a:gd name="connsiteX7" fmla="*/ 3822700 w 3845983"/>
                  <a:gd name="connsiteY7" fmla="*/ 3136900 h 3276600"/>
                  <a:gd name="connsiteX0" fmla="*/ 0 w 3845983"/>
                  <a:gd name="connsiteY0" fmla="*/ 3136900 h 3276600"/>
                  <a:gd name="connsiteX1" fmla="*/ 0 w 3845983"/>
                  <a:gd name="connsiteY1" fmla="*/ 38100 h 3276600"/>
                  <a:gd name="connsiteX2" fmla="*/ 1930400 w 3845983"/>
                  <a:gd name="connsiteY2" fmla="*/ 38100 h 3276600"/>
                  <a:gd name="connsiteX3" fmla="*/ 2578100 w 3845983"/>
                  <a:gd name="connsiteY3" fmla="*/ 266700 h 3276600"/>
                  <a:gd name="connsiteX4" fmla="*/ 2844800 w 3845983"/>
                  <a:gd name="connsiteY4" fmla="*/ 673101 h 3276600"/>
                  <a:gd name="connsiteX5" fmla="*/ 3302000 w 3845983"/>
                  <a:gd name="connsiteY5" fmla="*/ 1993900 h 3276600"/>
                  <a:gd name="connsiteX6" fmla="*/ 3759200 w 3845983"/>
                  <a:gd name="connsiteY6" fmla="*/ 3086100 h 3276600"/>
                  <a:gd name="connsiteX7" fmla="*/ 3822700 w 3845983"/>
                  <a:gd name="connsiteY7" fmla="*/ 3136900 h 3276600"/>
                  <a:gd name="connsiteX0" fmla="*/ 0 w 3822700"/>
                  <a:gd name="connsiteY0" fmla="*/ 3136900 h 3136900"/>
                  <a:gd name="connsiteX1" fmla="*/ 0 w 3822700"/>
                  <a:gd name="connsiteY1" fmla="*/ 38100 h 3136900"/>
                  <a:gd name="connsiteX2" fmla="*/ 1930400 w 3822700"/>
                  <a:gd name="connsiteY2" fmla="*/ 38100 h 3136900"/>
                  <a:gd name="connsiteX3" fmla="*/ 2578100 w 3822700"/>
                  <a:gd name="connsiteY3" fmla="*/ 266700 h 3136900"/>
                  <a:gd name="connsiteX4" fmla="*/ 2844800 w 3822700"/>
                  <a:gd name="connsiteY4" fmla="*/ 673101 h 3136900"/>
                  <a:gd name="connsiteX5" fmla="*/ 3302000 w 3822700"/>
                  <a:gd name="connsiteY5" fmla="*/ 1993900 h 3136900"/>
                  <a:gd name="connsiteX6" fmla="*/ 3640666 w 3822700"/>
                  <a:gd name="connsiteY6" fmla="*/ 2904067 h 3136900"/>
                  <a:gd name="connsiteX7" fmla="*/ 3822700 w 3822700"/>
                  <a:gd name="connsiteY7" fmla="*/ 3136900 h 3136900"/>
                  <a:gd name="connsiteX0" fmla="*/ 0 w 4004733"/>
                  <a:gd name="connsiteY0" fmla="*/ 3136900 h 3136900"/>
                  <a:gd name="connsiteX1" fmla="*/ 0 w 4004733"/>
                  <a:gd name="connsiteY1" fmla="*/ 38100 h 3136900"/>
                  <a:gd name="connsiteX2" fmla="*/ 1930400 w 4004733"/>
                  <a:gd name="connsiteY2" fmla="*/ 38100 h 3136900"/>
                  <a:gd name="connsiteX3" fmla="*/ 2578100 w 4004733"/>
                  <a:gd name="connsiteY3" fmla="*/ 266700 h 3136900"/>
                  <a:gd name="connsiteX4" fmla="*/ 2844800 w 4004733"/>
                  <a:gd name="connsiteY4" fmla="*/ 673101 h 3136900"/>
                  <a:gd name="connsiteX5" fmla="*/ 3302000 w 4004733"/>
                  <a:gd name="connsiteY5" fmla="*/ 1993900 h 3136900"/>
                  <a:gd name="connsiteX6" fmla="*/ 3640666 w 4004733"/>
                  <a:gd name="connsiteY6" fmla="*/ 2904067 h 3136900"/>
                  <a:gd name="connsiteX7" fmla="*/ 4004733 w 4004733"/>
                  <a:gd name="connsiteY7" fmla="*/ 3136900 h 3136900"/>
                  <a:gd name="connsiteX0" fmla="*/ 0 w 4004733"/>
                  <a:gd name="connsiteY0" fmla="*/ 3136900 h 3136900"/>
                  <a:gd name="connsiteX1" fmla="*/ 0 w 4004733"/>
                  <a:gd name="connsiteY1" fmla="*/ 38100 h 3136900"/>
                  <a:gd name="connsiteX2" fmla="*/ 1930400 w 4004733"/>
                  <a:gd name="connsiteY2" fmla="*/ 38100 h 3136900"/>
                  <a:gd name="connsiteX3" fmla="*/ 2578100 w 4004733"/>
                  <a:gd name="connsiteY3" fmla="*/ 266700 h 3136900"/>
                  <a:gd name="connsiteX4" fmla="*/ 2844800 w 4004733"/>
                  <a:gd name="connsiteY4" fmla="*/ 673101 h 3136900"/>
                  <a:gd name="connsiteX5" fmla="*/ 3302000 w 4004733"/>
                  <a:gd name="connsiteY5" fmla="*/ 1993900 h 3136900"/>
                  <a:gd name="connsiteX6" fmla="*/ 3640666 w 4004733"/>
                  <a:gd name="connsiteY6" fmla="*/ 2904067 h 3136900"/>
                  <a:gd name="connsiteX7" fmla="*/ 4004733 w 4004733"/>
                  <a:gd name="connsiteY7" fmla="*/ 3136900 h 3136900"/>
                  <a:gd name="connsiteX0" fmla="*/ 0 w 4754033"/>
                  <a:gd name="connsiteY0" fmla="*/ 3136900 h 3136900"/>
                  <a:gd name="connsiteX1" fmla="*/ 0 w 4754033"/>
                  <a:gd name="connsiteY1" fmla="*/ 38100 h 3136900"/>
                  <a:gd name="connsiteX2" fmla="*/ 1930400 w 4754033"/>
                  <a:gd name="connsiteY2" fmla="*/ 38100 h 3136900"/>
                  <a:gd name="connsiteX3" fmla="*/ 2578100 w 4754033"/>
                  <a:gd name="connsiteY3" fmla="*/ 266700 h 3136900"/>
                  <a:gd name="connsiteX4" fmla="*/ 2844800 w 4754033"/>
                  <a:gd name="connsiteY4" fmla="*/ 673101 h 3136900"/>
                  <a:gd name="connsiteX5" fmla="*/ 3302000 w 4754033"/>
                  <a:gd name="connsiteY5" fmla="*/ 1993900 h 3136900"/>
                  <a:gd name="connsiteX6" fmla="*/ 3640666 w 4754033"/>
                  <a:gd name="connsiteY6" fmla="*/ 2904067 h 3136900"/>
                  <a:gd name="connsiteX7" fmla="*/ 4754033 w 4754033"/>
                  <a:gd name="connsiteY7" fmla="*/ 3136900 h 3136900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844800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904067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36900 h 3158067"/>
                  <a:gd name="connsiteX1" fmla="*/ 0 w 4754033"/>
                  <a:gd name="connsiteY1" fmla="*/ 38100 h 3158067"/>
                  <a:gd name="connsiteX2" fmla="*/ 1930400 w 4754033"/>
                  <a:gd name="connsiteY2" fmla="*/ 38100 h 3158067"/>
                  <a:gd name="connsiteX3" fmla="*/ 2578100 w 4754033"/>
                  <a:gd name="connsiteY3" fmla="*/ 266700 h 3158067"/>
                  <a:gd name="connsiteX4" fmla="*/ 2904067 w 4754033"/>
                  <a:gd name="connsiteY4" fmla="*/ 673101 h 3158067"/>
                  <a:gd name="connsiteX5" fmla="*/ 3302000 w 4754033"/>
                  <a:gd name="connsiteY5" fmla="*/ 1993900 h 3158067"/>
                  <a:gd name="connsiteX6" fmla="*/ 3640666 w 4754033"/>
                  <a:gd name="connsiteY6" fmla="*/ 2967567 h 3158067"/>
                  <a:gd name="connsiteX7" fmla="*/ 4754033 w 4754033"/>
                  <a:gd name="connsiteY7" fmla="*/ 3136900 h 3158067"/>
                  <a:gd name="connsiteX0" fmla="*/ 0 w 4754033"/>
                  <a:gd name="connsiteY0" fmla="*/ 3183467 h 3204634"/>
                  <a:gd name="connsiteX1" fmla="*/ 0 w 4754033"/>
                  <a:gd name="connsiteY1" fmla="*/ 33867 h 3204634"/>
                  <a:gd name="connsiteX2" fmla="*/ 1930400 w 4754033"/>
                  <a:gd name="connsiteY2" fmla="*/ 84667 h 3204634"/>
                  <a:gd name="connsiteX3" fmla="*/ 2578100 w 4754033"/>
                  <a:gd name="connsiteY3" fmla="*/ 313267 h 3204634"/>
                  <a:gd name="connsiteX4" fmla="*/ 2904067 w 4754033"/>
                  <a:gd name="connsiteY4" fmla="*/ 719668 h 3204634"/>
                  <a:gd name="connsiteX5" fmla="*/ 3302000 w 4754033"/>
                  <a:gd name="connsiteY5" fmla="*/ 2040467 h 3204634"/>
                  <a:gd name="connsiteX6" fmla="*/ 3640666 w 4754033"/>
                  <a:gd name="connsiteY6" fmla="*/ 3014134 h 3204634"/>
                  <a:gd name="connsiteX7" fmla="*/ 4754033 w 4754033"/>
                  <a:gd name="connsiteY7" fmla="*/ 3183467 h 3204634"/>
                  <a:gd name="connsiteX0" fmla="*/ 0 w 4754033"/>
                  <a:gd name="connsiteY0" fmla="*/ 3162300 h 3183467"/>
                  <a:gd name="connsiteX1" fmla="*/ 0 w 4754033"/>
                  <a:gd name="connsiteY1" fmla="*/ 12700 h 3183467"/>
                  <a:gd name="connsiteX2" fmla="*/ 1930400 w 4754033"/>
                  <a:gd name="connsiteY2" fmla="*/ 63500 h 3183467"/>
                  <a:gd name="connsiteX3" fmla="*/ 2578100 w 4754033"/>
                  <a:gd name="connsiteY3" fmla="*/ 292100 h 3183467"/>
                  <a:gd name="connsiteX4" fmla="*/ 2904067 w 4754033"/>
                  <a:gd name="connsiteY4" fmla="*/ 698501 h 3183467"/>
                  <a:gd name="connsiteX5" fmla="*/ 3302000 w 4754033"/>
                  <a:gd name="connsiteY5" fmla="*/ 2019300 h 3183467"/>
                  <a:gd name="connsiteX6" fmla="*/ 3640666 w 4754033"/>
                  <a:gd name="connsiteY6" fmla="*/ 2992967 h 3183467"/>
                  <a:gd name="connsiteX7" fmla="*/ 4754033 w 4754033"/>
                  <a:gd name="connsiteY7" fmla="*/ 3162300 h 3183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54033" h="3183467">
                    <a:moveTo>
                      <a:pt x="0" y="3162300"/>
                    </a:moveTo>
                    <a:lnTo>
                      <a:pt x="0" y="12700"/>
                    </a:lnTo>
                    <a:cubicBezTo>
                      <a:pt x="690033" y="0"/>
                      <a:pt x="1500717" y="16933"/>
                      <a:pt x="1930400" y="63500"/>
                    </a:cubicBezTo>
                    <a:cubicBezTo>
                      <a:pt x="2360083" y="110067"/>
                      <a:pt x="2518834" y="254001"/>
                      <a:pt x="2578100" y="292100"/>
                    </a:cubicBezTo>
                    <a:cubicBezTo>
                      <a:pt x="2620434" y="325966"/>
                      <a:pt x="2758017" y="419101"/>
                      <a:pt x="2904067" y="698501"/>
                    </a:cubicBezTo>
                    <a:cubicBezTo>
                      <a:pt x="3058583" y="986369"/>
                      <a:pt x="3211689" y="1611489"/>
                      <a:pt x="3302000" y="2019300"/>
                    </a:cubicBezTo>
                    <a:cubicBezTo>
                      <a:pt x="3396544" y="2444044"/>
                      <a:pt x="3398661" y="2802467"/>
                      <a:pt x="3640666" y="2992967"/>
                    </a:cubicBezTo>
                    <a:cubicBezTo>
                      <a:pt x="3882671" y="3183467"/>
                      <a:pt x="4618566" y="3145367"/>
                      <a:pt x="4754033" y="3162300"/>
                    </a:cubicBez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>
                  <a:latin typeface="Arial" pitchFamily="-106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2606675" y="3368675"/>
                <a:ext cx="153458" cy="184573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>
                  <a:latin typeface="Arial" pitchFamily="-106" charset="0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2489200" y="3686175"/>
              <a:ext cx="1119337" cy="1266825"/>
              <a:chOff x="5621338" y="1781175"/>
              <a:chExt cx="2493962" cy="2822575"/>
            </a:xfrm>
          </p:grpSpPr>
          <p:sp>
            <p:nvSpPr>
              <p:cNvPr id="30" name="Freeform 5"/>
              <p:cNvSpPr>
                <a:spLocks/>
              </p:cNvSpPr>
              <p:nvPr/>
            </p:nvSpPr>
            <p:spPr bwMode="auto">
              <a:xfrm>
                <a:off x="6562725" y="2617788"/>
                <a:ext cx="123825" cy="303211"/>
              </a:xfrm>
              <a:custGeom>
                <a:avLst/>
                <a:gdLst/>
                <a:ahLst/>
                <a:cxnLst>
                  <a:cxn ang="0">
                    <a:pos x="118" y="0"/>
                  </a:cxn>
                  <a:cxn ang="0">
                    <a:pos x="72" y="28"/>
                  </a:cxn>
                  <a:cxn ang="0">
                    <a:pos x="34" y="100"/>
                  </a:cxn>
                  <a:cxn ang="0">
                    <a:pos x="8" y="110"/>
                  </a:cxn>
                  <a:cxn ang="0">
                    <a:pos x="4" y="130"/>
                  </a:cxn>
                  <a:cxn ang="0">
                    <a:pos x="30" y="142"/>
                  </a:cxn>
                  <a:cxn ang="0">
                    <a:pos x="36" y="232"/>
                  </a:cxn>
                  <a:cxn ang="0">
                    <a:pos x="70" y="290"/>
                  </a:cxn>
                </a:cxnLst>
                <a:rect l="0" t="0" r="r" b="b"/>
                <a:pathLst>
                  <a:path w="118" h="290">
                    <a:moveTo>
                      <a:pt x="118" y="0"/>
                    </a:moveTo>
                    <a:cubicBezTo>
                      <a:pt x="110" y="5"/>
                      <a:pt x="86" y="11"/>
                      <a:pt x="72" y="28"/>
                    </a:cubicBezTo>
                    <a:cubicBezTo>
                      <a:pt x="58" y="45"/>
                      <a:pt x="45" y="86"/>
                      <a:pt x="34" y="100"/>
                    </a:cubicBezTo>
                    <a:cubicBezTo>
                      <a:pt x="23" y="114"/>
                      <a:pt x="13" y="105"/>
                      <a:pt x="8" y="110"/>
                    </a:cubicBezTo>
                    <a:cubicBezTo>
                      <a:pt x="3" y="115"/>
                      <a:pt x="0" y="125"/>
                      <a:pt x="4" y="130"/>
                    </a:cubicBezTo>
                    <a:cubicBezTo>
                      <a:pt x="8" y="135"/>
                      <a:pt x="25" y="125"/>
                      <a:pt x="30" y="142"/>
                    </a:cubicBezTo>
                    <a:cubicBezTo>
                      <a:pt x="35" y="159"/>
                      <a:pt x="29" y="207"/>
                      <a:pt x="36" y="232"/>
                    </a:cubicBezTo>
                    <a:cubicBezTo>
                      <a:pt x="43" y="257"/>
                      <a:pt x="63" y="278"/>
                      <a:pt x="70" y="290"/>
                    </a:cubicBezTo>
                  </a:path>
                </a:pathLst>
              </a:custGeom>
              <a:solidFill>
                <a:srgbClr val="FFD17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Freeform 6"/>
              <p:cNvSpPr>
                <a:spLocks/>
              </p:cNvSpPr>
              <p:nvPr/>
            </p:nvSpPr>
            <p:spPr bwMode="auto">
              <a:xfrm>
                <a:off x="5621338" y="1781175"/>
                <a:ext cx="2493962" cy="2822575"/>
              </a:xfrm>
              <a:custGeom>
                <a:avLst/>
                <a:gdLst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729 w 2092"/>
                  <a:gd name="connsiteY49" fmla="*/ 1998 h 2911"/>
                  <a:gd name="connsiteX50" fmla="*/ 1666 w 2092"/>
                  <a:gd name="connsiteY50" fmla="*/ 1987 h 2911"/>
                  <a:gd name="connsiteX51" fmla="*/ 1562 w 2092"/>
                  <a:gd name="connsiteY51" fmla="*/ 1955 h 2911"/>
                  <a:gd name="connsiteX52" fmla="*/ 1453 w 2092"/>
                  <a:gd name="connsiteY52" fmla="*/ 1951 h 2911"/>
                  <a:gd name="connsiteX53" fmla="*/ 1368 w 2092"/>
                  <a:gd name="connsiteY53" fmla="*/ 1960 h 2911"/>
                  <a:gd name="connsiteX54" fmla="*/ 1366 w 2092"/>
                  <a:gd name="connsiteY54" fmla="*/ 1916 h 2911"/>
                  <a:gd name="connsiteX55" fmla="*/ 1386 w 2092"/>
                  <a:gd name="connsiteY55" fmla="*/ 1814 h 2911"/>
                  <a:gd name="connsiteX56" fmla="*/ 1398 w 2092"/>
                  <a:gd name="connsiteY56" fmla="*/ 1698 h 2911"/>
                  <a:gd name="connsiteX57" fmla="*/ 1382 w 2092"/>
                  <a:gd name="connsiteY57" fmla="*/ 1554 h 2911"/>
                  <a:gd name="connsiteX58" fmla="*/ 1408 w 2092"/>
                  <a:gd name="connsiteY58" fmla="*/ 1535 h 2911"/>
                  <a:gd name="connsiteX59" fmla="*/ 1379 w 2092"/>
                  <a:gd name="connsiteY59" fmla="*/ 1463 h 2911"/>
                  <a:gd name="connsiteX60" fmla="*/ 1344 w 2092"/>
                  <a:gd name="connsiteY60" fmla="*/ 1367 h 2911"/>
                  <a:gd name="connsiteX61" fmla="*/ 1305 w 2092"/>
                  <a:gd name="connsiteY61" fmla="*/ 1201 h 2911"/>
                  <a:gd name="connsiteX62" fmla="*/ 1243 w 2092"/>
                  <a:gd name="connsiteY62" fmla="*/ 965 h 2911"/>
                  <a:gd name="connsiteX63" fmla="*/ 1233 w 2092"/>
                  <a:gd name="connsiteY63" fmla="*/ 648 h 2911"/>
                  <a:gd name="connsiteX64" fmla="*/ 1495 w 2092"/>
                  <a:gd name="connsiteY64" fmla="*/ 249 h 2911"/>
                  <a:gd name="connsiteX65" fmla="*/ 1735 w 2092"/>
                  <a:gd name="connsiteY65" fmla="*/ 104 h 2911"/>
                  <a:gd name="connsiteX66" fmla="*/ 1912 w 2092"/>
                  <a:gd name="connsiteY66" fmla="*/ 116 h 2911"/>
                  <a:gd name="connsiteX67" fmla="*/ 2042 w 2092"/>
                  <a:gd name="connsiteY67" fmla="*/ 197 h 2911"/>
                  <a:gd name="connsiteX68" fmla="*/ 2086 w 2092"/>
                  <a:gd name="connsiteY68" fmla="*/ 189 h 2911"/>
                  <a:gd name="connsiteX69" fmla="*/ 2063 w 2092"/>
                  <a:gd name="connsiteY69" fmla="*/ 109 h 2911"/>
                  <a:gd name="connsiteX70" fmla="*/ 1910 w 2092"/>
                  <a:gd name="connsiteY70" fmla="*/ 31 h 2911"/>
                  <a:gd name="connsiteX71" fmla="*/ 1740 w 2092"/>
                  <a:gd name="connsiteY71" fmla="*/ 18 h 2911"/>
                  <a:gd name="connsiteX72" fmla="*/ 1493 w 2092"/>
                  <a:gd name="connsiteY72" fmla="*/ 138 h 2911"/>
                  <a:gd name="connsiteX73" fmla="*/ 1253 w 2092"/>
                  <a:gd name="connsiteY73" fmla="*/ 415 h 2911"/>
                  <a:gd name="connsiteX74" fmla="*/ 1169 w 2092"/>
                  <a:gd name="connsiteY74" fmla="*/ 539 h 2911"/>
                  <a:gd name="connsiteX75" fmla="*/ 1122 w 2092"/>
                  <a:gd name="connsiteY75" fmla="*/ 510 h 2911"/>
                  <a:gd name="connsiteX76" fmla="*/ 1087 w 2092"/>
                  <a:gd name="connsiteY76" fmla="*/ 374 h 2911"/>
                  <a:gd name="connsiteX77" fmla="*/ 1019 w 2092"/>
                  <a:gd name="connsiteY77" fmla="*/ 366 h 2911"/>
                  <a:gd name="connsiteX78" fmla="*/ 993 w 2092"/>
                  <a:gd name="connsiteY78" fmla="*/ 444 h 2911"/>
                  <a:gd name="connsiteX79" fmla="*/ 953 w 2092"/>
                  <a:gd name="connsiteY79" fmla="*/ 550 h 2911"/>
                  <a:gd name="connsiteX80" fmla="*/ 844 w 2092"/>
                  <a:gd name="connsiteY80" fmla="*/ 433 h 2911"/>
                  <a:gd name="connsiteX81" fmla="*/ 756 w 2092"/>
                  <a:gd name="connsiteY81" fmla="*/ 326 h 2911"/>
                  <a:gd name="connsiteX82" fmla="*/ 605 w 2092"/>
                  <a:gd name="connsiteY82" fmla="*/ 167 h 2911"/>
                  <a:gd name="connsiteX83" fmla="*/ 377 w 2092"/>
                  <a:gd name="connsiteY83" fmla="*/ 60 h 2911"/>
                  <a:gd name="connsiteX84" fmla="*/ 184 w 2092"/>
                  <a:gd name="connsiteY84" fmla="*/ 69 h 2911"/>
                  <a:gd name="connsiteX85" fmla="*/ 38 w 2092"/>
                  <a:gd name="connsiteY85" fmla="*/ 162 h 2911"/>
                  <a:gd name="connsiteX86" fmla="*/ 4 w 2092"/>
                  <a:gd name="connsiteY86" fmla="*/ 215 h 2911"/>
                  <a:gd name="connsiteX87" fmla="*/ 13 w 2092"/>
                  <a:gd name="connsiteY87" fmla="*/ 248 h 2911"/>
                  <a:gd name="connsiteX88" fmla="*/ 61 w 2092"/>
                  <a:gd name="connsiteY88" fmla="*/ 246 h 2911"/>
                  <a:gd name="connsiteX89" fmla="*/ 144 w 2092"/>
                  <a:gd name="connsiteY89" fmla="*/ 173 h 2911"/>
                  <a:gd name="connsiteX90" fmla="*/ 256 w 2092"/>
                  <a:gd name="connsiteY90" fmla="*/ 127 h 2911"/>
                  <a:gd name="connsiteX91" fmla="*/ 434 w 2092"/>
                  <a:gd name="connsiteY91" fmla="*/ 149 h 2911"/>
                  <a:gd name="connsiteX92" fmla="*/ 572 w 2092"/>
                  <a:gd name="connsiteY92" fmla="*/ 237 h 2911"/>
                  <a:gd name="connsiteX93" fmla="*/ 659 w 2092"/>
                  <a:gd name="connsiteY93" fmla="*/ 333 h 2911"/>
                  <a:gd name="connsiteX94" fmla="*/ 748 w 2092"/>
                  <a:gd name="connsiteY94" fmla="*/ 442 h 2911"/>
                  <a:gd name="connsiteX95" fmla="*/ 835 w 2092"/>
                  <a:gd name="connsiteY95" fmla="*/ 586 h 2911"/>
                  <a:gd name="connsiteX96" fmla="*/ 881 w 2092"/>
                  <a:gd name="connsiteY96" fmla="*/ 704 h 2911"/>
                  <a:gd name="connsiteX97" fmla="*/ 877 w 2092"/>
                  <a:gd name="connsiteY97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729 w 2092"/>
                  <a:gd name="connsiteY49" fmla="*/ 1998 h 2911"/>
                  <a:gd name="connsiteX50" fmla="*/ 1666 w 2092"/>
                  <a:gd name="connsiteY50" fmla="*/ 1987 h 2911"/>
                  <a:gd name="connsiteX51" fmla="*/ 1562 w 2092"/>
                  <a:gd name="connsiteY51" fmla="*/ 1955 h 2911"/>
                  <a:gd name="connsiteX52" fmla="*/ 1453 w 2092"/>
                  <a:gd name="connsiteY52" fmla="*/ 1951 h 2911"/>
                  <a:gd name="connsiteX53" fmla="*/ 1368 w 2092"/>
                  <a:gd name="connsiteY53" fmla="*/ 1960 h 2911"/>
                  <a:gd name="connsiteX54" fmla="*/ 1366 w 2092"/>
                  <a:gd name="connsiteY54" fmla="*/ 1916 h 2911"/>
                  <a:gd name="connsiteX55" fmla="*/ 1386 w 2092"/>
                  <a:gd name="connsiteY55" fmla="*/ 1814 h 2911"/>
                  <a:gd name="connsiteX56" fmla="*/ 1398 w 2092"/>
                  <a:gd name="connsiteY56" fmla="*/ 1698 h 2911"/>
                  <a:gd name="connsiteX57" fmla="*/ 1382 w 2092"/>
                  <a:gd name="connsiteY57" fmla="*/ 1554 h 2911"/>
                  <a:gd name="connsiteX58" fmla="*/ 1408 w 2092"/>
                  <a:gd name="connsiteY58" fmla="*/ 1535 h 2911"/>
                  <a:gd name="connsiteX59" fmla="*/ 1344 w 2092"/>
                  <a:gd name="connsiteY59" fmla="*/ 1367 h 2911"/>
                  <a:gd name="connsiteX60" fmla="*/ 1305 w 2092"/>
                  <a:gd name="connsiteY60" fmla="*/ 1201 h 2911"/>
                  <a:gd name="connsiteX61" fmla="*/ 1243 w 2092"/>
                  <a:gd name="connsiteY61" fmla="*/ 965 h 2911"/>
                  <a:gd name="connsiteX62" fmla="*/ 1233 w 2092"/>
                  <a:gd name="connsiteY62" fmla="*/ 648 h 2911"/>
                  <a:gd name="connsiteX63" fmla="*/ 1495 w 2092"/>
                  <a:gd name="connsiteY63" fmla="*/ 249 h 2911"/>
                  <a:gd name="connsiteX64" fmla="*/ 1735 w 2092"/>
                  <a:gd name="connsiteY64" fmla="*/ 104 h 2911"/>
                  <a:gd name="connsiteX65" fmla="*/ 1912 w 2092"/>
                  <a:gd name="connsiteY65" fmla="*/ 116 h 2911"/>
                  <a:gd name="connsiteX66" fmla="*/ 2042 w 2092"/>
                  <a:gd name="connsiteY66" fmla="*/ 197 h 2911"/>
                  <a:gd name="connsiteX67" fmla="*/ 2086 w 2092"/>
                  <a:gd name="connsiteY67" fmla="*/ 189 h 2911"/>
                  <a:gd name="connsiteX68" fmla="*/ 2063 w 2092"/>
                  <a:gd name="connsiteY68" fmla="*/ 109 h 2911"/>
                  <a:gd name="connsiteX69" fmla="*/ 1910 w 2092"/>
                  <a:gd name="connsiteY69" fmla="*/ 31 h 2911"/>
                  <a:gd name="connsiteX70" fmla="*/ 1740 w 2092"/>
                  <a:gd name="connsiteY70" fmla="*/ 18 h 2911"/>
                  <a:gd name="connsiteX71" fmla="*/ 1493 w 2092"/>
                  <a:gd name="connsiteY71" fmla="*/ 138 h 2911"/>
                  <a:gd name="connsiteX72" fmla="*/ 1253 w 2092"/>
                  <a:gd name="connsiteY72" fmla="*/ 415 h 2911"/>
                  <a:gd name="connsiteX73" fmla="*/ 1169 w 2092"/>
                  <a:gd name="connsiteY73" fmla="*/ 539 h 2911"/>
                  <a:gd name="connsiteX74" fmla="*/ 1122 w 2092"/>
                  <a:gd name="connsiteY74" fmla="*/ 510 h 2911"/>
                  <a:gd name="connsiteX75" fmla="*/ 1087 w 2092"/>
                  <a:gd name="connsiteY75" fmla="*/ 374 h 2911"/>
                  <a:gd name="connsiteX76" fmla="*/ 1019 w 2092"/>
                  <a:gd name="connsiteY76" fmla="*/ 366 h 2911"/>
                  <a:gd name="connsiteX77" fmla="*/ 993 w 2092"/>
                  <a:gd name="connsiteY77" fmla="*/ 444 h 2911"/>
                  <a:gd name="connsiteX78" fmla="*/ 953 w 2092"/>
                  <a:gd name="connsiteY78" fmla="*/ 550 h 2911"/>
                  <a:gd name="connsiteX79" fmla="*/ 844 w 2092"/>
                  <a:gd name="connsiteY79" fmla="*/ 433 h 2911"/>
                  <a:gd name="connsiteX80" fmla="*/ 756 w 2092"/>
                  <a:gd name="connsiteY80" fmla="*/ 326 h 2911"/>
                  <a:gd name="connsiteX81" fmla="*/ 605 w 2092"/>
                  <a:gd name="connsiteY81" fmla="*/ 167 h 2911"/>
                  <a:gd name="connsiteX82" fmla="*/ 377 w 2092"/>
                  <a:gd name="connsiteY82" fmla="*/ 60 h 2911"/>
                  <a:gd name="connsiteX83" fmla="*/ 184 w 2092"/>
                  <a:gd name="connsiteY83" fmla="*/ 69 h 2911"/>
                  <a:gd name="connsiteX84" fmla="*/ 38 w 2092"/>
                  <a:gd name="connsiteY84" fmla="*/ 162 h 2911"/>
                  <a:gd name="connsiteX85" fmla="*/ 4 w 2092"/>
                  <a:gd name="connsiteY85" fmla="*/ 215 h 2911"/>
                  <a:gd name="connsiteX86" fmla="*/ 13 w 2092"/>
                  <a:gd name="connsiteY86" fmla="*/ 248 h 2911"/>
                  <a:gd name="connsiteX87" fmla="*/ 61 w 2092"/>
                  <a:gd name="connsiteY87" fmla="*/ 246 h 2911"/>
                  <a:gd name="connsiteX88" fmla="*/ 144 w 2092"/>
                  <a:gd name="connsiteY88" fmla="*/ 173 h 2911"/>
                  <a:gd name="connsiteX89" fmla="*/ 256 w 2092"/>
                  <a:gd name="connsiteY89" fmla="*/ 127 h 2911"/>
                  <a:gd name="connsiteX90" fmla="*/ 434 w 2092"/>
                  <a:gd name="connsiteY90" fmla="*/ 149 h 2911"/>
                  <a:gd name="connsiteX91" fmla="*/ 572 w 2092"/>
                  <a:gd name="connsiteY91" fmla="*/ 237 h 2911"/>
                  <a:gd name="connsiteX92" fmla="*/ 659 w 2092"/>
                  <a:gd name="connsiteY92" fmla="*/ 333 h 2911"/>
                  <a:gd name="connsiteX93" fmla="*/ 748 w 2092"/>
                  <a:gd name="connsiteY93" fmla="*/ 442 h 2911"/>
                  <a:gd name="connsiteX94" fmla="*/ 835 w 2092"/>
                  <a:gd name="connsiteY94" fmla="*/ 586 h 2911"/>
                  <a:gd name="connsiteX95" fmla="*/ 881 w 2092"/>
                  <a:gd name="connsiteY95" fmla="*/ 704 h 2911"/>
                  <a:gd name="connsiteX96" fmla="*/ 877 w 2092"/>
                  <a:gd name="connsiteY96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729 w 2092"/>
                  <a:gd name="connsiteY49" fmla="*/ 1998 h 2911"/>
                  <a:gd name="connsiteX50" fmla="*/ 1666 w 2092"/>
                  <a:gd name="connsiteY50" fmla="*/ 1987 h 2911"/>
                  <a:gd name="connsiteX51" fmla="*/ 1562 w 2092"/>
                  <a:gd name="connsiteY51" fmla="*/ 1955 h 2911"/>
                  <a:gd name="connsiteX52" fmla="*/ 1453 w 2092"/>
                  <a:gd name="connsiteY52" fmla="*/ 1951 h 2911"/>
                  <a:gd name="connsiteX53" fmla="*/ 1368 w 2092"/>
                  <a:gd name="connsiteY53" fmla="*/ 1960 h 2911"/>
                  <a:gd name="connsiteX54" fmla="*/ 1366 w 2092"/>
                  <a:gd name="connsiteY54" fmla="*/ 1916 h 2911"/>
                  <a:gd name="connsiteX55" fmla="*/ 1386 w 2092"/>
                  <a:gd name="connsiteY55" fmla="*/ 1814 h 2911"/>
                  <a:gd name="connsiteX56" fmla="*/ 1398 w 2092"/>
                  <a:gd name="connsiteY56" fmla="*/ 1698 h 2911"/>
                  <a:gd name="connsiteX57" fmla="*/ 1382 w 2092"/>
                  <a:gd name="connsiteY57" fmla="*/ 1554 h 2911"/>
                  <a:gd name="connsiteX58" fmla="*/ 1344 w 2092"/>
                  <a:gd name="connsiteY58" fmla="*/ 1367 h 2911"/>
                  <a:gd name="connsiteX59" fmla="*/ 1305 w 2092"/>
                  <a:gd name="connsiteY59" fmla="*/ 1201 h 2911"/>
                  <a:gd name="connsiteX60" fmla="*/ 1243 w 2092"/>
                  <a:gd name="connsiteY60" fmla="*/ 965 h 2911"/>
                  <a:gd name="connsiteX61" fmla="*/ 1233 w 2092"/>
                  <a:gd name="connsiteY61" fmla="*/ 648 h 2911"/>
                  <a:gd name="connsiteX62" fmla="*/ 1495 w 2092"/>
                  <a:gd name="connsiteY62" fmla="*/ 249 h 2911"/>
                  <a:gd name="connsiteX63" fmla="*/ 1735 w 2092"/>
                  <a:gd name="connsiteY63" fmla="*/ 104 h 2911"/>
                  <a:gd name="connsiteX64" fmla="*/ 1912 w 2092"/>
                  <a:gd name="connsiteY64" fmla="*/ 116 h 2911"/>
                  <a:gd name="connsiteX65" fmla="*/ 2042 w 2092"/>
                  <a:gd name="connsiteY65" fmla="*/ 197 h 2911"/>
                  <a:gd name="connsiteX66" fmla="*/ 2086 w 2092"/>
                  <a:gd name="connsiteY66" fmla="*/ 189 h 2911"/>
                  <a:gd name="connsiteX67" fmla="*/ 2063 w 2092"/>
                  <a:gd name="connsiteY67" fmla="*/ 109 h 2911"/>
                  <a:gd name="connsiteX68" fmla="*/ 1910 w 2092"/>
                  <a:gd name="connsiteY68" fmla="*/ 31 h 2911"/>
                  <a:gd name="connsiteX69" fmla="*/ 1740 w 2092"/>
                  <a:gd name="connsiteY69" fmla="*/ 18 h 2911"/>
                  <a:gd name="connsiteX70" fmla="*/ 1493 w 2092"/>
                  <a:gd name="connsiteY70" fmla="*/ 138 h 2911"/>
                  <a:gd name="connsiteX71" fmla="*/ 1253 w 2092"/>
                  <a:gd name="connsiteY71" fmla="*/ 415 h 2911"/>
                  <a:gd name="connsiteX72" fmla="*/ 1169 w 2092"/>
                  <a:gd name="connsiteY72" fmla="*/ 539 h 2911"/>
                  <a:gd name="connsiteX73" fmla="*/ 1122 w 2092"/>
                  <a:gd name="connsiteY73" fmla="*/ 510 h 2911"/>
                  <a:gd name="connsiteX74" fmla="*/ 1087 w 2092"/>
                  <a:gd name="connsiteY74" fmla="*/ 374 h 2911"/>
                  <a:gd name="connsiteX75" fmla="*/ 1019 w 2092"/>
                  <a:gd name="connsiteY75" fmla="*/ 366 h 2911"/>
                  <a:gd name="connsiteX76" fmla="*/ 993 w 2092"/>
                  <a:gd name="connsiteY76" fmla="*/ 444 h 2911"/>
                  <a:gd name="connsiteX77" fmla="*/ 953 w 2092"/>
                  <a:gd name="connsiteY77" fmla="*/ 550 h 2911"/>
                  <a:gd name="connsiteX78" fmla="*/ 844 w 2092"/>
                  <a:gd name="connsiteY78" fmla="*/ 433 h 2911"/>
                  <a:gd name="connsiteX79" fmla="*/ 756 w 2092"/>
                  <a:gd name="connsiteY79" fmla="*/ 326 h 2911"/>
                  <a:gd name="connsiteX80" fmla="*/ 605 w 2092"/>
                  <a:gd name="connsiteY80" fmla="*/ 167 h 2911"/>
                  <a:gd name="connsiteX81" fmla="*/ 377 w 2092"/>
                  <a:gd name="connsiteY81" fmla="*/ 60 h 2911"/>
                  <a:gd name="connsiteX82" fmla="*/ 184 w 2092"/>
                  <a:gd name="connsiteY82" fmla="*/ 69 h 2911"/>
                  <a:gd name="connsiteX83" fmla="*/ 38 w 2092"/>
                  <a:gd name="connsiteY83" fmla="*/ 162 h 2911"/>
                  <a:gd name="connsiteX84" fmla="*/ 4 w 2092"/>
                  <a:gd name="connsiteY84" fmla="*/ 215 h 2911"/>
                  <a:gd name="connsiteX85" fmla="*/ 13 w 2092"/>
                  <a:gd name="connsiteY85" fmla="*/ 248 h 2911"/>
                  <a:gd name="connsiteX86" fmla="*/ 61 w 2092"/>
                  <a:gd name="connsiteY86" fmla="*/ 246 h 2911"/>
                  <a:gd name="connsiteX87" fmla="*/ 144 w 2092"/>
                  <a:gd name="connsiteY87" fmla="*/ 173 h 2911"/>
                  <a:gd name="connsiteX88" fmla="*/ 256 w 2092"/>
                  <a:gd name="connsiteY88" fmla="*/ 127 h 2911"/>
                  <a:gd name="connsiteX89" fmla="*/ 434 w 2092"/>
                  <a:gd name="connsiteY89" fmla="*/ 149 h 2911"/>
                  <a:gd name="connsiteX90" fmla="*/ 572 w 2092"/>
                  <a:gd name="connsiteY90" fmla="*/ 237 h 2911"/>
                  <a:gd name="connsiteX91" fmla="*/ 659 w 2092"/>
                  <a:gd name="connsiteY91" fmla="*/ 333 h 2911"/>
                  <a:gd name="connsiteX92" fmla="*/ 748 w 2092"/>
                  <a:gd name="connsiteY92" fmla="*/ 442 h 2911"/>
                  <a:gd name="connsiteX93" fmla="*/ 835 w 2092"/>
                  <a:gd name="connsiteY93" fmla="*/ 586 h 2911"/>
                  <a:gd name="connsiteX94" fmla="*/ 881 w 2092"/>
                  <a:gd name="connsiteY94" fmla="*/ 704 h 2911"/>
                  <a:gd name="connsiteX95" fmla="*/ 877 w 2092"/>
                  <a:gd name="connsiteY95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729 w 2092"/>
                  <a:gd name="connsiteY49" fmla="*/ 1998 h 2911"/>
                  <a:gd name="connsiteX50" fmla="*/ 1666 w 2092"/>
                  <a:gd name="connsiteY50" fmla="*/ 1987 h 2911"/>
                  <a:gd name="connsiteX51" fmla="*/ 1562 w 2092"/>
                  <a:gd name="connsiteY51" fmla="*/ 1955 h 2911"/>
                  <a:gd name="connsiteX52" fmla="*/ 1368 w 2092"/>
                  <a:gd name="connsiteY52" fmla="*/ 1960 h 2911"/>
                  <a:gd name="connsiteX53" fmla="*/ 1366 w 2092"/>
                  <a:gd name="connsiteY53" fmla="*/ 1916 h 2911"/>
                  <a:gd name="connsiteX54" fmla="*/ 1386 w 2092"/>
                  <a:gd name="connsiteY54" fmla="*/ 1814 h 2911"/>
                  <a:gd name="connsiteX55" fmla="*/ 1398 w 2092"/>
                  <a:gd name="connsiteY55" fmla="*/ 1698 h 2911"/>
                  <a:gd name="connsiteX56" fmla="*/ 1382 w 2092"/>
                  <a:gd name="connsiteY56" fmla="*/ 1554 h 2911"/>
                  <a:gd name="connsiteX57" fmla="*/ 1344 w 2092"/>
                  <a:gd name="connsiteY57" fmla="*/ 1367 h 2911"/>
                  <a:gd name="connsiteX58" fmla="*/ 1305 w 2092"/>
                  <a:gd name="connsiteY58" fmla="*/ 1201 h 2911"/>
                  <a:gd name="connsiteX59" fmla="*/ 1243 w 2092"/>
                  <a:gd name="connsiteY59" fmla="*/ 965 h 2911"/>
                  <a:gd name="connsiteX60" fmla="*/ 1233 w 2092"/>
                  <a:gd name="connsiteY60" fmla="*/ 648 h 2911"/>
                  <a:gd name="connsiteX61" fmla="*/ 1495 w 2092"/>
                  <a:gd name="connsiteY61" fmla="*/ 249 h 2911"/>
                  <a:gd name="connsiteX62" fmla="*/ 1735 w 2092"/>
                  <a:gd name="connsiteY62" fmla="*/ 104 h 2911"/>
                  <a:gd name="connsiteX63" fmla="*/ 1912 w 2092"/>
                  <a:gd name="connsiteY63" fmla="*/ 116 h 2911"/>
                  <a:gd name="connsiteX64" fmla="*/ 2042 w 2092"/>
                  <a:gd name="connsiteY64" fmla="*/ 197 h 2911"/>
                  <a:gd name="connsiteX65" fmla="*/ 2086 w 2092"/>
                  <a:gd name="connsiteY65" fmla="*/ 189 h 2911"/>
                  <a:gd name="connsiteX66" fmla="*/ 2063 w 2092"/>
                  <a:gd name="connsiteY66" fmla="*/ 109 h 2911"/>
                  <a:gd name="connsiteX67" fmla="*/ 1910 w 2092"/>
                  <a:gd name="connsiteY67" fmla="*/ 31 h 2911"/>
                  <a:gd name="connsiteX68" fmla="*/ 1740 w 2092"/>
                  <a:gd name="connsiteY68" fmla="*/ 18 h 2911"/>
                  <a:gd name="connsiteX69" fmla="*/ 1493 w 2092"/>
                  <a:gd name="connsiteY69" fmla="*/ 138 h 2911"/>
                  <a:gd name="connsiteX70" fmla="*/ 1253 w 2092"/>
                  <a:gd name="connsiteY70" fmla="*/ 415 h 2911"/>
                  <a:gd name="connsiteX71" fmla="*/ 1169 w 2092"/>
                  <a:gd name="connsiteY71" fmla="*/ 539 h 2911"/>
                  <a:gd name="connsiteX72" fmla="*/ 1122 w 2092"/>
                  <a:gd name="connsiteY72" fmla="*/ 510 h 2911"/>
                  <a:gd name="connsiteX73" fmla="*/ 1087 w 2092"/>
                  <a:gd name="connsiteY73" fmla="*/ 374 h 2911"/>
                  <a:gd name="connsiteX74" fmla="*/ 1019 w 2092"/>
                  <a:gd name="connsiteY74" fmla="*/ 366 h 2911"/>
                  <a:gd name="connsiteX75" fmla="*/ 993 w 2092"/>
                  <a:gd name="connsiteY75" fmla="*/ 444 h 2911"/>
                  <a:gd name="connsiteX76" fmla="*/ 953 w 2092"/>
                  <a:gd name="connsiteY76" fmla="*/ 550 h 2911"/>
                  <a:gd name="connsiteX77" fmla="*/ 844 w 2092"/>
                  <a:gd name="connsiteY77" fmla="*/ 433 h 2911"/>
                  <a:gd name="connsiteX78" fmla="*/ 756 w 2092"/>
                  <a:gd name="connsiteY78" fmla="*/ 326 h 2911"/>
                  <a:gd name="connsiteX79" fmla="*/ 605 w 2092"/>
                  <a:gd name="connsiteY79" fmla="*/ 167 h 2911"/>
                  <a:gd name="connsiteX80" fmla="*/ 377 w 2092"/>
                  <a:gd name="connsiteY80" fmla="*/ 60 h 2911"/>
                  <a:gd name="connsiteX81" fmla="*/ 184 w 2092"/>
                  <a:gd name="connsiteY81" fmla="*/ 69 h 2911"/>
                  <a:gd name="connsiteX82" fmla="*/ 38 w 2092"/>
                  <a:gd name="connsiteY82" fmla="*/ 162 h 2911"/>
                  <a:gd name="connsiteX83" fmla="*/ 4 w 2092"/>
                  <a:gd name="connsiteY83" fmla="*/ 215 h 2911"/>
                  <a:gd name="connsiteX84" fmla="*/ 13 w 2092"/>
                  <a:gd name="connsiteY84" fmla="*/ 248 h 2911"/>
                  <a:gd name="connsiteX85" fmla="*/ 61 w 2092"/>
                  <a:gd name="connsiteY85" fmla="*/ 246 h 2911"/>
                  <a:gd name="connsiteX86" fmla="*/ 144 w 2092"/>
                  <a:gd name="connsiteY86" fmla="*/ 173 h 2911"/>
                  <a:gd name="connsiteX87" fmla="*/ 256 w 2092"/>
                  <a:gd name="connsiteY87" fmla="*/ 127 h 2911"/>
                  <a:gd name="connsiteX88" fmla="*/ 434 w 2092"/>
                  <a:gd name="connsiteY88" fmla="*/ 149 h 2911"/>
                  <a:gd name="connsiteX89" fmla="*/ 572 w 2092"/>
                  <a:gd name="connsiteY89" fmla="*/ 237 h 2911"/>
                  <a:gd name="connsiteX90" fmla="*/ 659 w 2092"/>
                  <a:gd name="connsiteY90" fmla="*/ 333 h 2911"/>
                  <a:gd name="connsiteX91" fmla="*/ 748 w 2092"/>
                  <a:gd name="connsiteY91" fmla="*/ 442 h 2911"/>
                  <a:gd name="connsiteX92" fmla="*/ 835 w 2092"/>
                  <a:gd name="connsiteY92" fmla="*/ 586 h 2911"/>
                  <a:gd name="connsiteX93" fmla="*/ 881 w 2092"/>
                  <a:gd name="connsiteY93" fmla="*/ 704 h 2911"/>
                  <a:gd name="connsiteX94" fmla="*/ 877 w 2092"/>
                  <a:gd name="connsiteY94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729 w 2092"/>
                  <a:gd name="connsiteY49" fmla="*/ 1998 h 2911"/>
                  <a:gd name="connsiteX50" fmla="*/ 1666 w 2092"/>
                  <a:gd name="connsiteY50" fmla="*/ 1987 h 2911"/>
                  <a:gd name="connsiteX51" fmla="*/ 1368 w 2092"/>
                  <a:gd name="connsiteY51" fmla="*/ 1960 h 2911"/>
                  <a:gd name="connsiteX52" fmla="*/ 1366 w 2092"/>
                  <a:gd name="connsiteY52" fmla="*/ 1916 h 2911"/>
                  <a:gd name="connsiteX53" fmla="*/ 1386 w 2092"/>
                  <a:gd name="connsiteY53" fmla="*/ 1814 h 2911"/>
                  <a:gd name="connsiteX54" fmla="*/ 1398 w 2092"/>
                  <a:gd name="connsiteY54" fmla="*/ 1698 h 2911"/>
                  <a:gd name="connsiteX55" fmla="*/ 1382 w 2092"/>
                  <a:gd name="connsiteY55" fmla="*/ 1554 h 2911"/>
                  <a:gd name="connsiteX56" fmla="*/ 1344 w 2092"/>
                  <a:gd name="connsiteY56" fmla="*/ 1367 h 2911"/>
                  <a:gd name="connsiteX57" fmla="*/ 1305 w 2092"/>
                  <a:gd name="connsiteY57" fmla="*/ 1201 h 2911"/>
                  <a:gd name="connsiteX58" fmla="*/ 1243 w 2092"/>
                  <a:gd name="connsiteY58" fmla="*/ 965 h 2911"/>
                  <a:gd name="connsiteX59" fmla="*/ 1233 w 2092"/>
                  <a:gd name="connsiteY59" fmla="*/ 648 h 2911"/>
                  <a:gd name="connsiteX60" fmla="*/ 1495 w 2092"/>
                  <a:gd name="connsiteY60" fmla="*/ 249 h 2911"/>
                  <a:gd name="connsiteX61" fmla="*/ 1735 w 2092"/>
                  <a:gd name="connsiteY61" fmla="*/ 104 h 2911"/>
                  <a:gd name="connsiteX62" fmla="*/ 1912 w 2092"/>
                  <a:gd name="connsiteY62" fmla="*/ 116 h 2911"/>
                  <a:gd name="connsiteX63" fmla="*/ 2042 w 2092"/>
                  <a:gd name="connsiteY63" fmla="*/ 197 h 2911"/>
                  <a:gd name="connsiteX64" fmla="*/ 2086 w 2092"/>
                  <a:gd name="connsiteY64" fmla="*/ 189 h 2911"/>
                  <a:gd name="connsiteX65" fmla="*/ 2063 w 2092"/>
                  <a:gd name="connsiteY65" fmla="*/ 109 h 2911"/>
                  <a:gd name="connsiteX66" fmla="*/ 1910 w 2092"/>
                  <a:gd name="connsiteY66" fmla="*/ 31 h 2911"/>
                  <a:gd name="connsiteX67" fmla="*/ 1740 w 2092"/>
                  <a:gd name="connsiteY67" fmla="*/ 18 h 2911"/>
                  <a:gd name="connsiteX68" fmla="*/ 1493 w 2092"/>
                  <a:gd name="connsiteY68" fmla="*/ 138 h 2911"/>
                  <a:gd name="connsiteX69" fmla="*/ 1253 w 2092"/>
                  <a:gd name="connsiteY69" fmla="*/ 415 h 2911"/>
                  <a:gd name="connsiteX70" fmla="*/ 1169 w 2092"/>
                  <a:gd name="connsiteY70" fmla="*/ 539 h 2911"/>
                  <a:gd name="connsiteX71" fmla="*/ 1122 w 2092"/>
                  <a:gd name="connsiteY71" fmla="*/ 510 h 2911"/>
                  <a:gd name="connsiteX72" fmla="*/ 1087 w 2092"/>
                  <a:gd name="connsiteY72" fmla="*/ 374 h 2911"/>
                  <a:gd name="connsiteX73" fmla="*/ 1019 w 2092"/>
                  <a:gd name="connsiteY73" fmla="*/ 366 h 2911"/>
                  <a:gd name="connsiteX74" fmla="*/ 993 w 2092"/>
                  <a:gd name="connsiteY74" fmla="*/ 444 h 2911"/>
                  <a:gd name="connsiteX75" fmla="*/ 953 w 2092"/>
                  <a:gd name="connsiteY75" fmla="*/ 550 h 2911"/>
                  <a:gd name="connsiteX76" fmla="*/ 844 w 2092"/>
                  <a:gd name="connsiteY76" fmla="*/ 433 h 2911"/>
                  <a:gd name="connsiteX77" fmla="*/ 756 w 2092"/>
                  <a:gd name="connsiteY77" fmla="*/ 326 h 2911"/>
                  <a:gd name="connsiteX78" fmla="*/ 605 w 2092"/>
                  <a:gd name="connsiteY78" fmla="*/ 167 h 2911"/>
                  <a:gd name="connsiteX79" fmla="*/ 377 w 2092"/>
                  <a:gd name="connsiteY79" fmla="*/ 60 h 2911"/>
                  <a:gd name="connsiteX80" fmla="*/ 184 w 2092"/>
                  <a:gd name="connsiteY80" fmla="*/ 69 h 2911"/>
                  <a:gd name="connsiteX81" fmla="*/ 38 w 2092"/>
                  <a:gd name="connsiteY81" fmla="*/ 162 h 2911"/>
                  <a:gd name="connsiteX82" fmla="*/ 4 w 2092"/>
                  <a:gd name="connsiteY82" fmla="*/ 215 h 2911"/>
                  <a:gd name="connsiteX83" fmla="*/ 13 w 2092"/>
                  <a:gd name="connsiteY83" fmla="*/ 248 h 2911"/>
                  <a:gd name="connsiteX84" fmla="*/ 61 w 2092"/>
                  <a:gd name="connsiteY84" fmla="*/ 246 h 2911"/>
                  <a:gd name="connsiteX85" fmla="*/ 144 w 2092"/>
                  <a:gd name="connsiteY85" fmla="*/ 173 h 2911"/>
                  <a:gd name="connsiteX86" fmla="*/ 256 w 2092"/>
                  <a:gd name="connsiteY86" fmla="*/ 127 h 2911"/>
                  <a:gd name="connsiteX87" fmla="*/ 434 w 2092"/>
                  <a:gd name="connsiteY87" fmla="*/ 149 h 2911"/>
                  <a:gd name="connsiteX88" fmla="*/ 572 w 2092"/>
                  <a:gd name="connsiteY88" fmla="*/ 237 h 2911"/>
                  <a:gd name="connsiteX89" fmla="*/ 659 w 2092"/>
                  <a:gd name="connsiteY89" fmla="*/ 333 h 2911"/>
                  <a:gd name="connsiteX90" fmla="*/ 748 w 2092"/>
                  <a:gd name="connsiteY90" fmla="*/ 442 h 2911"/>
                  <a:gd name="connsiteX91" fmla="*/ 835 w 2092"/>
                  <a:gd name="connsiteY91" fmla="*/ 586 h 2911"/>
                  <a:gd name="connsiteX92" fmla="*/ 881 w 2092"/>
                  <a:gd name="connsiteY92" fmla="*/ 704 h 2911"/>
                  <a:gd name="connsiteX93" fmla="*/ 877 w 2092"/>
                  <a:gd name="connsiteY93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729 w 2092"/>
                  <a:gd name="connsiteY49" fmla="*/ 1998 h 2911"/>
                  <a:gd name="connsiteX50" fmla="*/ 1368 w 2092"/>
                  <a:gd name="connsiteY50" fmla="*/ 1960 h 2911"/>
                  <a:gd name="connsiteX51" fmla="*/ 1366 w 2092"/>
                  <a:gd name="connsiteY51" fmla="*/ 1916 h 2911"/>
                  <a:gd name="connsiteX52" fmla="*/ 1386 w 2092"/>
                  <a:gd name="connsiteY52" fmla="*/ 1814 h 2911"/>
                  <a:gd name="connsiteX53" fmla="*/ 1398 w 2092"/>
                  <a:gd name="connsiteY53" fmla="*/ 1698 h 2911"/>
                  <a:gd name="connsiteX54" fmla="*/ 1382 w 2092"/>
                  <a:gd name="connsiteY54" fmla="*/ 1554 h 2911"/>
                  <a:gd name="connsiteX55" fmla="*/ 1344 w 2092"/>
                  <a:gd name="connsiteY55" fmla="*/ 1367 h 2911"/>
                  <a:gd name="connsiteX56" fmla="*/ 1305 w 2092"/>
                  <a:gd name="connsiteY56" fmla="*/ 1201 h 2911"/>
                  <a:gd name="connsiteX57" fmla="*/ 1243 w 2092"/>
                  <a:gd name="connsiteY57" fmla="*/ 965 h 2911"/>
                  <a:gd name="connsiteX58" fmla="*/ 1233 w 2092"/>
                  <a:gd name="connsiteY58" fmla="*/ 648 h 2911"/>
                  <a:gd name="connsiteX59" fmla="*/ 1495 w 2092"/>
                  <a:gd name="connsiteY59" fmla="*/ 249 h 2911"/>
                  <a:gd name="connsiteX60" fmla="*/ 1735 w 2092"/>
                  <a:gd name="connsiteY60" fmla="*/ 104 h 2911"/>
                  <a:gd name="connsiteX61" fmla="*/ 1912 w 2092"/>
                  <a:gd name="connsiteY61" fmla="*/ 116 h 2911"/>
                  <a:gd name="connsiteX62" fmla="*/ 2042 w 2092"/>
                  <a:gd name="connsiteY62" fmla="*/ 197 h 2911"/>
                  <a:gd name="connsiteX63" fmla="*/ 2086 w 2092"/>
                  <a:gd name="connsiteY63" fmla="*/ 189 h 2911"/>
                  <a:gd name="connsiteX64" fmla="*/ 2063 w 2092"/>
                  <a:gd name="connsiteY64" fmla="*/ 109 h 2911"/>
                  <a:gd name="connsiteX65" fmla="*/ 1910 w 2092"/>
                  <a:gd name="connsiteY65" fmla="*/ 31 h 2911"/>
                  <a:gd name="connsiteX66" fmla="*/ 1740 w 2092"/>
                  <a:gd name="connsiteY66" fmla="*/ 18 h 2911"/>
                  <a:gd name="connsiteX67" fmla="*/ 1493 w 2092"/>
                  <a:gd name="connsiteY67" fmla="*/ 138 h 2911"/>
                  <a:gd name="connsiteX68" fmla="*/ 1253 w 2092"/>
                  <a:gd name="connsiteY68" fmla="*/ 415 h 2911"/>
                  <a:gd name="connsiteX69" fmla="*/ 1169 w 2092"/>
                  <a:gd name="connsiteY69" fmla="*/ 539 h 2911"/>
                  <a:gd name="connsiteX70" fmla="*/ 1122 w 2092"/>
                  <a:gd name="connsiteY70" fmla="*/ 510 h 2911"/>
                  <a:gd name="connsiteX71" fmla="*/ 1087 w 2092"/>
                  <a:gd name="connsiteY71" fmla="*/ 374 h 2911"/>
                  <a:gd name="connsiteX72" fmla="*/ 1019 w 2092"/>
                  <a:gd name="connsiteY72" fmla="*/ 366 h 2911"/>
                  <a:gd name="connsiteX73" fmla="*/ 993 w 2092"/>
                  <a:gd name="connsiteY73" fmla="*/ 444 h 2911"/>
                  <a:gd name="connsiteX74" fmla="*/ 953 w 2092"/>
                  <a:gd name="connsiteY74" fmla="*/ 550 h 2911"/>
                  <a:gd name="connsiteX75" fmla="*/ 844 w 2092"/>
                  <a:gd name="connsiteY75" fmla="*/ 433 h 2911"/>
                  <a:gd name="connsiteX76" fmla="*/ 756 w 2092"/>
                  <a:gd name="connsiteY76" fmla="*/ 326 h 2911"/>
                  <a:gd name="connsiteX77" fmla="*/ 605 w 2092"/>
                  <a:gd name="connsiteY77" fmla="*/ 167 h 2911"/>
                  <a:gd name="connsiteX78" fmla="*/ 377 w 2092"/>
                  <a:gd name="connsiteY78" fmla="*/ 60 h 2911"/>
                  <a:gd name="connsiteX79" fmla="*/ 184 w 2092"/>
                  <a:gd name="connsiteY79" fmla="*/ 69 h 2911"/>
                  <a:gd name="connsiteX80" fmla="*/ 38 w 2092"/>
                  <a:gd name="connsiteY80" fmla="*/ 162 h 2911"/>
                  <a:gd name="connsiteX81" fmla="*/ 4 w 2092"/>
                  <a:gd name="connsiteY81" fmla="*/ 215 h 2911"/>
                  <a:gd name="connsiteX82" fmla="*/ 13 w 2092"/>
                  <a:gd name="connsiteY82" fmla="*/ 248 h 2911"/>
                  <a:gd name="connsiteX83" fmla="*/ 61 w 2092"/>
                  <a:gd name="connsiteY83" fmla="*/ 246 h 2911"/>
                  <a:gd name="connsiteX84" fmla="*/ 144 w 2092"/>
                  <a:gd name="connsiteY84" fmla="*/ 173 h 2911"/>
                  <a:gd name="connsiteX85" fmla="*/ 256 w 2092"/>
                  <a:gd name="connsiteY85" fmla="*/ 127 h 2911"/>
                  <a:gd name="connsiteX86" fmla="*/ 434 w 2092"/>
                  <a:gd name="connsiteY86" fmla="*/ 149 h 2911"/>
                  <a:gd name="connsiteX87" fmla="*/ 572 w 2092"/>
                  <a:gd name="connsiteY87" fmla="*/ 237 h 2911"/>
                  <a:gd name="connsiteX88" fmla="*/ 659 w 2092"/>
                  <a:gd name="connsiteY88" fmla="*/ 333 h 2911"/>
                  <a:gd name="connsiteX89" fmla="*/ 748 w 2092"/>
                  <a:gd name="connsiteY89" fmla="*/ 442 h 2911"/>
                  <a:gd name="connsiteX90" fmla="*/ 835 w 2092"/>
                  <a:gd name="connsiteY90" fmla="*/ 586 h 2911"/>
                  <a:gd name="connsiteX91" fmla="*/ 881 w 2092"/>
                  <a:gd name="connsiteY91" fmla="*/ 704 h 2911"/>
                  <a:gd name="connsiteX92" fmla="*/ 877 w 2092"/>
                  <a:gd name="connsiteY92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802 w 2092"/>
                  <a:gd name="connsiteY48" fmla="*/ 1942 h 2911"/>
                  <a:gd name="connsiteX49" fmla="*/ 1368 w 2092"/>
                  <a:gd name="connsiteY49" fmla="*/ 1960 h 2911"/>
                  <a:gd name="connsiteX50" fmla="*/ 1366 w 2092"/>
                  <a:gd name="connsiteY50" fmla="*/ 1916 h 2911"/>
                  <a:gd name="connsiteX51" fmla="*/ 1386 w 2092"/>
                  <a:gd name="connsiteY51" fmla="*/ 1814 h 2911"/>
                  <a:gd name="connsiteX52" fmla="*/ 1398 w 2092"/>
                  <a:gd name="connsiteY52" fmla="*/ 1698 h 2911"/>
                  <a:gd name="connsiteX53" fmla="*/ 1382 w 2092"/>
                  <a:gd name="connsiteY53" fmla="*/ 1554 h 2911"/>
                  <a:gd name="connsiteX54" fmla="*/ 1344 w 2092"/>
                  <a:gd name="connsiteY54" fmla="*/ 1367 h 2911"/>
                  <a:gd name="connsiteX55" fmla="*/ 1305 w 2092"/>
                  <a:gd name="connsiteY55" fmla="*/ 1201 h 2911"/>
                  <a:gd name="connsiteX56" fmla="*/ 1243 w 2092"/>
                  <a:gd name="connsiteY56" fmla="*/ 965 h 2911"/>
                  <a:gd name="connsiteX57" fmla="*/ 1233 w 2092"/>
                  <a:gd name="connsiteY57" fmla="*/ 648 h 2911"/>
                  <a:gd name="connsiteX58" fmla="*/ 1495 w 2092"/>
                  <a:gd name="connsiteY58" fmla="*/ 249 h 2911"/>
                  <a:gd name="connsiteX59" fmla="*/ 1735 w 2092"/>
                  <a:gd name="connsiteY59" fmla="*/ 104 h 2911"/>
                  <a:gd name="connsiteX60" fmla="*/ 1912 w 2092"/>
                  <a:gd name="connsiteY60" fmla="*/ 116 h 2911"/>
                  <a:gd name="connsiteX61" fmla="*/ 2042 w 2092"/>
                  <a:gd name="connsiteY61" fmla="*/ 197 h 2911"/>
                  <a:gd name="connsiteX62" fmla="*/ 2086 w 2092"/>
                  <a:gd name="connsiteY62" fmla="*/ 189 h 2911"/>
                  <a:gd name="connsiteX63" fmla="*/ 2063 w 2092"/>
                  <a:gd name="connsiteY63" fmla="*/ 109 h 2911"/>
                  <a:gd name="connsiteX64" fmla="*/ 1910 w 2092"/>
                  <a:gd name="connsiteY64" fmla="*/ 31 h 2911"/>
                  <a:gd name="connsiteX65" fmla="*/ 1740 w 2092"/>
                  <a:gd name="connsiteY65" fmla="*/ 18 h 2911"/>
                  <a:gd name="connsiteX66" fmla="*/ 1493 w 2092"/>
                  <a:gd name="connsiteY66" fmla="*/ 138 h 2911"/>
                  <a:gd name="connsiteX67" fmla="*/ 1253 w 2092"/>
                  <a:gd name="connsiteY67" fmla="*/ 415 h 2911"/>
                  <a:gd name="connsiteX68" fmla="*/ 1169 w 2092"/>
                  <a:gd name="connsiteY68" fmla="*/ 539 h 2911"/>
                  <a:gd name="connsiteX69" fmla="*/ 1122 w 2092"/>
                  <a:gd name="connsiteY69" fmla="*/ 510 h 2911"/>
                  <a:gd name="connsiteX70" fmla="*/ 1087 w 2092"/>
                  <a:gd name="connsiteY70" fmla="*/ 374 h 2911"/>
                  <a:gd name="connsiteX71" fmla="*/ 1019 w 2092"/>
                  <a:gd name="connsiteY71" fmla="*/ 366 h 2911"/>
                  <a:gd name="connsiteX72" fmla="*/ 993 w 2092"/>
                  <a:gd name="connsiteY72" fmla="*/ 444 h 2911"/>
                  <a:gd name="connsiteX73" fmla="*/ 953 w 2092"/>
                  <a:gd name="connsiteY73" fmla="*/ 550 h 2911"/>
                  <a:gd name="connsiteX74" fmla="*/ 844 w 2092"/>
                  <a:gd name="connsiteY74" fmla="*/ 433 h 2911"/>
                  <a:gd name="connsiteX75" fmla="*/ 756 w 2092"/>
                  <a:gd name="connsiteY75" fmla="*/ 326 h 2911"/>
                  <a:gd name="connsiteX76" fmla="*/ 605 w 2092"/>
                  <a:gd name="connsiteY76" fmla="*/ 167 h 2911"/>
                  <a:gd name="connsiteX77" fmla="*/ 377 w 2092"/>
                  <a:gd name="connsiteY77" fmla="*/ 60 h 2911"/>
                  <a:gd name="connsiteX78" fmla="*/ 184 w 2092"/>
                  <a:gd name="connsiteY78" fmla="*/ 69 h 2911"/>
                  <a:gd name="connsiteX79" fmla="*/ 38 w 2092"/>
                  <a:gd name="connsiteY79" fmla="*/ 162 h 2911"/>
                  <a:gd name="connsiteX80" fmla="*/ 4 w 2092"/>
                  <a:gd name="connsiteY80" fmla="*/ 215 h 2911"/>
                  <a:gd name="connsiteX81" fmla="*/ 13 w 2092"/>
                  <a:gd name="connsiteY81" fmla="*/ 248 h 2911"/>
                  <a:gd name="connsiteX82" fmla="*/ 61 w 2092"/>
                  <a:gd name="connsiteY82" fmla="*/ 246 h 2911"/>
                  <a:gd name="connsiteX83" fmla="*/ 144 w 2092"/>
                  <a:gd name="connsiteY83" fmla="*/ 173 h 2911"/>
                  <a:gd name="connsiteX84" fmla="*/ 256 w 2092"/>
                  <a:gd name="connsiteY84" fmla="*/ 127 h 2911"/>
                  <a:gd name="connsiteX85" fmla="*/ 434 w 2092"/>
                  <a:gd name="connsiteY85" fmla="*/ 149 h 2911"/>
                  <a:gd name="connsiteX86" fmla="*/ 572 w 2092"/>
                  <a:gd name="connsiteY86" fmla="*/ 237 h 2911"/>
                  <a:gd name="connsiteX87" fmla="*/ 659 w 2092"/>
                  <a:gd name="connsiteY87" fmla="*/ 333 h 2911"/>
                  <a:gd name="connsiteX88" fmla="*/ 748 w 2092"/>
                  <a:gd name="connsiteY88" fmla="*/ 442 h 2911"/>
                  <a:gd name="connsiteX89" fmla="*/ 835 w 2092"/>
                  <a:gd name="connsiteY89" fmla="*/ 586 h 2911"/>
                  <a:gd name="connsiteX90" fmla="*/ 881 w 2092"/>
                  <a:gd name="connsiteY90" fmla="*/ 704 h 2911"/>
                  <a:gd name="connsiteX91" fmla="*/ 877 w 2092"/>
                  <a:gd name="connsiteY91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853 w 2092"/>
                  <a:gd name="connsiteY47" fmla="*/ 1916 h 2911"/>
                  <a:gd name="connsiteX48" fmla="*/ 1368 w 2092"/>
                  <a:gd name="connsiteY48" fmla="*/ 1960 h 2911"/>
                  <a:gd name="connsiteX49" fmla="*/ 1366 w 2092"/>
                  <a:gd name="connsiteY49" fmla="*/ 1916 h 2911"/>
                  <a:gd name="connsiteX50" fmla="*/ 1386 w 2092"/>
                  <a:gd name="connsiteY50" fmla="*/ 1814 h 2911"/>
                  <a:gd name="connsiteX51" fmla="*/ 1398 w 2092"/>
                  <a:gd name="connsiteY51" fmla="*/ 1698 h 2911"/>
                  <a:gd name="connsiteX52" fmla="*/ 1382 w 2092"/>
                  <a:gd name="connsiteY52" fmla="*/ 1554 h 2911"/>
                  <a:gd name="connsiteX53" fmla="*/ 1344 w 2092"/>
                  <a:gd name="connsiteY53" fmla="*/ 1367 h 2911"/>
                  <a:gd name="connsiteX54" fmla="*/ 1305 w 2092"/>
                  <a:gd name="connsiteY54" fmla="*/ 1201 h 2911"/>
                  <a:gd name="connsiteX55" fmla="*/ 1243 w 2092"/>
                  <a:gd name="connsiteY55" fmla="*/ 965 h 2911"/>
                  <a:gd name="connsiteX56" fmla="*/ 1233 w 2092"/>
                  <a:gd name="connsiteY56" fmla="*/ 648 h 2911"/>
                  <a:gd name="connsiteX57" fmla="*/ 1495 w 2092"/>
                  <a:gd name="connsiteY57" fmla="*/ 249 h 2911"/>
                  <a:gd name="connsiteX58" fmla="*/ 1735 w 2092"/>
                  <a:gd name="connsiteY58" fmla="*/ 104 h 2911"/>
                  <a:gd name="connsiteX59" fmla="*/ 1912 w 2092"/>
                  <a:gd name="connsiteY59" fmla="*/ 116 h 2911"/>
                  <a:gd name="connsiteX60" fmla="*/ 2042 w 2092"/>
                  <a:gd name="connsiteY60" fmla="*/ 197 h 2911"/>
                  <a:gd name="connsiteX61" fmla="*/ 2086 w 2092"/>
                  <a:gd name="connsiteY61" fmla="*/ 189 h 2911"/>
                  <a:gd name="connsiteX62" fmla="*/ 2063 w 2092"/>
                  <a:gd name="connsiteY62" fmla="*/ 109 h 2911"/>
                  <a:gd name="connsiteX63" fmla="*/ 1910 w 2092"/>
                  <a:gd name="connsiteY63" fmla="*/ 31 h 2911"/>
                  <a:gd name="connsiteX64" fmla="*/ 1740 w 2092"/>
                  <a:gd name="connsiteY64" fmla="*/ 18 h 2911"/>
                  <a:gd name="connsiteX65" fmla="*/ 1493 w 2092"/>
                  <a:gd name="connsiteY65" fmla="*/ 138 h 2911"/>
                  <a:gd name="connsiteX66" fmla="*/ 1253 w 2092"/>
                  <a:gd name="connsiteY66" fmla="*/ 415 h 2911"/>
                  <a:gd name="connsiteX67" fmla="*/ 1169 w 2092"/>
                  <a:gd name="connsiteY67" fmla="*/ 539 h 2911"/>
                  <a:gd name="connsiteX68" fmla="*/ 1122 w 2092"/>
                  <a:gd name="connsiteY68" fmla="*/ 510 h 2911"/>
                  <a:gd name="connsiteX69" fmla="*/ 1087 w 2092"/>
                  <a:gd name="connsiteY69" fmla="*/ 374 h 2911"/>
                  <a:gd name="connsiteX70" fmla="*/ 1019 w 2092"/>
                  <a:gd name="connsiteY70" fmla="*/ 366 h 2911"/>
                  <a:gd name="connsiteX71" fmla="*/ 993 w 2092"/>
                  <a:gd name="connsiteY71" fmla="*/ 444 h 2911"/>
                  <a:gd name="connsiteX72" fmla="*/ 953 w 2092"/>
                  <a:gd name="connsiteY72" fmla="*/ 550 h 2911"/>
                  <a:gd name="connsiteX73" fmla="*/ 844 w 2092"/>
                  <a:gd name="connsiteY73" fmla="*/ 433 h 2911"/>
                  <a:gd name="connsiteX74" fmla="*/ 756 w 2092"/>
                  <a:gd name="connsiteY74" fmla="*/ 326 h 2911"/>
                  <a:gd name="connsiteX75" fmla="*/ 605 w 2092"/>
                  <a:gd name="connsiteY75" fmla="*/ 167 h 2911"/>
                  <a:gd name="connsiteX76" fmla="*/ 377 w 2092"/>
                  <a:gd name="connsiteY76" fmla="*/ 60 h 2911"/>
                  <a:gd name="connsiteX77" fmla="*/ 184 w 2092"/>
                  <a:gd name="connsiteY77" fmla="*/ 69 h 2911"/>
                  <a:gd name="connsiteX78" fmla="*/ 38 w 2092"/>
                  <a:gd name="connsiteY78" fmla="*/ 162 h 2911"/>
                  <a:gd name="connsiteX79" fmla="*/ 4 w 2092"/>
                  <a:gd name="connsiteY79" fmla="*/ 215 h 2911"/>
                  <a:gd name="connsiteX80" fmla="*/ 13 w 2092"/>
                  <a:gd name="connsiteY80" fmla="*/ 248 h 2911"/>
                  <a:gd name="connsiteX81" fmla="*/ 61 w 2092"/>
                  <a:gd name="connsiteY81" fmla="*/ 246 h 2911"/>
                  <a:gd name="connsiteX82" fmla="*/ 144 w 2092"/>
                  <a:gd name="connsiteY82" fmla="*/ 173 h 2911"/>
                  <a:gd name="connsiteX83" fmla="*/ 256 w 2092"/>
                  <a:gd name="connsiteY83" fmla="*/ 127 h 2911"/>
                  <a:gd name="connsiteX84" fmla="*/ 434 w 2092"/>
                  <a:gd name="connsiteY84" fmla="*/ 149 h 2911"/>
                  <a:gd name="connsiteX85" fmla="*/ 572 w 2092"/>
                  <a:gd name="connsiteY85" fmla="*/ 237 h 2911"/>
                  <a:gd name="connsiteX86" fmla="*/ 659 w 2092"/>
                  <a:gd name="connsiteY86" fmla="*/ 333 h 2911"/>
                  <a:gd name="connsiteX87" fmla="*/ 748 w 2092"/>
                  <a:gd name="connsiteY87" fmla="*/ 442 h 2911"/>
                  <a:gd name="connsiteX88" fmla="*/ 835 w 2092"/>
                  <a:gd name="connsiteY88" fmla="*/ 586 h 2911"/>
                  <a:gd name="connsiteX89" fmla="*/ 881 w 2092"/>
                  <a:gd name="connsiteY89" fmla="*/ 704 h 2911"/>
                  <a:gd name="connsiteX90" fmla="*/ 877 w 2092"/>
                  <a:gd name="connsiteY90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864 w 2092"/>
                  <a:gd name="connsiteY46" fmla="*/ 1951 h 2911"/>
                  <a:gd name="connsiteX47" fmla="*/ 1368 w 2092"/>
                  <a:gd name="connsiteY47" fmla="*/ 1960 h 2911"/>
                  <a:gd name="connsiteX48" fmla="*/ 1366 w 2092"/>
                  <a:gd name="connsiteY48" fmla="*/ 1916 h 2911"/>
                  <a:gd name="connsiteX49" fmla="*/ 1386 w 2092"/>
                  <a:gd name="connsiteY49" fmla="*/ 1814 h 2911"/>
                  <a:gd name="connsiteX50" fmla="*/ 1398 w 2092"/>
                  <a:gd name="connsiteY50" fmla="*/ 1698 h 2911"/>
                  <a:gd name="connsiteX51" fmla="*/ 1382 w 2092"/>
                  <a:gd name="connsiteY51" fmla="*/ 1554 h 2911"/>
                  <a:gd name="connsiteX52" fmla="*/ 1344 w 2092"/>
                  <a:gd name="connsiteY52" fmla="*/ 1367 h 2911"/>
                  <a:gd name="connsiteX53" fmla="*/ 1305 w 2092"/>
                  <a:gd name="connsiteY53" fmla="*/ 1201 h 2911"/>
                  <a:gd name="connsiteX54" fmla="*/ 1243 w 2092"/>
                  <a:gd name="connsiteY54" fmla="*/ 965 h 2911"/>
                  <a:gd name="connsiteX55" fmla="*/ 1233 w 2092"/>
                  <a:gd name="connsiteY55" fmla="*/ 648 h 2911"/>
                  <a:gd name="connsiteX56" fmla="*/ 1495 w 2092"/>
                  <a:gd name="connsiteY56" fmla="*/ 249 h 2911"/>
                  <a:gd name="connsiteX57" fmla="*/ 1735 w 2092"/>
                  <a:gd name="connsiteY57" fmla="*/ 104 h 2911"/>
                  <a:gd name="connsiteX58" fmla="*/ 1912 w 2092"/>
                  <a:gd name="connsiteY58" fmla="*/ 116 h 2911"/>
                  <a:gd name="connsiteX59" fmla="*/ 2042 w 2092"/>
                  <a:gd name="connsiteY59" fmla="*/ 197 h 2911"/>
                  <a:gd name="connsiteX60" fmla="*/ 2086 w 2092"/>
                  <a:gd name="connsiteY60" fmla="*/ 189 h 2911"/>
                  <a:gd name="connsiteX61" fmla="*/ 2063 w 2092"/>
                  <a:gd name="connsiteY61" fmla="*/ 109 h 2911"/>
                  <a:gd name="connsiteX62" fmla="*/ 1910 w 2092"/>
                  <a:gd name="connsiteY62" fmla="*/ 31 h 2911"/>
                  <a:gd name="connsiteX63" fmla="*/ 1740 w 2092"/>
                  <a:gd name="connsiteY63" fmla="*/ 18 h 2911"/>
                  <a:gd name="connsiteX64" fmla="*/ 1493 w 2092"/>
                  <a:gd name="connsiteY64" fmla="*/ 138 h 2911"/>
                  <a:gd name="connsiteX65" fmla="*/ 1253 w 2092"/>
                  <a:gd name="connsiteY65" fmla="*/ 415 h 2911"/>
                  <a:gd name="connsiteX66" fmla="*/ 1169 w 2092"/>
                  <a:gd name="connsiteY66" fmla="*/ 539 h 2911"/>
                  <a:gd name="connsiteX67" fmla="*/ 1122 w 2092"/>
                  <a:gd name="connsiteY67" fmla="*/ 510 h 2911"/>
                  <a:gd name="connsiteX68" fmla="*/ 1087 w 2092"/>
                  <a:gd name="connsiteY68" fmla="*/ 374 h 2911"/>
                  <a:gd name="connsiteX69" fmla="*/ 1019 w 2092"/>
                  <a:gd name="connsiteY69" fmla="*/ 366 h 2911"/>
                  <a:gd name="connsiteX70" fmla="*/ 993 w 2092"/>
                  <a:gd name="connsiteY70" fmla="*/ 444 h 2911"/>
                  <a:gd name="connsiteX71" fmla="*/ 953 w 2092"/>
                  <a:gd name="connsiteY71" fmla="*/ 550 h 2911"/>
                  <a:gd name="connsiteX72" fmla="*/ 844 w 2092"/>
                  <a:gd name="connsiteY72" fmla="*/ 433 h 2911"/>
                  <a:gd name="connsiteX73" fmla="*/ 756 w 2092"/>
                  <a:gd name="connsiteY73" fmla="*/ 326 h 2911"/>
                  <a:gd name="connsiteX74" fmla="*/ 605 w 2092"/>
                  <a:gd name="connsiteY74" fmla="*/ 167 h 2911"/>
                  <a:gd name="connsiteX75" fmla="*/ 377 w 2092"/>
                  <a:gd name="connsiteY75" fmla="*/ 60 h 2911"/>
                  <a:gd name="connsiteX76" fmla="*/ 184 w 2092"/>
                  <a:gd name="connsiteY76" fmla="*/ 69 h 2911"/>
                  <a:gd name="connsiteX77" fmla="*/ 38 w 2092"/>
                  <a:gd name="connsiteY77" fmla="*/ 162 h 2911"/>
                  <a:gd name="connsiteX78" fmla="*/ 4 w 2092"/>
                  <a:gd name="connsiteY78" fmla="*/ 215 h 2911"/>
                  <a:gd name="connsiteX79" fmla="*/ 13 w 2092"/>
                  <a:gd name="connsiteY79" fmla="*/ 248 h 2911"/>
                  <a:gd name="connsiteX80" fmla="*/ 61 w 2092"/>
                  <a:gd name="connsiteY80" fmla="*/ 246 h 2911"/>
                  <a:gd name="connsiteX81" fmla="*/ 144 w 2092"/>
                  <a:gd name="connsiteY81" fmla="*/ 173 h 2911"/>
                  <a:gd name="connsiteX82" fmla="*/ 256 w 2092"/>
                  <a:gd name="connsiteY82" fmla="*/ 127 h 2911"/>
                  <a:gd name="connsiteX83" fmla="*/ 434 w 2092"/>
                  <a:gd name="connsiteY83" fmla="*/ 149 h 2911"/>
                  <a:gd name="connsiteX84" fmla="*/ 572 w 2092"/>
                  <a:gd name="connsiteY84" fmla="*/ 237 h 2911"/>
                  <a:gd name="connsiteX85" fmla="*/ 659 w 2092"/>
                  <a:gd name="connsiteY85" fmla="*/ 333 h 2911"/>
                  <a:gd name="connsiteX86" fmla="*/ 748 w 2092"/>
                  <a:gd name="connsiteY86" fmla="*/ 442 h 2911"/>
                  <a:gd name="connsiteX87" fmla="*/ 835 w 2092"/>
                  <a:gd name="connsiteY87" fmla="*/ 586 h 2911"/>
                  <a:gd name="connsiteX88" fmla="*/ 881 w 2092"/>
                  <a:gd name="connsiteY88" fmla="*/ 704 h 2911"/>
                  <a:gd name="connsiteX89" fmla="*/ 877 w 2092"/>
                  <a:gd name="connsiteY89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838 w 2092"/>
                  <a:gd name="connsiteY45" fmla="*/ 1977 h 2911"/>
                  <a:gd name="connsiteX46" fmla="*/ 1368 w 2092"/>
                  <a:gd name="connsiteY46" fmla="*/ 1960 h 2911"/>
                  <a:gd name="connsiteX47" fmla="*/ 1366 w 2092"/>
                  <a:gd name="connsiteY47" fmla="*/ 1916 h 2911"/>
                  <a:gd name="connsiteX48" fmla="*/ 1386 w 2092"/>
                  <a:gd name="connsiteY48" fmla="*/ 1814 h 2911"/>
                  <a:gd name="connsiteX49" fmla="*/ 1398 w 2092"/>
                  <a:gd name="connsiteY49" fmla="*/ 1698 h 2911"/>
                  <a:gd name="connsiteX50" fmla="*/ 1382 w 2092"/>
                  <a:gd name="connsiteY50" fmla="*/ 1554 h 2911"/>
                  <a:gd name="connsiteX51" fmla="*/ 1344 w 2092"/>
                  <a:gd name="connsiteY51" fmla="*/ 1367 h 2911"/>
                  <a:gd name="connsiteX52" fmla="*/ 1305 w 2092"/>
                  <a:gd name="connsiteY52" fmla="*/ 1201 h 2911"/>
                  <a:gd name="connsiteX53" fmla="*/ 1243 w 2092"/>
                  <a:gd name="connsiteY53" fmla="*/ 965 h 2911"/>
                  <a:gd name="connsiteX54" fmla="*/ 1233 w 2092"/>
                  <a:gd name="connsiteY54" fmla="*/ 648 h 2911"/>
                  <a:gd name="connsiteX55" fmla="*/ 1495 w 2092"/>
                  <a:gd name="connsiteY55" fmla="*/ 249 h 2911"/>
                  <a:gd name="connsiteX56" fmla="*/ 1735 w 2092"/>
                  <a:gd name="connsiteY56" fmla="*/ 104 h 2911"/>
                  <a:gd name="connsiteX57" fmla="*/ 1912 w 2092"/>
                  <a:gd name="connsiteY57" fmla="*/ 116 h 2911"/>
                  <a:gd name="connsiteX58" fmla="*/ 2042 w 2092"/>
                  <a:gd name="connsiteY58" fmla="*/ 197 h 2911"/>
                  <a:gd name="connsiteX59" fmla="*/ 2086 w 2092"/>
                  <a:gd name="connsiteY59" fmla="*/ 189 h 2911"/>
                  <a:gd name="connsiteX60" fmla="*/ 2063 w 2092"/>
                  <a:gd name="connsiteY60" fmla="*/ 109 h 2911"/>
                  <a:gd name="connsiteX61" fmla="*/ 1910 w 2092"/>
                  <a:gd name="connsiteY61" fmla="*/ 31 h 2911"/>
                  <a:gd name="connsiteX62" fmla="*/ 1740 w 2092"/>
                  <a:gd name="connsiteY62" fmla="*/ 18 h 2911"/>
                  <a:gd name="connsiteX63" fmla="*/ 1493 w 2092"/>
                  <a:gd name="connsiteY63" fmla="*/ 138 h 2911"/>
                  <a:gd name="connsiteX64" fmla="*/ 1253 w 2092"/>
                  <a:gd name="connsiteY64" fmla="*/ 415 h 2911"/>
                  <a:gd name="connsiteX65" fmla="*/ 1169 w 2092"/>
                  <a:gd name="connsiteY65" fmla="*/ 539 h 2911"/>
                  <a:gd name="connsiteX66" fmla="*/ 1122 w 2092"/>
                  <a:gd name="connsiteY66" fmla="*/ 510 h 2911"/>
                  <a:gd name="connsiteX67" fmla="*/ 1087 w 2092"/>
                  <a:gd name="connsiteY67" fmla="*/ 374 h 2911"/>
                  <a:gd name="connsiteX68" fmla="*/ 1019 w 2092"/>
                  <a:gd name="connsiteY68" fmla="*/ 366 h 2911"/>
                  <a:gd name="connsiteX69" fmla="*/ 993 w 2092"/>
                  <a:gd name="connsiteY69" fmla="*/ 444 h 2911"/>
                  <a:gd name="connsiteX70" fmla="*/ 953 w 2092"/>
                  <a:gd name="connsiteY70" fmla="*/ 550 h 2911"/>
                  <a:gd name="connsiteX71" fmla="*/ 844 w 2092"/>
                  <a:gd name="connsiteY71" fmla="*/ 433 h 2911"/>
                  <a:gd name="connsiteX72" fmla="*/ 756 w 2092"/>
                  <a:gd name="connsiteY72" fmla="*/ 326 h 2911"/>
                  <a:gd name="connsiteX73" fmla="*/ 605 w 2092"/>
                  <a:gd name="connsiteY73" fmla="*/ 167 h 2911"/>
                  <a:gd name="connsiteX74" fmla="*/ 377 w 2092"/>
                  <a:gd name="connsiteY74" fmla="*/ 60 h 2911"/>
                  <a:gd name="connsiteX75" fmla="*/ 184 w 2092"/>
                  <a:gd name="connsiteY75" fmla="*/ 69 h 2911"/>
                  <a:gd name="connsiteX76" fmla="*/ 38 w 2092"/>
                  <a:gd name="connsiteY76" fmla="*/ 162 h 2911"/>
                  <a:gd name="connsiteX77" fmla="*/ 4 w 2092"/>
                  <a:gd name="connsiteY77" fmla="*/ 215 h 2911"/>
                  <a:gd name="connsiteX78" fmla="*/ 13 w 2092"/>
                  <a:gd name="connsiteY78" fmla="*/ 248 h 2911"/>
                  <a:gd name="connsiteX79" fmla="*/ 61 w 2092"/>
                  <a:gd name="connsiteY79" fmla="*/ 246 h 2911"/>
                  <a:gd name="connsiteX80" fmla="*/ 144 w 2092"/>
                  <a:gd name="connsiteY80" fmla="*/ 173 h 2911"/>
                  <a:gd name="connsiteX81" fmla="*/ 256 w 2092"/>
                  <a:gd name="connsiteY81" fmla="*/ 127 h 2911"/>
                  <a:gd name="connsiteX82" fmla="*/ 434 w 2092"/>
                  <a:gd name="connsiteY82" fmla="*/ 149 h 2911"/>
                  <a:gd name="connsiteX83" fmla="*/ 572 w 2092"/>
                  <a:gd name="connsiteY83" fmla="*/ 237 h 2911"/>
                  <a:gd name="connsiteX84" fmla="*/ 659 w 2092"/>
                  <a:gd name="connsiteY84" fmla="*/ 333 h 2911"/>
                  <a:gd name="connsiteX85" fmla="*/ 748 w 2092"/>
                  <a:gd name="connsiteY85" fmla="*/ 442 h 2911"/>
                  <a:gd name="connsiteX86" fmla="*/ 835 w 2092"/>
                  <a:gd name="connsiteY86" fmla="*/ 586 h 2911"/>
                  <a:gd name="connsiteX87" fmla="*/ 881 w 2092"/>
                  <a:gd name="connsiteY87" fmla="*/ 704 h 2911"/>
                  <a:gd name="connsiteX88" fmla="*/ 877 w 2092"/>
                  <a:gd name="connsiteY88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770 w 2092"/>
                  <a:gd name="connsiteY44" fmla="*/ 2067 h 2911"/>
                  <a:gd name="connsiteX45" fmla="*/ 1368 w 2092"/>
                  <a:gd name="connsiteY45" fmla="*/ 1960 h 2911"/>
                  <a:gd name="connsiteX46" fmla="*/ 1366 w 2092"/>
                  <a:gd name="connsiteY46" fmla="*/ 1916 h 2911"/>
                  <a:gd name="connsiteX47" fmla="*/ 1386 w 2092"/>
                  <a:gd name="connsiteY47" fmla="*/ 1814 h 2911"/>
                  <a:gd name="connsiteX48" fmla="*/ 1398 w 2092"/>
                  <a:gd name="connsiteY48" fmla="*/ 1698 h 2911"/>
                  <a:gd name="connsiteX49" fmla="*/ 1382 w 2092"/>
                  <a:gd name="connsiteY49" fmla="*/ 1554 h 2911"/>
                  <a:gd name="connsiteX50" fmla="*/ 1344 w 2092"/>
                  <a:gd name="connsiteY50" fmla="*/ 1367 h 2911"/>
                  <a:gd name="connsiteX51" fmla="*/ 1305 w 2092"/>
                  <a:gd name="connsiteY51" fmla="*/ 1201 h 2911"/>
                  <a:gd name="connsiteX52" fmla="*/ 1243 w 2092"/>
                  <a:gd name="connsiteY52" fmla="*/ 965 h 2911"/>
                  <a:gd name="connsiteX53" fmla="*/ 1233 w 2092"/>
                  <a:gd name="connsiteY53" fmla="*/ 648 h 2911"/>
                  <a:gd name="connsiteX54" fmla="*/ 1495 w 2092"/>
                  <a:gd name="connsiteY54" fmla="*/ 249 h 2911"/>
                  <a:gd name="connsiteX55" fmla="*/ 1735 w 2092"/>
                  <a:gd name="connsiteY55" fmla="*/ 104 h 2911"/>
                  <a:gd name="connsiteX56" fmla="*/ 1912 w 2092"/>
                  <a:gd name="connsiteY56" fmla="*/ 116 h 2911"/>
                  <a:gd name="connsiteX57" fmla="*/ 2042 w 2092"/>
                  <a:gd name="connsiteY57" fmla="*/ 197 h 2911"/>
                  <a:gd name="connsiteX58" fmla="*/ 2086 w 2092"/>
                  <a:gd name="connsiteY58" fmla="*/ 189 h 2911"/>
                  <a:gd name="connsiteX59" fmla="*/ 2063 w 2092"/>
                  <a:gd name="connsiteY59" fmla="*/ 109 h 2911"/>
                  <a:gd name="connsiteX60" fmla="*/ 1910 w 2092"/>
                  <a:gd name="connsiteY60" fmla="*/ 31 h 2911"/>
                  <a:gd name="connsiteX61" fmla="*/ 1740 w 2092"/>
                  <a:gd name="connsiteY61" fmla="*/ 18 h 2911"/>
                  <a:gd name="connsiteX62" fmla="*/ 1493 w 2092"/>
                  <a:gd name="connsiteY62" fmla="*/ 138 h 2911"/>
                  <a:gd name="connsiteX63" fmla="*/ 1253 w 2092"/>
                  <a:gd name="connsiteY63" fmla="*/ 415 h 2911"/>
                  <a:gd name="connsiteX64" fmla="*/ 1169 w 2092"/>
                  <a:gd name="connsiteY64" fmla="*/ 539 h 2911"/>
                  <a:gd name="connsiteX65" fmla="*/ 1122 w 2092"/>
                  <a:gd name="connsiteY65" fmla="*/ 510 h 2911"/>
                  <a:gd name="connsiteX66" fmla="*/ 1087 w 2092"/>
                  <a:gd name="connsiteY66" fmla="*/ 374 h 2911"/>
                  <a:gd name="connsiteX67" fmla="*/ 1019 w 2092"/>
                  <a:gd name="connsiteY67" fmla="*/ 366 h 2911"/>
                  <a:gd name="connsiteX68" fmla="*/ 993 w 2092"/>
                  <a:gd name="connsiteY68" fmla="*/ 444 h 2911"/>
                  <a:gd name="connsiteX69" fmla="*/ 953 w 2092"/>
                  <a:gd name="connsiteY69" fmla="*/ 550 h 2911"/>
                  <a:gd name="connsiteX70" fmla="*/ 844 w 2092"/>
                  <a:gd name="connsiteY70" fmla="*/ 433 h 2911"/>
                  <a:gd name="connsiteX71" fmla="*/ 756 w 2092"/>
                  <a:gd name="connsiteY71" fmla="*/ 326 h 2911"/>
                  <a:gd name="connsiteX72" fmla="*/ 605 w 2092"/>
                  <a:gd name="connsiteY72" fmla="*/ 167 h 2911"/>
                  <a:gd name="connsiteX73" fmla="*/ 377 w 2092"/>
                  <a:gd name="connsiteY73" fmla="*/ 60 h 2911"/>
                  <a:gd name="connsiteX74" fmla="*/ 184 w 2092"/>
                  <a:gd name="connsiteY74" fmla="*/ 69 h 2911"/>
                  <a:gd name="connsiteX75" fmla="*/ 38 w 2092"/>
                  <a:gd name="connsiteY75" fmla="*/ 162 h 2911"/>
                  <a:gd name="connsiteX76" fmla="*/ 4 w 2092"/>
                  <a:gd name="connsiteY76" fmla="*/ 215 h 2911"/>
                  <a:gd name="connsiteX77" fmla="*/ 13 w 2092"/>
                  <a:gd name="connsiteY77" fmla="*/ 248 h 2911"/>
                  <a:gd name="connsiteX78" fmla="*/ 61 w 2092"/>
                  <a:gd name="connsiteY78" fmla="*/ 246 h 2911"/>
                  <a:gd name="connsiteX79" fmla="*/ 144 w 2092"/>
                  <a:gd name="connsiteY79" fmla="*/ 173 h 2911"/>
                  <a:gd name="connsiteX80" fmla="*/ 256 w 2092"/>
                  <a:gd name="connsiteY80" fmla="*/ 127 h 2911"/>
                  <a:gd name="connsiteX81" fmla="*/ 434 w 2092"/>
                  <a:gd name="connsiteY81" fmla="*/ 149 h 2911"/>
                  <a:gd name="connsiteX82" fmla="*/ 572 w 2092"/>
                  <a:gd name="connsiteY82" fmla="*/ 237 h 2911"/>
                  <a:gd name="connsiteX83" fmla="*/ 659 w 2092"/>
                  <a:gd name="connsiteY83" fmla="*/ 333 h 2911"/>
                  <a:gd name="connsiteX84" fmla="*/ 748 w 2092"/>
                  <a:gd name="connsiteY84" fmla="*/ 442 h 2911"/>
                  <a:gd name="connsiteX85" fmla="*/ 835 w 2092"/>
                  <a:gd name="connsiteY85" fmla="*/ 586 h 2911"/>
                  <a:gd name="connsiteX86" fmla="*/ 881 w 2092"/>
                  <a:gd name="connsiteY86" fmla="*/ 704 h 2911"/>
                  <a:gd name="connsiteX87" fmla="*/ 877 w 2092"/>
                  <a:gd name="connsiteY87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831 w 2092"/>
                  <a:gd name="connsiteY43" fmla="*/ 2164 h 2911"/>
                  <a:gd name="connsiteX44" fmla="*/ 1368 w 2092"/>
                  <a:gd name="connsiteY44" fmla="*/ 1960 h 2911"/>
                  <a:gd name="connsiteX45" fmla="*/ 1366 w 2092"/>
                  <a:gd name="connsiteY45" fmla="*/ 1916 h 2911"/>
                  <a:gd name="connsiteX46" fmla="*/ 1386 w 2092"/>
                  <a:gd name="connsiteY46" fmla="*/ 1814 h 2911"/>
                  <a:gd name="connsiteX47" fmla="*/ 1398 w 2092"/>
                  <a:gd name="connsiteY47" fmla="*/ 1698 h 2911"/>
                  <a:gd name="connsiteX48" fmla="*/ 1382 w 2092"/>
                  <a:gd name="connsiteY48" fmla="*/ 1554 h 2911"/>
                  <a:gd name="connsiteX49" fmla="*/ 1344 w 2092"/>
                  <a:gd name="connsiteY49" fmla="*/ 1367 h 2911"/>
                  <a:gd name="connsiteX50" fmla="*/ 1305 w 2092"/>
                  <a:gd name="connsiteY50" fmla="*/ 1201 h 2911"/>
                  <a:gd name="connsiteX51" fmla="*/ 1243 w 2092"/>
                  <a:gd name="connsiteY51" fmla="*/ 965 h 2911"/>
                  <a:gd name="connsiteX52" fmla="*/ 1233 w 2092"/>
                  <a:gd name="connsiteY52" fmla="*/ 648 h 2911"/>
                  <a:gd name="connsiteX53" fmla="*/ 1495 w 2092"/>
                  <a:gd name="connsiteY53" fmla="*/ 249 h 2911"/>
                  <a:gd name="connsiteX54" fmla="*/ 1735 w 2092"/>
                  <a:gd name="connsiteY54" fmla="*/ 104 h 2911"/>
                  <a:gd name="connsiteX55" fmla="*/ 1912 w 2092"/>
                  <a:gd name="connsiteY55" fmla="*/ 116 h 2911"/>
                  <a:gd name="connsiteX56" fmla="*/ 2042 w 2092"/>
                  <a:gd name="connsiteY56" fmla="*/ 197 h 2911"/>
                  <a:gd name="connsiteX57" fmla="*/ 2086 w 2092"/>
                  <a:gd name="connsiteY57" fmla="*/ 189 h 2911"/>
                  <a:gd name="connsiteX58" fmla="*/ 2063 w 2092"/>
                  <a:gd name="connsiteY58" fmla="*/ 109 h 2911"/>
                  <a:gd name="connsiteX59" fmla="*/ 1910 w 2092"/>
                  <a:gd name="connsiteY59" fmla="*/ 31 h 2911"/>
                  <a:gd name="connsiteX60" fmla="*/ 1740 w 2092"/>
                  <a:gd name="connsiteY60" fmla="*/ 18 h 2911"/>
                  <a:gd name="connsiteX61" fmla="*/ 1493 w 2092"/>
                  <a:gd name="connsiteY61" fmla="*/ 138 h 2911"/>
                  <a:gd name="connsiteX62" fmla="*/ 1253 w 2092"/>
                  <a:gd name="connsiteY62" fmla="*/ 415 h 2911"/>
                  <a:gd name="connsiteX63" fmla="*/ 1169 w 2092"/>
                  <a:gd name="connsiteY63" fmla="*/ 539 h 2911"/>
                  <a:gd name="connsiteX64" fmla="*/ 1122 w 2092"/>
                  <a:gd name="connsiteY64" fmla="*/ 510 h 2911"/>
                  <a:gd name="connsiteX65" fmla="*/ 1087 w 2092"/>
                  <a:gd name="connsiteY65" fmla="*/ 374 h 2911"/>
                  <a:gd name="connsiteX66" fmla="*/ 1019 w 2092"/>
                  <a:gd name="connsiteY66" fmla="*/ 366 h 2911"/>
                  <a:gd name="connsiteX67" fmla="*/ 993 w 2092"/>
                  <a:gd name="connsiteY67" fmla="*/ 444 h 2911"/>
                  <a:gd name="connsiteX68" fmla="*/ 953 w 2092"/>
                  <a:gd name="connsiteY68" fmla="*/ 550 h 2911"/>
                  <a:gd name="connsiteX69" fmla="*/ 844 w 2092"/>
                  <a:gd name="connsiteY69" fmla="*/ 433 h 2911"/>
                  <a:gd name="connsiteX70" fmla="*/ 756 w 2092"/>
                  <a:gd name="connsiteY70" fmla="*/ 326 h 2911"/>
                  <a:gd name="connsiteX71" fmla="*/ 605 w 2092"/>
                  <a:gd name="connsiteY71" fmla="*/ 167 h 2911"/>
                  <a:gd name="connsiteX72" fmla="*/ 377 w 2092"/>
                  <a:gd name="connsiteY72" fmla="*/ 60 h 2911"/>
                  <a:gd name="connsiteX73" fmla="*/ 184 w 2092"/>
                  <a:gd name="connsiteY73" fmla="*/ 69 h 2911"/>
                  <a:gd name="connsiteX74" fmla="*/ 38 w 2092"/>
                  <a:gd name="connsiteY74" fmla="*/ 162 h 2911"/>
                  <a:gd name="connsiteX75" fmla="*/ 4 w 2092"/>
                  <a:gd name="connsiteY75" fmla="*/ 215 h 2911"/>
                  <a:gd name="connsiteX76" fmla="*/ 13 w 2092"/>
                  <a:gd name="connsiteY76" fmla="*/ 248 h 2911"/>
                  <a:gd name="connsiteX77" fmla="*/ 61 w 2092"/>
                  <a:gd name="connsiteY77" fmla="*/ 246 h 2911"/>
                  <a:gd name="connsiteX78" fmla="*/ 144 w 2092"/>
                  <a:gd name="connsiteY78" fmla="*/ 173 h 2911"/>
                  <a:gd name="connsiteX79" fmla="*/ 256 w 2092"/>
                  <a:gd name="connsiteY79" fmla="*/ 127 h 2911"/>
                  <a:gd name="connsiteX80" fmla="*/ 434 w 2092"/>
                  <a:gd name="connsiteY80" fmla="*/ 149 h 2911"/>
                  <a:gd name="connsiteX81" fmla="*/ 572 w 2092"/>
                  <a:gd name="connsiteY81" fmla="*/ 237 h 2911"/>
                  <a:gd name="connsiteX82" fmla="*/ 659 w 2092"/>
                  <a:gd name="connsiteY82" fmla="*/ 333 h 2911"/>
                  <a:gd name="connsiteX83" fmla="*/ 748 w 2092"/>
                  <a:gd name="connsiteY83" fmla="*/ 442 h 2911"/>
                  <a:gd name="connsiteX84" fmla="*/ 835 w 2092"/>
                  <a:gd name="connsiteY84" fmla="*/ 586 h 2911"/>
                  <a:gd name="connsiteX85" fmla="*/ 881 w 2092"/>
                  <a:gd name="connsiteY85" fmla="*/ 704 h 2911"/>
                  <a:gd name="connsiteX86" fmla="*/ 877 w 2092"/>
                  <a:gd name="connsiteY86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789 w 2092"/>
                  <a:gd name="connsiteY42" fmla="*/ 2213 h 2911"/>
                  <a:gd name="connsiteX43" fmla="*/ 1368 w 2092"/>
                  <a:gd name="connsiteY43" fmla="*/ 1960 h 2911"/>
                  <a:gd name="connsiteX44" fmla="*/ 1366 w 2092"/>
                  <a:gd name="connsiteY44" fmla="*/ 1916 h 2911"/>
                  <a:gd name="connsiteX45" fmla="*/ 1386 w 2092"/>
                  <a:gd name="connsiteY45" fmla="*/ 1814 h 2911"/>
                  <a:gd name="connsiteX46" fmla="*/ 1398 w 2092"/>
                  <a:gd name="connsiteY46" fmla="*/ 1698 h 2911"/>
                  <a:gd name="connsiteX47" fmla="*/ 1382 w 2092"/>
                  <a:gd name="connsiteY47" fmla="*/ 1554 h 2911"/>
                  <a:gd name="connsiteX48" fmla="*/ 1344 w 2092"/>
                  <a:gd name="connsiteY48" fmla="*/ 1367 h 2911"/>
                  <a:gd name="connsiteX49" fmla="*/ 1305 w 2092"/>
                  <a:gd name="connsiteY49" fmla="*/ 1201 h 2911"/>
                  <a:gd name="connsiteX50" fmla="*/ 1243 w 2092"/>
                  <a:gd name="connsiteY50" fmla="*/ 965 h 2911"/>
                  <a:gd name="connsiteX51" fmla="*/ 1233 w 2092"/>
                  <a:gd name="connsiteY51" fmla="*/ 648 h 2911"/>
                  <a:gd name="connsiteX52" fmla="*/ 1495 w 2092"/>
                  <a:gd name="connsiteY52" fmla="*/ 249 h 2911"/>
                  <a:gd name="connsiteX53" fmla="*/ 1735 w 2092"/>
                  <a:gd name="connsiteY53" fmla="*/ 104 h 2911"/>
                  <a:gd name="connsiteX54" fmla="*/ 1912 w 2092"/>
                  <a:gd name="connsiteY54" fmla="*/ 116 h 2911"/>
                  <a:gd name="connsiteX55" fmla="*/ 2042 w 2092"/>
                  <a:gd name="connsiteY55" fmla="*/ 197 h 2911"/>
                  <a:gd name="connsiteX56" fmla="*/ 2086 w 2092"/>
                  <a:gd name="connsiteY56" fmla="*/ 189 h 2911"/>
                  <a:gd name="connsiteX57" fmla="*/ 2063 w 2092"/>
                  <a:gd name="connsiteY57" fmla="*/ 109 h 2911"/>
                  <a:gd name="connsiteX58" fmla="*/ 1910 w 2092"/>
                  <a:gd name="connsiteY58" fmla="*/ 31 h 2911"/>
                  <a:gd name="connsiteX59" fmla="*/ 1740 w 2092"/>
                  <a:gd name="connsiteY59" fmla="*/ 18 h 2911"/>
                  <a:gd name="connsiteX60" fmla="*/ 1493 w 2092"/>
                  <a:gd name="connsiteY60" fmla="*/ 138 h 2911"/>
                  <a:gd name="connsiteX61" fmla="*/ 1253 w 2092"/>
                  <a:gd name="connsiteY61" fmla="*/ 415 h 2911"/>
                  <a:gd name="connsiteX62" fmla="*/ 1169 w 2092"/>
                  <a:gd name="connsiteY62" fmla="*/ 539 h 2911"/>
                  <a:gd name="connsiteX63" fmla="*/ 1122 w 2092"/>
                  <a:gd name="connsiteY63" fmla="*/ 510 h 2911"/>
                  <a:gd name="connsiteX64" fmla="*/ 1087 w 2092"/>
                  <a:gd name="connsiteY64" fmla="*/ 374 h 2911"/>
                  <a:gd name="connsiteX65" fmla="*/ 1019 w 2092"/>
                  <a:gd name="connsiteY65" fmla="*/ 366 h 2911"/>
                  <a:gd name="connsiteX66" fmla="*/ 993 w 2092"/>
                  <a:gd name="connsiteY66" fmla="*/ 444 h 2911"/>
                  <a:gd name="connsiteX67" fmla="*/ 953 w 2092"/>
                  <a:gd name="connsiteY67" fmla="*/ 550 h 2911"/>
                  <a:gd name="connsiteX68" fmla="*/ 844 w 2092"/>
                  <a:gd name="connsiteY68" fmla="*/ 433 h 2911"/>
                  <a:gd name="connsiteX69" fmla="*/ 756 w 2092"/>
                  <a:gd name="connsiteY69" fmla="*/ 326 h 2911"/>
                  <a:gd name="connsiteX70" fmla="*/ 605 w 2092"/>
                  <a:gd name="connsiteY70" fmla="*/ 167 h 2911"/>
                  <a:gd name="connsiteX71" fmla="*/ 377 w 2092"/>
                  <a:gd name="connsiteY71" fmla="*/ 60 h 2911"/>
                  <a:gd name="connsiteX72" fmla="*/ 184 w 2092"/>
                  <a:gd name="connsiteY72" fmla="*/ 69 h 2911"/>
                  <a:gd name="connsiteX73" fmla="*/ 38 w 2092"/>
                  <a:gd name="connsiteY73" fmla="*/ 162 h 2911"/>
                  <a:gd name="connsiteX74" fmla="*/ 4 w 2092"/>
                  <a:gd name="connsiteY74" fmla="*/ 215 h 2911"/>
                  <a:gd name="connsiteX75" fmla="*/ 13 w 2092"/>
                  <a:gd name="connsiteY75" fmla="*/ 248 h 2911"/>
                  <a:gd name="connsiteX76" fmla="*/ 61 w 2092"/>
                  <a:gd name="connsiteY76" fmla="*/ 246 h 2911"/>
                  <a:gd name="connsiteX77" fmla="*/ 144 w 2092"/>
                  <a:gd name="connsiteY77" fmla="*/ 173 h 2911"/>
                  <a:gd name="connsiteX78" fmla="*/ 256 w 2092"/>
                  <a:gd name="connsiteY78" fmla="*/ 127 h 2911"/>
                  <a:gd name="connsiteX79" fmla="*/ 434 w 2092"/>
                  <a:gd name="connsiteY79" fmla="*/ 149 h 2911"/>
                  <a:gd name="connsiteX80" fmla="*/ 572 w 2092"/>
                  <a:gd name="connsiteY80" fmla="*/ 237 h 2911"/>
                  <a:gd name="connsiteX81" fmla="*/ 659 w 2092"/>
                  <a:gd name="connsiteY81" fmla="*/ 333 h 2911"/>
                  <a:gd name="connsiteX82" fmla="*/ 748 w 2092"/>
                  <a:gd name="connsiteY82" fmla="*/ 442 h 2911"/>
                  <a:gd name="connsiteX83" fmla="*/ 835 w 2092"/>
                  <a:gd name="connsiteY83" fmla="*/ 586 h 2911"/>
                  <a:gd name="connsiteX84" fmla="*/ 881 w 2092"/>
                  <a:gd name="connsiteY84" fmla="*/ 704 h 2911"/>
                  <a:gd name="connsiteX85" fmla="*/ 877 w 2092"/>
                  <a:gd name="connsiteY85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745 w 2092"/>
                  <a:gd name="connsiteY41" fmla="*/ 2257 h 2911"/>
                  <a:gd name="connsiteX42" fmla="*/ 1368 w 2092"/>
                  <a:gd name="connsiteY42" fmla="*/ 1960 h 2911"/>
                  <a:gd name="connsiteX43" fmla="*/ 1366 w 2092"/>
                  <a:gd name="connsiteY43" fmla="*/ 1916 h 2911"/>
                  <a:gd name="connsiteX44" fmla="*/ 1386 w 2092"/>
                  <a:gd name="connsiteY44" fmla="*/ 1814 h 2911"/>
                  <a:gd name="connsiteX45" fmla="*/ 1398 w 2092"/>
                  <a:gd name="connsiteY45" fmla="*/ 1698 h 2911"/>
                  <a:gd name="connsiteX46" fmla="*/ 1382 w 2092"/>
                  <a:gd name="connsiteY46" fmla="*/ 1554 h 2911"/>
                  <a:gd name="connsiteX47" fmla="*/ 1344 w 2092"/>
                  <a:gd name="connsiteY47" fmla="*/ 1367 h 2911"/>
                  <a:gd name="connsiteX48" fmla="*/ 1305 w 2092"/>
                  <a:gd name="connsiteY48" fmla="*/ 1201 h 2911"/>
                  <a:gd name="connsiteX49" fmla="*/ 1243 w 2092"/>
                  <a:gd name="connsiteY49" fmla="*/ 965 h 2911"/>
                  <a:gd name="connsiteX50" fmla="*/ 1233 w 2092"/>
                  <a:gd name="connsiteY50" fmla="*/ 648 h 2911"/>
                  <a:gd name="connsiteX51" fmla="*/ 1495 w 2092"/>
                  <a:gd name="connsiteY51" fmla="*/ 249 h 2911"/>
                  <a:gd name="connsiteX52" fmla="*/ 1735 w 2092"/>
                  <a:gd name="connsiteY52" fmla="*/ 104 h 2911"/>
                  <a:gd name="connsiteX53" fmla="*/ 1912 w 2092"/>
                  <a:gd name="connsiteY53" fmla="*/ 116 h 2911"/>
                  <a:gd name="connsiteX54" fmla="*/ 2042 w 2092"/>
                  <a:gd name="connsiteY54" fmla="*/ 197 h 2911"/>
                  <a:gd name="connsiteX55" fmla="*/ 2086 w 2092"/>
                  <a:gd name="connsiteY55" fmla="*/ 189 h 2911"/>
                  <a:gd name="connsiteX56" fmla="*/ 2063 w 2092"/>
                  <a:gd name="connsiteY56" fmla="*/ 109 h 2911"/>
                  <a:gd name="connsiteX57" fmla="*/ 1910 w 2092"/>
                  <a:gd name="connsiteY57" fmla="*/ 31 h 2911"/>
                  <a:gd name="connsiteX58" fmla="*/ 1740 w 2092"/>
                  <a:gd name="connsiteY58" fmla="*/ 18 h 2911"/>
                  <a:gd name="connsiteX59" fmla="*/ 1493 w 2092"/>
                  <a:gd name="connsiteY59" fmla="*/ 138 h 2911"/>
                  <a:gd name="connsiteX60" fmla="*/ 1253 w 2092"/>
                  <a:gd name="connsiteY60" fmla="*/ 415 h 2911"/>
                  <a:gd name="connsiteX61" fmla="*/ 1169 w 2092"/>
                  <a:gd name="connsiteY61" fmla="*/ 539 h 2911"/>
                  <a:gd name="connsiteX62" fmla="*/ 1122 w 2092"/>
                  <a:gd name="connsiteY62" fmla="*/ 510 h 2911"/>
                  <a:gd name="connsiteX63" fmla="*/ 1087 w 2092"/>
                  <a:gd name="connsiteY63" fmla="*/ 374 h 2911"/>
                  <a:gd name="connsiteX64" fmla="*/ 1019 w 2092"/>
                  <a:gd name="connsiteY64" fmla="*/ 366 h 2911"/>
                  <a:gd name="connsiteX65" fmla="*/ 993 w 2092"/>
                  <a:gd name="connsiteY65" fmla="*/ 444 h 2911"/>
                  <a:gd name="connsiteX66" fmla="*/ 953 w 2092"/>
                  <a:gd name="connsiteY66" fmla="*/ 550 h 2911"/>
                  <a:gd name="connsiteX67" fmla="*/ 844 w 2092"/>
                  <a:gd name="connsiteY67" fmla="*/ 433 h 2911"/>
                  <a:gd name="connsiteX68" fmla="*/ 756 w 2092"/>
                  <a:gd name="connsiteY68" fmla="*/ 326 h 2911"/>
                  <a:gd name="connsiteX69" fmla="*/ 605 w 2092"/>
                  <a:gd name="connsiteY69" fmla="*/ 167 h 2911"/>
                  <a:gd name="connsiteX70" fmla="*/ 377 w 2092"/>
                  <a:gd name="connsiteY70" fmla="*/ 60 h 2911"/>
                  <a:gd name="connsiteX71" fmla="*/ 184 w 2092"/>
                  <a:gd name="connsiteY71" fmla="*/ 69 h 2911"/>
                  <a:gd name="connsiteX72" fmla="*/ 38 w 2092"/>
                  <a:gd name="connsiteY72" fmla="*/ 162 h 2911"/>
                  <a:gd name="connsiteX73" fmla="*/ 4 w 2092"/>
                  <a:gd name="connsiteY73" fmla="*/ 215 h 2911"/>
                  <a:gd name="connsiteX74" fmla="*/ 13 w 2092"/>
                  <a:gd name="connsiteY74" fmla="*/ 248 h 2911"/>
                  <a:gd name="connsiteX75" fmla="*/ 61 w 2092"/>
                  <a:gd name="connsiteY75" fmla="*/ 246 h 2911"/>
                  <a:gd name="connsiteX76" fmla="*/ 144 w 2092"/>
                  <a:gd name="connsiteY76" fmla="*/ 173 h 2911"/>
                  <a:gd name="connsiteX77" fmla="*/ 256 w 2092"/>
                  <a:gd name="connsiteY77" fmla="*/ 127 h 2911"/>
                  <a:gd name="connsiteX78" fmla="*/ 434 w 2092"/>
                  <a:gd name="connsiteY78" fmla="*/ 149 h 2911"/>
                  <a:gd name="connsiteX79" fmla="*/ 572 w 2092"/>
                  <a:gd name="connsiteY79" fmla="*/ 237 h 2911"/>
                  <a:gd name="connsiteX80" fmla="*/ 659 w 2092"/>
                  <a:gd name="connsiteY80" fmla="*/ 333 h 2911"/>
                  <a:gd name="connsiteX81" fmla="*/ 748 w 2092"/>
                  <a:gd name="connsiteY81" fmla="*/ 442 h 2911"/>
                  <a:gd name="connsiteX82" fmla="*/ 835 w 2092"/>
                  <a:gd name="connsiteY82" fmla="*/ 586 h 2911"/>
                  <a:gd name="connsiteX83" fmla="*/ 881 w 2092"/>
                  <a:gd name="connsiteY83" fmla="*/ 704 h 2911"/>
                  <a:gd name="connsiteX84" fmla="*/ 877 w 2092"/>
                  <a:gd name="connsiteY84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750 w 2092"/>
                  <a:gd name="connsiteY40" fmla="*/ 2300 h 2911"/>
                  <a:gd name="connsiteX41" fmla="*/ 1368 w 2092"/>
                  <a:gd name="connsiteY41" fmla="*/ 1960 h 2911"/>
                  <a:gd name="connsiteX42" fmla="*/ 1366 w 2092"/>
                  <a:gd name="connsiteY42" fmla="*/ 1916 h 2911"/>
                  <a:gd name="connsiteX43" fmla="*/ 1386 w 2092"/>
                  <a:gd name="connsiteY43" fmla="*/ 1814 h 2911"/>
                  <a:gd name="connsiteX44" fmla="*/ 1398 w 2092"/>
                  <a:gd name="connsiteY44" fmla="*/ 1698 h 2911"/>
                  <a:gd name="connsiteX45" fmla="*/ 1382 w 2092"/>
                  <a:gd name="connsiteY45" fmla="*/ 1554 h 2911"/>
                  <a:gd name="connsiteX46" fmla="*/ 1344 w 2092"/>
                  <a:gd name="connsiteY46" fmla="*/ 1367 h 2911"/>
                  <a:gd name="connsiteX47" fmla="*/ 1305 w 2092"/>
                  <a:gd name="connsiteY47" fmla="*/ 1201 h 2911"/>
                  <a:gd name="connsiteX48" fmla="*/ 1243 w 2092"/>
                  <a:gd name="connsiteY48" fmla="*/ 965 h 2911"/>
                  <a:gd name="connsiteX49" fmla="*/ 1233 w 2092"/>
                  <a:gd name="connsiteY49" fmla="*/ 648 h 2911"/>
                  <a:gd name="connsiteX50" fmla="*/ 1495 w 2092"/>
                  <a:gd name="connsiteY50" fmla="*/ 249 h 2911"/>
                  <a:gd name="connsiteX51" fmla="*/ 1735 w 2092"/>
                  <a:gd name="connsiteY51" fmla="*/ 104 h 2911"/>
                  <a:gd name="connsiteX52" fmla="*/ 1912 w 2092"/>
                  <a:gd name="connsiteY52" fmla="*/ 116 h 2911"/>
                  <a:gd name="connsiteX53" fmla="*/ 2042 w 2092"/>
                  <a:gd name="connsiteY53" fmla="*/ 197 h 2911"/>
                  <a:gd name="connsiteX54" fmla="*/ 2086 w 2092"/>
                  <a:gd name="connsiteY54" fmla="*/ 189 h 2911"/>
                  <a:gd name="connsiteX55" fmla="*/ 2063 w 2092"/>
                  <a:gd name="connsiteY55" fmla="*/ 109 h 2911"/>
                  <a:gd name="connsiteX56" fmla="*/ 1910 w 2092"/>
                  <a:gd name="connsiteY56" fmla="*/ 31 h 2911"/>
                  <a:gd name="connsiteX57" fmla="*/ 1740 w 2092"/>
                  <a:gd name="connsiteY57" fmla="*/ 18 h 2911"/>
                  <a:gd name="connsiteX58" fmla="*/ 1493 w 2092"/>
                  <a:gd name="connsiteY58" fmla="*/ 138 h 2911"/>
                  <a:gd name="connsiteX59" fmla="*/ 1253 w 2092"/>
                  <a:gd name="connsiteY59" fmla="*/ 415 h 2911"/>
                  <a:gd name="connsiteX60" fmla="*/ 1169 w 2092"/>
                  <a:gd name="connsiteY60" fmla="*/ 539 h 2911"/>
                  <a:gd name="connsiteX61" fmla="*/ 1122 w 2092"/>
                  <a:gd name="connsiteY61" fmla="*/ 510 h 2911"/>
                  <a:gd name="connsiteX62" fmla="*/ 1087 w 2092"/>
                  <a:gd name="connsiteY62" fmla="*/ 374 h 2911"/>
                  <a:gd name="connsiteX63" fmla="*/ 1019 w 2092"/>
                  <a:gd name="connsiteY63" fmla="*/ 366 h 2911"/>
                  <a:gd name="connsiteX64" fmla="*/ 993 w 2092"/>
                  <a:gd name="connsiteY64" fmla="*/ 444 h 2911"/>
                  <a:gd name="connsiteX65" fmla="*/ 953 w 2092"/>
                  <a:gd name="connsiteY65" fmla="*/ 550 h 2911"/>
                  <a:gd name="connsiteX66" fmla="*/ 844 w 2092"/>
                  <a:gd name="connsiteY66" fmla="*/ 433 h 2911"/>
                  <a:gd name="connsiteX67" fmla="*/ 756 w 2092"/>
                  <a:gd name="connsiteY67" fmla="*/ 326 h 2911"/>
                  <a:gd name="connsiteX68" fmla="*/ 605 w 2092"/>
                  <a:gd name="connsiteY68" fmla="*/ 167 h 2911"/>
                  <a:gd name="connsiteX69" fmla="*/ 377 w 2092"/>
                  <a:gd name="connsiteY69" fmla="*/ 60 h 2911"/>
                  <a:gd name="connsiteX70" fmla="*/ 184 w 2092"/>
                  <a:gd name="connsiteY70" fmla="*/ 69 h 2911"/>
                  <a:gd name="connsiteX71" fmla="*/ 38 w 2092"/>
                  <a:gd name="connsiteY71" fmla="*/ 162 h 2911"/>
                  <a:gd name="connsiteX72" fmla="*/ 4 w 2092"/>
                  <a:gd name="connsiteY72" fmla="*/ 215 h 2911"/>
                  <a:gd name="connsiteX73" fmla="*/ 13 w 2092"/>
                  <a:gd name="connsiteY73" fmla="*/ 248 h 2911"/>
                  <a:gd name="connsiteX74" fmla="*/ 61 w 2092"/>
                  <a:gd name="connsiteY74" fmla="*/ 246 h 2911"/>
                  <a:gd name="connsiteX75" fmla="*/ 144 w 2092"/>
                  <a:gd name="connsiteY75" fmla="*/ 173 h 2911"/>
                  <a:gd name="connsiteX76" fmla="*/ 256 w 2092"/>
                  <a:gd name="connsiteY76" fmla="*/ 127 h 2911"/>
                  <a:gd name="connsiteX77" fmla="*/ 434 w 2092"/>
                  <a:gd name="connsiteY77" fmla="*/ 149 h 2911"/>
                  <a:gd name="connsiteX78" fmla="*/ 572 w 2092"/>
                  <a:gd name="connsiteY78" fmla="*/ 237 h 2911"/>
                  <a:gd name="connsiteX79" fmla="*/ 659 w 2092"/>
                  <a:gd name="connsiteY79" fmla="*/ 333 h 2911"/>
                  <a:gd name="connsiteX80" fmla="*/ 748 w 2092"/>
                  <a:gd name="connsiteY80" fmla="*/ 442 h 2911"/>
                  <a:gd name="connsiteX81" fmla="*/ 835 w 2092"/>
                  <a:gd name="connsiteY81" fmla="*/ 586 h 2911"/>
                  <a:gd name="connsiteX82" fmla="*/ 881 w 2092"/>
                  <a:gd name="connsiteY82" fmla="*/ 704 h 2911"/>
                  <a:gd name="connsiteX83" fmla="*/ 877 w 2092"/>
                  <a:gd name="connsiteY83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788 w 2092"/>
                  <a:gd name="connsiteY39" fmla="*/ 2346 h 2911"/>
                  <a:gd name="connsiteX40" fmla="*/ 1368 w 2092"/>
                  <a:gd name="connsiteY40" fmla="*/ 1960 h 2911"/>
                  <a:gd name="connsiteX41" fmla="*/ 1366 w 2092"/>
                  <a:gd name="connsiteY41" fmla="*/ 1916 h 2911"/>
                  <a:gd name="connsiteX42" fmla="*/ 1386 w 2092"/>
                  <a:gd name="connsiteY42" fmla="*/ 1814 h 2911"/>
                  <a:gd name="connsiteX43" fmla="*/ 1398 w 2092"/>
                  <a:gd name="connsiteY43" fmla="*/ 1698 h 2911"/>
                  <a:gd name="connsiteX44" fmla="*/ 1382 w 2092"/>
                  <a:gd name="connsiteY44" fmla="*/ 1554 h 2911"/>
                  <a:gd name="connsiteX45" fmla="*/ 1344 w 2092"/>
                  <a:gd name="connsiteY45" fmla="*/ 1367 h 2911"/>
                  <a:gd name="connsiteX46" fmla="*/ 1305 w 2092"/>
                  <a:gd name="connsiteY46" fmla="*/ 1201 h 2911"/>
                  <a:gd name="connsiteX47" fmla="*/ 1243 w 2092"/>
                  <a:gd name="connsiteY47" fmla="*/ 965 h 2911"/>
                  <a:gd name="connsiteX48" fmla="*/ 1233 w 2092"/>
                  <a:gd name="connsiteY48" fmla="*/ 648 h 2911"/>
                  <a:gd name="connsiteX49" fmla="*/ 1495 w 2092"/>
                  <a:gd name="connsiteY49" fmla="*/ 249 h 2911"/>
                  <a:gd name="connsiteX50" fmla="*/ 1735 w 2092"/>
                  <a:gd name="connsiteY50" fmla="*/ 104 h 2911"/>
                  <a:gd name="connsiteX51" fmla="*/ 1912 w 2092"/>
                  <a:gd name="connsiteY51" fmla="*/ 116 h 2911"/>
                  <a:gd name="connsiteX52" fmla="*/ 2042 w 2092"/>
                  <a:gd name="connsiteY52" fmla="*/ 197 h 2911"/>
                  <a:gd name="connsiteX53" fmla="*/ 2086 w 2092"/>
                  <a:gd name="connsiteY53" fmla="*/ 189 h 2911"/>
                  <a:gd name="connsiteX54" fmla="*/ 2063 w 2092"/>
                  <a:gd name="connsiteY54" fmla="*/ 109 h 2911"/>
                  <a:gd name="connsiteX55" fmla="*/ 1910 w 2092"/>
                  <a:gd name="connsiteY55" fmla="*/ 31 h 2911"/>
                  <a:gd name="connsiteX56" fmla="*/ 1740 w 2092"/>
                  <a:gd name="connsiteY56" fmla="*/ 18 h 2911"/>
                  <a:gd name="connsiteX57" fmla="*/ 1493 w 2092"/>
                  <a:gd name="connsiteY57" fmla="*/ 138 h 2911"/>
                  <a:gd name="connsiteX58" fmla="*/ 1253 w 2092"/>
                  <a:gd name="connsiteY58" fmla="*/ 415 h 2911"/>
                  <a:gd name="connsiteX59" fmla="*/ 1169 w 2092"/>
                  <a:gd name="connsiteY59" fmla="*/ 539 h 2911"/>
                  <a:gd name="connsiteX60" fmla="*/ 1122 w 2092"/>
                  <a:gd name="connsiteY60" fmla="*/ 510 h 2911"/>
                  <a:gd name="connsiteX61" fmla="*/ 1087 w 2092"/>
                  <a:gd name="connsiteY61" fmla="*/ 374 h 2911"/>
                  <a:gd name="connsiteX62" fmla="*/ 1019 w 2092"/>
                  <a:gd name="connsiteY62" fmla="*/ 366 h 2911"/>
                  <a:gd name="connsiteX63" fmla="*/ 993 w 2092"/>
                  <a:gd name="connsiteY63" fmla="*/ 444 h 2911"/>
                  <a:gd name="connsiteX64" fmla="*/ 953 w 2092"/>
                  <a:gd name="connsiteY64" fmla="*/ 550 h 2911"/>
                  <a:gd name="connsiteX65" fmla="*/ 844 w 2092"/>
                  <a:gd name="connsiteY65" fmla="*/ 433 h 2911"/>
                  <a:gd name="connsiteX66" fmla="*/ 756 w 2092"/>
                  <a:gd name="connsiteY66" fmla="*/ 326 h 2911"/>
                  <a:gd name="connsiteX67" fmla="*/ 605 w 2092"/>
                  <a:gd name="connsiteY67" fmla="*/ 167 h 2911"/>
                  <a:gd name="connsiteX68" fmla="*/ 377 w 2092"/>
                  <a:gd name="connsiteY68" fmla="*/ 60 h 2911"/>
                  <a:gd name="connsiteX69" fmla="*/ 184 w 2092"/>
                  <a:gd name="connsiteY69" fmla="*/ 69 h 2911"/>
                  <a:gd name="connsiteX70" fmla="*/ 38 w 2092"/>
                  <a:gd name="connsiteY70" fmla="*/ 162 h 2911"/>
                  <a:gd name="connsiteX71" fmla="*/ 4 w 2092"/>
                  <a:gd name="connsiteY71" fmla="*/ 215 h 2911"/>
                  <a:gd name="connsiteX72" fmla="*/ 13 w 2092"/>
                  <a:gd name="connsiteY72" fmla="*/ 248 h 2911"/>
                  <a:gd name="connsiteX73" fmla="*/ 61 w 2092"/>
                  <a:gd name="connsiteY73" fmla="*/ 246 h 2911"/>
                  <a:gd name="connsiteX74" fmla="*/ 144 w 2092"/>
                  <a:gd name="connsiteY74" fmla="*/ 173 h 2911"/>
                  <a:gd name="connsiteX75" fmla="*/ 256 w 2092"/>
                  <a:gd name="connsiteY75" fmla="*/ 127 h 2911"/>
                  <a:gd name="connsiteX76" fmla="*/ 434 w 2092"/>
                  <a:gd name="connsiteY76" fmla="*/ 149 h 2911"/>
                  <a:gd name="connsiteX77" fmla="*/ 572 w 2092"/>
                  <a:gd name="connsiteY77" fmla="*/ 237 h 2911"/>
                  <a:gd name="connsiteX78" fmla="*/ 659 w 2092"/>
                  <a:gd name="connsiteY78" fmla="*/ 333 h 2911"/>
                  <a:gd name="connsiteX79" fmla="*/ 748 w 2092"/>
                  <a:gd name="connsiteY79" fmla="*/ 442 h 2911"/>
                  <a:gd name="connsiteX80" fmla="*/ 835 w 2092"/>
                  <a:gd name="connsiteY80" fmla="*/ 586 h 2911"/>
                  <a:gd name="connsiteX81" fmla="*/ 881 w 2092"/>
                  <a:gd name="connsiteY81" fmla="*/ 704 h 2911"/>
                  <a:gd name="connsiteX82" fmla="*/ 877 w 2092"/>
                  <a:gd name="connsiteY82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844 w 2092"/>
                  <a:gd name="connsiteY38" fmla="*/ 2387 h 2911"/>
                  <a:gd name="connsiteX39" fmla="*/ 1368 w 2092"/>
                  <a:gd name="connsiteY39" fmla="*/ 1960 h 2911"/>
                  <a:gd name="connsiteX40" fmla="*/ 1366 w 2092"/>
                  <a:gd name="connsiteY40" fmla="*/ 1916 h 2911"/>
                  <a:gd name="connsiteX41" fmla="*/ 1386 w 2092"/>
                  <a:gd name="connsiteY41" fmla="*/ 1814 h 2911"/>
                  <a:gd name="connsiteX42" fmla="*/ 1398 w 2092"/>
                  <a:gd name="connsiteY42" fmla="*/ 1698 h 2911"/>
                  <a:gd name="connsiteX43" fmla="*/ 1382 w 2092"/>
                  <a:gd name="connsiteY43" fmla="*/ 1554 h 2911"/>
                  <a:gd name="connsiteX44" fmla="*/ 1344 w 2092"/>
                  <a:gd name="connsiteY44" fmla="*/ 1367 h 2911"/>
                  <a:gd name="connsiteX45" fmla="*/ 1305 w 2092"/>
                  <a:gd name="connsiteY45" fmla="*/ 1201 h 2911"/>
                  <a:gd name="connsiteX46" fmla="*/ 1243 w 2092"/>
                  <a:gd name="connsiteY46" fmla="*/ 965 h 2911"/>
                  <a:gd name="connsiteX47" fmla="*/ 1233 w 2092"/>
                  <a:gd name="connsiteY47" fmla="*/ 648 h 2911"/>
                  <a:gd name="connsiteX48" fmla="*/ 1495 w 2092"/>
                  <a:gd name="connsiteY48" fmla="*/ 249 h 2911"/>
                  <a:gd name="connsiteX49" fmla="*/ 1735 w 2092"/>
                  <a:gd name="connsiteY49" fmla="*/ 104 h 2911"/>
                  <a:gd name="connsiteX50" fmla="*/ 1912 w 2092"/>
                  <a:gd name="connsiteY50" fmla="*/ 116 h 2911"/>
                  <a:gd name="connsiteX51" fmla="*/ 2042 w 2092"/>
                  <a:gd name="connsiteY51" fmla="*/ 197 h 2911"/>
                  <a:gd name="connsiteX52" fmla="*/ 2086 w 2092"/>
                  <a:gd name="connsiteY52" fmla="*/ 189 h 2911"/>
                  <a:gd name="connsiteX53" fmla="*/ 2063 w 2092"/>
                  <a:gd name="connsiteY53" fmla="*/ 109 h 2911"/>
                  <a:gd name="connsiteX54" fmla="*/ 1910 w 2092"/>
                  <a:gd name="connsiteY54" fmla="*/ 31 h 2911"/>
                  <a:gd name="connsiteX55" fmla="*/ 1740 w 2092"/>
                  <a:gd name="connsiteY55" fmla="*/ 18 h 2911"/>
                  <a:gd name="connsiteX56" fmla="*/ 1493 w 2092"/>
                  <a:gd name="connsiteY56" fmla="*/ 138 h 2911"/>
                  <a:gd name="connsiteX57" fmla="*/ 1253 w 2092"/>
                  <a:gd name="connsiteY57" fmla="*/ 415 h 2911"/>
                  <a:gd name="connsiteX58" fmla="*/ 1169 w 2092"/>
                  <a:gd name="connsiteY58" fmla="*/ 539 h 2911"/>
                  <a:gd name="connsiteX59" fmla="*/ 1122 w 2092"/>
                  <a:gd name="connsiteY59" fmla="*/ 510 h 2911"/>
                  <a:gd name="connsiteX60" fmla="*/ 1087 w 2092"/>
                  <a:gd name="connsiteY60" fmla="*/ 374 h 2911"/>
                  <a:gd name="connsiteX61" fmla="*/ 1019 w 2092"/>
                  <a:gd name="connsiteY61" fmla="*/ 366 h 2911"/>
                  <a:gd name="connsiteX62" fmla="*/ 993 w 2092"/>
                  <a:gd name="connsiteY62" fmla="*/ 444 h 2911"/>
                  <a:gd name="connsiteX63" fmla="*/ 953 w 2092"/>
                  <a:gd name="connsiteY63" fmla="*/ 550 h 2911"/>
                  <a:gd name="connsiteX64" fmla="*/ 844 w 2092"/>
                  <a:gd name="connsiteY64" fmla="*/ 433 h 2911"/>
                  <a:gd name="connsiteX65" fmla="*/ 756 w 2092"/>
                  <a:gd name="connsiteY65" fmla="*/ 326 h 2911"/>
                  <a:gd name="connsiteX66" fmla="*/ 605 w 2092"/>
                  <a:gd name="connsiteY66" fmla="*/ 167 h 2911"/>
                  <a:gd name="connsiteX67" fmla="*/ 377 w 2092"/>
                  <a:gd name="connsiteY67" fmla="*/ 60 h 2911"/>
                  <a:gd name="connsiteX68" fmla="*/ 184 w 2092"/>
                  <a:gd name="connsiteY68" fmla="*/ 69 h 2911"/>
                  <a:gd name="connsiteX69" fmla="*/ 38 w 2092"/>
                  <a:gd name="connsiteY69" fmla="*/ 162 h 2911"/>
                  <a:gd name="connsiteX70" fmla="*/ 4 w 2092"/>
                  <a:gd name="connsiteY70" fmla="*/ 215 h 2911"/>
                  <a:gd name="connsiteX71" fmla="*/ 13 w 2092"/>
                  <a:gd name="connsiteY71" fmla="*/ 248 h 2911"/>
                  <a:gd name="connsiteX72" fmla="*/ 61 w 2092"/>
                  <a:gd name="connsiteY72" fmla="*/ 246 h 2911"/>
                  <a:gd name="connsiteX73" fmla="*/ 144 w 2092"/>
                  <a:gd name="connsiteY73" fmla="*/ 173 h 2911"/>
                  <a:gd name="connsiteX74" fmla="*/ 256 w 2092"/>
                  <a:gd name="connsiteY74" fmla="*/ 127 h 2911"/>
                  <a:gd name="connsiteX75" fmla="*/ 434 w 2092"/>
                  <a:gd name="connsiteY75" fmla="*/ 149 h 2911"/>
                  <a:gd name="connsiteX76" fmla="*/ 572 w 2092"/>
                  <a:gd name="connsiteY76" fmla="*/ 237 h 2911"/>
                  <a:gd name="connsiteX77" fmla="*/ 659 w 2092"/>
                  <a:gd name="connsiteY77" fmla="*/ 333 h 2911"/>
                  <a:gd name="connsiteX78" fmla="*/ 748 w 2092"/>
                  <a:gd name="connsiteY78" fmla="*/ 442 h 2911"/>
                  <a:gd name="connsiteX79" fmla="*/ 835 w 2092"/>
                  <a:gd name="connsiteY79" fmla="*/ 586 h 2911"/>
                  <a:gd name="connsiteX80" fmla="*/ 881 w 2092"/>
                  <a:gd name="connsiteY80" fmla="*/ 704 h 2911"/>
                  <a:gd name="connsiteX81" fmla="*/ 877 w 2092"/>
                  <a:gd name="connsiteY81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849 w 2092"/>
                  <a:gd name="connsiteY37" fmla="*/ 2426 h 2911"/>
                  <a:gd name="connsiteX38" fmla="*/ 1368 w 2092"/>
                  <a:gd name="connsiteY38" fmla="*/ 1960 h 2911"/>
                  <a:gd name="connsiteX39" fmla="*/ 1366 w 2092"/>
                  <a:gd name="connsiteY39" fmla="*/ 1916 h 2911"/>
                  <a:gd name="connsiteX40" fmla="*/ 1386 w 2092"/>
                  <a:gd name="connsiteY40" fmla="*/ 1814 h 2911"/>
                  <a:gd name="connsiteX41" fmla="*/ 1398 w 2092"/>
                  <a:gd name="connsiteY41" fmla="*/ 1698 h 2911"/>
                  <a:gd name="connsiteX42" fmla="*/ 1382 w 2092"/>
                  <a:gd name="connsiteY42" fmla="*/ 1554 h 2911"/>
                  <a:gd name="connsiteX43" fmla="*/ 1344 w 2092"/>
                  <a:gd name="connsiteY43" fmla="*/ 1367 h 2911"/>
                  <a:gd name="connsiteX44" fmla="*/ 1305 w 2092"/>
                  <a:gd name="connsiteY44" fmla="*/ 1201 h 2911"/>
                  <a:gd name="connsiteX45" fmla="*/ 1243 w 2092"/>
                  <a:gd name="connsiteY45" fmla="*/ 965 h 2911"/>
                  <a:gd name="connsiteX46" fmla="*/ 1233 w 2092"/>
                  <a:gd name="connsiteY46" fmla="*/ 648 h 2911"/>
                  <a:gd name="connsiteX47" fmla="*/ 1495 w 2092"/>
                  <a:gd name="connsiteY47" fmla="*/ 249 h 2911"/>
                  <a:gd name="connsiteX48" fmla="*/ 1735 w 2092"/>
                  <a:gd name="connsiteY48" fmla="*/ 104 h 2911"/>
                  <a:gd name="connsiteX49" fmla="*/ 1912 w 2092"/>
                  <a:gd name="connsiteY49" fmla="*/ 116 h 2911"/>
                  <a:gd name="connsiteX50" fmla="*/ 2042 w 2092"/>
                  <a:gd name="connsiteY50" fmla="*/ 197 h 2911"/>
                  <a:gd name="connsiteX51" fmla="*/ 2086 w 2092"/>
                  <a:gd name="connsiteY51" fmla="*/ 189 h 2911"/>
                  <a:gd name="connsiteX52" fmla="*/ 2063 w 2092"/>
                  <a:gd name="connsiteY52" fmla="*/ 109 h 2911"/>
                  <a:gd name="connsiteX53" fmla="*/ 1910 w 2092"/>
                  <a:gd name="connsiteY53" fmla="*/ 31 h 2911"/>
                  <a:gd name="connsiteX54" fmla="*/ 1740 w 2092"/>
                  <a:gd name="connsiteY54" fmla="*/ 18 h 2911"/>
                  <a:gd name="connsiteX55" fmla="*/ 1493 w 2092"/>
                  <a:gd name="connsiteY55" fmla="*/ 138 h 2911"/>
                  <a:gd name="connsiteX56" fmla="*/ 1253 w 2092"/>
                  <a:gd name="connsiteY56" fmla="*/ 415 h 2911"/>
                  <a:gd name="connsiteX57" fmla="*/ 1169 w 2092"/>
                  <a:gd name="connsiteY57" fmla="*/ 539 h 2911"/>
                  <a:gd name="connsiteX58" fmla="*/ 1122 w 2092"/>
                  <a:gd name="connsiteY58" fmla="*/ 510 h 2911"/>
                  <a:gd name="connsiteX59" fmla="*/ 1087 w 2092"/>
                  <a:gd name="connsiteY59" fmla="*/ 374 h 2911"/>
                  <a:gd name="connsiteX60" fmla="*/ 1019 w 2092"/>
                  <a:gd name="connsiteY60" fmla="*/ 366 h 2911"/>
                  <a:gd name="connsiteX61" fmla="*/ 993 w 2092"/>
                  <a:gd name="connsiteY61" fmla="*/ 444 h 2911"/>
                  <a:gd name="connsiteX62" fmla="*/ 953 w 2092"/>
                  <a:gd name="connsiteY62" fmla="*/ 550 h 2911"/>
                  <a:gd name="connsiteX63" fmla="*/ 844 w 2092"/>
                  <a:gd name="connsiteY63" fmla="*/ 433 h 2911"/>
                  <a:gd name="connsiteX64" fmla="*/ 756 w 2092"/>
                  <a:gd name="connsiteY64" fmla="*/ 326 h 2911"/>
                  <a:gd name="connsiteX65" fmla="*/ 605 w 2092"/>
                  <a:gd name="connsiteY65" fmla="*/ 167 h 2911"/>
                  <a:gd name="connsiteX66" fmla="*/ 377 w 2092"/>
                  <a:gd name="connsiteY66" fmla="*/ 60 h 2911"/>
                  <a:gd name="connsiteX67" fmla="*/ 184 w 2092"/>
                  <a:gd name="connsiteY67" fmla="*/ 69 h 2911"/>
                  <a:gd name="connsiteX68" fmla="*/ 38 w 2092"/>
                  <a:gd name="connsiteY68" fmla="*/ 162 h 2911"/>
                  <a:gd name="connsiteX69" fmla="*/ 4 w 2092"/>
                  <a:gd name="connsiteY69" fmla="*/ 215 h 2911"/>
                  <a:gd name="connsiteX70" fmla="*/ 13 w 2092"/>
                  <a:gd name="connsiteY70" fmla="*/ 248 h 2911"/>
                  <a:gd name="connsiteX71" fmla="*/ 61 w 2092"/>
                  <a:gd name="connsiteY71" fmla="*/ 246 h 2911"/>
                  <a:gd name="connsiteX72" fmla="*/ 144 w 2092"/>
                  <a:gd name="connsiteY72" fmla="*/ 173 h 2911"/>
                  <a:gd name="connsiteX73" fmla="*/ 256 w 2092"/>
                  <a:gd name="connsiteY73" fmla="*/ 127 h 2911"/>
                  <a:gd name="connsiteX74" fmla="*/ 434 w 2092"/>
                  <a:gd name="connsiteY74" fmla="*/ 149 h 2911"/>
                  <a:gd name="connsiteX75" fmla="*/ 572 w 2092"/>
                  <a:gd name="connsiteY75" fmla="*/ 237 h 2911"/>
                  <a:gd name="connsiteX76" fmla="*/ 659 w 2092"/>
                  <a:gd name="connsiteY76" fmla="*/ 333 h 2911"/>
                  <a:gd name="connsiteX77" fmla="*/ 748 w 2092"/>
                  <a:gd name="connsiteY77" fmla="*/ 442 h 2911"/>
                  <a:gd name="connsiteX78" fmla="*/ 835 w 2092"/>
                  <a:gd name="connsiteY78" fmla="*/ 586 h 2911"/>
                  <a:gd name="connsiteX79" fmla="*/ 881 w 2092"/>
                  <a:gd name="connsiteY79" fmla="*/ 704 h 2911"/>
                  <a:gd name="connsiteX80" fmla="*/ 877 w 2092"/>
                  <a:gd name="connsiteY80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800 w 2092"/>
                  <a:gd name="connsiteY36" fmla="*/ 2414 h 2911"/>
                  <a:gd name="connsiteX37" fmla="*/ 1368 w 2092"/>
                  <a:gd name="connsiteY37" fmla="*/ 1960 h 2911"/>
                  <a:gd name="connsiteX38" fmla="*/ 1366 w 2092"/>
                  <a:gd name="connsiteY38" fmla="*/ 1916 h 2911"/>
                  <a:gd name="connsiteX39" fmla="*/ 1386 w 2092"/>
                  <a:gd name="connsiteY39" fmla="*/ 1814 h 2911"/>
                  <a:gd name="connsiteX40" fmla="*/ 1398 w 2092"/>
                  <a:gd name="connsiteY40" fmla="*/ 1698 h 2911"/>
                  <a:gd name="connsiteX41" fmla="*/ 1382 w 2092"/>
                  <a:gd name="connsiteY41" fmla="*/ 1554 h 2911"/>
                  <a:gd name="connsiteX42" fmla="*/ 1344 w 2092"/>
                  <a:gd name="connsiteY42" fmla="*/ 1367 h 2911"/>
                  <a:gd name="connsiteX43" fmla="*/ 1305 w 2092"/>
                  <a:gd name="connsiteY43" fmla="*/ 1201 h 2911"/>
                  <a:gd name="connsiteX44" fmla="*/ 1243 w 2092"/>
                  <a:gd name="connsiteY44" fmla="*/ 965 h 2911"/>
                  <a:gd name="connsiteX45" fmla="*/ 1233 w 2092"/>
                  <a:gd name="connsiteY45" fmla="*/ 648 h 2911"/>
                  <a:gd name="connsiteX46" fmla="*/ 1495 w 2092"/>
                  <a:gd name="connsiteY46" fmla="*/ 249 h 2911"/>
                  <a:gd name="connsiteX47" fmla="*/ 1735 w 2092"/>
                  <a:gd name="connsiteY47" fmla="*/ 104 h 2911"/>
                  <a:gd name="connsiteX48" fmla="*/ 1912 w 2092"/>
                  <a:gd name="connsiteY48" fmla="*/ 116 h 2911"/>
                  <a:gd name="connsiteX49" fmla="*/ 2042 w 2092"/>
                  <a:gd name="connsiteY49" fmla="*/ 197 h 2911"/>
                  <a:gd name="connsiteX50" fmla="*/ 2086 w 2092"/>
                  <a:gd name="connsiteY50" fmla="*/ 189 h 2911"/>
                  <a:gd name="connsiteX51" fmla="*/ 2063 w 2092"/>
                  <a:gd name="connsiteY51" fmla="*/ 109 h 2911"/>
                  <a:gd name="connsiteX52" fmla="*/ 1910 w 2092"/>
                  <a:gd name="connsiteY52" fmla="*/ 31 h 2911"/>
                  <a:gd name="connsiteX53" fmla="*/ 1740 w 2092"/>
                  <a:gd name="connsiteY53" fmla="*/ 18 h 2911"/>
                  <a:gd name="connsiteX54" fmla="*/ 1493 w 2092"/>
                  <a:gd name="connsiteY54" fmla="*/ 138 h 2911"/>
                  <a:gd name="connsiteX55" fmla="*/ 1253 w 2092"/>
                  <a:gd name="connsiteY55" fmla="*/ 415 h 2911"/>
                  <a:gd name="connsiteX56" fmla="*/ 1169 w 2092"/>
                  <a:gd name="connsiteY56" fmla="*/ 539 h 2911"/>
                  <a:gd name="connsiteX57" fmla="*/ 1122 w 2092"/>
                  <a:gd name="connsiteY57" fmla="*/ 510 h 2911"/>
                  <a:gd name="connsiteX58" fmla="*/ 1087 w 2092"/>
                  <a:gd name="connsiteY58" fmla="*/ 374 h 2911"/>
                  <a:gd name="connsiteX59" fmla="*/ 1019 w 2092"/>
                  <a:gd name="connsiteY59" fmla="*/ 366 h 2911"/>
                  <a:gd name="connsiteX60" fmla="*/ 993 w 2092"/>
                  <a:gd name="connsiteY60" fmla="*/ 444 h 2911"/>
                  <a:gd name="connsiteX61" fmla="*/ 953 w 2092"/>
                  <a:gd name="connsiteY61" fmla="*/ 550 h 2911"/>
                  <a:gd name="connsiteX62" fmla="*/ 844 w 2092"/>
                  <a:gd name="connsiteY62" fmla="*/ 433 h 2911"/>
                  <a:gd name="connsiteX63" fmla="*/ 756 w 2092"/>
                  <a:gd name="connsiteY63" fmla="*/ 326 h 2911"/>
                  <a:gd name="connsiteX64" fmla="*/ 605 w 2092"/>
                  <a:gd name="connsiteY64" fmla="*/ 167 h 2911"/>
                  <a:gd name="connsiteX65" fmla="*/ 377 w 2092"/>
                  <a:gd name="connsiteY65" fmla="*/ 60 h 2911"/>
                  <a:gd name="connsiteX66" fmla="*/ 184 w 2092"/>
                  <a:gd name="connsiteY66" fmla="*/ 69 h 2911"/>
                  <a:gd name="connsiteX67" fmla="*/ 38 w 2092"/>
                  <a:gd name="connsiteY67" fmla="*/ 162 h 2911"/>
                  <a:gd name="connsiteX68" fmla="*/ 4 w 2092"/>
                  <a:gd name="connsiteY68" fmla="*/ 215 h 2911"/>
                  <a:gd name="connsiteX69" fmla="*/ 13 w 2092"/>
                  <a:gd name="connsiteY69" fmla="*/ 248 h 2911"/>
                  <a:gd name="connsiteX70" fmla="*/ 61 w 2092"/>
                  <a:gd name="connsiteY70" fmla="*/ 246 h 2911"/>
                  <a:gd name="connsiteX71" fmla="*/ 144 w 2092"/>
                  <a:gd name="connsiteY71" fmla="*/ 173 h 2911"/>
                  <a:gd name="connsiteX72" fmla="*/ 256 w 2092"/>
                  <a:gd name="connsiteY72" fmla="*/ 127 h 2911"/>
                  <a:gd name="connsiteX73" fmla="*/ 434 w 2092"/>
                  <a:gd name="connsiteY73" fmla="*/ 149 h 2911"/>
                  <a:gd name="connsiteX74" fmla="*/ 572 w 2092"/>
                  <a:gd name="connsiteY74" fmla="*/ 237 h 2911"/>
                  <a:gd name="connsiteX75" fmla="*/ 659 w 2092"/>
                  <a:gd name="connsiteY75" fmla="*/ 333 h 2911"/>
                  <a:gd name="connsiteX76" fmla="*/ 748 w 2092"/>
                  <a:gd name="connsiteY76" fmla="*/ 442 h 2911"/>
                  <a:gd name="connsiteX77" fmla="*/ 835 w 2092"/>
                  <a:gd name="connsiteY77" fmla="*/ 586 h 2911"/>
                  <a:gd name="connsiteX78" fmla="*/ 881 w 2092"/>
                  <a:gd name="connsiteY78" fmla="*/ 704 h 2911"/>
                  <a:gd name="connsiteX79" fmla="*/ 877 w 2092"/>
                  <a:gd name="connsiteY79" fmla="*/ 903 h 2911"/>
                  <a:gd name="connsiteX0" fmla="*/ 877 w 2092"/>
                  <a:gd name="connsiteY0" fmla="*/ 903 h 2911"/>
                  <a:gd name="connsiteX1" fmla="*/ 795 w 2092"/>
                  <a:gd name="connsiteY1" fmla="*/ 1349 h 2911"/>
                  <a:gd name="connsiteX2" fmla="*/ 770 w 2092"/>
                  <a:gd name="connsiteY2" fmla="*/ 1560 h 2911"/>
                  <a:gd name="connsiteX3" fmla="*/ 746 w 2092"/>
                  <a:gd name="connsiteY3" fmla="*/ 1656 h 2911"/>
                  <a:gd name="connsiteX4" fmla="*/ 685 w 2092"/>
                  <a:gd name="connsiteY4" fmla="*/ 1740 h 2911"/>
                  <a:gd name="connsiteX5" fmla="*/ 654 w 2092"/>
                  <a:gd name="connsiteY5" fmla="*/ 1784 h 2911"/>
                  <a:gd name="connsiteX6" fmla="*/ 635 w 2092"/>
                  <a:gd name="connsiteY6" fmla="*/ 1827 h 2911"/>
                  <a:gd name="connsiteX7" fmla="*/ 656 w 2092"/>
                  <a:gd name="connsiteY7" fmla="*/ 1876 h 2911"/>
                  <a:gd name="connsiteX8" fmla="*/ 709 w 2092"/>
                  <a:gd name="connsiteY8" fmla="*/ 1930 h 2911"/>
                  <a:gd name="connsiteX9" fmla="*/ 740 w 2092"/>
                  <a:gd name="connsiteY9" fmla="*/ 2029 h 2911"/>
                  <a:gd name="connsiteX10" fmla="*/ 759 w 2092"/>
                  <a:gd name="connsiteY10" fmla="*/ 2100 h 2911"/>
                  <a:gd name="connsiteX11" fmla="*/ 797 w 2092"/>
                  <a:gd name="connsiteY11" fmla="*/ 2189 h 2911"/>
                  <a:gd name="connsiteX12" fmla="*/ 874 w 2092"/>
                  <a:gd name="connsiteY12" fmla="*/ 2368 h 2911"/>
                  <a:gd name="connsiteX13" fmla="*/ 906 w 2092"/>
                  <a:gd name="connsiteY13" fmla="*/ 2466 h 2911"/>
                  <a:gd name="connsiteX14" fmla="*/ 924 w 2092"/>
                  <a:gd name="connsiteY14" fmla="*/ 2544 h 2911"/>
                  <a:gd name="connsiteX15" fmla="*/ 931 w 2092"/>
                  <a:gd name="connsiteY15" fmla="*/ 2677 h 2911"/>
                  <a:gd name="connsiteX16" fmla="*/ 906 w 2092"/>
                  <a:gd name="connsiteY16" fmla="*/ 2768 h 2911"/>
                  <a:gd name="connsiteX17" fmla="*/ 894 w 2092"/>
                  <a:gd name="connsiteY17" fmla="*/ 2839 h 2911"/>
                  <a:gd name="connsiteX18" fmla="*/ 904 w 2092"/>
                  <a:gd name="connsiteY18" fmla="*/ 2874 h 2911"/>
                  <a:gd name="connsiteX19" fmla="*/ 941 w 2092"/>
                  <a:gd name="connsiteY19" fmla="*/ 2906 h 2911"/>
                  <a:gd name="connsiteX20" fmla="*/ 1083 w 2092"/>
                  <a:gd name="connsiteY20" fmla="*/ 2906 h 2911"/>
                  <a:gd name="connsiteX21" fmla="*/ 1214 w 2092"/>
                  <a:gd name="connsiteY21" fmla="*/ 2901 h 2911"/>
                  <a:gd name="connsiteX22" fmla="*/ 1240 w 2092"/>
                  <a:gd name="connsiteY22" fmla="*/ 2863 h 2911"/>
                  <a:gd name="connsiteX23" fmla="*/ 1238 w 2092"/>
                  <a:gd name="connsiteY23" fmla="*/ 2799 h 2911"/>
                  <a:gd name="connsiteX24" fmla="*/ 1211 w 2092"/>
                  <a:gd name="connsiteY24" fmla="*/ 2733 h 2911"/>
                  <a:gd name="connsiteX25" fmla="*/ 1201 w 2092"/>
                  <a:gd name="connsiteY25" fmla="*/ 2652 h 2911"/>
                  <a:gd name="connsiteX26" fmla="*/ 1200 w 2092"/>
                  <a:gd name="connsiteY26" fmla="*/ 2551 h 2911"/>
                  <a:gd name="connsiteX27" fmla="*/ 1219 w 2092"/>
                  <a:gd name="connsiteY27" fmla="*/ 2450 h 2911"/>
                  <a:gd name="connsiteX28" fmla="*/ 1263 w 2092"/>
                  <a:gd name="connsiteY28" fmla="*/ 2300 h 2911"/>
                  <a:gd name="connsiteX29" fmla="*/ 1287 w 2092"/>
                  <a:gd name="connsiteY29" fmla="*/ 2222 h 2911"/>
                  <a:gd name="connsiteX30" fmla="*/ 1307 w 2092"/>
                  <a:gd name="connsiteY30" fmla="*/ 2188 h 2911"/>
                  <a:gd name="connsiteX31" fmla="*/ 1378 w 2092"/>
                  <a:gd name="connsiteY31" fmla="*/ 2251 h 2911"/>
                  <a:gd name="connsiteX32" fmla="*/ 1455 w 2092"/>
                  <a:gd name="connsiteY32" fmla="*/ 2286 h 2911"/>
                  <a:gd name="connsiteX33" fmla="*/ 1574 w 2092"/>
                  <a:gd name="connsiteY33" fmla="*/ 2315 h 2911"/>
                  <a:gd name="connsiteX34" fmla="*/ 1665 w 2092"/>
                  <a:gd name="connsiteY34" fmla="*/ 2322 h 2911"/>
                  <a:gd name="connsiteX35" fmla="*/ 1748 w 2092"/>
                  <a:gd name="connsiteY35" fmla="*/ 2372 h 2911"/>
                  <a:gd name="connsiteX36" fmla="*/ 1368 w 2092"/>
                  <a:gd name="connsiteY36" fmla="*/ 1960 h 2911"/>
                  <a:gd name="connsiteX37" fmla="*/ 1366 w 2092"/>
                  <a:gd name="connsiteY37" fmla="*/ 1916 h 2911"/>
                  <a:gd name="connsiteX38" fmla="*/ 1386 w 2092"/>
                  <a:gd name="connsiteY38" fmla="*/ 1814 h 2911"/>
                  <a:gd name="connsiteX39" fmla="*/ 1398 w 2092"/>
                  <a:gd name="connsiteY39" fmla="*/ 1698 h 2911"/>
                  <a:gd name="connsiteX40" fmla="*/ 1382 w 2092"/>
                  <a:gd name="connsiteY40" fmla="*/ 1554 h 2911"/>
                  <a:gd name="connsiteX41" fmla="*/ 1344 w 2092"/>
                  <a:gd name="connsiteY41" fmla="*/ 1367 h 2911"/>
                  <a:gd name="connsiteX42" fmla="*/ 1305 w 2092"/>
                  <a:gd name="connsiteY42" fmla="*/ 1201 h 2911"/>
                  <a:gd name="connsiteX43" fmla="*/ 1243 w 2092"/>
                  <a:gd name="connsiteY43" fmla="*/ 965 h 2911"/>
                  <a:gd name="connsiteX44" fmla="*/ 1233 w 2092"/>
                  <a:gd name="connsiteY44" fmla="*/ 648 h 2911"/>
                  <a:gd name="connsiteX45" fmla="*/ 1495 w 2092"/>
                  <a:gd name="connsiteY45" fmla="*/ 249 h 2911"/>
                  <a:gd name="connsiteX46" fmla="*/ 1735 w 2092"/>
                  <a:gd name="connsiteY46" fmla="*/ 104 h 2911"/>
                  <a:gd name="connsiteX47" fmla="*/ 1912 w 2092"/>
                  <a:gd name="connsiteY47" fmla="*/ 116 h 2911"/>
                  <a:gd name="connsiteX48" fmla="*/ 2042 w 2092"/>
                  <a:gd name="connsiteY48" fmla="*/ 197 h 2911"/>
                  <a:gd name="connsiteX49" fmla="*/ 2086 w 2092"/>
                  <a:gd name="connsiteY49" fmla="*/ 189 h 2911"/>
                  <a:gd name="connsiteX50" fmla="*/ 2063 w 2092"/>
                  <a:gd name="connsiteY50" fmla="*/ 109 h 2911"/>
                  <a:gd name="connsiteX51" fmla="*/ 1910 w 2092"/>
                  <a:gd name="connsiteY51" fmla="*/ 31 h 2911"/>
                  <a:gd name="connsiteX52" fmla="*/ 1740 w 2092"/>
                  <a:gd name="connsiteY52" fmla="*/ 18 h 2911"/>
                  <a:gd name="connsiteX53" fmla="*/ 1493 w 2092"/>
                  <a:gd name="connsiteY53" fmla="*/ 138 h 2911"/>
                  <a:gd name="connsiteX54" fmla="*/ 1253 w 2092"/>
                  <a:gd name="connsiteY54" fmla="*/ 415 h 2911"/>
                  <a:gd name="connsiteX55" fmla="*/ 1169 w 2092"/>
                  <a:gd name="connsiteY55" fmla="*/ 539 h 2911"/>
                  <a:gd name="connsiteX56" fmla="*/ 1122 w 2092"/>
                  <a:gd name="connsiteY56" fmla="*/ 510 h 2911"/>
                  <a:gd name="connsiteX57" fmla="*/ 1087 w 2092"/>
                  <a:gd name="connsiteY57" fmla="*/ 374 h 2911"/>
                  <a:gd name="connsiteX58" fmla="*/ 1019 w 2092"/>
                  <a:gd name="connsiteY58" fmla="*/ 366 h 2911"/>
                  <a:gd name="connsiteX59" fmla="*/ 993 w 2092"/>
                  <a:gd name="connsiteY59" fmla="*/ 444 h 2911"/>
                  <a:gd name="connsiteX60" fmla="*/ 953 w 2092"/>
                  <a:gd name="connsiteY60" fmla="*/ 550 h 2911"/>
                  <a:gd name="connsiteX61" fmla="*/ 844 w 2092"/>
                  <a:gd name="connsiteY61" fmla="*/ 433 h 2911"/>
                  <a:gd name="connsiteX62" fmla="*/ 756 w 2092"/>
                  <a:gd name="connsiteY62" fmla="*/ 326 h 2911"/>
                  <a:gd name="connsiteX63" fmla="*/ 605 w 2092"/>
                  <a:gd name="connsiteY63" fmla="*/ 167 h 2911"/>
                  <a:gd name="connsiteX64" fmla="*/ 377 w 2092"/>
                  <a:gd name="connsiteY64" fmla="*/ 60 h 2911"/>
                  <a:gd name="connsiteX65" fmla="*/ 184 w 2092"/>
                  <a:gd name="connsiteY65" fmla="*/ 69 h 2911"/>
                  <a:gd name="connsiteX66" fmla="*/ 38 w 2092"/>
                  <a:gd name="connsiteY66" fmla="*/ 162 h 2911"/>
                  <a:gd name="connsiteX67" fmla="*/ 4 w 2092"/>
                  <a:gd name="connsiteY67" fmla="*/ 215 h 2911"/>
                  <a:gd name="connsiteX68" fmla="*/ 13 w 2092"/>
                  <a:gd name="connsiteY68" fmla="*/ 248 h 2911"/>
                  <a:gd name="connsiteX69" fmla="*/ 61 w 2092"/>
                  <a:gd name="connsiteY69" fmla="*/ 246 h 2911"/>
                  <a:gd name="connsiteX70" fmla="*/ 144 w 2092"/>
                  <a:gd name="connsiteY70" fmla="*/ 173 h 2911"/>
                  <a:gd name="connsiteX71" fmla="*/ 256 w 2092"/>
                  <a:gd name="connsiteY71" fmla="*/ 127 h 2911"/>
                  <a:gd name="connsiteX72" fmla="*/ 434 w 2092"/>
                  <a:gd name="connsiteY72" fmla="*/ 149 h 2911"/>
                  <a:gd name="connsiteX73" fmla="*/ 572 w 2092"/>
                  <a:gd name="connsiteY73" fmla="*/ 237 h 2911"/>
                  <a:gd name="connsiteX74" fmla="*/ 659 w 2092"/>
                  <a:gd name="connsiteY74" fmla="*/ 333 h 2911"/>
                  <a:gd name="connsiteX75" fmla="*/ 748 w 2092"/>
                  <a:gd name="connsiteY75" fmla="*/ 442 h 2911"/>
                  <a:gd name="connsiteX76" fmla="*/ 835 w 2092"/>
                  <a:gd name="connsiteY76" fmla="*/ 586 h 2911"/>
                  <a:gd name="connsiteX77" fmla="*/ 881 w 2092"/>
                  <a:gd name="connsiteY77" fmla="*/ 704 h 2911"/>
                  <a:gd name="connsiteX78" fmla="*/ 877 w 2092"/>
                  <a:gd name="connsiteY78" fmla="*/ 903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78 w 2092"/>
                  <a:gd name="connsiteY73" fmla="*/ 2251 h 2911"/>
                  <a:gd name="connsiteX74" fmla="*/ 1455 w 2092"/>
                  <a:gd name="connsiteY74" fmla="*/ 2286 h 2911"/>
                  <a:gd name="connsiteX75" fmla="*/ 1574 w 2092"/>
                  <a:gd name="connsiteY75" fmla="*/ 2315 h 2911"/>
                  <a:gd name="connsiteX76" fmla="*/ 1665 w 2092"/>
                  <a:gd name="connsiteY76" fmla="*/ 2322 h 2911"/>
                  <a:gd name="connsiteX77" fmla="*/ 1825 w 2092"/>
                  <a:gd name="connsiteY77" fmla="*/ 2466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78 w 2092"/>
                  <a:gd name="connsiteY73" fmla="*/ 2251 h 2911"/>
                  <a:gd name="connsiteX74" fmla="*/ 1455 w 2092"/>
                  <a:gd name="connsiteY74" fmla="*/ 2286 h 2911"/>
                  <a:gd name="connsiteX75" fmla="*/ 1574 w 2092"/>
                  <a:gd name="connsiteY75" fmla="*/ 2315 h 2911"/>
                  <a:gd name="connsiteX76" fmla="*/ 1665 w 2092"/>
                  <a:gd name="connsiteY76" fmla="*/ 2322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78 w 2092"/>
                  <a:gd name="connsiteY73" fmla="*/ 2251 h 2911"/>
                  <a:gd name="connsiteX74" fmla="*/ 1455 w 2092"/>
                  <a:gd name="connsiteY74" fmla="*/ 2286 h 2911"/>
                  <a:gd name="connsiteX75" fmla="*/ 1574 w 2092"/>
                  <a:gd name="connsiteY75" fmla="*/ 2315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78 w 2092"/>
                  <a:gd name="connsiteY73" fmla="*/ 2251 h 2911"/>
                  <a:gd name="connsiteX74" fmla="*/ 1455 w 2092"/>
                  <a:gd name="connsiteY74" fmla="*/ 2286 h 2911"/>
                  <a:gd name="connsiteX75" fmla="*/ 1398 w 2092"/>
                  <a:gd name="connsiteY75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78 w 2092"/>
                  <a:gd name="connsiteY73" fmla="*/ 2251 h 2911"/>
                  <a:gd name="connsiteX74" fmla="*/ 1398 w 2092"/>
                  <a:gd name="connsiteY74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98 w 2092"/>
                  <a:gd name="connsiteY73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98 w 2092"/>
                  <a:gd name="connsiteY73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35 w 2092"/>
                  <a:gd name="connsiteY48" fmla="*/ 1827 h 2911"/>
                  <a:gd name="connsiteX49" fmla="*/ 656 w 2092"/>
                  <a:gd name="connsiteY49" fmla="*/ 1876 h 2911"/>
                  <a:gd name="connsiteX50" fmla="*/ 709 w 2092"/>
                  <a:gd name="connsiteY50" fmla="*/ 1930 h 2911"/>
                  <a:gd name="connsiteX51" fmla="*/ 740 w 2092"/>
                  <a:gd name="connsiteY51" fmla="*/ 2029 h 2911"/>
                  <a:gd name="connsiteX52" fmla="*/ 759 w 2092"/>
                  <a:gd name="connsiteY52" fmla="*/ 2100 h 2911"/>
                  <a:gd name="connsiteX53" fmla="*/ 797 w 2092"/>
                  <a:gd name="connsiteY53" fmla="*/ 2189 h 2911"/>
                  <a:gd name="connsiteX54" fmla="*/ 874 w 2092"/>
                  <a:gd name="connsiteY54" fmla="*/ 2368 h 2911"/>
                  <a:gd name="connsiteX55" fmla="*/ 906 w 2092"/>
                  <a:gd name="connsiteY55" fmla="*/ 2466 h 2911"/>
                  <a:gd name="connsiteX56" fmla="*/ 924 w 2092"/>
                  <a:gd name="connsiteY56" fmla="*/ 2544 h 2911"/>
                  <a:gd name="connsiteX57" fmla="*/ 931 w 2092"/>
                  <a:gd name="connsiteY57" fmla="*/ 2677 h 2911"/>
                  <a:gd name="connsiteX58" fmla="*/ 906 w 2092"/>
                  <a:gd name="connsiteY58" fmla="*/ 2768 h 2911"/>
                  <a:gd name="connsiteX59" fmla="*/ 894 w 2092"/>
                  <a:gd name="connsiteY59" fmla="*/ 2839 h 2911"/>
                  <a:gd name="connsiteX60" fmla="*/ 904 w 2092"/>
                  <a:gd name="connsiteY60" fmla="*/ 2874 h 2911"/>
                  <a:gd name="connsiteX61" fmla="*/ 941 w 2092"/>
                  <a:gd name="connsiteY61" fmla="*/ 2906 h 2911"/>
                  <a:gd name="connsiteX62" fmla="*/ 1083 w 2092"/>
                  <a:gd name="connsiteY62" fmla="*/ 2906 h 2911"/>
                  <a:gd name="connsiteX63" fmla="*/ 1214 w 2092"/>
                  <a:gd name="connsiteY63" fmla="*/ 2901 h 2911"/>
                  <a:gd name="connsiteX64" fmla="*/ 1240 w 2092"/>
                  <a:gd name="connsiteY64" fmla="*/ 2863 h 2911"/>
                  <a:gd name="connsiteX65" fmla="*/ 1238 w 2092"/>
                  <a:gd name="connsiteY65" fmla="*/ 2799 h 2911"/>
                  <a:gd name="connsiteX66" fmla="*/ 1211 w 2092"/>
                  <a:gd name="connsiteY66" fmla="*/ 2733 h 2911"/>
                  <a:gd name="connsiteX67" fmla="*/ 1201 w 2092"/>
                  <a:gd name="connsiteY67" fmla="*/ 2652 h 2911"/>
                  <a:gd name="connsiteX68" fmla="*/ 1200 w 2092"/>
                  <a:gd name="connsiteY68" fmla="*/ 2551 h 2911"/>
                  <a:gd name="connsiteX69" fmla="*/ 1219 w 2092"/>
                  <a:gd name="connsiteY69" fmla="*/ 2450 h 2911"/>
                  <a:gd name="connsiteX70" fmla="*/ 1263 w 2092"/>
                  <a:gd name="connsiteY70" fmla="*/ 2300 h 2911"/>
                  <a:gd name="connsiteX71" fmla="*/ 1287 w 2092"/>
                  <a:gd name="connsiteY71" fmla="*/ 2222 h 2911"/>
                  <a:gd name="connsiteX72" fmla="*/ 1307 w 2092"/>
                  <a:gd name="connsiteY72" fmla="*/ 2188 h 2911"/>
                  <a:gd name="connsiteX73" fmla="*/ 1361 w 2092"/>
                  <a:gd name="connsiteY73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4 w 2092"/>
                  <a:gd name="connsiteY47" fmla="*/ 1784 h 2911"/>
                  <a:gd name="connsiteX48" fmla="*/ 656 w 2092"/>
                  <a:gd name="connsiteY48" fmla="*/ 1876 h 2911"/>
                  <a:gd name="connsiteX49" fmla="*/ 709 w 2092"/>
                  <a:gd name="connsiteY49" fmla="*/ 1930 h 2911"/>
                  <a:gd name="connsiteX50" fmla="*/ 740 w 2092"/>
                  <a:gd name="connsiteY50" fmla="*/ 2029 h 2911"/>
                  <a:gd name="connsiteX51" fmla="*/ 759 w 2092"/>
                  <a:gd name="connsiteY51" fmla="*/ 2100 h 2911"/>
                  <a:gd name="connsiteX52" fmla="*/ 797 w 2092"/>
                  <a:gd name="connsiteY52" fmla="*/ 2189 h 2911"/>
                  <a:gd name="connsiteX53" fmla="*/ 874 w 2092"/>
                  <a:gd name="connsiteY53" fmla="*/ 2368 h 2911"/>
                  <a:gd name="connsiteX54" fmla="*/ 906 w 2092"/>
                  <a:gd name="connsiteY54" fmla="*/ 2466 h 2911"/>
                  <a:gd name="connsiteX55" fmla="*/ 924 w 2092"/>
                  <a:gd name="connsiteY55" fmla="*/ 2544 h 2911"/>
                  <a:gd name="connsiteX56" fmla="*/ 931 w 2092"/>
                  <a:gd name="connsiteY56" fmla="*/ 2677 h 2911"/>
                  <a:gd name="connsiteX57" fmla="*/ 906 w 2092"/>
                  <a:gd name="connsiteY57" fmla="*/ 2768 h 2911"/>
                  <a:gd name="connsiteX58" fmla="*/ 894 w 2092"/>
                  <a:gd name="connsiteY58" fmla="*/ 2839 h 2911"/>
                  <a:gd name="connsiteX59" fmla="*/ 904 w 2092"/>
                  <a:gd name="connsiteY59" fmla="*/ 2874 h 2911"/>
                  <a:gd name="connsiteX60" fmla="*/ 941 w 2092"/>
                  <a:gd name="connsiteY60" fmla="*/ 2906 h 2911"/>
                  <a:gd name="connsiteX61" fmla="*/ 1083 w 2092"/>
                  <a:gd name="connsiteY61" fmla="*/ 2906 h 2911"/>
                  <a:gd name="connsiteX62" fmla="*/ 1214 w 2092"/>
                  <a:gd name="connsiteY62" fmla="*/ 2901 h 2911"/>
                  <a:gd name="connsiteX63" fmla="*/ 1240 w 2092"/>
                  <a:gd name="connsiteY63" fmla="*/ 2863 h 2911"/>
                  <a:gd name="connsiteX64" fmla="*/ 1238 w 2092"/>
                  <a:gd name="connsiteY64" fmla="*/ 2799 h 2911"/>
                  <a:gd name="connsiteX65" fmla="*/ 1211 w 2092"/>
                  <a:gd name="connsiteY65" fmla="*/ 2733 h 2911"/>
                  <a:gd name="connsiteX66" fmla="*/ 1201 w 2092"/>
                  <a:gd name="connsiteY66" fmla="*/ 2652 h 2911"/>
                  <a:gd name="connsiteX67" fmla="*/ 1200 w 2092"/>
                  <a:gd name="connsiteY67" fmla="*/ 2551 h 2911"/>
                  <a:gd name="connsiteX68" fmla="*/ 1219 w 2092"/>
                  <a:gd name="connsiteY68" fmla="*/ 2450 h 2911"/>
                  <a:gd name="connsiteX69" fmla="*/ 1263 w 2092"/>
                  <a:gd name="connsiteY69" fmla="*/ 2300 h 2911"/>
                  <a:gd name="connsiteX70" fmla="*/ 1287 w 2092"/>
                  <a:gd name="connsiteY70" fmla="*/ 2222 h 2911"/>
                  <a:gd name="connsiteX71" fmla="*/ 1307 w 2092"/>
                  <a:gd name="connsiteY71" fmla="*/ 2188 h 2911"/>
                  <a:gd name="connsiteX72" fmla="*/ 1361 w 2092"/>
                  <a:gd name="connsiteY72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656 w 2092"/>
                  <a:gd name="connsiteY47" fmla="*/ 1876 h 2911"/>
                  <a:gd name="connsiteX48" fmla="*/ 709 w 2092"/>
                  <a:gd name="connsiteY48" fmla="*/ 1930 h 2911"/>
                  <a:gd name="connsiteX49" fmla="*/ 740 w 2092"/>
                  <a:gd name="connsiteY49" fmla="*/ 2029 h 2911"/>
                  <a:gd name="connsiteX50" fmla="*/ 759 w 2092"/>
                  <a:gd name="connsiteY50" fmla="*/ 2100 h 2911"/>
                  <a:gd name="connsiteX51" fmla="*/ 797 w 2092"/>
                  <a:gd name="connsiteY51" fmla="*/ 2189 h 2911"/>
                  <a:gd name="connsiteX52" fmla="*/ 874 w 2092"/>
                  <a:gd name="connsiteY52" fmla="*/ 2368 h 2911"/>
                  <a:gd name="connsiteX53" fmla="*/ 906 w 2092"/>
                  <a:gd name="connsiteY53" fmla="*/ 2466 h 2911"/>
                  <a:gd name="connsiteX54" fmla="*/ 924 w 2092"/>
                  <a:gd name="connsiteY54" fmla="*/ 2544 h 2911"/>
                  <a:gd name="connsiteX55" fmla="*/ 931 w 2092"/>
                  <a:gd name="connsiteY55" fmla="*/ 2677 h 2911"/>
                  <a:gd name="connsiteX56" fmla="*/ 906 w 2092"/>
                  <a:gd name="connsiteY56" fmla="*/ 2768 h 2911"/>
                  <a:gd name="connsiteX57" fmla="*/ 894 w 2092"/>
                  <a:gd name="connsiteY57" fmla="*/ 2839 h 2911"/>
                  <a:gd name="connsiteX58" fmla="*/ 904 w 2092"/>
                  <a:gd name="connsiteY58" fmla="*/ 2874 h 2911"/>
                  <a:gd name="connsiteX59" fmla="*/ 941 w 2092"/>
                  <a:gd name="connsiteY59" fmla="*/ 2906 h 2911"/>
                  <a:gd name="connsiteX60" fmla="*/ 1083 w 2092"/>
                  <a:gd name="connsiteY60" fmla="*/ 2906 h 2911"/>
                  <a:gd name="connsiteX61" fmla="*/ 1214 w 2092"/>
                  <a:gd name="connsiteY61" fmla="*/ 2901 h 2911"/>
                  <a:gd name="connsiteX62" fmla="*/ 1240 w 2092"/>
                  <a:gd name="connsiteY62" fmla="*/ 2863 h 2911"/>
                  <a:gd name="connsiteX63" fmla="*/ 1238 w 2092"/>
                  <a:gd name="connsiteY63" fmla="*/ 2799 h 2911"/>
                  <a:gd name="connsiteX64" fmla="*/ 1211 w 2092"/>
                  <a:gd name="connsiteY64" fmla="*/ 2733 h 2911"/>
                  <a:gd name="connsiteX65" fmla="*/ 1201 w 2092"/>
                  <a:gd name="connsiteY65" fmla="*/ 2652 h 2911"/>
                  <a:gd name="connsiteX66" fmla="*/ 1200 w 2092"/>
                  <a:gd name="connsiteY66" fmla="*/ 2551 h 2911"/>
                  <a:gd name="connsiteX67" fmla="*/ 1219 w 2092"/>
                  <a:gd name="connsiteY67" fmla="*/ 2450 h 2911"/>
                  <a:gd name="connsiteX68" fmla="*/ 1263 w 2092"/>
                  <a:gd name="connsiteY68" fmla="*/ 2300 h 2911"/>
                  <a:gd name="connsiteX69" fmla="*/ 1287 w 2092"/>
                  <a:gd name="connsiteY69" fmla="*/ 2222 h 2911"/>
                  <a:gd name="connsiteX70" fmla="*/ 1307 w 2092"/>
                  <a:gd name="connsiteY70" fmla="*/ 2188 h 2911"/>
                  <a:gd name="connsiteX71" fmla="*/ 1361 w 2092"/>
                  <a:gd name="connsiteY71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709 w 2092"/>
                  <a:gd name="connsiteY47" fmla="*/ 1930 h 2911"/>
                  <a:gd name="connsiteX48" fmla="*/ 740 w 2092"/>
                  <a:gd name="connsiteY48" fmla="*/ 2029 h 2911"/>
                  <a:gd name="connsiteX49" fmla="*/ 759 w 2092"/>
                  <a:gd name="connsiteY49" fmla="*/ 2100 h 2911"/>
                  <a:gd name="connsiteX50" fmla="*/ 797 w 2092"/>
                  <a:gd name="connsiteY50" fmla="*/ 2189 h 2911"/>
                  <a:gd name="connsiteX51" fmla="*/ 874 w 2092"/>
                  <a:gd name="connsiteY51" fmla="*/ 2368 h 2911"/>
                  <a:gd name="connsiteX52" fmla="*/ 906 w 2092"/>
                  <a:gd name="connsiteY52" fmla="*/ 2466 h 2911"/>
                  <a:gd name="connsiteX53" fmla="*/ 924 w 2092"/>
                  <a:gd name="connsiteY53" fmla="*/ 2544 h 2911"/>
                  <a:gd name="connsiteX54" fmla="*/ 931 w 2092"/>
                  <a:gd name="connsiteY54" fmla="*/ 2677 h 2911"/>
                  <a:gd name="connsiteX55" fmla="*/ 906 w 2092"/>
                  <a:gd name="connsiteY55" fmla="*/ 2768 h 2911"/>
                  <a:gd name="connsiteX56" fmla="*/ 894 w 2092"/>
                  <a:gd name="connsiteY56" fmla="*/ 2839 h 2911"/>
                  <a:gd name="connsiteX57" fmla="*/ 904 w 2092"/>
                  <a:gd name="connsiteY57" fmla="*/ 2874 h 2911"/>
                  <a:gd name="connsiteX58" fmla="*/ 941 w 2092"/>
                  <a:gd name="connsiteY58" fmla="*/ 2906 h 2911"/>
                  <a:gd name="connsiteX59" fmla="*/ 1083 w 2092"/>
                  <a:gd name="connsiteY59" fmla="*/ 2906 h 2911"/>
                  <a:gd name="connsiteX60" fmla="*/ 1214 w 2092"/>
                  <a:gd name="connsiteY60" fmla="*/ 2901 h 2911"/>
                  <a:gd name="connsiteX61" fmla="*/ 1240 w 2092"/>
                  <a:gd name="connsiteY61" fmla="*/ 2863 h 2911"/>
                  <a:gd name="connsiteX62" fmla="*/ 1238 w 2092"/>
                  <a:gd name="connsiteY62" fmla="*/ 2799 h 2911"/>
                  <a:gd name="connsiteX63" fmla="*/ 1211 w 2092"/>
                  <a:gd name="connsiteY63" fmla="*/ 2733 h 2911"/>
                  <a:gd name="connsiteX64" fmla="*/ 1201 w 2092"/>
                  <a:gd name="connsiteY64" fmla="*/ 2652 h 2911"/>
                  <a:gd name="connsiteX65" fmla="*/ 1200 w 2092"/>
                  <a:gd name="connsiteY65" fmla="*/ 2551 h 2911"/>
                  <a:gd name="connsiteX66" fmla="*/ 1219 w 2092"/>
                  <a:gd name="connsiteY66" fmla="*/ 2450 h 2911"/>
                  <a:gd name="connsiteX67" fmla="*/ 1263 w 2092"/>
                  <a:gd name="connsiteY67" fmla="*/ 2300 h 2911"/>
                  <a:gd name="connsiteX68" fmla="*/ 1287 w 2092"/>
                  <a:gd name="connsiteY68" fmla="*/ 2222 h 2911"/>
                  <a:gd name="connsiteX69" fmla="*/ 1307 w 2092"/>
                  <a:gd name="connsiteY69" fmla="*/ 2188 h 2911"/>
                  <a:gd name="connsiteX70" fmla="*/ 1361 w 2092"/>
                  <a:gd name="connsiteY70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685 w 2092"/>
                  <a:gd name="connsiteY46" fmla="*/ 1740 h 2911"/>
                  <a:gd name="connsiteX47" fmla="*/ 740 w 2092"/>
                  <a:gd name="connsiteY47" fmla="*/ 2029 h 2911"/>
                  <a:gd name="connsiteX48" fmla="*/ 759 w 2092"/>
                  <a:gd name="connsiteY48" fmla="*/ 2100 h 2911"/>
                  <a:gd name="connsiteX49" fmla="*/ 797 w 2092"/>
                  <a:gd name="connsiteY49" fmla="*/ 2189 h 2911"/>
                  <a:gd name="connsiteX50" fmla="*/ 874 w 2092"/>
                  <a:gd name="connsiteY50" fmla="*/ 2368 h 2911"/>
                  <a:gd name="connsiteX51" fmla="*/ 906 w 2092"/>
                  <a:gd name="connsiteY51" fmla="*/ 2466 h 2911"/>
                  <a:gd name="connsiteX52" fmla="*/ 924 w 2092"/>
                  <a:gd name="connsiteY52" fmla="*/ 2544 h 2911"/>
                  <a:gd name="connsiteX53" fmla="*/ 931 w 2092"/>
                  <a:gd name="connsiteY53" fmla="*/ 2677 h 2911"/>
                  <a:gd name="connsiteX54" fmla="*/ 906 w 2092"/>
                  <a:gd name="connsiteY54" fmla="*/ 2768 h 2911"/>
                  <a:gd name="connsiteX55" fmla="*/ 894 w 2092"/>
                  <a:gd name="connsiteY55" fmla="*/ 2839 h 2911"/>
                  <a:gd name="connsiteX56" fmla="*/ 904 w 2092"/>
                  <a:gd name="connsiteY56" fmla="*/ 2874 h 2911"/>
                  <a:gd name="connsiteX57" fmla="*/ 941 w 2092"/>
                  <a:gd name="connsiteY57" fmla="*/ 2906 h 2911"/>
                  <a:gd name="connsiteX58" fmla="*/ 1083 w 2092"/>
                  <a:gd name="connsiteY58" fmla="*/ 2906 h 2911"/>
                  <a:gd name="connsiteX59" fmla="*/ 1214 w 2092"/>
                  <a:gd name="connsiteY59" fmla="*/ 2901 h 2911"/>
                  <a:gd name="connsiteX60" fmla="*/ 1240 w 2092"/>
                  <a:gd name="connsiteY60" fmla="*/ 2863 h 2911"/>
                  <a:gd name="connsiteX61" fmla="*/ 1238 w 2092"/>
                  <a:gd name="connsiteY61" fmla="*/ 2799 h 2911"/>
                  <a:gd name="connsiteX62" fmla="*/ 1211 w 2092"/>
                  <a:gd name="connsiteY62" fmla="*/ 2733 h 2911"/>
                  <a:gd name="connsiteX63" fmla="*/ 1201 w 2092"/>
                  <a:gd name="connsiteY63" fmla="*/ 2652 h 2911"/>
                  <a:gd name="connsiteX64" fmla="*/ 1200 w 2092"/>
                  <a:gd name="connsiteY64" fmla="*/ 2551 h 2911"/>
                  <a:gd name="connsiteX65" fmla="*/ 1219 w 2092"/>
                  <a:gd name="connsiteY65" fmla="*/ 2450 h 2911"/>
                  <a:gd name="connsiteX66" fmla="*/ 1263 w 2092"/>
                  <a:gd name="connsiteY66" fmla="*/ 2300 h 2911"/>
                  <a:gd name="connsiteX67" fmla="*/ 1287 w 2092"/>
                  <a:gd name="connsiteY67" fmla="*/ 2222 h 2911"/>
                  <a:gd name="connsiteX68" fmla="*/ 1307 w 2092"/>
                  <a:gd name="connsiteY68" fmla="*/ 2188 h 2911"/>
                  <a:gd name="connsiteX69" fmla="*/ 1361 w 2092"/>
                  <a:gd name="connsiteY69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6 w 2092"/>
                  <a:gd name="connsiteY45" fmla="*/ 1656 h 2911"/>
                  <a:gd name="connsiteX46" fmla="*/ 740 w 2092"/>
                  <a:gd name="connsiteY46" fmla="*/ 2029 h 2911"/>
                  <a:gd name="connsiteX47" fmla="*/ 759 w 2092"/>
                  <a:gd name="connsiteY47" fmla="*/ 2100 h 2911"/>
                  <a:gd name="connsiteX48" fmla="*/ 797 w 2092"/>
                  <a:gd name="connsiteY48" fmla="*/ 2189 h 2911"/>
                  <a:gd name="connsiteX49" fmla="*/ 874 w 2092"/>
                  <a:gd name="connsiteY49" fmla="*/ 2368 h 2911"/>
                  <a:gd name="connsiteX50" fmla="*/ 906 w 2092"/>
                  <a:gd name="connsiteY50" fmla="*/ 2466 h 2911"/>
                  <a:gd name="connsiteX51" fmla="*/ 924 w 2092"/>
                  <a:gd name="connsiteY51" fmla="*/ 2544 h 2911"/>
                  <a:gd name="connsiteX52" fmla="*/ 931 w 2092"/>
                  <a:gd name="connsiteY52" fmla="*/ 2677 h 2911"/>
                  <a:gd name="connsiteX53" fmla="*/ 906 w 2092"/>
                  <a:gd name="connsiteY53" fmla="*/ 2768 h 2911"/>
                  <a:gd name="connsiteX54" fmla="*/ 894 w 2092"/>
                  <a:gd name="connsiteY54" fmla="*/ 2839 h 2911"/>
                  <a:gd name="connsiteX55" fmla="*/ 904 w 2092"/>
                  <a:gd name="connsiteY55" fmla="*/ 2874 h 2911"/>
                  <a:gd name="connsiteX56" fmla="*/ 941 w 2092"/>
                  <a:gd name="connsiteY56" fmla="*/ 2906 h 2911"/>
                  <a:gd name="connsiteX57" fmla="*/ 1083 w 2092"/>
                  <a:gd name="connsiteY57" fmla="*/ 2906 h 2911"/>
                  <a:gd name="connsiteX58" fmla="*/ 1214 w 2092"/>
                  <a:gd name="connsiteY58" fmla="*/ 2901 h 2911"/>
                  <a:gd name="connsiteX59" fmla="*/ 1240 w 2092"/>
                  <a:gd name="connsiteY59" fmla="*/ 2863 h 2911"/>
                  <a:gd name="connsiteX60" fmla="*/ 1238 w 2092"/>
                  <a:gd name="connsiteY60" fmla="*/ 2799 h 2911"/>
                  <a:gd name="connsiteX61" fmla="*/ 1211 w 2092"/>
                  <a:gd name="connsiteY61" fmla="*/ 2733 h 2911"/>
                  <a:gd name="connsiteX62" fmla="*/ 1201 w 2092"/>
                  <a:gd name="connsiteY62" fmla="*/ 2652 h 2911"/>
                  <a:gd name="connsiteX63" fmla="*/ 1200 w 2092"/>
                  <a:gd name="connsiteY63" fmla="*/ 2551 h 2911"/>
                  <a:gd name="connsiteX64" fmla="*/ 1219 w 2092"/>
                  <a:gd name="connsiteY64" fmla="*/ 2450 h 2911"/>
                  <a:gd name="connsiteX65" fmla="*/ 1263 w 2092"/>
                  <a:gd name="connsiteY65" fmla="*/ 2300 h 2911"/>
                  <a:gd name="connsiteX66" fmla="*/ 1287 w 2092"/>
                  <a:gd name="connsiteY66" fmla="*/ 2222 h 2911"/>
                  <a:gd name="connsiteX67" fmla="*/ 1307 w 2092"/>
                  <a:gd name="connsiteY67" fmla="*/ 2188 h 2911"/>
                  <a:gd name="connsiteX68" fmla="*/ 1361 w 2092"/>
                  <a:gd name="connsiteY68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40 w 2092"/>
                  <a:gd name="connsiteY45" fmla="*/ 2029 h 2911"/>
                  <a:gd name="connsiteX46" fmla="*/ 759 w 2092"/>
                  <a:gd name="connsiteY46" fmla="*/ 2100 h 2911"/>
                  <a:gd name="connsiteX47" fmla="*/ 797 w 2092"/>
                  <a:gd name="connsiteY47" fmla="*/ 2189 h 2911"/>
                  <a:gd name="connsiteX48" fmla="*/ 874 w 2092"/>
                  <a:gd name="connsiteY48" fmla="*/ 2368 h 2911"/>
                  <a:gd name="connsiteX49" fmla="*/ 906 w 2092"/>
                  <a:gd name="connsiteY49" fmla="*/ 2466 h 2911"/>
                  <a:gd name="connsiteX50" fmla="*/ 924 w 2092"/>
                  <a:gd name="connsiteY50" fmla="*/ 2544 h 2911"/>
                  <a:gd name="connsiteX51" fmla="*/ 931 w 2092"/>
                  <a:gd name="connsiteY51" fmla="*/ 2677 h 2911"/>
                  <a:gd name="connsiteX52" fmla="*/ 906 w 2092"/>
                  <a:gd name="connsiteY52" fmla="*/ 2768 h 2911"/>
                  <a:gd name="connsiteX53" fmla="*/ 894 w 2092"/>
                  <a:gd name="connsiteY53" fmla="*/ 2839 h 2911"/>
                  <a:gd name="connsiteX54" fmla="*/ 904 w 2092"/>
                  <a:gd name="connsiteY54" fmla="*/ 2874 h 2911"/>
                  <a:gd name="connsiteX55" fmla="*/ 941 w 2092"/>
                  <a:gd name="connsiteY55" fmla="*/ 2906 h 2911"/>
                  <a:gd name="connsiteX56" fmla="*/ 1083 w 2092"/>
                  <a:gd name="connsiteY56" fmla="*/ 2906 h 2911"/>
                  <a:gd name="connsiteX57" fmla="*/ 1214 w 2092"/>
                  <a:gd name="connsiteY57" fmla="*/ 2901 h 2911"/>
                  <a:gd name="connsiteX58" fmla="*/ 1240 w 2092"/>
                  <a:gd name="connsiteY58" fmla="*/ 2863 h 2911"/>
                  <a:gd name="connsiteX59" fmla="*/ 1238 w 2092"/>
                  <a:gd name="connsiteY59" fmla="*/ 2799 h 2911"/>
                  <a:gd name="connsiteX60" fmla="*/ 1211 w 2092"/>
                  <a:gd name="connsiteY60" fmla="*/ 2733 h 2911"/>
                  <a:gd name="connsiteX61" fmla="*/ 1201 w 2092"/>
                  <a:gd name="connsiteY61" fmla="*/ 2652 h 2911"/>
                  <a:gd name="connsiteX62" fmla="*/ 1200 w 2092"/>
                  <a:gd name="connsiteY62" fmla="*/ 2551 h 2911"/>
                  <a:gd name="connsiteX63" fmla="*/ 1219 w 2092"/>
                  <a:gd name="connsiteY63" fmla="*/ 2450 h 2911"/>
                  <a:gd name="connsiteX64" fmla="*/ 1263 w 2092"/>
                  <a:gd name="connsiteY64" fmla="*/ 2300 h 2911"/>
                  <a:gd name="connsiteX65" fmla="*/ 1287 w 2092"/>
                  <a:gd name="connsiteY65" fmla="*/ 2222 h 2911"/>
                  <a:gd name="connsiteX66" fmla="*/ 1307 w 2092"/>
                  <a:gd name="connsiteY66" fmla="*/ 2188 h 2911"/>
                  <a:gd name="connsiteX67" fmla="*/ 1361 w 2092"/>
                  <a:gd name="connsiteY67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59 w 2092"/>
                  <a:gd name="connsiteY45" fmla="*/ 2100 h 2911"/>
                  <a:gd name="connsiteX46" fmla="*/ 797 w 2092"/>
                  <a:gd name="connsiteY46" fmla="*/ 2189 h 2911"/>
                  <a:gd name="connsiteX47" fmla="*/ 874 w 2092"/>
                  <a:gd name="connsiteY47" fmla="*/ 2368 h 2911"/>
                  <a:gd name="connsiteX48" fmla="*/ 906 w 2092"/>
                  <a:gd name="connsiteY48" fmla="*/ 2466 h 2911"/>
                  <a:gd name="connsiteX49" fmla="*/ 924 w 2092"/>
                  <a:gd name="connsiteY49" fmla="*/ 2544 h 2911"/>
                  <a:gd name="connsiteX50" fmla="*/ 931 w 2092"/>
                  <a:gd name="connsiteY50" fmla="*/ 2677 h 2911"/>
                  <a:gd name="connsiteX51" fmla="*/ 906 w 2092"/>
                  <a:gd name="connsiteY51" fmla="*/ 2768 h 2911"/>
                  <a:gd name="connsiteX52" fmla="*/ 894 w 2092"/>
                  <a:gd name="connsiteY52" fmla="*/ 2839 h 2911"/>
                  <a:gd name="connsiteX53" fmla="*/ 904 w 2092"/>
                  <a:gd name="connsiteY53" fmla="*/ 2874 h 2911"/>
                  <a:gd name="connsiteX54" fmla="*/ 941 w 2092"/>
                  <a:gd name="connsiteY54" fmla="*/ 2906 h 2911"/>
                  <a:gd name="connsiteX55" fmla="*/ 1083 w 2092"/>
                  <a:gd name="connsiteY55" fmla="*/ 2906 h 2911"/>
                  <a:gd name="connsiteX56" fmla="*/ 1214 w 2092"/>
                  <a:gd name="connsiteY56" fmla="*/ 2901 h 2911"/>
                  <a:gd name="connsiteX57" fmla="*/ 1240 w 2092"/>
                  <a:gd name="connsiteY57" fmla="*/ 2863 h 2911"/>
                  <a:gd name="connsiteX58" fmla="*/ 1238 w 2092"/>
                  <a:gd name="connsiteY58" fmla="*/ 2799 h 2911"/>
                  <a:gd name="connsiteX59" fmla="*/ 1211 w 2092"/>
                  <a:gd name="connsiteY59" fmla="*/ 2733 h 2911"/>
                  <a:gd name="connsiteX60" fmla="*/ 1201 w 2092"/>
                  <a:gd name="connsiteY60" fmla="*/ 2652 h 2911"/>
                  <a:gd name="connsiteX61" fmla="*/ 1200 w 2092"/>
                  <a:gd name="connsiteY61" fmla="*/ 2551 h 2911"/>
                  <a:gd name="connsiteX62" fmla="*/ 1219 w 2092"/>
                  <a:gd name="connsiteY62" fmla="*/ 2450 h 2911"/>
                  <a:gd name="connsiteX63" fmla="*/ 1263 w 2092"/>
                  <a:gd name="connsiteY63" fmla="*/ 2300 h 2911"/>
                  <a:gd name="connsiteX64" fmla="*/ 1287 w 2092"/>
                  <a:gd name="connsiteY64" fmla="*/ 2222 h 2911"/>
                  <a:gd name="connsiteX65" fmla="*/ 1307 w 2092"/>
                  <a:gd name="connsiteY65" fmla="*/ 2188 h 2911"/>
                  <a:gd name="connsiteX66" fmla="*/ 1361 w 2092"/>
                  <a:gd name="connsiteY66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797 w 2092"/>
                  <a:gd name="connsiteY45" fmla="*/ 2189 h 2911"/>
                  <a:gd name="connsiteX46" fmla="*/ 874 w 2092"/>
                  <a:gd name="connsiteY46" fmla="*/ 2368 h 2911"/>
                  <a:gd name="connsiteX47" fmla="*/ 906 w 2092"/>
                  <a:gd name="connsiteY47" fmla="*/ 2466 h 2911"/>
                  <a:gd name="connsiteX48" fmla="*/ 924 w 2092"/>
                  <a:gd name="connsiteY48" fmla="*/ 2544 h 2911"/>
                  <a:gd name="connsiteX49" fmla="*/ 931 w 2092"/>
                  <a:gd name="connsiteY49" fmla="*/ 2677 h 2911"/>
                  <a:gd name="connsiteX50" fmla="*/ 906 w 2092"/>
                  <a:gd name="connsiteY50" fmla="*/ 2768 h 2911"/>
                  <a:gd name="connsiteX51" fmla="*/ 894 w 2092"/>
                  <a:gd name="connsiteY51" fmla="*/ 2839 h 2911"/>
                  <a:gd name="connsiteX52" fmla="*/ 904 w 2092"/>
                  <a:gd name="connsiteY52" fmla="*/ 2874 h 2911"/>
                  <a:gd name="connsiteX53" fmla="*/ 941 w 2092"/>
                  <a:gd name="connsiteY53" fmla="*/ 2906 h 2911"/>
                  <a:gd name="connsiteX54" fmla="*/ 1083 w 2092"/>
                  <a:gd name="connsiteY54" fmla="*/ 2906 h 2911"/>
                  <a:gd name="connsiteX55" fmla="*/ 1214 w 2092"/>
                  <a:gd name="connsiteY55" fmla="*/ 2901 h 2911"/>
                  <a:gd name="connsiteX56" fmla="*/ 1240 w 2092"/>
                  <a:gd name="connsiteY56" fmla="*/ 2863 h 2911"/>
                  <a:gd name="connsiteX57" fmla="*/ 1238 w 2092"/>
                  <a:gd name="connsiteY57" fmla="*/ 2799 h 2911"/>
                  <a:gd name="connsiteX58" fmla="*/ 1211 w 2092"/>
                  <a:gd name="connsiteY58" fmla="*/ 2733 h 2911"/>
                  <a:gd name="connsiteX59" fmla="*/ 1201 w 2092"/>
                  <a:gd name="connsiteY59" fmla="*/ 2652 h 2911"/>
                  <a:gd name="connsiteX60" fmla="*/ 1200 w 2092"/>
                  <a:gd name="connsiteY60" fmla="*/ 2551 h 2911"/>
                  <a:gd name="connsiteX61" fmla="*/ 1219 w 2092"/>
                  <a:gd name="connsiteY61" fmla="*/ 2450 h 2911"/>
                  <a:gd name="connsiteX62" fmla="*/ 1263 w 2092"/>
                  <a:gd name="connsiteY62" fmla="*/ 2300 h 2911"/>
                  <a:gd name="connsiteX63" fmla="*/ 1287 w 2092"/>
                  <a:gd name="connsiteY63" fmla="*/ 2222 h 2911"/>
                  <a:gd name="connsiteX64" fmla="*/ 1307 w 2092"/>
                  <a:gd name="connsiteY64" fmla="*/ 2188 h 2911"/>
                  <a:gd name="connsiteX65" fmla="*/ 1361 w 2092"/>
                  <a:gd name="connsiteY65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189 h 2911"/>
                  <a:gd name="connsiteX46" fmla="*/ 874 w 2092"/>
                  <a:gd name="connsiteY46" fmla="*/ 2368 h 2911"/>
                  <a:gd name="connsiteX47" fmla="*/ 906 w 2092"/>
                  <a:gd name="connsiteY47" fmla="*/ 2466 h 2911"/>
                  <a:gd name="connsiteX48" fmla="*/ 924 w 2092"/>
                  <a:gd name="connsiteY48" fmla="*/ 2544 h 2911"/>
                  <a:gd name="connsiteX49" fmla="*/ 931 w 2092"/>
                  <a:gd name="connsiteY49" fmla="*/ 2677 h 2911"/>
                  <a:gd name="connsiteX50" fmla="*/ 906 w 2092"/>
                  <a:gd name="connsiteY50" fmla="*/ 2768 h 2911"/>
                  <a:gd name="connsiteX51" fmla="*/ 894 w 2092"/>
                  <a:gd name="connsiteY51" fmla="*/ 2839 h 2911"/>
                  <a:gd name="connsiteX52" fmla="*/ 904 w 2092"/>
                  <a:gd name="connsiteY52" fmla="*/ 2874 h 2911"/>
                  <a:gd name="connsiteX53" fmla="*/ 941 w 2092"/>
                  <a:gd name="connsiteY53" fmla="*/ 2906 h 2911"/>
                  <a:gd name="connsiteX54" fmla="*/ 1083 w 2092"/>
                  <a:gd name="connsiteY54" fmla="*/ 2906 h 2911"/>
                  <a:gd name="connsiteX55" fmla="*/ 1214 w 2092"/>
                  <a:gd name="connsiteY55" fmla="*/ 2901 h 2911"/>
                  <a:gd name="connsiteX56" fmla="*/ 1240 w 2092"/>
                  <a:gd name="connsiteY56" fmla="*/ 2863 h 2911"/>
                  <a:gd name="connsiteX57" fmla="*/ 1238 w 2092"/>
                  <a:gd name="connsiteY57" fmla="*/ 2799 h 2911"/>
                  <a:gd name="connsiteX58" fmla="*/ 1211 w 2092"/>
                  <a:gd name="connsiteY58" fmla="*/ 2733 h 2911"/>
                  <a:gd name="connsiteX59" fmla="*/ 1201 w 2092"/>
                  <a:gd name="connsiteY59" fmla="*/ 2652 h 2911"/>
                  <a:gd name="connsiteX60" fmla="*/ 1200 w 2092"/>
                  <a:gd name="connsiteY60" fmla="*/ 2551 h 2911"/>
                  <a:gd name="connsiteX61" fmla="*/ 1219 w 2092"/>
                  <a:gd name="connsiteY61" fmla="*/ 2450 h 2911"/>
                  <a:gd name="connsiteX62" fmla="*/ 1263 w 2092"/>
                  <a:gd name="connsiteY62" fmla="*/ 2300 h 2911"/>
                  <a:gd name="connsiteX63" fmla="*/ 1287 w 2092"/>
                  <a:gd name="connsiteY63" fmla="*/ 2222 h 2911"/>
                  <a:gd name="connsiteX64" fmla="*/ 1307 w 2092"/>
                  <a:gd name="connsiteY64" fmla="*/ 2188 h 2911"/>
                  <a:gd name="connsiteX65" fmla="*/ 1361 w 2092"/>
                  <a:gd name="connsiteY65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189 h 2911"/>
                  <a:gd name="connsiteX46" fmla="*/ 874 w 2092"/>
                  <a:gd name="connsiteY46" fmla="*/ 2368 h 2911"/>
                  <a:gd name="connsiteX47" fmla="*/ 906 w 2092"/>
                  <a:gd name="connsiteY47" fmla="*/ 2466 h 2911"/>
                  <a:gd name="connsiteX48" fmla="*/ 924 w 2092"/>
                  <a:gd name="connsiteY48" fmla="*/ 2544 h 2911"/>
                  <a:gd name="connsiteX49" fmla="*/ 931 w 2092"/>
                  <a:gd name="connsiteY49" fmla="*/ 2677 h 2911"/>
                  <a:gd name="connsiteX50" fmla="*/ 906 w 2092"/>
                  <a:gd name="connsiteY50" fmla="*/ 2768 h 2911"/>
                  <a:gd name="connsiteX51" fmla="*/ 894 w 2092"/>
                  <a:gd name="connsiteY51" fmla="*/ 2839 h 2911"/>
                  <a:gd name="connsiteX52" fmla="*/ 904 w 2092"/>
                  <a:gd name="connsiteY52" fmla="*/ 2874 h 2911"/>
                  <a:gd name="connsiteX53" fmla="*/ 941 w 2092"/>
                  <a:gd name="connsiteY53" fmla="*/ 2906 h 2911"/>
                  <a:gd name="connsiteX54" fmla="*/ 1083 w 2092"/>
                  <a:gd name="connsiteY54" fmla="*/ 2906 h 2911"/>
                  <a:gd name="connsiteX55" fmla="*/ 1214 w 2092"/>
                  <a:gd name="connsiteY55" fmla="*/ 2901 h 2911"/>
                  <a:gd name="connsiteX56" fmla="*/ 1240 w 2092"/>
                  <a:gd name="connsiteY56" fmla="*/ 2863 h 2911"/>
                  <a:gd name="connsiteX57" fmla="*/ 1238 w 2092"/>
                  <a:gd name="connsiteY57" fmla="*/ 2799 h 2911"/>
                  <a:gd name="connsiteX58" fmla="*/ 1211 w 2092"/>
                  <a:gd name="connsiteY58" fmla="*/ 2733 h 2911"/>
                  <a:gd name="connsiteX59" fmla="*/ 1201 w 2092"/>
                  <a:gd name="connsiteY59" fmla="*/ 2652 h 2911"/>
                  <a:gd name="connsiteX60" fmla="*/ 1200 w 2092"/>
                  <a:gd name="connsiteY60" fmla="*/ 2551 h 2911"/>
                  <a:gd name="connsiteX61" fmla="*/ 1219 w 2092"/>
                  <a:gd name="connsiteY61" fmla="*/ 2450 h 2911"/>
                  <a:gd name="connsiteX62" fmla="*/ 1263 w 2092"/>
                  <a:gd name="connsiteY62" fmla="*/ 2300 h 2911"/>
                  <a:gd name="connsiteX63" fmla="*/ 1287 w 2092"/>
                  <a:gd name="connsiteY63" fmla="*/ 2222 h 2911"/>
                  <a:gd name="connsiteX64" fmla="*/ 1307 w 2092"/>
                  <a:gd name="connsiteY64" fmla="*/ 2188 h 2911"/>
                  <a:gd name="connsiteX65" fmla="*/ 1361 w 2092"/>
                  <a:gd name="connsiteY65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189 h 2911"/>
                  <a:gd name="connsiteX46" fmla="*/ 906 w 2092"/>
                  <a:gd name="connsiteY46" fmla="*/ 2466 h 2911"/>
                  <a:gd name="connsiteX47" fmla="*/ 924 w 2092"/>
                  <a:gd name="connsiteY47" fmla="*/ 2544 h 2911"/>
                  <a:gd name="connsiteX48" fmla="*/ 931 w 2092"/>
                  <a:gd name="connsiteY48" fmla="*/ 2677 h 2911"/>
                  <a:gd name="connsiteX49" fmla="*/ 906 w 2092"/>
                  <a:gd name="connsiteY49" fmla="*/ 2768 h 2911"/>
                  <a:gd name="connsiteX50" fmla="*/ 894 w 2092"/>
                  <a:gd name="connsiteY50" fmla="*/ 2839 h 2911"/>
                  <a:gd name="connsiteX51" fmla="*/ 904 w 2092"/>
                  <a:gd name="connsiteY51" fmla="*/ 2874 h 2911"/>
                  <a:gd name="connsiteX52" fmla="*/ 941 w 2092"/>
                  <a:gd name="connsiteY52" fmla="*/ 2906 h 2911"/>
                  <a:gd name="connsiteX53" fmla="*/ 1083 w 2092"/>
                  <a:gd name="connsiteY53" fmla="*/ 2906 h 2911"/>
                  <a:gd name="connsiteX54" fmla="*/ 1214 w 2092"/>
                  <a:gd name="connsiteY54" fmla="*/ 2901 h 2911"/>
                  <a:gd name="connsiteX55" fmla="*/ 1240 w 2092"/>
                  <a:gd name="connsiteY55" fmla="*/ 2863 h 2911"/>
                  <a:gd name="connsiteX56" fmla="*/ 1238 w 2092"/>
                  <a:gd name="connsiteY56" fmla="*/ 2799 h 2911"/>
                  <a:gd name="connsiteX57" fmla="*/ 1211 w 2092"/>
                  <a:gd name="connsiteY57" fmla="*/ 2733 h 2911"/>
                  <a:gd name="connsiteX58" fmla="*/ 1201 w 2092"/>
                  <a:gd name="connsiteY58" fmla="*/ 2652 h 2911"/>
                  <a:gd name="connsiteX59" fmla="*/ 1200 w 2092"/>
                  <a:gd name="connsiteY59" fmla="*/ 2551 h 2911"/>
                  <a:gd name="connsiteX60" fmla="*/ 1219 w 2092"/>
                  <a:gd name="connsiteY60" fmla="*/ 2450 h 2911"/>
                  <a:gd name="connsiteX61" fmla="*/ 1263 w 2092"/>
                  <a:gd name="connsiteY61" fmla="*/ 2300 h 2911"/>
                  <a:gd name="connsiteX62" fmla="*/ 1287 w 2092"/>
                  <a:gd name="connsiteY62" fmla="*/ 2222 h 2911"/>
                  <a:gd name="connsiteX63" fmla="*/ 1307 w 2092"/>
                  <a:gd name="connsiteY63" fmla="*/ 2188 h 2911"/>
                  <a:gd name="connsiteX64" fmla="*/ 1361 w 2092"/>
                  <a:gd name="connsiteY64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189 h 2911"/>
                  <a:gd name="connsiteX46" fmla="*/ 924 w 2092"/>
                  <a:gd name="connsiteY46" fmla="*/ 2544 h 2911"/>
                  <a:gd name="connsiteX47" fmla="*/ 931 w 2092"/>
                  <a:gd name="connsiteY47" fmla="*/ 2677 h 2911"/>
                  <a:gd name="connsiteX48" fmla="*/ 906 w 2092"/>
                  <a:gd name="connsiteY48" fmla="*/ 2768 h 2911"/>
                  <a:gd name="connsiteX49" fmla="*/ 894 w 2092"/>
                  <a:gd name="connsiteY49" fmla="*/ 2839 h 2911"/>
                  <a:gd name="connsiteX50" fmla="*/ 904 w 2092"/>
                  <a:gd name="connsiteY50" fmla="*/ 2874 h 2911"/>
                  <a:gd name="connsiteX51" fmla="*/ 941 w 2092"/>
                  <a:gd name="connsiteY51" fmla="*/ 2906 h 2911"/>
                  <a:gd name="connsiteX52" fmla="*/ 1083 w 2092"/>
                  <a:gd name="connsiteY52" fmla="*/ 2906 h 2911"/>
                  <a:gd name="connsiteX53" fmla="*/ 1214 w 2092"/>
                  <a:gd name="connsiteY53" fmla="*/ 2901 h 2911"/>
                  <a:gd name="connsiteX54" fmla="*/ 1240 w 2092"/>
                  <a:gd name="connsiteY54" fmla="*/ 2863 h 2911"/>
                  <a:gd name="connsiteX55" fmla="*/ 1238 w 2092"/>
                  <a:gd name="connsiteY55" fmla="*/ 2799 h 2911"/>
                  <a:gd name="connsiteX56" fmla="*/ 1211 w 2092"/>
                  <a:gd name="connsiteY56" fmla="*/ 2733 h 2911"/>
                  <a:gd name="connsiteX57" fmla="*/ 1201 w 2092"/>
                  <a:gd name="connsiteY57" fmla="*/ 2652 h 2911"/>
                  <a:gd name="connsiteX58" fmla="*/ 1200 w 2092"/>
                  <a:gd name="connsiteY58" fmla="*/ 2551 h 2911"/>
                  <a:gd name="connsiteX59" fmla="*/ 1219 w 2092"/>
                  <a:gd name="connsiteY59" fmla="*/ 2450 h 2911"/>
                  <a:gd name="connsiteX60" fmla="*/ 1263 w 2092"/>
                  <a:gd name="connsiteY60" fmla="*/ 2300 h 2911"/>
                  <a:gd name="connsiteX61" fmla="*/ 1287 w 2092"/>
                  <a:gd name="connsiteY61" fmla="*/ 2222 h 2911"/>
                  <a:gd name="connsiteX62" fmla="*/ 1307 w 2092"/>
                  <a:gd name="connsiteY62" fmla="*/ 2188 h 2911"/>
                  <a:gd name="connsiteX63" fmla="*/ 1361 w 2092"/>
                  <a:gd name="connsiteY63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189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287 w 2092"/>
                  <a:gd name="connsiteY60" fmla="*/ 2222 h 2911"/>
                  <a:gd name="connsiteX61" fmla="*/ 1307 w 2092"/>
                  <a:gd name="connsiteY61" fmla="*/ 2188 h 2911"/>
                  <a:gd name="connsiteX62" fmla="*/ 1361 w 2092"/>
                  <a:gd name="connsiteY62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287 w 2092"/>
                  <a:gd name="connsiteY60" fmla="*/ 2222 h 2911"/>
                  <a:gd name="connsiteX61" fmla="*/ 1307 w 2092"/>
                  <a:gd name="connsiteY61" fmla="*/ 2188 h 2911"/>
                  <a:gd name="connsiteX62" fmla="*/ 1361 w 2092"/>
                  <a:gd name="connsiteY62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178 w 2092"/>
                  <a:gd name="connsiteY59" fmla="*/ 2256 h 2911"/>
                  <a:gd name="connsiteX60" fmla="*/ 1263 w 2092"/>
                  <a:gd name="connsiteY60" fmla="*/ 2300 h 2911"/>
                  <a:gd name="connsiteX61" fmla="*/ 1287 w 2092"/>
                  <a:gd name="connsiteY61" fmla="*/ 2222 h 2911"/>
                  <a:gd name="connsiteX62" fmla="*/ 1307 w 2092"/>
                  <a:gd name="connsiteY62" fmla="*/ 2188 h 2911"/>
                  <a:gd name="connsiteX63" fmla="*/ 1361 w 2092"/>
                  <a:gd name="connsiteY63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287 w 2092"/>
                  <a:gd name="connsiteY60" fmla="*/ 2222 h 2911"/>
                  <a:gd name="connsiteX61" fmla="*/ 1307 w 2092"/>
                  <a:gd name="connsiteY61" fmla="*/ 2188 h 2911"/>
                  <a:gd name="connsiteX62" fmla="*/ 1361 w 2092"/>
                  <a:gd name="connsiteY62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287 w 2092"/>
                  <a:gd name="connsiteY60" fmla="*/ 2222 h 2911"/>
                  <a:gd name="connsiteX61" fmla="*/ 1361 w 2092"/>
                  <a:gd name="connsiteY61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186 w 2092"/>
                  <a:gd name="connsiteY60" fmla="*/ 2137 h 2911"/>
                  <a:gd name="connsiteX61" fmla="*/ 1361 w 2092"/>
                  <a:gd name="connsiteY61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186 w 2092"/>
                  <a:gd name="connsiteY60" fmla="*/ 2137 h 2911"/>
                  <a:gd name="connsiteX61" fmla="*/ 1361 w 2092"/>
                  <a:gd name="connsiteY61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263 w 2092"/>
                  <a:gd name="connsiteY59" fmla="*/ 2300 h 2911"/>
                  <a:gd name="connsiteX60" fmla="*/ 1186 w 2092"/>
                  <a:gd name="connsiteY60" fmla="*/ 2137 h 2911"/>
                  <a:gd name="connsiteX61" fmla="*/ 1361 w 2092"/>
                  <a:gd name="connsiteY61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219 w 2092"/>
                  <a:gd name="connsiteY58" fmla="*/ 2450 h 2911"/>
                  <a:gd name="connsiteX59" fmla="*/ 1186 w 2092"/>
                  <a:gd name="connsiteY59" fmla="*/ 2137 h 2911"/>
                  <a:gd name="connsiteX60" fmla="*/ 1361 w 2092"/>
                  <a:gd name="connsiteY60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186 w 2092"/>
                  <a:gd name="connsiteY58" fmla="*/ 2137 h 2911"/>
                  <a:gd name="connsiteX59" fmla="*/ 1361 w 2092"/>
                  <a:gd name="connsiteY59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200 w 2092"/>
                  <a:gd name="connsiteY57" fmla="*/ 2551 h 2911"/>
                  <a:gd name="connsiteX58" fmla="*/ 1186 w 2092"/>
                  <a:gd name="connsiteY58" fmla="*/ 2137 h 2911"/>
                  <a:gd name="connsiteX59" fmla="*/ 1361 w 2092"/>
                  <a:gd name="connsiteY59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186 w 2092"/>
                  <a:gd name="connsiteY57" fmla="*/ 2137 h 2911"/>
                  <a:gd name="connsiteX58" fmla="*/ 1361 w 2092"/>
                  <a:gd name="connsiteY58" fmla="*/ 1974 h 2911"/>
                  <a:gd name="connsiteX0" fmla="*/ 1368 w 2092"/>
                  <a:gd name="connsiteY0" fmla="*/ 1960 h 2911"/>
                  <a:gd name="connsiteX1" fmla="*/ 1366 w 2092"/>
                  <a:gd name="connsiteY1" fmla="*/ 1916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186 w 2092"/>
                  <a:gd name="connsiteY57" fmla="*/ 2137 h 2911"/>
                  <a:gd name="connsiteX0" fmla="*/ 1366 w 2092"/>
                  <a:gd name="connsiteY0" fmla="*/ 1916 h 2911"/>
                  <a:gd name="connsiteX1" fmla="*/ 1386 w 2092"/>
                  <a:gd name="connsiteY1" fmla="*/ 1814 h 2911"/>
                  <a:gd name="connsiteX2" fmla="*/ 1398 w 2092"/>
                  <a:gd name="connsiteY2" fmla="*/ 1698 h 2911"/>
                  <a:gd name="connsiteX3" fmla="*/ 1382 w 2092"/>
                  <a:gd name="connsiteY3" fmla="*/ 1554 h 2911"/>
                  <a:gd name="connsiteX4" fmla="*/ 1344 w 2092"/>
                  <a:gd name="connsiteY4" fmla="*/ 1367 h 2911"/>
                  <a:gd name="connsiteX5" fmla="*/ 1305 w 2092"/>
                  <a:gd name="connsiteY5" fmla="*/ 1201 h 2911"/>
                  <a:gd name="connsiteX6" fmla="*/ 1243 w 2092"/>
                  <a:gd name="connsiteY6" fmla="*/ 965 h 2911"/>
                  <a:gd name="connsiteX7" fmla="*/ 1233 w 2092"/>
                  <a:gd name="connsiteY7" fmla="*/ 648 h 2911"/>
                  <a:gd name="connsiteX8" fmla="*/ 1495 w 2092"/>
                  <a:gd name="connsiteY8" fmla="*/ 249 h 2911"/>
                  <a:gd name="connsiteX9" fmla="*/ 1735 w 2092"/>
                  <a:gd name="connsiteY9" fmla="*/ 104 h 2911"/>
                  <a:gd name="connsiteX10" fmla="*/ 1912 w 2092"/>
                  <a:gd name="connsiteY10" fmla="*/ 116 h 2911"/>
                  <a:gd name="connsiteX11" fmla="*/ 2042 w 2092"/>
                  <a:gd name="connsiteY11" fmla="*/ 197 h 2911"/>
                  <a:gd name="connsiteX12" fmla="*/ 2086 w 2092"/>
                  <a:gd name="connsiteY12" fmla="*/ 189 h 2911"/>
                  <a:gd name="connsiteX13" fmla="*/ 2063 w 2092"/>
                  <a:gd name="connsiteY13" fmla="*/ 109 h 2911"/>
                  <a:gd name="connsiteX14" fmla="*/ 1910 w 2092"/>
                  <a:gd name="connsiteY14" fmla="*/ 31 h 2911"/>
                  <a:gd name="connsiteX15" fmla="*/ 1740 w 2092"/>
                  <a:gd name="connsiteY15" fmla="*/ 18 h 2911"/>
                  <a:gd name="connsiteX16" fmla="*/ 1493 w 2092"/>
                  <a:gd name="connsiteY16" fmla="*/ 138 h 2911"/>
                  <a:gd name="connsiteX17" fmla="*/ 1253 w 2092"/>
                  <a:gd name="connsiteY17" fmla="*/ 415 h 2911"/>
                  <a:gd name="connsiteX18" fmla="*/ 1169 w 2092"/>
                  <a:gd name="connsiteY18" fmla="*/ 539 h 2911"/>
                  <a:gd name="connsiteX19" fmla="*/ 1122 w 2092"/>
                  <a:gd name="connsiteY19" fmla="*/ 510 h 2911"/>
                  <a:gd name="connsiteX20" fmla="*/ 1087 w 2092"/>
                  <a:gd name="connsiteY20" fmla="*/ 374 h 2911"/>
                  <a:gd name="connsiteX21" fmla="*/ 1019 w 2092"/>
                  <a:gd name="connsiteY21" fmla="*/ 366 h 2911"/>
                  <a:gd name="connsiteX22" fmla="*/ 993 w 2092"/>
                  <a:gd name="connsiteY22" fmla="*/ 444 h 2911"/>
                  <a:gd name="connsiteX23" fmla="*/ 953 w 2092"/>
                  <a:gd name="connsiteY23" fmla="*/ 550 h 2911"/>
                  <a:gd name="connsiteX24" fmla="*/ 844 w 2092"/>
                  <a:gd name="connsiteY24" fmla="*/ 433 h 2911"/>
                  <a:gd name="connsiteX25" fmla="*/ 756 w 2092"/>
                  <a:gd name="connsiteY25" fmla="*/ 326 h 2911"/>
                  <a:gd name="connsiteX26" fmla="*/ 605 w 2092"/>
                  <a:gd name="connsiteY26" fmla="*/ 167 h 2911"/>
                  <a:gd name="connsiteX27" fmla="*/ 377 w 2092"/>
                  <a:gd name="connsiteY27" fmla="*/ 60 h 2911"/>
                  <a:gd name="connsiteX28" fmla="*/ 184 w 2092"/>
                  <a:gd name="connsiteY28" fmla="*/ 69 h 2911"/>
                  <a:gd name="connsiteX29" fmla="*/ 38 w 2092"/>
                  <a:gd name="connsiteY29" fmla="*/ 162 h 2911"/>
                  <a:gd name="connsiteX30" fmla="*/ 4 w 2092"/>
                  <a:gd name="connsiteY30" fmla="*/ 215 h 2911"/>
                  <a:gd name="connsiteX31" fmla="*/ 13 w 2092"/>
                  <a:gd name="connsiteY31" fmla="*/ 248 h 2911"/>
                  <a:gd name="connsiteX32" fmla="*/ 61 w 2092"/>
                  <a:gd name="connsiteY32" fmla="*/ 246 h 2911"/>
                  <a:gd name="connsiteX33" fmla="*/ 144 w 2092"/>
                  <a:gd name="connsiteY33" fmla="*/ 173 h 2911"/>
                  <a:gd name="connsiteX34" fmla="*/ 256 w 2092"/>
                  <a:gd name="connsiteY34" fmla="*/ 127 h 2911"/>
                  <a:gd name="connsiteX35" fmla="*/ 434 w 2092"/>
                  <a:gd name="connsiteY35" fmla="*/ 149 h 2911"/>
                  <a:gd name="connsiteX36" fmla="*/ 572 w 2092"/>
                  <a:gd name="connsiteY36" fmla="*/ 237 h 2911"/>
                  <a:gd name="connsiteX37" fmla="*/ 659 w 2092"/>
                  <a:gd name="connsiteY37" fmla="*/ 333 h 2911"/>
                  <a:gd name="connsiteX38" fmla="*/ 748 w 2092"/>
                  <a:gd name="connsiteY38" fmla="*/ 442 h 2911"/>
                  <a:gd name="connsiteX39" fmla="*/ 835 w 2092"/>
                  <a:gd name="connsiteY39" fmla="*/ 586 h 2911"/>
                  <a:gd name="connsiteX40" fmla="*/ 881 w 2092"/>
                  <a:gd name="connsiteY40" fmla="*/ 704 h 2911"/>
                  <a:gd name="connsiteX41" fmla="*/ 877 w 2092"/>
                  <a:gd name="connsiteY41" fmla="*/ 903 h 2911"/>
                  <a:gd name="connsiteX42" fmla="*/ 795 w 2092"/>
                  <a:gd name="connsiteY42" fmla="*/ 1349 h 2911"/>
                  <a:gd name="connsiteX43" fmla="*/ 770 w 2092"/>
                  <a:gd name="connsiteY43" fmla="*/ 1560 h 2911"/>
                  <a:gd name="connsiteX44" fmla="*/ 946 w 2092"/>
                  <a:gd name="connsiteY44" fmla="*/ 2035 h 2911"/>
                  <a:gd name="connsiteX45" fmla="*/ 931 w 2092"/>
                  <a:gd name="connsiteY45" fmla="*/ 2677 h 2911"/>
                  <a:gd name="connsiteX46" fmla="*/ 906 w 2092"/>
                  <a:gd name="connsiteY46" fmla="*/ 2768 h 2911"/>
                  <a:gd name="connsiteX47" fmla="*/ 894 w 2092"/>
                  <a:gd name="connsiteY47" fmla="*/ 2839 h 2911"/>
                  <a:gd name="connsiteX48" fmla="*/ 904 w 2092"/>
                  <a:gd name="connsiteY48" fmla="*/ 2874 h 2911"/>
                  <a:gd name="connsiteX49" fmla="*/ 941 w 2092"/>
                  <a:gd name="connsiteY49" fmla="*/ 2906 h 2911"/>
                  <a:gd name="connsiteX50" fmla="*/ 1083 w 2092"/>
                  <a:gd name="connsiteY50" fmla="*/ 2906 h 2911"/>
                  <a:gd name="connsiteX51" fmla="*/ 1214 w 2092"/>
                  <a:gd name="connsiteY51" fmla="*/ 2901 h 2911"/>
                  <a:gd name="connsiteX52" fmla="*/ 1240 w 2092"/>
                  <a:gd name="connsiteY52" fmla="*/ 2863 h 2911"/>
                  <a:gd name="connsiteX53" fmla="*/ 1238 w 2092"/>
                  <a:gd name="connsiteY53" fmla="*/ 2799 h 2911"/>
                  <a:gd name="connsiteX54" fmla="*/ 1211 w 2092"/>
                  <a:gd name="connsiteY54" fmla="*/ 2733 h 2911"/>
                  <a:gd name="connsiteX55" fmla="*/ 1201 w 2092"/>
                  <a:gd name="connsiteY55" fmla="*/ 2652 h 2911"/>
                  <a:gd name="connsiteX56" fmla="*/ 1186 w 2092"/>
                  <a:gd name="connsiteY56" fmla="*/ 2137 h 2911"/>
                  <a:gd name="connsiteX0" fmla="*/ 1366 w 2092"/>
                  <a:gd name="connsiteY0" fmla="*/ 1916 h 2911"/>
                  <a:gd name="connsiteX1" fmla="*/ 1301 w 2092"/>
                  <a:gd name="connsiteY1" fmla="*/ 1860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186 w 2092"/>
                  <a:gd name="connsiteY57" fmla="*/ 2137 h 2911"/>
                  <a:gd name="connsiteX0" fmla="*/ 1301 w 2092"/>
                  <a:gd name="connsiteY0" fmla="*/ 1860 h 2911"/>
                  <a:gd name="connsiteX1" fmla="*/ 1386 w 2092"/>
                  <a:gd name="connsiteY1" fmla="*/ 1814 h 2911"/>
                  <a:gd name="connsiteX2" fmla="*/ 1398 w 2092"/>
                  <a:gd name="connsiteY2" fmla="*/ 1698 h 2911"/>
                  <a:gd name="connsiteX3" fmla="*/ 1382 w 2092"/>
                  <a:gd name="connsiteY3" fmla="*/ 1554 h 2911"/>
                  <a:gd name="connsiteX4" fmla="*/ 1344 w 2092"/>
                  <a:gd name="connsiteY4" fmla="*/ 1367 h 2911"/>
                  <a:gd name="connsiteX5" fmla="*/ 1305 w 2092"/>
                  <a:gd name="connsiteY5" fmla="*/ 1201 h 2911"/>
                  <a:gd name="connsiteX6" fmla="*/ 1243 w 2092"/>
                  <a:gd name="connsiteY6" fmla="*/ 965 h 2911"/>
                  <a:gd name="connsiteX7" fmla="*/ 1233 w 2092"/>
                  <a:gd name="connsiteY7" fmla="*/ 648 h 2911"/>
                  <a:gd name="connsiteX8" fmla="*/ 1495 w 2092"/>
                  <a:gd name="connsiteY8" fmla="*/ 249 h 2911"/>
                  <a:gd name="connsiteX9" fmla="*/ 1735 w 2092"/>
                  <a:gd name="connsiteY9" fmla="*/ 104 h 2911"/>
                  <a:gd name="connsiteX10" fmla="*/ 1912 w 2092"/>
                  <a:gd name="connsiteY10" fmla="*/ 116 h 2911"/>
                  <a:gd name="connsiteX11" fmla="*/ 2042 w 2092"/>
                  <a:gd name="connsiteY11" fmla="*/ 197 h 2911"/>
                  <a:gd name="connsiteX12" fmla="*/ 2086 w 2092"/>
                  <a:gd name="connsiteY12" fmla="*/ 189 h 2911"/>
                  <a:gd name="connsiteX13" fmla="*/ 2063 w 2092"/>
                  <a:gd name="connsiteY13" fmla="*/ 109 h 2911"/>
                  <a:gd name="connsiteX14" fmla="*/ 1910 w 2092"/>
                  <a:gd name="connsiteY14" fmla="*/ 31 h 2911"/>
                  <a:gd name="connsiteX15" fmla="*/ 1740 w 2092"/>
                  <a:gd name="connsiteY15" fmla="*/ 18 h 2911"/>
                  <a:gd name="connsiteX16" fmla="*/ 1493 w 2092"/>
                  <a:gd name="connsiteY16" fmla="*/ 138 h 2911"/>
                  <a:gd name="connsiteX17" fmla="*/ 1253 w 2092"/>
                  <a:gd name="connsiteY17" fmla="*/ 415 h 2911"/>
                  <a:gd name="connsiteX18" fmla="*/ 1169 w 2092"/>
                  <a:gd name="connsiteY18" fmla="*/ 539 h 2911"/>
                  <a:gd name="connsiteX19" fmla="*/ 1122 w 2092"/>
                  <a:gd name="connsiteY19" fmla="*/ 510 h 2911"/>
                  <a:gd name="connsiteX20" fmla="*/ 1087 w 2092"/>
                  <a:gd name="connsiteY20" fmla="*/ 374 h 2911"/>
                  <a:gd name="connsiteX21" fmla="*/ 1019 w 2092"/>
                  <a:gd name="connsiteY21" fmla="*/ 366 h 2911"/>
                  <a:gd name="connsiteX22" fmla="*/ 993 w 2092"/>
                  <a:gd name="connsiteY22" fmla="*/ 444 h 2911"/>
                  <a:gd name="connsiteX23" fmla="*/ 953 w 2092"/>
                  <a:gd name="connsiteY23" fmla="*/ 550 h 2911"/>
                  <a:gd name="connsiteX24" fmla="*/ 844 w 2092"/>
                  <a:gd name="connsiteY24" fmla="*/ 433 h 2911"/>
                  <a:gd name="connsiteX25" fmla="*/ 756 w 2092"/>
                  <a:gd name="connsiteY25" fmla="*/ 326 h 2911"/>
                  <a:gd name="connsiteX26" fmla="*/ 605 w 2092"/>
                  <a:gd name="connsiteY26" fmla="*/ 167 h 2911"/>
                  <a:gd name="connsiteX27" fmla="*/ 377 w 2092"/>
                  <a:gd name="connsiteY27" fmla="*/ 60 h 2911"/>
                  <a:gd name="connsiteX28" fmla="*/ 184 w 2092"/>
                  <a:gd name="connsiteY28" fmla="*/ 69 h 2911"/>
                  <a:gd name="connsiteX29" fmla="*/ 38 w 2092"/>
                  <a:gd name="connsiteY29" fmla="*/ 162 h 2911"/>
                  <a:gd name="connsiteX30" fmla="*/ 4 w 2092"/>
                  <a:gd name="connsiteY30" fmla="*/ 215 h 2911"/>
                  <a:gd name="connsiteX31" fmla="*/ 13 w 2092"/>
                  <a:gd name="connsiteY31" fmla="*/ 248 h 2911"/>
                  <a:gd name="connsiteX32" fmla="*/ 61 w 2092"/>
                  <a:gd name="connsiteY32" fmla="*/ 246 h 2911"/>
                  <a:gd name="connsiteX33" fmla="*/ 144 w 2092"/>
                  <a:gd name="connsiteY33" fmla="*/ 173 h 2911"/>
                  <a:gd name="connsiteX34" fmla="*/ 256 w 2092"/>
                  <a:gd name="connsiteY34" fmla="*/ 127 h 2911"/>
                  <a:gd name="connsiteX35" fmla="*/ 434 w 2092"/>
                  <a:gd name="connsiteY35" fmla="*/ 149 h 2911"/>
                  <a:gd name="connsiteX36" fmla="*/ 572 w 2092"/>
                  <a:gd name="connsiteY36" fmla="*/ 237 h 2911"/>
                  <a:gd name="connsiteX37" fmla="*/ 659 w 2092"/>
                  <a:gd name="connsiteY37" fmla="*/ 333 h 2911"/>
                  <a:gd name="connsiteX38" fmla="*/ 748 w 2092"/>
                  <a:gd name="connsiteY38" fmla="*/ 442 h 2911"/>
                  <a:gd name="connsiteX39" fmla="*/ 835 w 2092"/>
                  <a:gd name="connsiteY39" fmla="*/ 586 h 2911"/>
                  <a:gd name="connsiteX40" fmla="*/ 881 w 2092"/>
                  <a:gd name="connsiteY40" fmla="*/ 704 h 2911"/>
                  <a:gd name="connsiteX41" fmla="*/ 877 w 2092"/>
                  <a:gd name="connsiteY41" fmla="*/ 903 h 2911"/>
                  <a:gd name="connsiteX42" fmla="*/ 795 w 2092"/>
                  <a:gd name="connsiteY42" fmla="*/ 1349 h 2911"/>
                  <a:gd name="connsiteX43" fmla="*/ 770 w 2092"/>
                  <a:gd name="connsiteY43" fmla="*/ 1560 h 2911"/>
                  <a:gd name="connsiteX44" fmla="*/ 946 w 2092"/>
                  <a:gd name="connsiteY44" fmla="*/ 2035 h 2911"/>
                  <a:gd name="connsiteX45" fmla="*/ 931 w 2092"/>
                  <a:gd name="connsiteY45" fmla="*/ 2677 h 2911"/>
                  <a:gd name="connsiteX46" fmla="*/ 906 w 2092"/>
                  <a:gd name="connsiteY46" fmla="*/ 2768 h 2911"/>
                  <a:gd name="connsiteX47" fmla="*/ 894 w 2092"/>
                  <a:gd name="connsiteY47" fmla="*/ 2839 h 2911"/>
                  <a:gd name="connsiteX48" fmla="*/ 904 w 2092"/>
                  <a:gd name="connsiteY48" fmla="*/ 2874 h 2911"/>
                  <a:gd name="connsiteX49" fmla="*/ 941 w 2092"/>
                  <a:gd name="connsiteY49" fmla="*/ 2906 h 2911"/>
                  <a:gd name="connsiteX50" fmla="*/ 1083 w 2092"/>
                  <a:gd name="connsiteY50" fmla="*/ 2906 h 2911"/>
                  <a:gd name="connsiteX51" fmla="*/ 1214 w 2092"/>
                  <a:gd name="connsiteY51" fmla="*/ 2901 h 2911"/>
                  <a:gd name="connsiteX52" fmla="*/ 1240 w 2092"/>
                  <a:gd name="connsiteY52" fmla="*/ 2863 h 2911"/>
                  <a:gd name="connsiteX53" fmla="*/ 1238 w 2092"/>
                  <a:gd name="connsiteY53" fmla="*/ 2799 h 2911"/>
                  <a:gd name="connsiteX54" fmla="*/ 1211 w 2092"/>
                  <a:gd name="connsiteY54" fmla="*/ 2733 h 2911"/>
                  <a:gd name="connsiteX55" fmla="*/ 1201 w 2092"/>
                  <a:gd name="connsiteY55" fmla="*/ 2652 h 2911"/>
                  <a:gd name="connsiteX56" fmla="*/ 1186 w 2092"/>
                  <a:gd name="connsiteY56" fmla="*/ 2137 h 2911"/>
                  <a:gd name="connsiteX0" fmla="*/ 1301 w 2092"/>
                  <a:gd name="connsiteY0" fmla="*/ 1860 h 2911"/>
                  <a:gd name="connsiteX1" fmla="*/ 1189 w 2092"/>
                  <a:gd name="connsiteY1" fmla="*/ 2132 h 2911"/>
                  <a:gd name="connsiteX2" fmla="*/ 1386 w 2092"/>
                  <a:gd name="connsiteY2" fmla="*/ 1814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186 w 2092"/>
                  <a:gd name="connsiteY57" fmla="*/ 2137 h 2911"/>
                  <a:gd name="connsiteX0" fmla="*/ 1189 w 2092"/>
                  <a:gd name="connsiteY0" fmla="*/ 2132 h 2911"/>
                  <a:gd name="connsiteX1" fmla="*/ 1386 w 2092"/>
                  <a:gd name="connsiteY1" fmla="*/ 1814 h 2911"/>
                  <a:gd name="connsiteX2" fmla="*/ 1398 w 2092"/>
                  <a:gd name="connsiteY2" fmla="*/ 1698 h 2911"/>
                  <a:gd name="connsiteX3" fmla="*/ 1382 w 2092"/>
                  <a:gd name="connsiteY3" fmla="*/ 1554 h 2911"/>
                  <a:gd name="connsiteX4" fmla="*/ 1344 w 2092"/>
                  <a:gd name="connsiteY4" fmla="*/ 1367 h 2911"/>
                  <a:gd name="connsiteX5" fmla="*/ 1305 w 2092"/>
                  <a:gd name="connsiteY5" fmla="*/ 1201 h 2911"/>
                  <a:gd name="connsiteX6" fmla="*/ 1243 w 2092"/>
                  <a:gd name="connsiteY6" fmla="*/ 965 h 2911"/>
                  <a:gd name="connsiteX7" fmla="*/ 1233 w 2092"/>
                  <a:gd name="connsiteY7" fmla="*/ 648 h 2911"/>
                  <a:gd name="connsiteX8" fmla="*/ 1495 w 2092"/>
                  <a:gd name="connsiteY8" fmla="*/ 249 h 2911"/>
                  <a:gd name="connsiteX9" fmla="*/ 1735 w 2092"/>
                  <a:gd name="connsiteY9" fmla="*/ 104 h 2911"/>
                  <a:gd name="connsiteX10" fmla="*/ 1912 w 2092"/>
                  <a:gd name="connsiteY10" fmla="*/ 116 h 2911"/>
                  <a:gd name="connsiteX11" fmla="*/ 2042 w 2092"/>
                  <a:gd name="connsiteY11" fmla="*/ 197 h 2911"/>
                  <a:gd name="connsiteX12" fmla="*/ 2086 w 2092"/>
                  <a:gd name="connsiteY12" fmla="*/ 189 h 2911"/>
                  <a:gd name="connsiteX13" fmla="*/ 2063 w 2092"/>
                  <a:gd name="connsiteY13" fmla="*/ 109 h 2911"/>
                  <a:gd name="connsiteX14" fmla="*/ 1910 w 2092"/>
                  <a:gd name="connsiteY14" fmla="*/ 31 h 2911"/>
                  <a:gd name="connsiteX15" fmla="*/ 1740 w 2092"/>
                  <a:gd name="connsiteY15" fmla="*/ 18 h 2911"/>
                  <a:gd name="connsiteX16" fmla="*/ 1493 w 2092"/>
                  <a:gd name="connsiteY16" fmla="*/ 138 h 2911"/>
                  <a:gd name="connsiteX17" fmla="*/ 1253 w 2092"/>
                  <a:gd name="connsiteY17" fmla="*/ 415 h 2911"/>
                  <a:gd name="connsiteX18" fmla="*/ 1169 w 2092"/>
                  <a:gd name="connsiteY18" fmla="*/ 539 h 2911"/>
                  <a:gd name="connsiteX19" fmla="*/ 1122 w 2092"/>
                  <a:gd name="connsiteY19" fmla="*/ 510 h 2911"/>
                  <a:gd name="connsiteX20" fmla="*/ 1087 w 2092"/>
                  <a:gd name="connsiteY20" fmla="*/ 374 h 2911"/>
                  <a:gd name="connsiteX21" fmla="*/ 1019 w 2092"/>
                  <a:gd name="connsiteY21" fmla="*/ 366 h 2911"/>
                  <a:gd name="connsiteX22" fmla="*/ 993 w 2092"/>
                  <a:gd name="connsiteY22" fmla="*/ 444 h 2911"/>
                  <a:gd name="connsiteX23" fmla="*/ 953 w 2092"/>
                  <a:gd name="connsiteY23" fmla="*/ 550 h 2911"/>
                  <a:gd name="connsiteX24" fmla="*/ 844 w 2092"/>
                  <a:gd name="connsiteY24" fmla="*/ 433 h 2911"/>
                  <a:gd name="connsiteX25" fmla="*/ 756 w 2092"/>
                  <a:gd name="connsiteY25" fmla="*/ 326 h 2911"/>
                  <a:gd name="connsiteX26" fmla="*/ 605 w 2092"/>
                  <a:gd name="connsiteY26" fmla="*/ 167 h 2911"/>
                  <a:gd name="connsiteX27" fmla="*/ 377 w 2092"/>
                  <a:gd name="connsiteY27" fmla="*/ 60 h 2911"/>
                  <a:gd name="connsiteX28" fmla="*/ 184 w 2092"/>
                  <a:gd name="connsiteY28" fmla="*/ 69 h 2911"/>
                  <a:gd name="connsiteX29" fmla="*/ 38 w 2092"/>
                  <a:gd name="connsiteY29" fmla="*/ 162 h 2911"/>
                  <a:gd name="connsiteX30" fmla="*/ 4 w 2092"/>
                  <a:gd name="connsiteY30" fmla="*/ 215 h 2911"/>
                  <a:gd name="connsiteX31" fmla="*/ 13 w 2092"/>
                  <a:gd name="connsiteY31" fmla="*/ 248 h 2911"/>
                  <a:gd name="connsiteX32" fmla="*/ 61 w 2092"/>
                  <a:gd name="connsiteY32" fmla="*/ 246 h 2911"/>
                  <a:gd name="connsiteX33" fmla="*/ 144 w 2092"/>
                  <a:gd name="connsiteY33" fmla="*/ 173 h 2911"/>
                  <a:gd name="connsiteX34" fmla="*/ 256 w 2092"/>
                  <a:gd name="connsiteY34" fmla="*/ 127 h 2911"/>
                  <a:gd name="connsiteX35" fmla="*/ 434 w 2092"/>
                  <a:gd name="connsiteY35" fmla="*/ 149 h 2911"/>
                  <a:gd name="connsiteX36" fmla="*/ 572 w 2092"/>
                  <a:gd name="connsiteY36" fmla="*/ 237 h 2911"/>
                  <a:gd name="connsiteX37" fmla="*/ 659 w 2092"/>
                  <a:gd name="connsiteY37" fmla="*/ 333 h 2911"/>
                  <a:gd name="connsiteX38" fmla="*/ 748 w 2092"/>
                  <a:gd name="connsiteY38" fmla="*/ 442 h 2911"/>
                  <a:gd name="connsiteX39" fmla="*/ 835 w 2092"/>
                  <a:gd name="connsiteY39" fmla="*/ 586 h 2911"/>
                  <a:gd name="connsiteX40" fmla="*/ 881 w 2092"/>
                  <a:gd name="connsiteY40" fmla="*/ 704 h 2911"/>
                  <a:gd name="connsiteX41" fmla="*/ 877 w 2092"/>
                  <a:gd name="connsiteY41" fmla="*/ 903 h 2911"/>
                  <a:gd name="connsiteX42" fmla="*/ 795 w 2092"/>
                  <a:gd name="connsiteY42" fmla="*/ 1349 h 2911"/>
                  <a:gd name="connsiteX43" fmla="*/ 770 w 2092"/>
                  <a:gd name="connsiteY43" fmla="*/ 1560 h 2911"/>
                  <a:gd name="connsiteX44" fmla="*/ 946 w 2092"/>
                  <a:gd name="connsiteY44" fmla="*/ 2035 h 2911"/>
                  <a:gd name="connsiteX45" fmla="*/ 931 w 2092"/>
                  <a:gd name="connsiteY45" fmla="*/ 2677 h 2911"/>
                  <a:gd name="connsiteX46" fmla="*/ 906 w 2092"/>
                  <a:gd name="connsiteY46" fmla="*/ 2768 h 2911"/>
                  <a:gd name="connsiteX47" fmla="*/ 894 w 2092"/>
                  <a:gd name="connsiteY47" fmla="*/ 2839 h 2911"/>
                  <a:gd name="connsiteX48" fmla="*/ 904 w 2092"/>
                  <a:gd name="connsiteY48" fmla="*/ 2874 h 2911"/>
                  <a:gd name="connsiteX49" fmla="*/ 941 w 2092"/>
                  <a:gd name="connsiteY49" fmla="*/ 2906 h 2911"/>
                  <a:gd name="connsiteX50" fmla="*/ 1083 w 2092"/>
                  <a:gd name="connsiteY50" fmla="*/ 2906 h 2911"/>
                  <a:gd name="connsiteX51" fmla="*/ 1214 w 2092"/>
                  <a:gd name="connsiteY51" fmla="*/ 2901 h 2911"/>
                  <a:gd name="connsiteX52" fmla="*/ 1240 w 2092"/>
                  <a:gd name="connsiteY52" fmla="*/ 2863 h 2911"/>
                  <a:gd name="connsiteX53" fmla="*/ 1238 w 2092"/>
                  <a:gd name="connsiteY53" fmla="*/ 2799 h 2911"/>
                  <a:gd name="connsiteX54" fmla="*/ 1211 w 2092"/>
                  <a:gd name="connsiteY54" fmla="*/ 2733 h 2911"/>
                  <a:gd name="connsiteX55" fmla="*/ 1201 w 2092"/>
                  <a:gd name="connsiteY55" fmla="*/ 2652 h 2911"/>
                  <a:gd name="connsiteX56" fmla="*/ 1186 w 2092"/>
                  <a:gd name="connsiteY56" fmla="*/ 2137 h 2911"/>
                  <a:gd name="connsiteX0" fmla="*/ 1189 w 2092"/>
                  <a:gd name="connsiteY0" fmla="*/ 2132 h 2911"/>
                  <a:gd name="connsiteX1" fmla="*/ 1386 w 2092"/>
                  <a:gd name="connsiteY1" fmla="*/ 1814 h 2911"/>
                  <a:gd name="connsiteX2" fmla="*/ 1325 w 2092"/>
                  <a:gd name="connsiteY2" fmla="*/ 1752 h 2911"/>
                  <a:gd name="connsiteX3" fmla="*/ 1398 w 2092"/>
                  <a:gd name="connsiteY3" fmla="*/ 1698 h 2911"/>
                  <a:gd name="connsiteX4" fmla="*/ 1382 w 2092"/>
                  <a:gd name="connsiteY4" fmla="*/ 1554 h 2911"/>
                  <a:gd name="connsiteX5" fmla="*/ 1344 w 2092"/>
                  <a:gd name="connsiteY5" fmla="*/ 1367 h 2911"/>
                  <a:gd name="connsiteX6" fmla="*/ 1305 w 2092"/>
                  <a:gd name="connsiteY6" fmla="*/ 1201 h 2911"/>
                  <a:gd name="connsiteX7" fmla="*/ 1243 w 2092"/>
                  <a:gd name="connsiteY7" fmla="*/ 965 h 2911"/>
                  <a:gd name="connsiteX8" fmla="*/ 1233 w 2092"/>
                  <a:gd name="connsiteY8" fmla="*/ 648 h 2911"/>
                  <a:gd name="connsiteX9" fmla="*/ 1495 w 2092"/>
                  <a:gd name="connsiteY9" fmla="*/ 249 h 2911"/>
                  <a:gd name="connsiteX10" fmla="*/ 1735 w 2092"/>
                  <a:gd name="connsiteY10" fmla="*/ 104 h 2911"/>
                  <a:gd name="connsiteX11" fmla="*/ 1912 w 2092"/>
                  <a:gd name="connsiteY11" fmla="*/ 116 h 2911"/>
                  <a:gd name="connsiteX12" fmla="*/ 2042 w 2092"/>
                  <a:gd name="connsiteY12" fmla="*/ 197 h 2911"/>
                  <a:gd name="connsiteX13" fmla="*/ 2086 w 2092"/>
                  <a:gd name="connsiteY13" fmla="*/ 189 h 2911"/>
                  <a:gd name="connsiteX14" fmla="*/ 2063 w 2092"/>
                  <a:gd name="connsiteY14" fmla="*/ 109 h 2911"/>
                  <a:gd name="connsiteX15" fmla="*/ 1910 w 2092"/>
                  <a:gd name="connsiteY15" fmla="*/ 31 h 2911"/>
                  <a:gd name="connsiteX16" fmla="*/ 1740 w 2092"/>
                  <a:gd name="connsiteY16" fmla="*/ 18 h 2911"/>
                  <a:gd name="connsiteX17" fmla="*/ 1493 w 2092"/>
                  <a:gd name="connsiteY17" fmla="*/ 138 h 2911"/>
                  <a:gd name="connsiteX18" fmla="*/ 1253 w 2092"/>
                  <a:gd name="connsiteY18" fmla="*/ 415 h 2911"/>
                  <a:gd name="connsiteX19" fmla="*/ 1169 w 2092"/>
                  <a:gd name="connsiteY19" fmla="*/ 539 h 2911"/>
                  <a:gd name="connsiteX20" fmla="*/ 1122 w 2092"/>
                  <a:gd name="connsiteY20" fmla="*/ 510 h 2911"/>
                  <a:gd name="connsiteX21" fmla="*/ 1087 w 2092"/>
                  <a:gd name="connsiteY21" fmla="*/ 374 h 2911"/>
                  <a:gd name="connsiteX22" fmla="*/ 1019 w 2092"/>
                  <a:gd name="connsiteY22" fmla="*/ 366 h 2911"/>
                  <a:gd name="connsiteX23" fmla="*/ 993 w 2092"/>
                  <a:gd name="connsiteY23" fmla="*/ 444 h 2911"/>
                  <a:gd name="connsiteX24" fmla="*/ 953 w 2092"/>
                  <a:gd name="connsiteY24" fmla="*/ 550 h 2911"/>
                  <a:gd name="connsiteX25" fmla="*/ 844 w 2092"/>
                  <a:gd name="connsiteY25" fmla="*/ 433 h 2911"/>
                  <a:gd name="connsiteX26" fmla="*/ 756 w 2092"/>
                  <a:gd name="connsiteY26" fmla="*/ 326 h 2911"/>
                  <a:gd name="connsiteX27" fmla="*/ 605 w 2092"/>
                  <a:gd name="connsiteY27" fmla="*/ 167 h 2911"/>
                  <a:gd name="connsiteX28" fmla="*/ 377 w 2092"/>
                  <a:gd name="connsiteY28" fmla="*/ 60 h 2911"/>
                  <a:gd name="connsiteX29" fmla="*/ 184 w 2092"/>
                  <a:gd name="connsiteY29" fmla="*/ 69 h 2911"/>
                  <a:gd name="connsiteX30" fmla="*/ 38 w 2092"/>
                  <a:gd name="connsiteY30" fmla="*/ 162 h 2911"/>
                  <a:gd name="connsiteX31" fmla="*/ 4 w 2092"/>
                  <a:gd name="connsiteY31" fmla="*/ 215 h 2911"/>
                  <a:gd name="connsiteX32" fmla="*/ 13 w 2092"/>
                  <a:gd name="connsiteY32" fmla="*/ 248 h 2911"/>
                  <a:gd name="connsiteX33" fmla="*/ 61 w 2092"/>
                  <a:gd name="connsiteY33" fmla="*/ 246 h 2911"/>
                  <a:gd name="connsiteX34" fmla="*/ 144 w 2092"/>
                  <a:gd name="connsiteY34" fmla="*/ 173 h 2911"/>
                  <a:gd name="connsiteX35" fmla="*/ 256 w 2092"/>
                  <a:gd name="connsiteY35" fmla="*/ 127 h 2911"/>
                  <a:gd name="connsiteX36" fmla="*/ 434 w 2092"/>
                  <a:gd name="connsiteY36" fmla="*/ 149 h 2911"/>
                  <a:gd name="connsiteX37" fmla="*/ 572 w 2092"/>
                  <a:gd name="connsiteY37" fmla="*/ 237 h 2911"/>
                  <a:gd name="connsiteX38" fmla="*/ 659 w 2092"/>
                  <a:gd name="connsiteY38" fmla="*/ 333 h 2911"/>
                  <a:gd name="connsiteX39" fmla="*/ 748 w 2092"/>
                  <a:gd name="connsiteY39" fmla="*/ 442 h 2911"/>
                  <a:gd name="connsiteX40" fmla="*/ 835 w 2092"/>
                  <a:gd name="connsiteY40" fmla="*/ 586 h 2911"/>
                  <a:gd name="connsiteX41" fmla="*/ 881 w 2092"/>
                  <a:gd name="connsiteY41" fmla="*/ 704 h 2911"/>
                  <a:gd name="connsiteX42" fmla="*/ 877 w 2092"/>
                  <a:gd name="connsiteY42" fmla="*/ 903 h 2911"/>
                  <a:gd name="connsiteX43" fmla="*/ 795 w 2092"/>
                  <a:gd name="connsiteY43" fmla="*/ 1349 h 2911"/>
                  <a:gd name="connsiteX44" fmla="*/ 770 w 2092"/>
                  <a:gd name="connsiteY44" fmla="*/ 1560 h 2911"/>
                  <a:gd name="connsiteX45" fmla="*/ 946 w 2092"/>
                  <a:gd name="connsiteY45" fmla="*/ 2035 h 2911"/>
                  <a:gd name="connsiteX46" fmla="*/ 931 w 2092"/>
                  <a:gd name="connsiteY46" fmla="*/ 2677 h 2911"/>
                  <a:gd name="connsiteX47" fmla="*/ 906 w 2092"/>
                  <a:gd name="connsiteY47" fmla="*/ 2768 h 2911"/>
                  <a:gd name="connsiteX48" fmla="*/ 894 w 2092"/>
                  <a:gd name="connsiteY48" fmla="*/ 2839 h 2911"/>
                  <a:gd name="connsiteX49" fmla="*/ 904 w 2092"/>
                  <a:gd name="connsiteY49" fmla="*/ 2874 h 2911"/>
                  <a:gd name="connsiteX50" fmla="*/ 941 w 2092"/>
                  <a:gd name="connsiteY50" fmla="*/ 2906 h 2911"/>
                  <a:gd name="connsiteX51" fmla="*/ 1083 w 2092"/>
                  <a:gd name="connsiteY51" fmla="*/ 2906 h 2911"/>
                  <a:gd name="connsiteX52" fmla="*/ 1214 w 2092"/>
                  <a:gd name="connsiteY52" fmla="*/ 2901 h 2911"/>
                  <a:gd name="connsiteX53" fmla="*/ 1240 w 2092"/>
                  <a:gd name="connsiteY53" fmla="*/ 2863 h 2911"/>
                  <a:gd name="connsiteX54" fmla="*/ 1238 w 2092"/>
                  <a:gd name="connsiteY54" fmla="*/ 2799 h 2911"/>
                  <a:gd name="connsiteX55" fmla="*/ 1211 w 2092"/>
                  <a:gd name="connsiteY55" fmla="*/ 2733 h 2911"/>
                  <a:gd name="connsiteX56" fmla="*/ 1201 w 2092"/>
                  <a:gd name="connsiteY56" fmla="*/ 2652 h 2911"/>
                  <a:gd name="connsiteX57" fmla="*/ 1186 w 2092"/>
                  <a:gd name="connsiteY57" fmla="*/ 2137 h 2911"/>
                  <a:gd name="connsiteX0" fmla="*/ 1189 w 2092"/>
                  <a:gd name="connsiteY0" fmla="*/ 2132 h 2911"/>
                  <a:gd name="connsiteX1" fmla="*/ 1386 w 2092"/>
                  <a:gd name="connsiteY1" fmla="*/ 1814 h 2911"/>
                  <a:gd name="connsiteX2" fmla="*/ 1398 w 2092"/>
                  <a:gd name="connsiteY2" fmla="*/ 1698 h 2911"/>
                  <a:gd name="connsiteX3" fmla="*/ 1382 w 2092"/>
                  <a:gd name="connsiteY3" fmla="*/ 1554 h 2911"/>
                  <a:gd name="connsiteX4" fmla="*/ 1344 w 2092"/>
                  <a:gd name="connsiteY4" fmla="*/ 1367 h 2911"/>
                  <a:gd name="connsiteX5" fmla="*/ 1305 w 2092"/>
                  <a:gd name="connsiteY5" fmla="*/ 1201 h 2911"/>
                  <a:gd name="connsiteX6" fmla="*/ 1243 w 2092"/>
                  <a:gd name="connsiteY6" fmla="*/ 965 h 2911"/>
                  <a:gd name="connsiteX7" fmla="*/ 1233 w 2092"/>
                  <a:gd name="connsiteY7" fmla="*/ 648 h 2911"/>
                  <a:gd name="connsiteX8" fmla="*/ 1495 w 2092"/>
                  <a:gd name="connsiteY8" fmla="*/ 249 h 2911"/>
                  <a:gd name="connsiteX9" fmla="*/ 1735 w 2092"/>
                  <a:gd name="connsiteY9" fmla="*/ 104 h 2911"/>
                  <a:gd name="connsiteX10" fmla="*/ 1912 w 2092"/>
                  <a:gd name="connsiteY10" fmla="*/ 116 h 2911"/>
                  <a:gd name="connsiteX11" fmla="*/ 2042 w 2092"/>
                  <a:gd name="connsiteY11" fmla="*/ 197 h 2911"/>
                  <a:gd name="connsiteX12" fmla="*/ 2086 w 2092"/>
                  <a:gd name="connsiteY12" fmla="*/ 189 h 2911"/>
                  <a:gd name="connsiteX13" fmla="*/ 2063 w 2092"/>
                  <a:gd name="connsiteY13" fmla="*/ 109 h 2911"/>
                  <a:gd name="connsiteX14" fmla="*/ 1910 w 2092"/>
                  <a:gd name="connsiteY14" fmla="*/ 31 h 2911"/>
                  <a:gd name="connsiteX15" fmla="*/ 1740 w 2092"/>
                  <a:gd name="connsiteY15" fmla="*/ 18 h 2911"/>
                  <a:gd name="connsiteX16" fmla="*/ 1493 w 2092"/>
                  <a:gd name="connsiteY16" fmla="*/ 138 h 2911"/>
                  <a:gd name="connsiteX17" fmla="*/ 1253 w 2092"/>
                  <a:gd name="connsiteY17" fmla="*/ 415 h 2911"/>
                  <a:gd name="connsiteX18" fmla="*/ 1169 w 2092"/>
                  <a:gd name="connsiteY18" fmla="*/ 539 h 2911"/>
                  <a:gd name="connsiteX19" fmla="*/ 1122 w 2092"/>
                  <a:gd name="connsiteY19" fmla="*/ 510 h 2911"/>
                  <a:gd name="connsiteX20" fmla="*/ 1087 w 2092"/>
                  <a:gd name="connsiteY20" fmla="*/ 374 h 2911"/>
                  <a:gd name="connsiteX21" fmla="*/ 1019 w 2092"/>
                  <a:gd name="connsiteY21" fmla="*/ 366 h 2911"/>
                  <a:gd name="connsiteX22" fmla="*/ 993 w 2092"/>
                  <a:gd name="connsiteY22" fmla="*/ 444 h 2911"/>
                  <a:gd name="connsiteX23" fmla="*/ 953 w 2092"/>
                  <a:gd name="connsiteY23" fmla="*/ 550 h 2911"/>
                  <a:gd name="connsiteX24" fmla="*/ 844 w 2092"/>
                  <a:gd name="connsiteY24" fmla="*/ 433 h 2911"/>
                  <a:gd name="connsiteX25" fmla="*/ 756 w 2092"/>
                  <a:gd name="connsiteY25" fmla="*/ 326 h 2911"/>
                  <a:gd name="connsiteX26" fmla="*/ 605 w 2092"/>
                  <a:gd name="connsiteY26" fmla="*/ 167 h 2911"/>
                  <a:gd name="connsiteX27" fmla="*/ 377 w 2092"/>
                  <a:gd name="connsiteY27" fmla="*/ 60 h 2911"/>
                  <a:gd name="connsiteX28" fmla="*/ 184 w 2092"/>
                  <a:gd name="connsiteY28" fmla="*/ 69 h 2911"/>
                  <a:gd name="connsiteX29" fmla="*/ 38 w 2092"/>
                  <a:gd name="connsiteY29" fmla="*/ 162 h 2911"/>
                  <a:gd name="connsiteX30" fmla="*/ 4 w 2092"/>
                  <a:gd name="connsiteY30" fmla="*/ 215 h 2911"/>
                  <a:gd name="connsiteX31" fmla="*/ 13 w 2092"/>
                  <a:gd name="connsiteY31" fmla="*/ 248 h 2911"/>
                  <a:gd name="connsiteX32" fmla="*/ 61 w 2092"/>
                  <a:gd name="connsiteY32" fmla="*/ 246 h 2911"/>
                  <a:gd name="connsiteX33" fmla="*/ 144 w 2092"/>
                  <a:gd name="connsiteY33" fmla="*/ 173 h 2911"/>
                  <a:gd name="connsiteX34" fmla="*/ 256 w 2092"/>
                  <a:gd name="connsiteY34" fmla="*/ 127 h 2911"/>
                  <a:gd name="connsiteX35" fmla="*/ 434 w 2092"/>
                  <a:gd name="connsiteY35" fmla="*/ 149 h 2911"/>
                  <a:gd name="connsiteX36" fmla="*/ 572 w 2092"/>
                  <a:gd name="connsiteY36" fmla="*/ 237 h 2911"/>
                  <a:gd name="connsiteX37" fmla="*/ 659 w 2092"/>
                  <a:gd name="connsiteY37" fmla="*/ 333 h 2911"/>
                  <a:gd name="connsiteX38" fmla="*/ 748 w 2092"/>
                  <a:gd name="connsiteY38" fmla="*/ 442 h 2911"/>
                  <a:gd name="connsiteX39" fmla="*/ 835 w 2092"/>
                  <a:gd name="connsiteY39" fmla="*/ 586 h 2911"/>
                  <a:gd name="connsiteX40" fmla="*/ 881 w 2092"/>
                  <a:gd name="connsiteY40" fmla="*/ 704 h 2911"/>
                  <a:gd name="connsiteX41" fmla="*/ 877 w 2092"/>
                  <a:gd name="connsiteY41" fmla="*/ 903 h 2911"/>
                  <a:gd name="connsiteX42" fmla="*/ 795 w 2092"/>
                  <a:gd name="connsiteY42" fmla="*/ 1349 h 2911"/>
                  <a:gd name="connsiteX43" fmla="*/ 770 w 2092"/>
                  <a:gd name="connsiteY43" fmla="*/ 1560 h 2911"/>
                  <a:gd name="connsiteX44" fmla="*/ 946 w 2092"/>
                  <a:gd name="connsiteY44" fmla="*/ 2035 h 2911"/>
                  <a:gd name="connsiteX45" fmla="*/ 931 w 2092"/>
                  <a:gd name="connsiteY45" fmla="*/ 2677 h 2911"/>
                  <a:gd name="connsiteX46" fmla="*/ 906 w 2092"/>
                  <a:gd name="connsiteY46" fmla="*/ 2768 h 2911"/>
                  <a:gd name="connsiteX47" fmla="*/ 894 w 2092"/>
                  <a:gd name="connsiteY47" fmla="*/ 2839 h 2911"/>
                  <a:gd name="connsiteX48" fmla="*/ 904 w 2092"/>
                  <a:gd name="connsiteY48" fmla="*/ 2874 h 2911"/>
                  <a:gd name="connsiteX49" fmla="*/ 941 w 2092"/>
                  <a:gd name="connsiteY49" fmla="*/ 2906 h 2911"/>
                  <a:gd name="connsiteX50" fmla="*/ 1083 w 2092"/>
                  <a:gd name="connsiteY50" fmla="*/ 2906 h 2911"/>
                  <a:gd name="connsiteX51" fmla="*/ 1214 w 2092"/>
                  <a:gd name="connsiteY51" fmla="*/ 2901 h 2911"/>
                  <a:gd name="connsiteX52" fmla="*/ 1240 w 2092"/>
                  <a:gd name="connsiteY52" fmla="*/ 2863 h 2911"/>
                  <a:gd name="connsiteX53" fmla="*/ 1238 w 2092"/>
                  <a:gd name="connsiteY53" fmla="*/ 2799 h 2911"/>
                  <a:gd name="connsiteX54" fmla="*/ 1211 w 2092"/>
                  <a:gd name="connsiteY54" fmla="*/ 2733 h 2911"/>
                  <a:gd name="connsiteX55" fmla="*/ 1201 w 2092"/>
                  <a:gd name="connsiteY55" fmla="*/ 2652 h 2911"/>
                  <a:gd name="connsiteX56" fmla="*/ 1186 w 2092"/>
                  <a:gd name="connsiteY56" fmla="*/ 2137 h 2911"/>
                  <a:gd name="connsiteX0" fmla="*/ 1189 w 2092"/>
                  <a:gd name="connsiteY0" fmla="*/ 2132 h 2911"/>
                  <a:gd name="connsiteX1" fmla="*/ 1398 w 2092"/>
                  <a:gd name="connsiteY1" fmla="*/ 1698 h 2911"/>
                  <a:gd name="connsiteX2" fmla="*/ 1382 w 2092"/>
                  <a:gd name="connsiteY2" fmla="*/ 1554 h 2911"/>
                  <a:gd name="connsiteX3" fmla="*/ 1344 w 2092"/>
                  <a:gd name="connsiteY3" fmla="*/ 1367 h 2911"/>
                  <a:gd name="connsiteX4" fmla="*/ 1305 w 2092"/>
                  <a:gd name="connsiteY4" fmla="*/ 1201 h 2911"/>
                  <a:gd name="connsiteX5" fmla="*/ 1243 w 2092"/>
                  <a:gd name="connsiteY5" fmla="*/ 965 h 2911"/>
                  <a:gd name="connsiteX6" fmla="*/ 1233 w 2092"/>
                  <a:gd name="connsiteY6" fmla="*/ 648 h 2911"/>
                  <a:gd name="connsiteX7" fmla="*/ 1495 w 2092"/>
                  <a:gd name="connsiteY7" fmla="*/ 249 h 2911"/>
                  <a:gd name="connsiteX8" fmla="*/ 1735 w 2092"/>
                  <a:gd name="connsiteY8" fmla="*/ 104 h 2911"/>
                  <a:gd name="connsiteX9" fmla="*/ 1912 w 2092"/>
                  <a:gd name="connsiteY9" fmla="*/ 116 h 2911"/>
                  <a:gd name="connsiteX10" fmla="*/ 2042 w 2092"/>
                  <a:gd name="connsiteY10" fmla="*/ 197 h 2911"/>
                  <a:gd name="connsiteX11" fmla="*/ 2086 w 2092"/>
                  <a:gd name="connsiteY11" fmla="*/ 189 h 2911"/>
                  <a:gd name="connsiteX12" fmla="*/ 2063 w 2092"/>
                  <a:gd name="connsiteY12" fmla="*/ 109 h 2911"/>
                  <a:gd name="connsiteX13" fmla="*/ 1910 w 2092"/>
                  <a:gd name="connsiteY13" fmla="*/ 31 h 2911"/>
                  <a:gd name="connsiteX14" fmla="*/ 1740 w 2092"/>
                  <a:gd name="connsiteY14" fmla="*/ 18 h 2911"/>
                  <a:gd name="connsiteX15" fmla="*/ 1493 w 2092"/>
                  <a:gd name="connsiteY15" fmla="*/ 138 h 2911"/>
                  <a:gd name="connsiteX16" fmla="*/ 1253 w 2092"/>
                  <a:gd name="connsiteY16" fmla="*/ 415 h 2911"/>
                  <a:gd name="connsiteX17" fmla="*/ 1169 w 2092"/>
                  <a:gd name="connsiteY17" fmla="*/ 539 h 2911"/>
                  <a:gd name="connsiteX18" fmla="*/ 1122 w 2092"/>
                  <a:gd name="connsiteY18" fmla="*/ 510 h 2911"/>
                  <a:gd name="connsiteX19" fmla="*/ 1087 w 2092"/>
                  <a:gd name="connsiteY19" fmla="*/ 374 h 2911"/>
                  <a:gd name="connsiteX20" fmla="*/ 1019 w 2092"/>
                  <a:gd name="connsiteY20" fmla="*/ 366 h 2911"/>
                  <a:gd name="connsiteX21" fmla="*/ 993 w 2092"/>
                  <a:gd name="connsiteY21" fmla="*/ 444 h 2911"/>
                  <a:gd name="connsiteX22" fmla="*/ 953 w 2092"/>
                  <a:gd name="connsiteY22" fmla="*/ 550 h 2911"/>
                  <a:gd name="connsiteX23" fmla="*/ 844 w 2092"/>
                  <a:gd name="connsiteY23" fmla="*/ 433 h 2911"/>
                  <a:gd name="connsiteX24" fmla="*/ 756 w 2092"/>
                  <a:gd name="connsiteY24" fmla="*/ 326 h 2911"/>
                  <a:gd name="connsiteX25" fmla="*/ 605 w 2092"/>
                  <a:gd name="connsiteY25" fmla="*/ 167 h 2911"/>
                  <a:gd name="connsiteX26" fmla="*/ 377 w 2092"/>
                  <a:gd name="connsiteY26" fmla="*/ 60 h 2911"/>
                  <a:gd name="connsiteX27" fmla="*/ 184 w 2092"/>
                  <a:gd name="connsiteY27" fmla="*/ 69 h 2911"/>
                  <a:gd name="connsiteX28" fmla="*/ 38 w 2092"/>
                  <a:gd name="connsiteY28" fmla="*/ 162 h 2911"/>
                  <a:gd name="connsiteX29" fmla="*/ 4 w 2092"/>
                  <a:gd name="connsiteY29" fmla="*/ 215 h 2911"/>
                  <a:gd name="connsiteX30" fmla="*/ 13 w 2092"/>
                  <a:gd name="connsiteY30" fmla="*/ 248 h 2911"/>
                  <a:gd name="connsiteX31" fmla="*/ 61 w 2092"/>
                  <a:gd name="connsiteY31" fmla="*/ 246 h 2911"/>
                  <a:gd name="connsiteX32" fmla="*/ 144 w 2092"/>
                  <a:gd name="connsiteY32" fmla="*/ 173 h 2911"/>
                  <a:gd name="connsiteX33" fmla="*/ 256 w 2092"/>
                  <a:gd name="connsiteY33" fmla="*/ 127 h 2911"/>
                  <a:gd name="connsiteX34" fmla="*/ 434 w 2092"/>
                  <a:gd name="connsiteY34" fmla="*/ 149 h 2911"/>
                  <a:gd name="connsiteX35" fmla="*/ 572 w 2092"/>
                  <a:gd name="connsiteY35" fmla="*/ 237 h 2911"/>
                  <a:gd name="connsiteX36" fmla="*/ 659 w 2092"/>
                  <a:gd name="connsiteY36" fmla="*/ 333 h 2911"/>
                  <a:gd name="connsiteX37" fmla="*/ 748 w 2092"/>
                  <a:gd name="connsiteY37" fmla="*/ 442 h 2911"/>
                  <a:gd name="connsiteX38" fmla="*/ 835 w 2092"/>
                  <a:gd name="connsiteY38" fmla="*/ 586 h 2911"/>
                  <a:gd name="connsiteX39" fmla="*/ 881 w 2092"/>
                  <a:gd name="connsiteY39" fmla="*/ 704 h 2911"/>
                  <a:gd name="connsiteX40" fmla="*/ 877 w 2092"/>
                  <a:gd name="connsiteY40" fmla="*/ 903 h 2911"/>
                  <a:gd name="connsiteX41" fmla="*/ 795 w 2092"/>
                  <a:gd name="connsiteY41" fmla="*/ 1349 h 2911"/>
                  <a:gd name="connsiteX42" fmla="*/ 770 w 2092"/>
                  <a:gd name="connsiteY42" fmla="*/ 1560 h 2911"/>
                  <a:gd name="connsiteX43" fmla="*/ 946 w 2092"/>
                  <a:gd name="connsiteY43" fmla="*/ 2035 h 2911"/>
                  <a:gd name="connsiteX44" fmla="*/ 931 w 2092"/>
                  <a:gd name="connsiteY44" fmla="*/ 2677 h 2911"/>
                  <a:gd name="connsiteX45" fmla="*/ 906 w 2092"/>
                  <a:gd name="connsiteY45" fmla="*/ 2768 h 2911"/>
                  <a:gd name="connsiteX46" fmla="*/ 894 w 2092"/>
                  <a:gd name="connsiteY46" fmla="*/ 2839 h 2911"/>
                  <a:gd name="connsiteX47" fmla="*/ 904 w 2092"/>
                  <a:gd name="connsiteY47" fmla="*/ 2874 h 2911"/>
                  <a:gd name="connsiteX48" fmla="*/ 941 w 2092"/>
                  <a:gd name="connsiteY48" fmla="*/ 2906 h 2911"/>
                  <a:gd name="connsiteX49" fmla="*/ 1083 w 2092"/>
                  <a:gd name="connsiteY49" fmla="*/ 2906 h 2911"/>
                  <a:gd name="connsiteX50" fmla="*/ 1214 w 2092"/>
                  <a:gd name="connsiteY50" fmla="*/ 2901 h 2911"/>
                  <a:gd name="connsiteX51" fmla="*/ 1240 w 2092"/>
                  <a:gd name="connsiteY51" fmla="*/ 2863 h 2911"/>
                  <a:gd name="connsiteX52" fmla="*/ 1238 w 2092"/>
                  <a:gd name="connsiteY52" fmla="*/ 2799 h 2911"/>
                  <a:gd name="connsiteX53" fmla="*/ 1211 w 2092"/>
                  <a:gd name="connsiteY53" fmla="*/ 2733 h 2911"/>
                  <a:gd name="connsiteX54" fmla="*/ 1201 w 2092"/>
                  <a:gd name="connsiteY54" fmla="*/ 2652 h 2911"/>
                  <a:gd name="connsiteX55" fmla="*/ 1186 w 2092"/>
                  <a:gd name="connsiteY55" fmla="*/ 2137 h 2911"/>
                  <a:gd name="connsiteX0" fmla="*/ 1189 w 2092"/>
                  <a:gd name="connsiteY0" fmla="*/ 2132 h 2911"/>
                  <a:gd name="connsiteX1" fmla="*/ 1382 w 2092"/>
                  <a:gd name="connsiteY1" fmla="*/ 1554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137 h 2911"/>
                  <a:gd name="connsiteX0" fmla="*/ 1189 w 2092"/>
                  <a:gd name="connsiteY0" fmla="*/ 2132 h 2911"/>
                  <a:gd name="connsiteX1" fmla="*/ 1382 w 2092"/>
                  <a:gd name="connsiteY1" fmla="*/ 1554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82 w 2092"/>
                  <a:gd name="connsiteY1" fmla="*/ 1554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82 w 2092"/>
                  <a:gd name="connsiteY1" fmla="*/ 1554 h 2911"/>
                  <a:gd name="connsiteX2" fmla="*/ 1338 w 2092"/>
                  <a:gd name="connsiteY2" fmla="*/ 1467 h 2911"/>
                  <a:gd name="connsiteX3" fmla="*/ 1344 w 2092"/>
                  <a:gd name="connsiteY3" fmla="*/ 1367 h 2911"/>
                  <a:gd name="connsiteX4" fmla="*/ 1305 w 2092"/>
                  <a:gd name="connsiteY4" fmla="*/ 1201 h 2911"/>
                  <a:gd name="connsiteX5" fmla="*/ 1243 w 2092"/>
                  <a:gd name="connsiteY5" fmla="*/ 965 h 2911"/>
                  <a:gd name="connsiteX6" fmla="*/ 1233 w 2092"/>
                  <a:gd name="connsiteY6" fmla="*/ 648 h 2911"/>
                  <a:gd name="connsiteX7" fmla="*/ 1495 w 2092"/>
                  <a:gd name="connsiteY7" fmla="*/ 249 h 2911"/>
                  <a:gd name="connsiteX8" fmla="*/ 1735 w 2092"/>
                  <a:gd name="connsiteY8" fmla="*/ 104 h 2911"/>
                  <a:gd name="connsiteX9" fmla="*/ 1912 w 2092"/>
                  <a:gd name="connsiteY9" fmla="*/ 116 h 2911"/>
                  <a:gd name="connsiteX10" fmla="*/ 2042 w 2092"/>
                  <a:gd name="connsiteY10" fmla="*/ 197 h 2911"/>
                  <a:gd name="connsiteX11" fmla="*/ 2086 w 2092"/>
                  <a:gd name="connsiteY11" fmla="*/ 189 h 2911"/>
                  <a:gd name="connsiteX12" fmla="*/ 2063 w 2092"/>
                  <a:gd name="connsiteY12" fmla="*/ 109 h 2911"/>
                  <a:gd name="connsiteX13" fmla="*/ 1910 w 2092"/>
                  <a:gd name="connsiteY13" fmla="*/ 31 h 2911"/>
                  <a:gd name="connsiteX14" fmla="*/ 1740 w 2092"/>
                  <a:gd name="connsiteY14" fmla="*/ 18 h 2911"/>
                  <a:gd name="connsiteX15" fmla="*/ 1493 w 2092"/>
                  <a:gd name="connsiteY15" fmla="*/ 138 h 2911"/>
                  <a:gd name="connsiteX16" fmla="*/ 1253 w 2092"/>
                  <a:gd name="connsiteY16" fmla="*/ 415 h 2911"/>
                  <a:gd name="connsiteX17" fmla="*/ 1169 w 2092"/>
                  <a:gd name="connsiteY17" fmla="*/ 539 h 2911"/>
                  <a:gd name="connsiteX18" fmla="*/ 1122 w 2092"/>
                  <a:gd name="connsiteY18" fmla="*/ 510 h 2911"/>
                  <a:gd name="connsiteX19" fmla="*/ 1087 w 2092"/>
                  <a:gd name="connsiteY19" fmla="*/ 374 h 2911"/>
                  <a:gd name="connsiteX20" fmla="*/ 1019 w 2092"/>
                  <a:gd name="connsiteY20" fmla="*/ 366 h 2911"/>
                  <a:gd name="connsiteX21" fmla="*/ 993 w 2092"/>
                  <a:gd name="connsiteY21" fmla="*/ 444 h 2911"/>
                  <a:gd name="connsiteX22" fmla="*/ 953 w 2092"/>
                  <a:gd name="connsiteY22" fmla="*/ 550 h 2911"/>
                  <a:gd name="connsiteX23" fmla="*/ 844 w 2092"/>
                  <a:gd name="connsiteY23" fmla="*/ 433 h 2911"/>
                  <a:gd name="connsiteX24" fmla="*/ 756 w 2092"/>
                  <a:gd name="connsiteY24" fmla="*/ 326 h 2911"/>
                  <a:gd name="connsiteX25" fmla="*/ 605 w 2092"/>
                  <a:gd name="connsiteY25" fmla="*/ 167 h 2911"/>
                  <a:gd name="connsiteX26" fmla="*/ 377 w 2092"/>
                  <a:gd name="connsiteY26" fmla="*/ 60 h 2911"/>
                  <a:gd name="connsiteX27" fmla="*/ 184 w 2092"/>
                  <a:gd name="connsiteY27" fmla="*/ 69 h 2911"/>
                  <a:gd name="connsiteX28" fmla="*/ 38 w 2092"/>
                  <a:gd name="connsiteY28" fmla="*/ 162 h 2911"/>
                  <a:gd name="connsiteX29" fmla="*/ 4 w 2092"/>
                  <a:gd name="connsiteY29" fmla="*/ 215 h 2911"/>
                  <a:gd name="connsiteX30" fmla="*/ 13 w 2092"/>
                  <a:gd name="connsiteY30" fmla="*/ 248 h 2911"/>
                  <a:gd name="connsiteX31" fmla="*/ 61 w 2092"/>
                  <a:gd name="connsiteY31" fmla="*/ 246 h 2911"/>
                  <a:gd name="connsiteX32" fmla="*/ 144 w 2092"/>
                  <a:gd name="connsiteY32" fmla="*/ 173 h 2911"/>
                  <a:gd name="connsiteX33" fmla="*/ 256 w 2092"/>
                  <a:gd name="connsiteY33" fmla="*/ 127 h 2911"/>
                  <a:gd name="connsiteX34" fmla="*/ 434 w 2092"/>
                  <a:gd name="connsiteY34" fmla="*/ 149 h 2911"/>
                  <a:gd name="connsiteX35" fmla="*/ 572 w 2092"/>
                  <a:gd name="connsiteY35" fmla="*/ 237 h 2911"/>
                  <a:gd name="connsiteX36" fmla="*/ 659 w 2092"/>
                  <a:gd name="connsiteY36" fmla="*/ 333 h 2911"/>
                  <a:gd name="connsiteX37" fmla="*/ 748 w 2092"/>
                  <a:gd name="connsiteY37" fmla="*/ 442 h 2911"/>
                  <a:gd name="connsiteX38" fmla="*/ 835 w 2092"/>
                  <a:gd name="connsiteY38" fmla="*/ 586 h 2911"/>
                  <a:gd name="connsiteX39" fmla="*/ 881 w 2092"/>
                  <a:gd name="connsiteY39" fmla="*/ 704 h 2911"/>
                  <a:gd name="connsiteX40" fmla="*/ 877 w 2092"/>
                  <a:gd name="connsiteY40" fmla="*/ 903 h 2911"/>
                  <a:gd name="connsiteX41" fmla="*/ 795 w 2092"/>
                  <a:gd name="connsiteY41" fmla="*/ 1349 h 2911"/>
                  <a:gd name="connsiteX42" fmla="*/ 770 w 2092"/>
                  <a:gd name="connsiteY42" fmla="*/ 1560 h 2911"/>
                  <a:gd name="connsiteX43" fmla="*/ 946 w 2092"/>
                  <a:gd name="connsiteY43" fmla="*/ 2035 h 2911"/>
                  <a:gd name="connsiteX44" fmla="*/ 931 w 2092"/>
                  <a:gd name="connsiteY44" fmla="*/ 2677 h 2911"/>
                  <a:gd name="connsiteX45" fmla="*/ 906 w 2092"/>
                  <a:gd name="connsiteY45" fmla="*/ 2768 h 2911"/>
                  <a:gd name="connsiteX46" fmla="*/ 894 w 2092"/>
                  <a:gd name="connsiteY46" fmla="*/ 2839 h 2911"/>
                  <a:gd name="connsiteX47" fmla="*/ 904 w 2092"/>
                  <a:gd name="connsiteY47" fmla="*/ 2874 h 2911"/>
                  <a:gd name="connsiteX48" fmla="*/ 941 w 2092"/>
                  <a:gd name="connsiteY48" fmla="*/ 2906 h 2911"/>
                  <a:gd name="connsiteX49" fmla="*/ 1083 w 2092"/>
                  <a:gd name="connsiteY49" fmla="*/ 2906 h 2911"/>
                  <a:gd name="connsiteX50" fmla="*/ 1214 w 2092"/>
                  <a:gd name="connsiteY50" fmla="*/ 2901 h 2911"/>
                  <a:gd name="connsiteX51" fmla="*/ 1240 w 2092"/>
                  <a:gd name="connsiteY51" fmla="*/ 2863 h 2911"/>
                  <a:gd name="connsiteX52" fmla="*/ 1238 w 2092"/>
                  <a:gd name="connsiteY52" fmla="*/ 2799 h 2911"/>
                  <a:gd name="connsiteX53" fmla="*/ 1211 w 2092"/>
                  <a:gd name="connsiteY53" fmla="*/ 2733 h 2911"/>
                  <a:gd name="connsiteX54" fmla="*/ 1201 w 2092"/>
                  <a:gd name="connsiteY54" fmla="*/ 2652 h 2911"/>
                  <a:gd name="connsiteX55" fmla="*/ 1186 w 2092"/>
                  <a:gd name="connsiteY55" fmla="*/ 2045 h 2911"/>
                  <a:gd name="connsiteX0" fmla="*/ 1314 w 2092"/>
                  <a:gd name="connsiteY0" fmla="*/ 1677 h 2911"/>
                  <a:gd name="connsiteX1" fmla="*/ 1338 w 2092"/>
                  <a:gd name="connsiteY1" fmla="*/ 1467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38 w 2092"/>
                  <a:gd name="connsiteY1" fmla="*/ 1467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38 w 2092"/>
                  <a:gd name="connsiteY1" fmla="*/ 1467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38 w 2092"/>
                  <a:gd name="connsiteY1" fmla="*/ 1467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78 w 2092"/>
                  <a:gd name="connsiteY1" fmla="*/ 1467 h 2911"/>
                  <a:gd name="connsiteX2" fmla="*/ 1344 w 2092"/>
                  <a:gd name="connsiteY2" fmla="*/ 1367 h 2911"/>
                  <a:gd name="connsiteX3" fmla="*/ 1305 w 2092"/>
                  <a:gd name="connsiteY3" fmla="*/ 1201 h 2911"/>
                  <a:gd name="connsiteX4" fmla="*/ 1243 w 2092"/>
                  <a:gd name="connsiteY4" fmla="*/ 965 h 2911"/>
                  <a:gd name="connsiteX5" fmla="*/ 1233 w 2092"/>
                  <a:gd name="connsiteY5" fmla="*/ 648 h 2911"/>
                  <a:gd name="connsiteX6" fmla="*/ 1495 w 2092"/>
                  <a:gd name="connsiteY6" fmla="*/ 249 h 2911"/>
                  <a:gd name="connsiteX7" fmla="*/ 1735 w 2092"/>
                  <a:gd name="connsiteY7" fmla="*/ 104 h 2911"/>
                  <a:gd name="connsiteX8" fmla="*/ 1912 w 2092"/>
                  <a:gd name="connsiteY8" fmla="*/ 116 h 2911"/>
                  <a:gd name="connsiteX9" fmla="*/ 2042 w 2092"/>
                  <a:gd name="connsiteY9" fmla="*/ 197 h 2911"/>
                  <a:gd name="connsiteX10" fmla="*/ 2086 w 2092"/>
                  <a:gd name="connsiteY10" fmla="*/ 189 h 2911"/>
                  <a:gd name="connsiteX11" fmla="*/ 2063 w 2092"/>
                  <a:gd name="connsiteY11" fmla="*/ 109 h 2911"/>
                  <a:gd name="connsiteX12" fmla="*/ 1910 w 2092"/>
                  <a:gd name="connsiteY12" fmla="*/ 31 h 2911"/>
                  <a:gd name="connsiteX13" fmla="*/ 1740 w 2092"/>
                  <a:gd name="connsiteY13" fmla="*/ 18 h 2911"/>
                  <a:gd name="connsiteX14" fmla="*/ 1493 w 2092"/>
                  <a:gd name="connsiteY14" fmla="*/ 138 h 2911"/>
                  <a:gd name="connsiteX15" fmla="*/ 1253 w 2092"/>
                  <a:gd name="connsiteY15" fmla="*/ 415 h 2911"/>
                  <a:gd name="connsiteX16" fmla="*/ 1169 w 2092"/>
                  <a:gd name="connsiteY16" fmla="*/ 539 h 2911"/>
                  <a:gd name="connsiteX17" fmla="*/ 1122 w 2092"/>
                  <a:gd name="connsiteY17" fmla="*/ 510 h 2911"/>
                  <a:gd name="connsiteX18" fmla="*/ 1087 w 2092"/>
                  <a:gd name="connsiteY18" fmla="*/ 374 h 2911"/>
                  <a:gd name="connsiteX19" fmla="*/ 1019 w 2092"/>
                  <a:gd name="connsiteY19" fmla="*/ 366 h 2911"/>
                  <a:gd name="connsiteX20" fmla="*/ 993 w 2092"/>
                  <a:gd name="connsiteY20" fmla="*/ 444 h 2911"/>
                  <a:gd name="connsiteX21" fmla="*/ 953 w 2092"/>
                  <a:gd name="connsiteY21" fmla="*/ 550 h 2911"/>
                  <a:gd name="connsiteX22" fmla="*/ 844 w 2092"/>
                  <a:gd name="connsiteY22" fmla="*/ 433 h 2911"/>
                  <a:gd name="connsiteX23" fmla="*/ 756 w 2092"/>
                  <a:gd name="connsiteY23" fmla="*/ 326 h 2911"/>
                  <a:gd name="connsiteX24" fmla="*/ 605 w 2092"/>
                  <a:gd name="connsiteY24" fmla="*/ 167 h 2911"/>
                  <a:gd name="connsiteX25" fmla="*/ 377 w 2092"/>
                  <a:gd name="connsiteY25" fmla="*/ 60 h 2911"/>
                  <a:gd name="connsiteX26" fmla="*/ 184 w 2092"/>
                  <a:gd name="connsiteY26" fmla="*/ 69 h 2911"/>
                  <a:gd name="connsiteX27" fmla="*/ 38 w 2092"/>
                  <a:gd name="connsiteY27" fmla="*/ 162 h 2911"/>
                  <a:gd name="connsiteX28" fmla="*/ 4 w 2092"/>
                  <a:gd name="connsiteY28" fmla="*/ 215 h 2911"/>
                  <a:gd name="connsiteX29" fmla="*/ 13 w 2092"/>
                  <a:gd name="connsiteY29" fmla="*/ 248 h 2911"/>
                  <a:gd name="connsiteX30" fmla="*/ 61 w 2092"/>
                  <a:gd name="connsiteY30" fmla="*/ 246 h 2911"/>
                  <a:gd name="connsiteX31" fmla="*/ 144 w 2092"/>
                  <a:gd name="connsiteY31" fmla="*/ 173 h 2911"/>
                  <a:gd name="connsiteX32" fmla="*/ 256 w 2092"/>
                  <a:gd name="connsiteY32" fmla="*/ 127 h 2911"/>
                  <a:gd name="connsiteX33" fmla="*/ 434 w 2092"/>
                  <a:gd name="connsiteY33" fmla="*/ 149 h 2911"/>
                  <a:gd name="connsiteX34" fmla="*/ 572 w 2092"/>
                  <a:gd name="connsiteY34" fmla="*/ 237 h 2911"/>
                  <a:gd name="connsiteX35" fmla="*/ 659 w 2092"/>
                  <a:gd name="connsiteY35" fmla="*/ 333 h 2911"/>
                  <a:gd name="connsiteX36" fmla="*/ 748 w 2092"/>
                  <a:gd name="connsiteY36" fmla="*/ 442 h 2911"/>
                  <a:gd name="connsiteX37" fmla="*/ 835 w 2092"/>
                  <a:gd name="connsiteY37" fmla="*/ 586 h 2911"/>
                  <a:gd name="connsiteX38" fmla="*/ 881 w 2092"/>
                  <a:gd name="connsiteY38" fmla="*/ 704 h 2911"/>
                  <a:gd name="connsiteX39" fmla="*/ 877 w 2092"/>
                  <a:gd name="connsiteY39" fmla="*/ 903 h 2911"/>
                  <a:gd name="connsiteX40" fmla="*/ 795 w 2092"/>
                  <a:gd name="connsiteY40" fmla="*/ 1349 h 2911"/>
                  <a:gd name="connsiteX41" fmla="*/ 770 w 2092"/>
                  <a:gd name="connsiteY41" fmla="*/ 1560 h 2911"/>
                  <a:gd name="connsiteX42" fmla="*/ 946 w 2092"/>
                  <a:gd name="connsiteY42" fmla="*/ 2035 h 2911"/>
                  <a:gd name="connsiteX43" fmla="*/ 931 w 2092"/>
                  <a:gd name="connsiteY43" fmla="*/ 2677 h 2911"/>
                  <a:gd name="connsiteX44" fmla="*/ 906 w 2092"/>
                  <a:gd name="connsiteY44" fmla="*/ 2768 h 2911"/>
                  <a:gd name="connsiteX45" fmla="*/ 894 w 2092"/>
                  <a:gd name="connsiteY45" fmla="*/ 2839 h 2911"/>
                  <a:gd name="connsiteX46" fmla="*/ 904 w 2092"/>
                  <a:gd name="connsiteY46" fmla="*/ 2874 h 2911"/>
                  <a:gd name="connsiteX47" fmla="*/ 941 w 2092"/>
                  <a:gd name="connsiteY47" fmla="*/ 2906 h 2911"/>
                  <a:gd name="connsiteX48" fmla="*/ 1083 w 2092"/>
                  <a:gd name="connsiteY48" fmla="*/ 2906 h 2911"/>
                  <a:gd name="connsiteX49" fmla="*/ 1214 w 2092"/>
                  <a:gd name="connsiteY49" fmla="*/ 2901 h 2911"/>
                  <a:gd name="connsiteX50" fmla="*/ 1240 w 2092"/>
                  <a:gd name="connsiteY50" fmla="*/ 2863 h 2911"/>
                  <a:gd name="connsiteX51" fmla="*/ 1238 w 2092"/>
                  <a:gd name="connsiteY51" fmla="*/ 2799 h 2911"/>
                  <a:gd name="connsiteX52" fmla="*/ 1211 w 2092"/>
                  <a:gd name="connsiteY52" fmla="*/ 2733 h 2911"/>
                  <a:gd name="connsiteX53" fmla="*/ 1201 w 2092"/>
                  <a:gd name="connsiteY53" fmla="*/ 2652 h 2911"/>
                  <a:gd name="connsiteX54" fmla="*/ 1186 w 2092"/>
                  <a:gd name="connsiteY54" fmla="*/ 2045 h 2911"/>
                  <a:gd name="connsiteX0" fmla="*/ 1314 w 2092"/>
                  <a:gd name="connsiteY0" fmla="*/ 1677 h 2911"/>
                  <a:gd name="connsiteX1" fmla="*/ 1378 w 2092"/>
                  <a:gd name="connsiteY1" fmla="*/ 1467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31 w 2092"/>
                  <a:gd name="connsiteY42" fmla="*/ 2677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201 w 2092"/>
                  <a:gd name="connsiteY52" fmla="*/ 2652 h 2911"/>
                  <a:gd name="connsiteX53" fmla="*/ 1186 w 2092"/>
                  <a:gd name="connsiteY53" fmla="*/ 2045 h 2911"/>
                  <a:gd name="connsiteX0" fmla="*/ 1191 w 2092"/>
                  <a:gd name="connsiteY0" fmla="*/ 2034 h 2911"/>
                  <a:gd name="connsiteX1" fmla="*/ 1378 w 2092"/>
                  <a:gd name="connsiteY1" fmla="*/ 1467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31 w 2092"/>
                  <a:gd name="connsiteY42" fmla="*/ 2677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201 w 2092"/>
                  <a:gd name="connsiteY52" fmla="*/ 2652 h 2911"/>
                  <a:gd name="connsiteX53" fmla="*/ 1186 w 2092"/>
                  <a:gd name="connsiteY53" fmla="*/ 2045 h 2911"/>
                  <a:gd name="connsiteX0" fmla="*/ 1191 w 2092"/>
                  <a:gd name="connsiteY0" fmla="*/ 2034 h 2911"/>
                  <a:gd name="connsiteX1" fmla="*/ 1378 w 2092"/>
                  <a:gd name="connsiteY1" fmla="*/ 1467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31 w 2092"/>
                  <a:gd name="connsiteY42" fmla="*/ 2677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201 w 2092"/>
                  <a:gd name="connsiteY52" fmla="*/ 2652 h 2911"/>
                  <a:gd name="connsiteX53" fmla="*/ 1186 w 2092"/>
                  <a:gd name="connsiteY53" fmla="*/ 2045 h 2911"/>
                  <a:gd name="connsiteX0" fmla="*/ 1191 w 2092"/>
                  <a:gd name="connsiteY0" fmla="*/ 2034 h 2911"/>
                  <a:gd name="connsiteX1" fmla="*/ 1343 w 2092"/>
                  <a:gd name="connsiteY1" fmla="*/ 1467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31 w 2092"/>
                  <a:gd name="connsiteY42" fmla="*/ 2677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201 w 2092"/>
                  <a:gd name="connsiteY52" fmla="*/ 2652 h 2911"/>
                  <a:gd name="connsiteX53" fmla="*/ 1186 w 2092"/>
                  <a:gd name="connsiteY53" fmla="*/ 2045 h 2911"/>
                  <a:gd name="connsiteX0" fmla="*/ 1191 w 2092"/>
                  <a:gd name="connsiteY0" fmla="*/ 2034 h 2911"/>
                  <a:gd name="connsiteX1" fmla="*/ 1378 w 2092"/>
                  <a:gd name="connsiteY1" fmla="*/ 1542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31 w 2092"/>
                  <a:gd name="connsiteY42" fmla="*/ 2677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201 w 2092"/>
                  <a:gd name="connsiteY52" fmla="*/ 2652 h 2911"/>
                  <a:gd name="connsiteX53" fmla="*/ 1186 w 2092"/>
                  <a:gd name="connsiteY53" fmla="*/ 2045 h 2911"/>
                  <a:gd name="connsiteX0" fmla="*/ 1191 w 2092"/>
                  <a:gd name="connsiteY0" fmla="*/ 2034 h 2911"/>
                  <a:gd name="connsiteX1" fmla="*/ 1378 w 2092"/>
                  <a:gd name="connsiteY1" fmla="*/ 1542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63 w 2092"/>
                  <a:gd name="connsiteY42" fmla="*/ 2595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201 w 2092"/>
                  <a:gd name="connsiteY52" fmla="*/ 2652 h 2911"/>
                  <a:gd name="connsiteX53" fmla="*/ 1186 w 2092"/>
                  <a:gd name="connsiteY53" fmla="*/ 2045 h 2911"/>
                  <a:gd name="connsiteX0" fmla="*/ 1191 w 2092"/>
                  <a:gd name="connsiteY0" fmla="*/ 2034 h 2911"/>
                  <a:gd name="connsiteX1" fmla="*/ 1378 w 2092"/>
                  <a:gd name="connsiteY1" fmla="*/ 1542 h 2911"/>
                  <a:gd name="connsiteX2" fmla="*/ 1305 w 2092"/>
                  <a:gd name="connsiteY2" fmla="*/ 1201 h 2911"/>
                  <a:gd name="connsiteX3" fmla="*/ 1243 w 2092"/>
                  <a:gd name="connsiteY3" fmla="*/ 965 h 2911"/>
                  <a:gd name="connsiteX4" fmla="*/ 1233 w 2092"/>
                  <a:gd name="connsiteY4" fmla="*/ 648 h 2911"/>
                  <a:gd name="connsiteX5" fmla="*/ 1495 w 2092"/>
                  <a:gd name="connsiteY5" fmla="*/ 249 h 2911"/>
                  <a:gd name="connsiteX6" fmla="*/ 1735 w 2092"/>
                  <a:gd name="connsiteY6" fmla="*/ 104 h 2911"/>
                  <a:gd name="connsiteX7" fmla="*/ 1912 w 2092"/>
                  <a:gd name="connsiteY7" fmla="*/ 116 h 2911"/>
                  <a:gd name="connsiteX8" fmla="*/ 2042 w 2092"/>
                  <a:gd name="connsiteY8" fmla="*/ 197 h 2911"/>
                  <a:gd name="connsiteX9" fmla="*/ 2086 w 2092"/>
                  <a:gd name="connsiteY9" fmla="*/ 189 h 2911"/>
                  <a:gd name="connsiteX10" fmla="*/ 2063 w 2092"/>
                  <a:gd name="connsiteY10" fmla="*/ 109 h 2911"/>
                  <a:gd name="connsiteX11" fmla="*/ 1910 w 2092"/>
                  <a:gd name="connsiteY11" fmla="*/ 31 h 2911"/>
                  <a:gd name="connsiteX12" fmla="*/ 1740 w 2092"/>
                  <a:gd name="connsiteY12" fmla="*/ 18 h 2911"/>
                  <a:gd name="connsiteX13" fmla="*/ 1493 w 2092"/>
                  <a:gd name="connsiteY13" fmla="*/ 138 h 2911"/>
                  <a:gd name="connsiteX14" fmla="*/ 1253 w 2092"/>
                  <a:gd name="connsiteY14" fmla="*/ 415 h 2911"/>
                  <a:gd name="connsiteX15" fmla="*/ 1169 w 2092"/>
                  <a:gd name="connsiteY15" fmla="*/ 539 h 2911"/>
                  <a:gd name="connsiteX16" fmla="*/ 1122 w 2092"/>
                  <a:gd name="connsiteY16" fmla="*/ 510 h 2911"/>
                  <a:gd name="connsiteX17" fmla="*/ 1087 w 2092"/>
                  <a:gd name="connsiteY17" fmla="*/ 374 h 2911"/>
                  <a:gd name="connsiteX18" fmla="*/ 1019 w 2092"/>
                  <a:gd name="connsiteY18" fmla="*/ 366 h 2911"/>
                  <a:gd name="connsiteX19" fmla="*/ 993 w 2092"/>
                  <a:gd name="connsiteY19" fmla="*/ 444 h 2911"/>
                  <a:gd name="connsiteX20" fmla="*/ 953 w 2092"/>
                  <a:gd name="connsiteY20" fmla="*/ 550 h 2911"/>
                  <a:gd name="connsiteX21" fmla="*/ 844 w 2092"/>
                  <a:gd name="connsiteY21" fmla="*/ 433 h 2911"/>
                  <a:gd name="connsiteX22" fmla="*/ 756 w 2092"/>
                  <a:gd name="connsiteY22" fmla="*/ 326 h 2911"/>
                  <a:gd name="connsiteX23" fmla="*/ 605 w 2092"/>
                  <a:gd name="connsiteY23" fmla="*/ 167 h 2911"/>
                  <a:gd name="connsiteX24" fmla="*/ 377 w 2092"/>
                  <a:gd name="connsiteY24" fmla="*/ 60 h 2911"/>
                  <a:gd name="connsiteX25" fmla="*/ 184 w 2092"/>
                  <a:gd name="connsiteY25" fmla="*/ 69 h 2911"/>
                  <a:gd name="connsiteX26" fmla="*/ 38 w 2092"/>
                  <a:gd name="connsiteY26" fmla="*/ 162 h 2911"/>
                  <a:gd name="connsiteX27" fmla="*/ 4 w 2092"/>
                  <a:gd name="connsiteY27" fmla="*/ 215 h 2911"/>
                  <a:gd name="connsiteX28" fmla="*/ 13 w 2092"/>
                  <a:gd name="connsiteY28" fmla="*/ 248 h 2911"/>
                  <a:gd name="connsiteX29" fmla="*/ 61 w 2092"/>
                  <a:gd name="connsiteY29" fmla="*/ 246 h 2911"/>
                  <a:gd name="connsiteX30" fmla="*/ 144 w 2092"/>
                  <a:gd name="connsiteY30" fmla="*/ 173 h 2911"/>
                  <a:gd name="connsiteX31" fmla="*/ 256 w 2092"/>
                  <a:gd name="connsiteY31" fmla="*/ 127 h 2911"/>
                  <a:gd name="connsiteX32" fmla="*/ 434 w 2092"/>
                  <a:gd name="connsiteY32" fmla="*/ 149 h 2911"/>
                  <a:gd name="connsiteX33" fmla="*/ 572 w 2092"/>
                  <a:gd name="connsiteY33" fmla="*/ 237 h 2911"/>
                  <a:gd name="connsiteX34" fmla="*/ 659 w 2092"/>
                  <a:gd name="connsiteY34" fmla="*/ 333 h 2911"/>
                  <a:gd name="connsiteX35" fmla="*/ 748 w 2092"/>
                  <a:gd name="connsiteY35" fmla="*/ 442 h 2911"/>
                  <a:gd name="connsiteX36" fmla="*/ 835 w 2092"/>
                  <a:gd name="connsiteY36" fmla="*/ 586 h 2911"/>
                  <a:gd name="connsiteX37" fmla="*/ 881 w 2092"/>
                  <a:gd name="connsiteY37" fmla="*/ 704 h 2911"/>
                  <a:gd name="connsiteX38" fmla="*/ 877 w 2092"/>
                  <a:gd name="connsiteY38" fmla="*/ 903 h 2911"/>
                  <a:gd name="connsiteX39" fmla="*/ 795 w 2092"/>
                  <a:gd name="connsiteY39" fmla="*/ 1349 h 2911"/>
                  <a:gd name="connsiteX40" fmla="*/ 770 w 2092"/>
                  <a:gd name="connsiteY40" fmla="*/ 1560 h 2911"/>
                  <a:gd name="connsiteX41" fmla="*/ 946 w 2092"/>
                  <a:gd name="connsiteY41" fmla="*/ 2035 h 2911"/>
                  <a:gd name="connsiteX42" fmla="*/ 963 w 2092"/>
                  <a:gd name="connsiteY42" fmla="*/ 2595 h 2911"/>
                  <a:gd name="connsiteX43" fmla="*/ 906 w 2092"/>
                  <a:gd name="connsiteY43" fmla="*/ 2768 h 2911"/>
                  <a:gd name="connsiteX44" fmla="*/ 894 w 2092"/>
                  <a:gd name="connsiteY44" fmla="*/ 2839 h 2911"/>
                  <a:gd name="connsiteX45" fmla="*/ 904 w 2092"/>
                  <a:gd name="connsiteY45" fmla="*/ 2874 h 2911"/>
                  <a:gd name="connsiteX46" fmla="*/ 941 w 2092"/>
                  <a:gd name="connsiteY46" fmla="*/ 2906 h 2911"/>
                  <a:gd name="connsiteX47" fmla="*/ 1083 w 2092"/>
                  <a:gd name="connsiteY47" fmla="*/ 2906 h 2911"/>
                  <a:gd name="connsiteX48" fmla="*/ 1214 w 2092"/>
                  <a:gd name="connsiteY48" fmla="*/ 2901 h 2911"/>
                  <a:gd name="connsiteX49" fmla="*/ 1240 w 2092"/>
                  <a:gd name="connsiteY49" fmla="*/ 2863 h 2911"/>
                  <a:gd name="connsiteX50" fmla="*/ 1238 w 2092"/>
                  <a:gd name="connsiteY50" fmla="*/ 2799 h 2911"/>
                  <a:gd name="connsiteX51" fmla="*/ 1211 w 2092"/>
                  <a:gd name="connsiteY51" fmla="*/ 2733 h 2911"/>
                  <a:gd name="connsiteX52" fmla="*/ 1166 w 2092"/>
                  <a:gd name="connsiteY52" fmla="*/ 2580 h 2911"/>
                  <a:gd name="connsiteX53" fmla="*/ 1186 w 2092"/>
                  <a:gd name="connsiteY53" fmla="*/ 2045 h 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092" h="2911">
                    <a:moveTo>
                      <a:pt x="1191" y="2034"/>
                    </a:moveTo>
                    <a:cubicBezTo>
                      <a:pt x="1196" y="1990"/>
                      <a:pt x="1360" y="1718"/>
                      <a:pt x="1378" y="1542"/>
                    </a:cubicBezTo>
                    <a:cubicBezTo>
                      <a:pt x="1372" y="1365"/>
                      <a:pt x="1327" y="1285"/>
                      <a:pt x="1305" y="1201"/>
                    </a:cubicBezTo>
                    <a:cubicBezTo>
                      <a:pt x="1288" y="1134"/>
                      <a:pt x="1255" y="1056"/>
                      <a:pt x="1243" y="965"/>
                    </a:cubicBezTo>
                    <a:cubicBezTo>
                      <a:pt x="1232" y="873"/>
                      <a:pt x="1191" y="767"/>
                      <a:pt x="1233" y="648"/>
                    </a:cubicBezTo>
                    <a:cubicBezTo>
                      <a:pt x="1275" y="529"/>
                      <a:pt x="1411" y="340"/>
                      <a:pt x="1495" y="249"/>
                    </a:cubicBezTo>
                    <a:cubicBezTo>
                      <a:pt x="1579" y="158"/>
                      <a:pt x="1666" y="126"/>
                      <a:pt x="1735" y="104"/>
                    </a:cubicBezTo>
                    <a:cubicBezTo>
                      <a:pt x="1805" y="82"/>
                      <a:pt x="1860" y="101"/>
                      <a:pt x="1912" y="116"/>
                    </a:cubicBezTo>
                    <a:cubicBezTo>
                      <a:pt x="1963" y="132"/>
                      <a:pt x="2013" y="185"/>
                      <a:pt x="2042" y="197"/>
                    </a:cubicBezTo>
                    <a:cubicBezTo>
                      <a:pt x="2072" y="208"/>
                      <a:pt x="2083" y="204"/>
                      <a:pt x="2086" y="189"/>
                    </a:cubicBezTo>
                    <a:cubicBezTo>
                      <a:pt x="2089" y="175"/>
                      <a:pt x="2092" y="136"/>
                      <a:pt x="2063" y="109"/>
                    </a:cubicBezTo>
                    <a:cubicBezTo>
                      <a:pt x="2033" y="83"/>
                      <a:pt x="1964" y="46"/>
                      <a:pt x="1910" y="31"/>
                    </a:cubicBezTo>
                    <a:cubicBezTo>
                      <a:pt x="1856" y="15"/>
                      <a:pt x="1810" y="0"/>
                      <a:pt x="1740" y="18"/>
                    </a:cubicBezTo>
                    <a:cubicBezTo>
                      <a:pt x="1671" y="36"/>
                      <a:pt x="1575" y="72"/>
                      <a:pt x="1493" y="138"/>
                    </a:cubicBezTo>
                    <a:cubicBezTo>
                      <a:pt x="1412" y="205"/>
                      <a:pt x="1307" y="349"/>
                      <a:pt x="1253" y="415"/>
                    </a:cubicBezTo>
                    <a:cubicBezTo>
                      <a:pt x="1200" y="481"/>
                      <a:pt x="1191" y="523"/>
                      <a:pt x="1169" y="539"/>
                    </a:cubicBezTo>
                    <a:cubicBezTo>
                      <a:pt x="1148" y="554"/>
                      <a:pt x="1136" y="538"/>
                      <a:pt x="1122" y="510"/>
                    </a:cubicBezTo>
                    <a:cubicBezTo>
                      <a:pt x="1108" y="482"/>
                      <a:pt x="1104" y="398"/>
                      <a:pt x="1087" y="374"/>
                    </a:cubicBezTo>
                    <a:cubicBezTo>
                      <a:pt x="1070" y="350"/>
                      <a:pt x="1035" y="354"/>
                      <a:pt x="1019" y="366"/>
                    </a:cubicBezTo>
                    <a:cubicBezTo>
                      <a:pt x="1003" y="378"/>
                      <a:pt x="1004" y="413"/>
                      <a:pt x="993" y="444"/>
                    </a:cubicBezTo>
                    <a:cubicBezTo>
                      <a:pt x="982" y="475"/>
                      <a:pt x="978" y="551"/>
                      <a:pt x="953" y="550"/>
                    </a:cubicBezTo>
                    <a:cubicBezTo>
                      <a:pt x="928" y="548"/>
                      <a:pt x="876" y="470"/>
                      <a:pt x="844" y="433"/>
                    </a:cubicBezTo>
                    <a:cubicBezTo>
                      <a:pt x="811" y="396"/>
                      <a:pt x="796" y="370"/>
                      <a:pt x="756" y="326"/>
                    </a:cubicBezTo>
                    <a:cubicBezTo>
                      <a:pt x="717" y="281"/>
                      <a:pt x="668" y="212"/>
                      <a:pt x="605" y="167"/>
                    </a:cubicBezTo>
                    <a:cubicBezTo>
                      <a:pt x="542" y="123"/>
                      <a:pt x="447" y="76"/>
                      <a:pt x="377" y="60"/>
                    </a:cubicBezTo>
                    <a:cubicBezTo>
                      <a:pt x="306" y="44"/>
                      <a:pt x="240" y="52"/>
                      <a:pt x="184" y="69"/>
                    </a:cubicBezTo>
                    <a:cubicBezTo>
                      <a:pt x="128" y="86"/>
                      <a:pt x="68" y="137"/>
                      <a:pt x="38" y="162"/>
                    </a:cubicBezTo>
                    <a:cubicBezTo>
                      <a:pt x="8" y="187"/>
                      <a:pt x="8" y="200"/>
                      <a:pt x="4" y="215"/>
                    </a:cubicBezTo>
                    <a:cubicBezTo>
                      <a:pt x="0" y="229"/>
                      <a:pt x="3" y="242"/>
                      <a:pt x="13" y="248"/>
                    </a:cubicBezTo>
                    <a:cubicBezTo>
                      <a:pt x="22" y="253"/>
                      <a:pt x="39" y="258"/>
                      <a:pt x="61" y="246"/>
                    </a:cubicBezTo>
                    <a:cubicBezTo>
                      <a:pt x="83" y="233"/>
                      <a:pt x="111" y="193"/>
                      <a:pt x="144" y="173"/>
                    </a:cubicBezTo>
                    <a:cubicBezTo>
                      <a:pt x="176" y="153"/>
                      <a:pt x="207" y="131"/>
                      <a:pt x="256" y="127"/>
                    </a:cubicBezTo>
                    <a:cubicBezTo>
                      <a:pt x="305" y="124"/>
                      <a:pt x="381" y="131"/>
                      <a:pt x="434" y="149"/>
                    </a:cubicBezTo>
                    <a:cubicBezTo>
                      <a:pt x="487" y="167"/>
                      <a:pt x="535" y="207"/>
                      <a:pt x="572" y="237"/>
                    </a:cubicBezTo>
                    <a:cubicBezTo>
                      <a:pt x="609" y="267"/>
                      <a:pt x="630" y="299"/>
                      <a:pt x="659" y="333"/>
                    </a:cubicBezTo>
                    <a:cubicBezTo>
                      <a:pt x="688" y="367"/>
                      <a:pt x="719" y="400"/>
                      <a:pt x="748" y="442"/>
                    </a:cubicBezTo>
                    <a:cubicBezTo>
                      <a:pt x="777" y="484"/>
                      <a:pt x="813" y="542"/>
                      <a:pt x="835" y="586"/>
                    </a:cubicBezTo>
                    <a:cubicBezTo>
                      <a:pt x="857" y="630"/>
                      <a:pt x="874" y="652"/>
                      <a:pt x="881" y="704"/>
                    </a:cubicBezTo>
                    <a:cubicBezTo>
                      <a:pt x="887" y="757"/>
                      <a:pt x="891" y="796"/>
                      <a:pt x="877" y="903"/>
                    </a:cubicBezTo>
                    <a:cubicBezTo>
                      <a:pt x="863" y="1010"/>
                      <a:pt x="813" y="1239"/>
                      <a:pt x="795" y="1349"/>
                    </a:cubicBezTo>
                    <a:cubicBezTo>
                      <a:pt x="777" y="1458"/>
                      <a:pt x="765" y="1437"/>
                      <a:pt x="770" y="1560"/>
                    </a:cubicBezTo>
                    <a:cubicBezTo>
                      <a:pt x="770" y="1700"/>
                      <a:pt x="929" y="1900"/>
                      <a:pt x="946" y="2035"/>
                    </a:cubicBezTo>
                    <a:cubicBezTo>
                      <a:pt x="973" y="2221"/>
                      <a:pt x="970" y="2473"/>
                      <a:pt x="963" y="2595"/>
                    </a:cubicBezTo>
                    <a:cubicBezTo>
                      <a:pt x="956" y="2717"/>
                      <a:pt x="917" y="2727"/>
                      <a:pt x="906" y="2768"/>
                    </a:cubicBezTo>
                    <a:cubicBezTo>
                      <a:pt x="895" y="2809"/>
                      <a:pt x="894" y="2822"/>
                      <a:pt x="894" y="2839"/>
                    </a:cubicBezTo>
                    <a:cubicBezTo>
                      <a:pt x="894" y="2856"/>
                      <a:pt x="897" y="2863"/>
                      <a:pt x="904" y="2874"/>
                    </a:cubicBezTo>
                    <a:cubicBezTo>
                      <a:pt x="912" y="2885"/>
                      <a:pt x="911" y="2901"/>
                      <a:pt x="941" y="2906"/>
                    </a:cubicBezTo>
                    <a:cubicBezTo>
                      <a:pt x="971" y="2911"/>
                      <a:pt x="1038" y="2907"/>
                      <a:pt x="1083" y="2906"/>
                    </a:cubicBezTo>
                    <a:cubicBezTo>
                      <a:pt x="1128" y="2905"/>
                      <a:pt x="1188" y="2908"/>
                      <a:pt x="1214" y="2901"/>
                    </a:cubicBezTo>
                    <a:cubicBezTo>
                      <a:pt x="1240" y="2894"/>
                      <a:pt x="1236" y="2880"/>
                      <a:pt x="1240" y="2863"/>
                    </a:cubicBezTo>
                    <a:cubicBezTo>
                      <a:pt x="1244" y="2846"/>
                      <a:pt x="1243" y="2821"/>
                      <a:pt x="1238" y="2799"/>
                    </a:cubicBezTo>
                    <a:cubicBezTo>
                      <a:pt x="1233" y="2777"/>
                      <a:pt x="1223" y="2770"/>
                      <a:pt x="1211" y="2733"/>
                    </a:cubicBezTo>
                    <a:cubicBezTo>
                      <a:pt x="1199" y="2697"/>
                      <a:pt x="1170" y="2695"/>
                      <a:pt x="1166" y="2580"/>
                    </a:cubicBezTo>
                    <a:cubicBezTo>
                      <a:pt x="1162" y="2465"/>
                      <a:pt x="1159" y="2158"/>
                      <a:pt x="1186" y="2045"/>
                    </a:cubicBezTo>
                  </a:path>
                </a:pathLst>
              </a:custGeom>
              <a:solidFill>
                <a:srgbClr val="FFD171">
                  <a:alpha val="91000"/>
                </a:srgb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5"/>
              <p:cNvSpPr>
                <a:spLocks/>
              </p:cNvSpPr>
              <p:nvPr/>
            </p:nvSpPr>
            <p:spPr bwMode="auto">
              <a:xfrm flipH="1">
                <a:off x="7077074" y="2617789"/>
                <a:ext cx="104775" cy="214312"/>
              </a:xfrm>
              <a:custGeom>
                <a:avLst/>
                <a:gdLst/>
                <a:ahLst/>
                <a:cxnLst>
                  <a:cxn ang="0">
                    <a:pos x="118" y="0"/>
                  </a:cxn>
                  <a:cxn ang="0">
                    <a:pos x="72" y="28"/>
                  </a:cxn>
                  <a:cxn ang="0">
                    <a:pos x="34" y="100"/>
                  </a:cxn>
                  <a:cxn ang="0">
                    <a:pos x="8" y="110"/>
                  </a:cxn>
                  <a:cxn ang="0">
                    <a:pos x="4" y="130"/>
                  </a:cxn>
                  <a:cxn ang="0">
                    <a:pos x="30" y="142"/>
                  </a:cxn>
                  <a:cxn ang="0">
                    <a:pos x="36" y="232"/>
                  </a:cxn>
                  <a:cxn ang="0">
                    <a:pos x="70" y="290"/>
                  </a:cxn>
                </a:cxnLst>
                <a:rect l="0" t="0" r="r" b="b"/>
                <a:pathLst>
                  <a:path w="118" h="290">
                    <a:moveTo>
                      <a:pt x="118" y="0"/>
                    </a:moveTo>
                    <a:cubicBezTo>
                      <a:pt x="110" y="5"/>
                      <a:pt x="86" y="11"/>
                      <a:pt x="72" y="28"/>
                    </a:cubicBezTo>
                    <a:cubicBezTo>
                      <a:pt x="58" y="45"/>
                      <a:pt x="45" y="86"/>
                      <a:pt x="34" y="100"/>
                    </a:cubicBezTo>
                    <a:cubicBezTo>
                      <a:pt x="23" y="114"/>
                      <a:pt x="13" y="105"/>
                      <a:pt x="8" y="110"/>
                    </a:cubicBezTo>
                    <a:cubicBezTo>
                      <a:pt x="3" y="115"/>
                      <a:pt x="0" y="125"/>
                      <a:pt x="4" y="130"/>
                    </a:cubicBezTo>
                    <a:cubicBezTo>
                      <a:pt x="8" y="135"/>
                      <a:pt x="25" y="125"/>
                      <a:pt x="30" y="142"/>
                    </a:cubicBezTo>
                    <a:cubicBezTo>
                      <a:pt x="35" y="159"/>
                      <a:pt x="29" y="207"/>
                      <a:pt x="36" y="232"/>
                    </a:cubicBezTo>
                    <a:cubicBezTo>
                      <a:pt x="43" y="257"/>
                      <a:pt x="63" y="278"/>
                      <a:pt x="70" y="290"/>
                    </a:cubicBezTo>
                  </a:path>
                </a:pathLst>
              </a:custGeom>
              <a:solidFill>
                <a:srgbClr val="FFD17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5"/>
              <p:cNvSpPr>
                <a:spLocks/>
              </p:cNvSpPr>
              <p:nvPr/>
            </p:nvSpPr>
            <p:spPr bwMode="auto">
              <a:xfrm>
                <a:off x="6464300" y="2955925"/>
                <a:ext cx="136525" cy="282574"/>
              </a:xfrm>
              <a:custGeom>
                <a:avLst/>
                <a:gdLst/>
                <a:ahLst/>
                <a:cxnLst>
                  <a:cxn ang="0">
                    <a:pos x="118" y="0"/>
                  </a:cxn>
                  <a:cxn ang="0">
                    <a:pos x="72" y="28"/>
                  </a:cxn>
                  <a:cxn ang="0">
                    <a:pos x="34" y="100"/>
                  </a:cxn>
                  <a:cxn ang="0">
                    <a:pos x="8" y="110"/>
                  </a:cxn>
                  <a:cxn ang="0">
                    <a:pos x="4" y="130"/>
                  </a:cxn>
                  <a:cxn ang="0">
                    <a:pos x="30" y="142"/>
                  </a:cxn>
                  <a:cxn ang="0">
                    <a:pos x="36" y="232"/>
                  </a:cxn>
                  <a:cxn ang="0">
                    <a:pos x="70" y="290"/>
                  </a:cxn>
                </a:cxnLst>
                <a:rect l="0" t="0" r="r" b="b"/>
                <a:pathLst>
                  <a:path w="118" h="290">
                    <a:moveTo>
                      <a:pt x="118" y="0"/>
                    </a:moveTo>
                    <a:cubicBezTo>
                      <a:pt x="110" y="5"/>
                      <a:pt x="86" y="11"/>
                      <a:pt x="72" y="28"/>
                    </a:cubicBezTo>
                    <a:cubicBezTo>
                      <a:pt x="58" y="45"/>
                      <a:pt x="45" y="86"/>
                      <a:pt x="34" y="100"/>
                    </a:cubicBezTo>
                    <a:cubicBezTo>
                      <a:pt x="23" y="114"/>
                      <a:pt x="13" y="105"/>
                      <a:pt x="8" y="110"/>
                    </a:cubicBezTo>
                    <a:cubicBezTo>
                      <a:pt x="3" y="115"/>
                      <a:pt x="0" y="125"/>
                      <a:pt x="4" y="130"/>
                    </a:cubicBezTo>
                    <a:cubicBezTo>
                      <a:pt x="8" y="135"/>
                      <a:pt x="25" y="125"/>
                      <a:pt x="30" y="142"/>
                    </a:cubicBezTo>
                    <a:cubicBezTo>
                      <a:pt x="35" y="159"/>
                      <a:pt x="29" y="207"/>
                      <a:pt x="36" y="232"/>
                    </a:cubicBezTo>
                    <a:cubicBezTo>
                      <a:pt x="43" y="257"/>
                      <a:pt x="63" y="278"/>
                      <a:pt x="70" y="290"/>
                    </a:cubicBezTo>
                  </a:path>
                </a:pathLst>
              </a:custGeom>
              <a:solidFill>
                <a:srgbClr val="FFD17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Freeform 5"/>
              <p:cNvSpPr>
                <a:spLocks/>
              </p:cNvSpPr>
              <p:nvPr/>
            </p:nvSpPr>
            <p:spPr bwMode="auto">
              <a:xfrm flipH="1">
                <a:off x="7146925" y="2901948"/>
                <a:ext cx="133350" cy="196851"/>
              </a:xfrm>
              <a:custGeom>
                <a:avLst/>
                <a:gdLst>
                  <a:gd name="connsiteX0" fmla="*/ 118 w 118"/>
                  <a:gd name="connsiteY0" fmla="*/ 0 h 290"/>
                  <a:gd name="connsiteX1" fmla="*/ 72 w 118"/>
                  <a:gd name="connsiteY1" fmla="*/ 28 h 290"/>
                  <a:gd name="connsiteX2" fmla="*/ 34 w 118"/>
                  <a:gd name="connsiteY2" fmla="*/ 100 h 290"/>
                  <a:gd name="connsiteX3" fmla="*/ 8 w 118"/>
                  <a:gd name="connsiteY3" fmla="*/ 110 h 290"/>
                  <a:gd name="connsiteX4" fmla="*/ 4 w 118"/>
                  <a:gd name="connsiteY4" fmla="*/ 130 h 290"/>
                  <a:gd name="connsiteX5" fmla="*/ 30 w 118"/>
                  <a:gd name="connsiteY5" fmla="*/ 142 h 290"/>
                  <a:gd name="connsiteX6" fmla="*/ 36 w 118"/>
                  <a:gd name="connsiteY6" fmla="*/ 232 h 290"/>
                  <a:gd name="connsiteX7" fmla="*/ 44 w 118"/>
                  <a:gd name="connsiteY7" fmla="*/ 290 h 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8" h="290">
                    <a:moveTo>
                      <a:pt x="118" y="0"/>
                    </a:moveTo>
                    <a:cubicBezTo>
                      <a:pt x="110" y="5"/>
                      <a:pt x="86" y="11"/>
                      <a:pt x="72" y="28"/>
                    </a:cubicBezTo>
                    <a:cubicBezTo>
                      <a:pt x="58" y="45"/>
                      <a:pt x="45" y="86"/>
                      <a:pt x="34" y="100"/>
                    </a:cubicBezTo>
                    <a:cubicBezTo>
                      <a:pt x="23" y="114"/>
                      <a:pt x="13" y="105"/>
                      <a:pt x="8" y="110"/>
                    </a:cubicBezTo>
                    <a:cubicBezTo>
                      <a:pt x="3" y="115"/>
                      <a:pt x="0" y="125"/>
                      <a:pt x="4" y="130"/>
                    </a:cubicBezTo>
                    <a:cubicBezTo>
                      <a:pt x="8" y="135"/>
                      <a:pt x="25" y="125"/>
                      <a:pt x="30" y="142"/>
                    </a:cubicBezTo>
                    <a:cubicBezTo>
                      <a:pt x="35" y="159"/>
                      <a:pt x="34" y="207"/>
                      <a:pt x="36" y="232"/>
                    </a:cubicBezTo>
                    <a:cubicBezTo>
                      <a:pt x="38" y="257"/>
                      <a:pt x="37" y="278"/>
                      <a:pt x="44" y="290"/>
                    </a:cubicBezTo>
                  </a:path>
                </a:pathLst>
              </a:custGeom>
              <a:solidFill>
                <a:srgbClr val="FFD17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6937375" y="3073399"/>
                <a:ext cx="27432" cy="27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32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glow rad="101600">
                  <a:srgbClr val="FFAF52">
                    <a:alpha val="97000"/>
                  </a:srgbClr>
                </a:glo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 bwMode="auto">
              <a:xfrm>
                <a:off x="6953250" y="2806699"/>
                <a:ext cx="27432" cy="27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32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glow rad="101600">
                  <a:srgbClr val="FFAF52">
                    <a:alpha val="97000"/>
                  </a:srgbClr>
                </a:glo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 bwMode="auto">
              <a:xfrm>
                <a:off x="6784975" y="2654299"/>
                <a:ext cx="27432" cy="27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32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glow rad="101600">
                  <a:srgbClr val="FFAF52">
                    <a:alpha val="97000"/>
                  </a:srgbClr>
                </a:glo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 bwMode="auto">
              <a:xfrm>
                <a:off x="6705600" y="3165474"/>
                <a:ext cx="27432" cy="2743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32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glow rad="101600">
                  <a:srgbClr val="FFAF52">
                    <a:alpha val="97000"/>
                  </a:srgbClr>
                </a:glo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2" name="Rectangle 11"/>
          <p:cNvSpPr>
            <a:spLocks noChangeArrowheads="1"/>
          </p:cNvSpPr>
          <p:nvPr/>
        </p:nvSpPr>
        <p:spPr bwMode="auto">
          <a:xfrm>
            <a:off x="5427663" y="6384922"/>
            <a:ext cx="3565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 err="1">
                <a:latin typeface="Myriad Pro"/>
                <a:cs typeface="Myriad Pro"/>
              </a:rPr>
              <a:t>Martínez</a:t>
            </a:r>
            <a:r>
              <a:rPr lang="en-US" b="0" dirty="0">
                <a:latin typeface="Myriad Pro"/>
                <a:cs typeface="Myriad Pro"/>
              </a:rPr>
              <a:t> 1998. </a:t>
            </a:r>
            <a:r>
              <a:rPr lang="en-US" b="0" i="1" dirty="0">
                <a:latin typeface="Myriad Pro"/>
                <a:cs typeface="Myriad Pro"/>
              </a:rPr>
              <a:t>Exp. </a:t>
            </a:r>
            <a:r>
              <a:rPr lang="en-US" b="0" i="1" dirty="0" err="1">
                <a:latin typeface="Myriad Pro"/>
                <a:cs typeface="Myriad Pro"/>
              </a:rPr>
              <a:t>Gerontol</a:t>
            </a:r>
            <a:r>
              <a:rPr lang="en-US" b="0" dirty="0">
                <a:latin typeface="Myriad Pro"/>
                <a:cs typeface="Myriad Pro"/>
              </a:rPr>
              <a:t>. </a:t>
            </a:r>
            <a:r>
              <a:rPr lang="en-US" dirty="0">
                <a:latin typeface="Myriad Pro"/>
                <a:cs typeface="Myriad Pro"/>
              </a:rPr>
              <a:t>33</a:t>
            </a:r>
            <a:r>
              <a:rPr lang="en-US" b="0" dirty="0">
                <a:latin typeface="Myriad Pro"/>
                <a:cs typeface="Myriad Pro"/>
              </a:rPr>
              <a:t>: 217-225  </a:t>
            </a:r>
          </a:p>
        </p:txBody>
      </p:sp>
      <p:sp>
        <p:nvSpPr>
          <p:cNvPr id="53" name="Rectangle 11"/>
          <p:cNvSpPr>
            <a:spLocks noChangeArrowheads="1"/>
          </p:cNvSpPr>
          <p:nvPr/>
        </p:nvSpPr>
        <p:spPr bwMode="auto">
          <a:xfrm>
            <a:off x="1123952" y="6384922"/>
            <a:ext cx="31341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Yoshida et al. 2006. </a:t>
            </a:r>
            <a:r>
              <a:rPr lang="en-US" b="0" i="1" dirty="0">
                <a:latin typeface="Myriad Pro"/>
                <a:cs typeface="Myriad Pro"/>
              </a:rPr>
              <a:t>Gene</a:t>
            </a:r>
            <a:r>
              <a:rPr lang="en-US" b="0" dirty="0">
                <a:latin typeface="Myriad Pro"/>
                <a:cs typeface="Myriad Pro"/>
              </a:rPr>
              <a:t> </a:t>
            </a:r>
            <a:r>
              <a:rPr lang="en-US" dirty="0">
                <a:latin typeface="Myriad Pro"/>
                <a:cs typeface="Myriad Pro"/>
              </a:rPr>
              <a:t>385</a:t>
            </a:r>
            <a:r>
              <a:rPr lang="en-US" b="0" dirty="0">
                <a:latin typeface="Myriad Pro"/>
                <a:cs typeface="Myriad Pro"/>
              </a:rPr>
              <a:t>: 64-70.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191842" y="1291989"/>
            <a:ext cx="2598424" cy="621483"/>
            <a:chOff x="4191842" y="3229390"/>
            <a:chExt cx="2598424" cy="205022"/>
          </a:xfrm>
        </p:grpSpPr>
        <p:sp>
          <p:nvSpPr>
            <p:cNvPr id="7" name="TextBox 6"/>
            <p:cNvSpPr txBox="1"/>
            <p:nvPr/>
          </p:nvSpPr>
          <p:spPr>
            <a:xfrm>
              <a:off x="4191842" y="3229390"/>
              <a:ext cx="2598424" cy="12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0" dirty="0">
                  <a:latin typeface="Myriad Pro"/>
                  <a:cs typeface="Myriad Pro"/>
                </a:rPr>
                <a:t>Negligible Senescence</a:t>
              </a:r>
            </a:p>
          </p:txBody>
        </p:sp>
        <p:cxnSp>
          <p:nvCxnSpPr>
            <p:cNvPr id="11" name="Straight Arrow Connector 10"/>
            <p:cNvCxnSpPr>
              <a:stCxn id="7" idx="2"/>
            </p:cNvCxnSpPr>
            <p:nvPr/>
          </p:nvCxnSpPr>
          <p:spPr bwMode="auto">
            <a:xfrm flipH="1">
              <a:off x="5486400" y="3351230"/>
              <a:ext cx="4654" cy="8318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7" name="Group 56"/>
          <p:cNvGrpSpPr/>
          <p:nvPr/>
        </p:nvGrpSpPr>
        <p:grpSpPr>
          <a:xfrm>
            <a:off x="2508252" y="2441577"/>
            <a:ext cx="1767969" cy="646331"/>
            <a:chOff x="5549900" y="4105275"/>
            <a:chExt cx="1767969" cy="646331"/>
          </a:xfrm>
        </p:grpSpPr>
        <p:sp>
          <p:nvSpPr>
            <p:cNvPr id="58" name="TextBox 57"/>
            <p:cNvSpPr txBox="1"/>
            <p:nvPr/>
          </p:nvSpPr>
          <p:spPr>
            <a:xfrm>
              <a:off x="5958201" y="4105275"/>
              <a:ext cx="13596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Myriad Pro"/>
                  <a:cs typeface="Myriad Pro"/>
                </a:rPr>
                <a:t>Inducible</a:t>
              </a:r>
            </a:p>
            <a:p>
              <a:r>
                <a:rPr lang="en-US" sz="1800" b="0" dirty="0">
                  <a:latin typeface="Myriad Pro"/>
                  <a:cs typeface="Myriad Pro"/>
                </a:rPr>
                <a:t>Senescence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 bwMode="auto">
            <a:xfrm flipH="1">
              <a:off x="5549900" y="4419600"/>
              <a:ext cx="4335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63" name="Group 62"/>
          <p:cNvGrpSpPr/>
          <p:nvPr/>
        </p:nvGrpSpPr>
        <p:grpSpPr>
          <a:xfrm>
            <a:off x="5380842" y="2414596"/>
            <a:ext cx="300949" cy="347390"/>
            <a:chOff x="5753388" y="1779571"/>
            <a:chExt cx="300949" cy="347390"/>
          </a:xfrm>
        </p:grpSpPr>
        <p:sp>
          <p:nvSpPr>
            <p:cNvPr id="64" name="Freeform 5"/>
            <p:cNvSpPr>
              <a:spLocks/>
            </p:cNvSpPr>
            <p:nvPr/>
          </p:nvSpPr>
          <p:spPr bwMode="auto">
            <a:xfrm>
              <a:off x="5753388" y="1830371"/>
              <a:ext cx="60037" cy="147013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"/>
            <p:cNvSpPr>
              <a:spLocks/>
            </p:cNvSpPr>
            <p:nvPr/>
          </p:nvSpPr>
          <p:spPr bwMode="auto">
            <a:xfrm flipH="1">
              <a:off x="5962987" y="1779571"/>
              <a:ext cx="56925" cy="116437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5"/>
            <p:cNvSpPr>
              <a:spLocks/>
            </p:cNvSpPr>
            <p:nvPr/>
          </p:nvSpPr>
          <p:spPr bwMode="auto">
            <a:xfrm flipH="1">
              <a:off x="5981887" y="1940307"/>
              <a:ext cx="72450" cy="106951"/>
            </a:xfrm>
            <a:custGeom>
              <a:avLst/>
              <a:gdLst>
                <a:gd name="connsiteX0" fmla="*/ 118 w 118"/>
                <a:gd name="connsiteY0" fmla="*/ 0 h 290"/>
                <a:gd name="connsiteX1" fmla="*/ 72 w 118"/>
                <a:gd name="connsiteY1" fmla="*/ 28 h 290"/>
                <a:gd name="connsiteX2" fmla="*/ 34 w 118"/>
                <a:gd name="connsiteY2" fmla="*/ 100 h 290"/>
                <a:gd name="connsiteX3" fmla="*/ 8 w 118"/>
                <a:gd name="connsiteY3" fmla="*/ 110 h 290"/>
                <a:gd name="connsiteX4" fmla="*/ 4 w 118"/>
                <a:gd name="connsiteY4" fmla="*/ 130 h 290"/>
                <a:gd name="connsiteX5" fmla="*/ 30 w 118"/>
                <a:gd name="connsiteY5" fmla="*/ 142 h 290"/>
                <a:gd name="connsiteX6" fmla="*/ 36 w 118"/>
                <a:gd name="connsiteY6" fmla="*/ 232 h 290"/>
                <a:gd name="connsiteX7" fmla="*/ 44 w 118"/>
                <a:gd name="connsiteY7" fmla="*/ 290 h 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34" y="207"/>
                    <a:pt x="36" y="232"/>
                  </a:cubicBezTo>
                  <a:cubicBezTo>
                    <a:pt x="38" y="257"/>
                    <a:pt x="37" y="278"/>
                    <a:pt x="44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66"/>
            <p:cNvSpPr/>
            <p:nvPr/>
          </p:nvSpPr>
          <p:spPr bwMode="auto">
            <a:xfrm>
              <a:off x="5922012" y="1992182"/>
              <a:ext cx="14904" cy="1490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67"/>
            <p:cNvSpPr/>
            <p:nvPr/>
          </p:nvSpPr>
          <p:spPr bwMode="auto">
            <a:xfrm>
              <a:off x="5873487" y="1872682"/>
              <a:ext cx="14904" cy="1490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Oval 68"/>
            <p:cNvSpPr/>
            <p:nvPr/>
          </p:nvSpPr>
          <p:spPr bwMode="auto">
            <a:xfrm>
              <a:off x="5850062" y="2112057"/>
              <a:ext cx="14904" cy="1490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14400" y="1498600"/>
            <a:ext cx="7531100" cy="4038600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-905933" y="1888067"/>
            <a:ext cx="398611" cy="1865813"/>
          </a:xfrm>
          <a:custGeom>
            <a:avLst/>
            <a:gdLst>
              <a:gd name="connsiteX0" fmla="*/ 0 w 398611"/>
              <a:gd name="connsiteY0" fmla="*/ 0 h 1865813"/>
              <a:gd name="connsiteX1" fmla="*/ 143933 w 398611"/>
              <a:gd name="connsiteY1" fmla="*/ 618066 h 1865813"/>
              <a:gd name="connsiteX2" fmla="*/ 397933 w 398611"/>
              <a:gd name="connsiteY2" fmla="*/ 1862666 h 1865813"/>
              <a:gd name="connsiteX3" fmla="*/ 296333 w 398611"/>
              <a:gd name="connsiteY3" fmla="*/ 220133 h 186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611" h="1865813">
                <a:moveTo>
                  <a:pt x="0" y="0"/>
                </a:moveTo>
                <a:cubicBezTo>
                  <a:pt x="38805" y="153811"/>
                  <a:pt x="77611" y="307622"/>
                  <a:pt x="143933" y="618066"/>
                </a:cubicBezTo>
                <a:cubicBezTo>
                  <a:pt x="210255" y="928510"/>
                  <a:pt x="372533" y="1928988"/>
                  <a:pt x="397933" y="1862666"/>
                </a:cubicBezTo>
                <a:cubicBezTo>
                  <a:pt x="423333" y="1796344"/>
                  <a:pt x="-276578" y="1096433"/>
                  <a:pt x="296333" y="220133"/>
                </a:cubicBezTo>
              </a:path>
            </a:pathLst>
          </a:cu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661585" y="1962152"/>
            <a:ext cx="306917" cy="2886075"/>
          </a:xfrm>
          <a:custGeom>
            <a:avLst/>
            <a:gdLst>
              <a:gd name="connsiteX0" fmla="*/ 0 w 668867"/>
              <a:gd name="connsiteY0" fmla="*/ 0 h 2269067"/>
              <a:gd name="connsiteX1" fmla="*/ 406400 w 668867"/>
              <a:gd name="connsiteY1" fmla="*/ 770467 h 2269067"/>
              <a:gd name="connsiteX2" fmla="*/ 406400 w 668867"/>
              <a:gd name="connsiteY2" fmla="*/ 897467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220133 w 668867"/>
              <a:gd name="connsiteY1" fmla="*/ 457200 h 2269067"/>
              <a:gd name="connsiteX2" fmla="*/ 406400 w 668867"/>
              <a:gd name="connsiteY2" fmla="*/ 897467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220133 w 668867"/>
              <a:gd name="connsiteY1" fmla="*/ 457200 h 2269067"/>
              <a:gd name="connsiteX2" fmla="*/ 541867 w 668867"/>
              <a:gd name="connsiteY2" fmla="*/ 1964267 h 2269067"/>
              <a:gd name="connsiteX3" fmla="*/ 668867 w 668867"/>
              <a:gd name="connsiteY3" fmla="*/ 2269067 h 2269067"/>
              <a:gd name="connsiteX0" fmla="*/ 0 w 668867"/>
              <a:gd name="connsiteY0" fmla="*/ 0 h 2269160"/>
              <a:gd name="connsiteX1" fmla="*/ 152400 w 668867"/>
              <a:gd name="connsiteY1" fmla="*/ 355600 h 2269160"/>
              <a:gd name="connsiteX2" fmla="*/ 541867 w 668867"/>
              <a:gd name="connsiteY2" fmla="*/ 1964267 h 2269160"/>
              <a:gd name="connsiteX3" fmla="*/ 668867 w 668867"/>
              <a:gd name="connsiteY3" fmla="*/ 2269067 h 2269160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41867 w 668867"/>
              <a:gd name="connsiteY2" fmla="*/ 1964267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668867"/>
              <a:gd name="connsiteY0" fmla="*/ 0 h 2269067"/>
              <a:gd name="connsiteX1" fmla="*/ 310399 w 668867"/>
              <a:gd name="connsiteY1" fmla="*/ 471777 h 2269067"/>
              <a:gd name="connsiteX2" fmla="*/ 518167 w 668867"/>
              <a:gd name="connsiteY2" fmla="*/ 1773934 h 2269067"/>
              <a:gd name="connsiteX3" fmla="*/ 668867 w 668867"/>
              <a:gd name="connsiteY3" fmla="*/ 2269067 h 2269067"/>
              <a:gd name="connsiteX0" fmla="*/ 0 w 700467"/>
              <a:gd name="connsiteY0" fmla="*/ 0 h 2278954"/>
              <a:gd name="connsiteX1" fmla="*/ 341999 w 700467"/>
              <a:gd name="connsiteY1" fmla="*/ 481664 h 2278954"/>
              <a:gd name="connsiteX2" fmla="*/ 549767 w 700467"/>
              <a:gd name="connsiteY2" fmla="*/ 1783821 h 2278954"/>
              <a:gd name="connsiteX3" fmla="*/ 700467 w 700467"/>
              <a:gd name="connsiteY3" fmla="*/ 2278954 h 2278954"/>
              <a:gd name="connsiteX0" fmla="*/ 0 w 700467"/>
              <a:gd name="connsiteY0" fmla="*/ 0 h 2278954"/>
              <a:gd name="connsiteX1" fmla="*/ 341999 w 700467"/>
              <a:gd name="connsiteY1" fmla="*/ 481664 h 2278954"/>
              <a:gd name="connsiteX2" fmla="*/ 549767 w 700467"/>
              <a:gd name="connsiteY2" fmla="*/ 1783821 h 2278954"/>
              <a:gd name="connsiteX3" fmla="*/ 700467 w 700467"/>
              <a:gd name="connsiteY3" fmla="*/ 2278954 h 2278954"/>
              <a:gd name="connsiteX0" fmla="*/ 0 w 736698"/>
              <a:gd name="connsiteY0" fmla="*/ 0 h 2259223"/>
              <a:gd name="connsiteX1" fmla="*/ 341999 w 736698"/>
              <a:gd name="connsiteY1" fmla="*/ 481664 h 2259223"/>
              <a:gd name="connsiteX2" fmla="*/ 549767 w 736698"/>
              <a:gd name="connsiteY2" fmla="*/ 1783821 h 2259223"/>
              <a:gd name="connsiteX3" fmla="*/ 736698 w 736698"/>
              <a:gd name="connsiteY3" fmla="*/ 2259223 h 2259223"/>
              <a:gd name="connsiteX0" fmla="*/ 0 w 1026546"/>
              <a:gd name="connsiteY0" fmla="*/ 0 h 2251824"/>
              <a:gd name="connsiteX1" fmla="*/ 341999 w 1026546"/>
              <a:gd name="connsiteY1" fmla="*/ 481664 h 2251824"/>
              <a:gd name="connsiteX2" fmla="*/ 549767 w 1026546"/>
              <a:gd name="connsiteY2" fmla="*/ 1783821 h 2251824"/>
              <a:gd name="connsiteX3" fmla="*/ 1026546 w 1026546"/>
              <a:gd name="connsiteY3" fmla="*/ 2251824 h 2251824"/>
              <a:gd name="connsiteX0" fmla="*/ 0 w 722206"/>
              <a:gd name="connsiteY0" fmla="*/ 0 h 2256757"/>
              <a:gd name="connsiteX1" fmla="*/ 341999 w 722206"/>
              <a:gd name="connsiteY1" fmla="*/ 481664 h 2256757"/>
              <a:gd name="connsiteX2" fmla="*/ 549767 w 722206"/>
              <a:gd name="connsiteY2" fmla="*/ 1783821 h 2256757"/>
              <a:gd name="connsiteX3" fmla="*/ 722206 w 722206"/>
              <a:gd name="connsiteY3" fmla="*/ 2256757 h 2256757"/>
              <a:gd name="connsiteX0" fmla="*/ 0 w 722206"/>
              <a:gd name="connsiteY0" fmla="*/ 3 h 2256760"/>
              <a:gd name="connsiteX1" fmla="*/ 341999 w 722206"/>
              <a:gd name="connsiteY1" fmla="*/ 481667 h 2256760"/>
              <a:gd name="connsiteX2" fmla="*/ 549767 w 722206"/>
              <a:gd name="connsiteY2" fmla="*/ 1783824 h 2256760"/>
              <a:gd name="connsiteX3" fmla="*/ 722206 w 722206"/>
              <a:gd name="connsiteY3" fmla="*/ 2256760 h 2256760"/>
              <a:gd name="connsiteX0" fmla="*/ 0 w 714960"/>
              <a:gd name="connsiteY0" fmla="*/ 3 h 2232096"/>
              <a:gd name="connsiteX1" fmla="*/ 341999 w 714960"/>
              <a:gd name="connsiteY1" fmla="*/ 481667 h 2232096"/>
              <a:gd name="connsiteX2" fmla="*/ 549767 w 714960"/>
              <a:gd name="connsiteY2" fmla="*/ 1783824 h 2232096"/>
              <a:gd name="connsiteX3" fmla="*/ 714960 w 714960"/>
              <a:gd name="connsiteY3" fmla="*/ 2232096 h 2232096"/>
              <a:gd name="connsiteX0" fmla="*/ 0 w 743945"/>
              <a:gd name="connsiteY0" fmla="*/ 3 h 2244428"/>
              <a:gd name="connsiteX1" fmla="*/ 341999 w 743945"/>
              <a:gd name="connsiteY1" fmla="*/ 481667 h 2244428"/>
              <a:gd name="connsiteX2" fmla="*/ 549767 w 743945"/>
              <a:gd name="connsiteY2" fmla="*/ 1783824 h 2244428"/>
              <a:gd name="connsiteX3" fmla="*/ 743945 w 743945"/>
              <a:gd name="connsiteY3" fmla="*/ 2244428 h 2244428"/>
              <a:gd name="connsiteX0" fmla="*/ 0 w 700468"/>
              <a:gd name="connsiteY0" fmla="*/ 3 h 2256760"/>
              <a:gd name="connsiteX1" fmla="*/ 341999 w 700468"/>
              <a:gd name="connsiteY1" fmla="*/ 481667 h 2256760"/>
              <a:gd name="connsiteX2" fmla="*/ 549767 w 700468"/>
              <a:gd name="connsiteY2" fmla="*/ 1783824 h 2256760"/>
              <a:gd name="connsiteX3" fmla="*/ 700468 w 700468"/>
              <a:gd name="connsiteY3" fmla="*/ 2256760 h 225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468" h="2256760">
                <a:moveTo>
                  <a:pt x="0" y="3"/>
                </a:moveTo>
                <a:cubicBezTo>
                  <a:pt x="251004" y="-964"/>
                  <a:pt x="250371" y="184364"/>
                  <a:pt x="341999" y="481667"/>
                </a:cubicBezTo>
                <a:cubicBezTo>
                  <a:pt x="433627" y="778970"/>
                  <a:pt x="490022" y="1487975"/>
                  <a:pt x="549767" y="1783824"/>
                </a:cubicBezTo>
                <a:cubicBezTo>
                  <a:pt x="609512" y="2079673"/>
                  <a:pt x="700468" y="2256760"/>
                  <a:pt x="700468" y="2256760"/>
                </a:cubicBezTo>
              </a:path>
            </a:pathLst>
          </a:custGeom>
          <a:ln w="19050" cmpd="sng">
            <a:solidFill>
              <a:srgbClr val="008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30301" y="6107442"/>
            <a:ext cx="48810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latin typeface="Myriad Pro"/>
                <a:cs typeface="Myriad Pro"/>
              </a:rPr>
              <a:t>Brien 1953. </a:t>
            </a:r>
            <a:r>
              <a:rPr lang="en-US" b="0" i="1" dirty="0">
                <a:latin typeface="Myriad Pro"/>
                <a:cs typeface="Myriad Pro"/>
              </a:rPr>
              <a:t>Biol. Rev. Cambridge Phil. Soc</a:t>
            </a:r>
            <a:r>
              <a:rPr lang="en-US" b="0" dirty="0">
                <a:latin typeface="Myriad Pro"/>
                <a:cs typeface="Myriad Pro"/>
              </a:rPr>
              <a:t>. </a:t>
            </a:r>
            <a:r>
              <a:rPr lang="en-US" dirty="0">
                <a:latin typeface="Myriad Pro"/>
                <a:cs typeface="Myriad Pro"/>
              </a:rPr>
              <a:t>28</a:t>
            </a:r>
            <a:r>
              <a:rPr lang="en-US" b="0" dirty="0">
                <a:latin typeface="Myriad Pro"/>
                <a:cs typeface="Myriad Pro"/>
              </a:rPr>
              <a:t>: 308-349</a:t>
            </a:r>
            <a:endParaRPr lang="en-US" dirty="0">
              <a:latin typeface="Myriad Pro"/>
              <a:cs typeface="Myriad Pro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05337" y="3808814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 </a:t>
            </a:r>
            <a:r>
              <a:rPr lang="en-US" dirty="0"/>
              <a:t>years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4774" y="3539327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 years</a:t>
            </a:r>
          </a:p>
        </p:txBody>
      </p:sp>
    </p:spTree>
    <p:extLst>
      <p:ext uri="{BB962C8B-B14F-4D97-AF65-F5344CB8AC3E}">
        <p14:creationId xmlns:p14="http://schemas.microsoft.com/office/powerpoint/2010/main" val="34998567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81B8AB00-3117-D049-95C8-97D1AA7E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526" y="137180"/>
            <a:ext cx="55572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species are relatively young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C3A80B-CCDF-AD49-80C4-FAA52E858F5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802A8D59-E7CF-DB46-8DBA-0AC3FE8F8C1E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t="43746"/>
          <a:stretch/>
        </p:blipFill>
        <p:spPr>
          <a:xfrm>
            <a:off x="154755" y="1710072"/>
            <a:ext cx="5254634" cy="3825306"/>
          </a:xfrm>
          <a:prstGeom prst="rect">
            <a:avLst/>
          </a:prstGeom>
        </p:spPr>
      </p:pic>
      <p:sp>
        <p:nvSpPr>
          <p:cNvPr id="63" name="Text Box 4">
            <a:extLst>
              <a:ext uri="{FF2B5EF4-FFF2-40B4-BE49-F238E27FC236}">
                <a16:creationId xmlns:a16="http://schemas.microsoft.com/office/drawing/2014/main" id="{3B3EE88D-75E6-994D-BDE1-5359CD82F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5" y="5202026"/>
            <a:ext cx="3678053" cy="273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5pPr>
            <a:lvl6pPr marL="15367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6pPr>
            <a:lvl7pPr marL="19939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7pPr>
            <a:lvl8pPr marL="24511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8pPr>
            <a:lvl9pPr marL="2908300" indent="-2159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charset="0"/>
                <a:ea typeface="ＭＳ Ｐゴシック" charset="0"/>
                <a:cs typeface="msgothic" charset="0"/>
              </a:defRPr>
            </a:lvl9pPr>
          </a:lstStyle>
          <a:p>
            <a:r>
              <a:rPr lang="en-GB" sz="1400" b="0" dirty="0">
                <a:latin typeface="Calibri"/>
                <a:cs typeface="Calibri"/>
              </a:rPr>
              <a:t>Wong et al. 2019. PNAS </a:t>
            </a:r>
            <a:r>
              <a:rPr lang="en-GB" sz="1400" dirty="0">
                <a:latin typeface="Calibri"/>
                <a:cs typeface="Calibri"/>
              </a:rPr>
              <a:t>116 </a:t>
            </a:r>
            <a:r>
              <a:rPr lang="en-GB" sz="1400" b="0" dirty="0">
                <a:latin typeface="Calibri"/>
                <a:cs typeface="Calibri"/>
              </a:rPr>
              <a:t>(46): 22915–22917 </a:t>
            </a:r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BABA21AD-EF0A-D74A-A866-CAE28D3AA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56" y="737264"/>
            <a:ext cx="85035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may have originated and radiated in Laurasia before colonizing Gondwana-derived continents.</a:t>
            </a:r>
          </a:p>
        </p:txBody>
      </p:sp>
      <p:sp>
        <p:nvSpPr>
          <p:cNvPr id="65" name="Rectangle 5">
            <a:extLst>
              <a:ext uri="{FF2B5EF4-FFF2-40B4-BE49-F238E27FC236}">
                <a16:creationId xmlns:a16="http://schemas.microsoft.com/office/drawing/2014/main" id="{2385E9FB-C461-E74C-8DD3-61711A102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55" y="1371518"/>
            <a:ext cx="79302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Estimates of divergence times are consistent with a </a:t>
            </a:r>
            <a:r>
              <a:rPr lang="en-US" sz="16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Laurasian</a:t>
            </a: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origin and divergence.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C8017-6042-4E4F-A769-F75DC10D3D3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09389" y="1946634"/>
            <a:ext cx="3362528" cy="3528471"/>
          </a:xfrm>
          <a:prstGeom prst="rect">
            <a:avLst/>
          </a:prstGeom>
        </p:spPr>
      </p:pic>
      <p:sp>
        <p:nvSpPr>
          <p:cNvPr id="54" name="Rectangle 5">
            <a:extLst>
              <a:ext uri="{FF2B5EF4-FFF2-40B4-BE49-F238E27FC236}">
                <a16:creationId xmlns:a16="http://schemas.microsoft.com/office/drawing/2014/main" id="{54F1F51D-E5C1-164C-93A0-2C12F0555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5821421"/>
            <a:ext cx="73261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buSzPct val="100000"/>
              <a:defRPr/>
            </a:pP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Only heat- or stress-tolerant species were able to colonize southern continents (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Martínez et al. 2010. Mol </a:t>
            </a:r>
            <a:r>
              <a:rPr lang="en-US" sz="1600" b="0" dirty="0" err="1">
                <a:solidFill>
                  <a:srgbClr val="000000"/>
                </a:solidFill>
                <a:latin typeface="Myriad Pro"/>
              </a:rPr>
              <a:t>Phyl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latin typeface="Myriad Pro"/>
              </a:rPr>
              <a:t>Evol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Myriad Pro"/>
              </a:rPr>
              <a:t>57</a:t>
            </a:r>
            <a:r>
              <a:rPr lang="en-US" sz="1600" b="0" dirty="0">
                <a:solidFill>
                  <a:srgbClr val="000000"/>
                </a:solidFill>
                <a:latin typeface="Myriad Pro"/>
              </a:rPr>
              <a:t>: 403-410).</a:t>
            </a:r>
            <a:r>
              <a:rPr lang="en-US" sz="16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4150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D08CA-11F3-132A-8FDF-888A6315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585F457-DD93-3B4B-16F9-6EB8DE2E97A3}"/>
              </a:ext>
            </a:extLst>
          </p:cNvPr>
          <p:cNvGrpSpPr/>
          <p:nvPr/>
        </p:nvGrpSpPr>
        <p:grpSpPr>
          <a:xfrm>
            <a:off x="222950" y="779341"/>
            <a:ext cx="8921050" cy="5473749"/>
            <a:chOff x="-1359458" y="760654"/>
            <a:chExt cx="9299420" cy="570590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34CA172-1DDE-EC9C-AAAF-23E313CC97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91158" y="760654"/>
              <a:ext cx="4848804" cy="570590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ECBC77C-659F-2595-B763-24454E77469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359458" y="2898477"/>
              <a:ext cx="4703311" cy="3568084"/>
            </a:xfrm>
            <a:prstGeom prst="rect">
              <a:avLst/>
            </a:prstGeom>
          </p:spPr>
        </p:pic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FD67EAA-8689-AF09-A8AB-19D3D5580A98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A7CAB3-DEBD-99FA-9964-01469D66B8E4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6358517D-954F-44B2-1720-3489F9B42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19" name="Text Box 213">
            <a:extLst>
              <a:ext uri="{FF2B5EF4-FFF2-40B4-BE49-F238E27FC236}">
                <a16:creationId xmlns:a16="http://schemas.microsoft.com/office/drawing/2014/main" id="{90D55438-E64B-1F12-FFF8-6A768D589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600" y="1866265"/>
            <a:ext cx="2587210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</a:t>
            </a:r>
            <a:r>
              <a:rPr lang="en-US" i="1" dirty="0" err="1">
                <a:latin typeface="Myriad Pro"/>
                <a:cs typeface="Myriad Pro"/>
              </a:rPr>
              <a:t>hymanae</a:t>
            </a:r>
            <a:endParaRPr lang="en-US" i="1" dirty="0">
              <a:latin typeface="Myriad Pro"/>
              <a:cs typeface="Myriad Pro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B2B331FA-EE29-AA04-6B2D-50ADA70F1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10" y="3005351"/>
            <a:ext cx="14927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A5DD58-F20F-DCC6-FE91-CEEAB38F12F2}"/>
              </a:ext>
            </a:extLst>
          </p:cNvPr>
          <p:cNvSpPr txBox="1"/>
          <p:nvPr/>
        </p:nvSpPr>
        <p:spPr>
          <a:xfrm>
            <a:off x="1317723" y="3260457"/>
            <a:ext cx="1559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677,179,869 bp</a:t>
            </a:r>
          </a:p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14,202 genes </a:t>
            </a:r>
            <a:endParaRPr lang="en-US" b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BC624-BBA9-9703-366A-048C5E907C10}"/>
              </a:ext>
            </a:extLst>
          </p:cNvPr>
          <p:cNvSpPr txBox="1"/>
          <p:nvPr/>
        </p:nvSpPr>
        <p:spPr>
          <a:xfrm>
            <a:off x="5823561" y="2139092"/>
            <a:ext cx="1492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972,167,218 bp</a:t>
            </a:r>
          </a:p>
          <a:p>
            <a:r>
              <a:rPr lang="en-US" b="0" dirty="0"/>
              <a:t>14,646 genes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A88D7-FAA0-2DD0-7459-3ED493FFC930}"/>
              </a:ext>
            </a:extLst>
          </p:cNvPr>
          <p:cNvPicPr>
            <a:picLocks noChangeAspect="1"/>
          </p:cNvPicPr>
          <p:nvPr/>
        </p:nvPicPr>
        <p:blipFill>
          <a:blip/>
          <a:srcRect l="23534" t="25112" r="19880" b="40990"/>
          <a:stretch/>
        </p:blipFill>
        <p:spPr>
          <a:xfrm>
            <a:off x="-3657600" y="5112327"/>
            <a:ext cx="4140200" cy="1281829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1F80F10D-87F1-2DA4-300B-678D62571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8014" y="4589411"/>
            <a:ext cx="168135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endParaRPr lang="en-US" i="1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  <a:p>
            <a:pPr marL="457200" indent="-457200" algn="ctr">
              <a:buSzPct val="100000"/>
              <a:defRPr/>
            </a:pPr>
            <a:r>
              <a:rPr lang="en-US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243,984,065 bp</a:t>
            </a:r>
          </a:p>
          <a:p>
            <a:pPr marL="457200" indent="-457200" algn="ctr">
              <a:buSzPct val="100000"/>
              <a:defRPr/>
            </a:pPr>
            <a:r>
              <a:rPr lang="en-US" b="0" dirty="0">
                <a:latin typeface="Menlo" panose="020B0609030804020204" pitchFamily="49" charset="0"/>
              </a:rPr>
              <a:t>42293</a:t>
            </a:r>
            <a:r>
              <a:rPr lang="en-US" b="0" dirty="0">
                <a:solidFill>
                  <a:srgbClr val="000000"/>
                </a:solidFill>
                <a:latin typeface="Myriad Pro"/>
              </a:rPr>
              <a:t> genes</a:t>
            </a:r>
            <a:endParaRPr lang="en-US" b="0" dirty="0">
              <a:latin typeface="Menlo" panose="020B060903080402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D24AC3-9769-6AC6-0316-41C45A6523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48934" y="543206"/>
            <a:ext cx="3180135" cy="22589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718148-FCAE-B7A4-62AF-CCCBA7D82EAA}"/>
              </a:ext>
            </a:extLst>
          </p:cNvPr>
          <p:cNvSpPr/>
          <p:nvPr/>
        </p:nvSpPr>
        <p:spPr bwMode="auto">
          <a:xfrm>
            <a:off x="-2284687" y="1634359"/>
            <a:ext cx="12625739" cy="46187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B9CB5-743F-9BA6-2179-DCCC4794093A}"/>
              </a:ext>
            </a:extLst>
          </p:cNvPr>
          <p:cNvSpPr/>
          <p:nvPr/>
        </p:nvSpPr>
        <p:spPr bwMode="auto">
          <a:xfrm>
            <a:off x="-2639132" y="3568234"/>
            <a:ext cx="12625739" cy="26848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077D4-E7C6-9963-44AF-E2B11E2F630C}"/>
              </a:ext>
            </a:extLst>
          </p:cNvPr>
          <p:cNvSpPr/>
          <p:nvPr/>
        </p:nvSpPr>
        <p:spPr bwMode="auto">
          <a:xfrm>
            <a:off x="-3844892" y="5209775"/>
            <a:ext cx="12625739" cy="10433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ECDB23-15C3-844A-C063-5DA3B25F73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418223" y="-3064017"/>
            <a:ext cx="7772400" cy="34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692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F0AC7-F126-871E-C8AF-961AA182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9B06BD93-7607-C3FD-F582-1FF9070CF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056" y="137180"/>
            <a:ext cx="51207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Campbell's key &amp; hydra groups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58462C-6B50-EE58-A9B4-94013F7B7644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Oval 5">
            <a:extLst>
              <a:ext uri="{FF2B5EF4-FFF2-40B4-BE49-F238E27FC236}">
                <a16:creationId xmlns:a16="http://schemas.microsoft.com/office/drawing/2014/main" id="{68BE3217-8AC3-69EA-B28F-9248592A0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1888827"/>
            <a:ext cx="381000" cy="546100"/>
          </a:xfrm>
          <a:prstGeom prst="ellipse">
            <a:avLst/>
          </a:prstGeom>
          <a:solidFill>
            <a:srgbClr val="C0C0C0">
              <a:alpha val="76077"/>
            </a:srgbClr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5BA89854-DD63-9F2A-31C8-7E7175CB3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100" y="1845965"/>
            <a:ext cx="241300" cy="546100"/>
          </a:xfrm>
          <a:prstGeom prst="ellipse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7337945-D18C-5C69-AD68-4BD836A3CD0D}"/>
              </a:ext>
            </a:extLst>
          </p:cNvPr>
          <p:cNvGrpSpPr>
            <a:grpSpLocks/>
          </p:cNvGrpSpPr>
          <p:nvPr/>
        </p:nvGrpSpPr>
        <p:grpSpPr bwMode="auto">
          <a:xfrm>
            <a:off x="4184650" y="3404892"/>
            <a:ext cx="973138" cy="498475"/>
            <a:chOff x="553" y="3390"/>
            <a:chExt cx="613" cy="314"/>
          </a:xfrm>
        </p:grpSpPr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EA6B9D43-B6A4-1E7B-8586-DFF06A576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" y="3434"/>
              <a:ext cx="216" cy="232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3E2BCD0-FD1C-FC8D-9B75-08891E7A8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" y="3518"/>
              <a:ext cx="254" cy="89"/>
            </a:xfrm>
            <a:custGeom>
              <a:avLst/>
              <a:gdLst>
                <a:gd name="T0" fmla="*/ 237 w 254"/>
                <a:gd name="T1" fmla="*/ 3 h 89"/>
                <a:gd name="T2" fmla="*/ 136 w 254"/>
                <a:gd name="T3" fmla="*/ 24 h 89"/>
                <a:gd name="T4" fmla="*/ 25 w 254"/>
                <a:gd name="T5" fmla="*/ 68 h 89"/>
                <a:gd name="T6" fmla="*/ 2 w 254"/>
                <a:gd name="T7" fmla="*/ 87 h 89"/>
                <a:gd name="T8" fmla="*/ 36 w 254"/>
                <a:gd name="T9" fmla="*/ 81 h 89"/>
                <a:gd name="T10" fmla="*/ 147 w 254"/>
                <a:gd name="T11" fmla="*/ 49 h 89"/>
                <a:gd name="T12" fmla="*/ 239 w 254"/>
                <a:gd name="T13" fmla="*/ 47 h 89"/>
                <a:gd name="T14" fmla="*/ 237 w 254"/>
                <a:gd name="T15" fmla="*/ 3 h 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54"/>
                <a:gd name="T25" fmla="*/ 0 h 89"/>
                <a:gd name="T26" fmla="*/ 254 w 254"/>
                <a:gd name="T27" fmla="*/ 89 h 8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54" h="89">
                  <a:moveTo>
                    <a:pt x="237" y="3"/>
                  </a:moveTo>
                  <a:cubicBezTo>
                    <a:pt x="219" y="0"/>
                    <a:pt x="171" y="13"/>
                    <a:pt x="136" y="24"/>
                  </a:cubicBezTo>
                  <a:cubicBezTo>
                    <a:pt x="102" y="35"/>
                    <a:pt x="47" y="58"/>
                    <a:pt x="25" y="68"/>
                  </a:cubicBezTo>
                  <a:cubicBezTo>
                    <a:pt x="3" y="78"/>
                    <a:pt x="0" y="85"/>
                    <a:pt x="2" y="87"/>
                  </a:cubicBezTo>
                  <a:cubicBezTo>
                    <a:pt x="4" y="89"/>
                    <a:pt x="12" y="87"/>
                    <a:pt x="36" y="81"/>
                  </a:cubicBezTo>
                  <a:cubicBezTo>
                    <a:pt x="60" y="75"/>
                    <a:pt x="113" y="55"/>
                    <a:pt x="147" y="49"/>
                  </a:cubicBezTo>
                  <a:cubicBezTo>
                    <a:pt x="181" y="43"/>
                    <a:pt x="224" y="55"/>
                    <a:pt x="239" y="47"/>
                  </a:cubicBezTo>
                  <a:cubicBezTo>
                    <a:pt x="254" y="39"/>
                    <a:pt x="237" y="12"/>
                    <a:pt x="237" y="3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E74D6D3A-030B-97A6-3E1B-204F1BD76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3522"/>
              <a:ext cx="232" cy="83"/>
            </a:xfrm>
            <a:custGeom>
              <a:avLst/>
              <a:gdLst>
                <a:gd name="T0" fmla="*/ 6 w 232"/>
                <a:gd name="T1" fmla="*/ 3 h 83"/>
                <a:gd name="T2" fmla="*/ 107 w 232"/>
                <a:gd name="T3" fmla="*/ 24 h 83"/>
                <a:gd name="T4" fmla="*/ 213 w 232"/>
                <a:gd name="T5" fmla="*/ 62 h 83"/>
                <a:gd name="T6" fmla="*/ 221 w 232"/>
                <a:gd name="T7" fmla="*/ 78 h 83"/>
                <a:gd name="T8" fmla="*/ 207 w 232"/>
                <a:gd name="T9" fmla="*/ 81 h 83"/>
                <a:gd name="T10" fmla="*/ 157 w 232"/>
                <a:gd name="T11" fmla="*/ 67 h 83"/>
                <a:gd name="T12" fmla="*/ 98 w 232"/>
                <a:gd name="T13" fmla="*/ 54 h 83"/>
                <a:gd name="T14" fmla="*/ 15 w 232"/>
                <a:gd name="T15" fmla="*/ 49 h 83"/>
                <a:gd name="T16" fmla="*/ 6 w 232"/>
                <a:gd name="T17" fmla="*/ 3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2"/>
                <a:gd name="T28" fmla="*/ 0 h 83"/>
                <a:gd name="T29" fmla="*/ 232 w 232"/>
                <a:gd name="T30" fmla="*/ 83 h 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2" h="83">
                  <a:moveTo>
                    <a:pt x="6" y="3"/>
                  </a:moveTo>
                  <a:cubicBezTo>
                    <a:pt x="24" y="0"/>
                    <a:pt x="73" y="14"/>
                    <a:pt x="107" y="24"/>
                  </a:cubicBezTo>
                  <a:cubicBezTo>
                    <a:pt x="141" y="34"/>
                    <a:pt x="194" y="53"/>
                    <a:pt x="213" y="62"/>
                  </a:cubicBezTo>
                  <a:cubicBezTo>
                    <a:pt x="232" y="71"/>
                    <a:pt x="222" y="75"/>
                    <a:pt x="221" y="78"/>
                  </a:cubicBezTo>
                  <a:cubicBezTo>
                    <a:pt x="220" y="81"/>
                    <a:pt x="218" y="83"/>
                    <a:pt x="207" y="81"/>
                  </a:cubicBezTo>
                  <a:cubicBezTo>
                    <a:pt x="196" y="79"/>
                    <a:pt x="175" y="71"/>
                    <a:pt x="157" y="67"/>
                  </a:cubicBezTo>
                  <a:cubicBezTo>
                    <a:pt x="139" y="63"/>
                    <a:pt x="122" y="57"/>
                    <a:pt x="98" y="54"/>
                  </a:cubicBezTo>
                  <a:cubicBezTo>
                    <a:pt x="74" y="51"/>
                    <a:pt x="30" y="58"/>
                    <a:pt x="15" y="49"/>
                  </a:cubicBezTo>
                  <a:cubicBezTo>
                    <a:pt x="0" y="40"/>
                    <a:pt x="8" y="13"/>
                    <a:pt x="6" y="3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9E2EF86-4FB7-8C33-6E6B-FC0FAAD79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3390"/>
              <a:ext cx="35" cy="56"/>
            </a:xfrm>
            <a:custGeom>
              <a:avLst/>
              <a:gdLst>
                <a:gd name="T0" fmla="*/ 0 w 35"/>
                <a:gd name="T1" fmla="*/ 53 h 56"/>
                <a:gd name="T2" fmla="*/ 8 w 35"/>
                <a:gd name="T3" fmla="*/ 8 h 56"/>
                <a:gd name="T4" fmla="*/ 19 w 35"/>
                <a:gd name="T5" fmla="*/ 2 h 56"/>
                <a:gd name="T6" fmla="*/ 29 w 35"/>
                <a:gd name="T7" fmla="*/ 13 h 56"/>
                <a:gd name="T8" fmla="*/ 35 w 35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79F66605-5D8E-D083-84B1-FA4AA063CB6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53" y="3648"/>
              <a:ext cx="35" cy="56"/>
            </a:xfrm>
            <a:custGeom>
              <a:avLst/>
              <a:gdLst>
                <a:gd name="T0" fmla="*/ 0 w 35"/>
                <a:gd name="T1" fmla="*/ 53 h 56"/>
                <a:gd name="T2" fmla="*/ 8 w 35"/>
                <a:gd name="T3" fmla="*/ 8 h 56"/>
                <a:gd name="T4" fmla="*/ 19 w 35"/>
                <a:gd name="T5" fmla="*/ 2 h 56"/>
                <a:gd name="T6" fmla="*/ 29 w 35"/>
                <a:gd name="T7" fmla="*/ 13 h 56"/>
                <a:gd name="T8" fmla="*/ 35 w 35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A7B9D4B9-A566-8AE5-43A6-53FFCA647C97}"/>
              </a:ext>
            </a:extLst>
          </p:cNvPr>
          <p:cNvGrpSpPr>
            <a:grpSpLocks/>
          </p:cNvGrpSpPr>
          <p:nvPr/>
        </p:nvGrpSpPr>
        <p:grpSpPr bwMode="auto">
          <a:xfrm>
            <a:off x="7981950" y="3346154"/>
            <a:ext cx="596900" cy="492125"/>
            <a:chOff x="839" y="3526"/>
            <a:chExt cx="376" cy="310"/>
          </a:xfrm>
        </p:grpSpPr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0CD912AE-AA8D-D21A-C853-6ECE59721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" y="3570"/>
              <a:ext cx="216" cy="232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1EE07190-F785-9393-0EA6-A4311AC52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3526"/>
              <a:ext cx="35" cy="56"/>
            </a:xfrm>
            <a:custGeom>
              <a:avLst/>
              <a:gdLst>
                <a:gd name="T0" fmla="*/ 0 w 35"/>
                <a:gd name="T1" fmla="*/ 53 h 56"/>
                <a:gd name="T2" fmla="*/ 8 w 35"/>
                <a:gd name="T3" fmla="*/ 8 h 56"/>
                <a:gd name="T4" fmla="*/ 19 w 35"/>
                <a:gd name="T5" fmla="*/ 2 h 56"/>
                <a:gd name="T6" fmla="*/ 29 w 35"/>
                <a:gd name="T7" fmla="*/ 13 h 56"/>
                <a:gd name="T8" fmla="*/ 35 w 35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24369063-740C-5BDB-67A3-BCF8188EB92C}"/>
                </a:ext>
              </a:extLst>
            </p:cNvPr>
            <p:cNvSpPr>
              <a:spLocks/>
            </p:cNvSpPr>
            <p:nvPr/>
          </p:nvSpPr>
          <p:spPr bwMode="auto">
            <a:xfrm rot="1883184" flipV="1">
              <a:off x="914" y="3747"/>
              <a:ext cx="34" cy="76"/>
            </a:xfrm>
            <a:custGeom>
              <a:avLst/>
              <a:gdLst>
                <a:gd name="T0" fmla="*/ 0 w 35"/>
                <a:gd name="T1" fmla="*/ 453 h 56"/>
                <a:gd name="T2" fmla="*/ 8 w 35"/>
                <a:gd name="T3" fmla="*/ 68 h 56"/>
                <a:gd name="T4" fmla="*/ 17 w 35"/>
                <a:gd name="T5" fmla="*/ 19 h 56"/>
                <a:gd name="T6" fmla="*/ 22 w 35"/>
                <a:gd name="T7" fmla="*/ 113 h 56"/>
                <a:gd name="T8" fmla="*/ 28 w 35"/>
                <a:gd name="T9" fmla="*/ 47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A1DC26F8-F50F-5A29-AFF6-C94D80E9D230}"/>
                </a:ext>
              </a:extLst>
            </p:cNvPr>
            <p:cNvSpPr>
              <a:spLocks/>
            </p:cNvSpPr>
            <p:nvPr/>
          </p:nvSpPr>
          <p:spPr bwMode="auto">
            <a:xfrm rot="-4640475">
              <a:off x="855" y="3624"/>
              <a:ext cx="42" cy="74"/>
            </a:xfrm>
            <a:custGeom>
              <a:avLst/>
              <a:gdLst>
                <a:gd name="T0" fmla="*/ 0 w 35"/>
                <a:gd name="T1" fmla="*/ 375 h 56"/>
                <a:gd name="T2" fmla="*/ 29 w 35"/>
                <a:gd name="T3" fmla="*/ 59 h 56"/>
                <a:gd name="T4" fmla="*/ 71 w 35"/>
                <a:gd name="T5" fmla="*/ 16 h 56"/>
                <a:gd name="T6" fmla="*/ 103 w 35"/>
                <a:gd name="T7" fmla="*/ 87 h 56"/>
                <a:gd name="T8" fmla="*/ 124 w 35"/>
                <a:gd name="T9" fmla="*/ 39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CEB23508-9252-DC4F-D58C-FC55FE0DF529}"/>
                </a:ext>
              </a:extLst>
            </p:cNvPr>
            <p:cNvSpPr>
              <a:spLocks/>
            </p:cNvSpPr>
            <p:nvPr/>
          </p:nvSpPr>
          <p:spPr bwMode="auto">
            <a:xfrm rot="19527545" flipV="1">
              <a:off x="1088" y="3750"/>
              <a:ext cx="34" cy="86"/>
            </a:xfrm>
            <a:custGeom>
              <a:avLst/>
              <a:gdLst>
                <a:gd name="T0" fmla="*/ 0 w 35"/>
                <a:gd name="T1" fmla="*/ 1057 h 56"/>
                <a:gd name="T2" fmla="*/ 8 w 35"/>
                <a:gd name="T3" fmla="*/ 155 h 56"/>
                <a:gd name="T4" fmla="*/ 17 w 35"/>
                <a:gd name="T5" fmla="*/ 43 h 56"/>
                <a:gd name="T6" fmla="*/ 22 w 35"/>
                <a:gd name="T7" fmla="*/ 269 h 56"/>
                <a:gd name="T8" fmla="*/ 28 w 35"/>
                <a:gd name="T9" fmla="*/ 113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CFB00A6E-52DB-21FA-2402-28BEA69F353A}"/>
                </a:ext>
              </a:extLst>
            </p:cNvPr>
            <p:cNvSpPr>
              <a:spLocks/>
            </p:cNvSpPr>
            <p:nvPr/>
          </p:nvSpPr>
          <p:spPr bwMode="auto">
            <a:xfrm rot="4231888">
              <a:off x="1141" y="3575"/>
              <a:ext cx="33" cy="115"/>
            </a:xfrm>
            <a:custGeom>
              <a:avLst/>
              <a:gdLst>
                <a:gd name="T0" fmla="*/ 0 w 35"/>
                <a:gd name="T1" fmla="*/ 8186 h 56"/>
                <a:gd name="T2" fmla="*/ 8 w 35"/>
                <a:gd name="T3" fmla="*/ 1214 h 56"/>
                <a:gd name="T4" fmla="*/ 12 w 35"/>
                <a:gd name="T5" fmla="*/ 288 h 56"/>
                <a:gd name="T6" fmla="*/ 20 w 35"/>
                <a:gd name="T7" fmla="*/ 2006 h 56"/>
                <a:gd name="T8" fmla="*/ 23 w 35"/>
                <a:gd name="T9" fmla="*/ 862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0" y="53"/>
                  </a:moveTo>
                  <a:cubicBezTo>
                    <a:pt x="2" y="36"/>
                    <a:pt x="5" y="16"/>
                    <a:pt x="8" y="8"/>
                  </a:cubicBezTo>
                  <a:cubicBezTo>
                    <a:pt x="11" y="0"/>
                    <a:pt x="16" y="1"/>
                    <a:pt x="19" y="2"/>
                  </a:cubicBezTo>
                  <a:cubicBezTo>
                    <a:pt x="22" y="3"/>
                    <a:pt x="26" y="4"/>
                    <a:pt x="29" y="13"/>
                  </a:cubicBezTo>
                  <a:cubicBezTo>
                    <a:pt x="32" y="22"/>
                    <a:pt x="32" y="40"/>
                    <a:pt x="35" y="56"/>
                  </a:cubicBezTo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TextBox 21">
            <a:extLst>
              <a:ext uri="{FF2B5EF4-FFF2-40B4-BE49-F238E27FC236}">
                <a16:creationId xmlns:a16="http://schemas.microsoft.com/office/drawing/2014/main" id="{4B759094-18EE-9087-A583-13B36D848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2096792"/>
            <a:ext cx="19845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VIRIDISSIMA GROUP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8E8FD-0F31-0F47-573B-A1346ED684E1}"/>
              </a:ext>
            </a:extLst>
          </p:cNvPr>
          <p:cNvSpPr txBox="1"/>
          <p:nvPr/>
        </p:nvSpPr>
        <p:spPr>
          <a:xfrm>
            <a:off x="1668455" y="2955992"/>
            <a:ext cx="158591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8F2"/>
                </a:solidFill>
              </a:rPr>
              <a:t>BAUERI GROUP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069437-A92E-71B7-3238-91C776CBF028}"/>
              </a:ext>
            </a:extLst>
          </p:cNvPr>
          <p:cNvSpPr txBox="1"/>
          <p:nvPr/>
        </p:nvSpPr>
        <p:spPr>
          <a:xfrm>
            <a:off x="4083013" y="5431805"/>
            <a:ext cx="18694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6117"/>
                </a:solidFill>
              </a:rPr>
              <a:t>OLIGACTIS GROUP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9F9769-9C04-9B9A-2E8C-EF4E973C907B}"/>
              </a:ext>
            </a:extLst>
          </p:cNvPr>
          <p:cNvSpPr txBox="1"/>
          <p:nvPr/>
        </p:nvSpPr>
        <p:spPr>
          <a:xfrm>
            <a:off x="6525603" y="5431805"/>
            <a:ext cx="18213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7ED0E3"/>
                </a:solidFill>
              </a:rPr>
              <a:t>VULGARIS GROUP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D074DFC8-E325-DDE3-44C8-830F25759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2" y="2426992"/>
            <a:ext cx="28749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Holotrichous</a:t>
            </a:r>
            <a:r>
              <a:rPr lang="en-US" dirty="0"/>
              <a:t> isorhizas </a:t>
            </a:r>
          </a:p>
          <a:p>
            <a:pPr algn="ctr"/>
            <a:r>
              <a:rPr lang="en-US" b="0" dirty="0"/>
              <a:t>"broadly oval" (width &gt; ½ length)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08174CE6-ABB4-D206-7D9A-5225D0E3C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467" y="3943392"/>
            <a:ext cx="287496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two (lateral) bud tentacles arise before the others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isorhizas with spaghetti-like tubule (only </a:t>
            </a:r>
            <a:r>
              <a:rPr lang="en-US" b="0" i="1" dirty="0"/>
              <a:t>H. </a:t>
            </a:r>
            <a:r>
              <a:rPr lang="en-US" b="0" i="1" dirty="0" err="1"/>
              <a:t>oligactis</a:t>
            </a:r>
            <a:r>
              <a:rPr lang="en-US" b="0" dirty="0"/>
              <a:t>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stenoteles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of uniform size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smooth, spherical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embryothecae</a:t>
            </a:r>
            <a:endParaRPr lang="en-US" b="0" dirty="0"/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2080BFF7-2BD7-63D1-3F94-241DF7271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47" y="3935117"/>
            <a:ext cx="2681287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bud tentacles arise nearly simultaneously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/>
              <a:t>isorhizas with coiled tubule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stenoteles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variable in size (14–20 µm)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spherical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embryothecae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with spines</a:t>
            </a:r>
          </a:p>
          <a:p>
            <a:pPr marL="114300" indent="-114300"/>
            <a:endParaRPr lang="en-US" b="0" dirty="0"/>
          </a:p>
          <a:p>
            <a:endParaRPr lang="en-US" b="0" dirty="0"/>
          </a:p>
        </p:txBody>
      </p:sp>
      <p:grpSp>
        <p:nvGrpSpPr>
          <p:cNvPr id="31" name="Group 52">
            <a:extLst>
              <a:ext uri="{FF2B5EF4-FFF2-40B4-BE49-F238E27FC236}">
                <a16:creationId xmlns:a16="http://schemas.microsoft.com/office/drawing/2014/main" id="{27991F54-5013-CED5-20A3-2E4089DCC681}"/>
              </a:ext>
            </a:extLst>
          </p:cNvPr>
          <p:cNvGrpSpPr>
            <a:grpSpLocks/>
          </p:cNvGrpSpPr>
          <p:nvPr/>
        </p:nvGrpSpPr>
        <p:grpSpPr bwMode="auto">
          <a:xfrm>
            <a:off x="5181602" y="3374727"/>
            <a:ext cx="2684463" cy="533400"/>
            <a:chOff x="2429934" y="4274386"/>
            <a:chExt cx="3158066" cy="2734857"/>
          </a:xfrm>
        </p:grpSpPr>
        <p:cxnSp>
          <p:nvCxnSpPr>
            <p:cNvPr id="32" name="Straight Connector 53">
              <a:extLst>
                <a:ext uri="{FF2B5EF4-FFF2-40B4-BE49-F238E27FC236}">
                  <a16:creationId xmlns:a16="http://schemas.microsoft.com/office/drawing/2014/main" id="{F5E18D8B-2206-B375-22C2-BF3C5BC320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1101332" y="5634215"/>
              <a:ext cx="2732783" cy="17273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3" name="Straight Connector 54">
              <a:extLst>
                <a:ext uri="{FF2B5EF4-FFF2-40B4-BE49-F238E27FC236}">
                  <a16:creationId xmlns:a16="http://schemas.microsoft.com/office/drawing/2014/main" id="{2B6813A6-B095-1E92-4362-C4D520491D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224410" y="5607735"/>
              <a:ext cx="2668012" cy="1313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4" name="Straight Connector 55">
              <a:extLst>
                <a:ext uri="{FF2B5EF4-FFF2-40B4-BE49-F238E27FC236}">
                  <a16:creationId xmlns:a16="http://schemas.microsoft.com/office/drawing/2014/main" id="{CACCD2D8-E31C-DD55-DAD7-EB9ED5E3D2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9934" y="4293395"/>
              <a:ext cx="3158066" cy="1588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</p:grpSp>
      <p:grpSp>
        <p:nvGrpSpPr>
          <p:cNvPr id="35" name="Group 60">
            <a:extLst>
              <a:ext uri="{FF2B5EF4-FFF2-40B4-BE49-F238E27FC236}">
                <a16:creationId xmlns:a16="http://schemas.microsoft.com/office/drawing/2014/main" id="{D1FBA53B-5DF0-40BD-1DF6-E8E0072CB113}"/>
              </a:ext>
            </a:extLst>
          </p:cNvPr>
          <p:cNvGrpSpPr>
            <a:grpSpLocks/>
          </p:cNvGrpSpPr>
          <p:nvPr/>
        </p:nvGrpSpPr>
        <p:grpSpPr bwMode="auto">
          <a:xfrm>
            <a:off x="3751263" y="2068217"/>
            <a:ext cx="2794000" cy="1316037"/>
            <a:chOff x="2429934" y="4264965"/>
            <a:chExt cx="3158066" cy="3574439"/>
          </a:xfrm>
        </p:grpSpPr>
        <p:cxnSp>
          <p:nvCxnSpPr>
            <p:cNvPr id="36" name="Straight Connector 61">
              <a:extLst>
                <a:ext uri="{FF2B5EF4-FFF2-40B4-BE49-F238E27FC236}">
                  <a16:creationId xmlns:a16="http://schemas.microsoft.com/office/drawing/2014/main" id="{1308C6B9-BBD9-4DED-4CCC-AA8094B897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1912279" y="4811380"/>
              <a:ext cx="1099782" cy="6951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7" name="Straight Connector 62">
              <a:extLst>
                <a:ext uri="{FF2B5EF4-FFF2-40B4-BE49-F238E27FC236}">
                  <a16:creationId xmlns:a16="http://schemas.microsoft.com/office/drawing/2014/main" id="{FC0BF90C-42E1-988E-D79D-DA79C12149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777837" y="6057076"/>
              <a:ext cx="3562861" cy="1795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cxnSp>
          <p:nvCxnSpPr>
            <p:cNvPr id="38" name="Straight Connector 63">
              <a:extLst>
                <a:ext uri="{FF2B5EF4-FFF2-40B4-BE49-F238E27FC236}">
                  <a16:creationId xmlns:a16="http://schemas.microsoft.com/office/drawing/2014/main" id="{9DDA51B0-5AF2-CA51-704E-FF63CED03D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9934" y="4293395"/>
              <a:ext cx="3158066" cy="1588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</p:grpSp>
      <p:sp>
        <p:nvSpPr>
          <p:cNvPr id="39" name="TextBox 26">
            <a:extLst>
              <a:ext uri="{FF2B5EF4-FFF2-40B4-BE49-F238E27FC236}">
                <a16:creationId xmlns:a16="http://schemas.microsoft.com/office/drawing/2014/main" id="{3E7361FC-3AA5-C892-291E-2E4699C9B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065" y="2426990"/>
            <a:ext cx="2992437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/>
              <a:t>Holotrichous</a:t>
            </a:r>
            <a:r>
              <a:rPr lang="en-US" dirty="0"/>
              <a:t> </a:t>
            </a:r>
            <a:r>
              <a:rPr lang="en-US" dirty="0" err="1"/>
              <a:t>isorhizas</a:t>
            </a:r>
            <a:r>
              <a:rPr lang="en-US" dirty="0"/>
              <a:t> </a:t>
            </a:r>
          </a:p>
          <a:p>
            <a:pPr algn="ctr"/>
            <a:r>
              <a:rPr lang="en-US" b="0" dirty="0"/>
              <a:t>"narrowly oval" (width &lt; ½ length)</a:t>
            </a:r>
          </a:p>
        </p:txBody>
      </p:sp>
      <p:grpSp>
        <p:nvGrpSpPr>
          <p:cNvPr id="40" name="Group 44">
            <a:extLst>
              <a:ext uri="{FF2B5EF4-FFF2-40B4-BE49-F238E27FC236}">
                <a16:creationId xmlns:a16="http://schemas.microsoft.com/office/drawing/2014/main" id="{AE42C95C-8545-CFD7-D2A9-AEE5CCBC0C1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676414"/>
            <a:ext cx="5323974" cy="1420376"/>
            <a:chOff x="685800" y="1111687"/>
            <a:chExt cx="5323974" cy="1420376"/>
          </a:xfrm>
        </p:grpSpPr>
        <p:cxnSp>
          <p:nvCxnSpPr>
            <p:cNvPr id="41" name="Straight Connector 61">
              <a:extLst>
                <a:ext uri="{FF2B5EF4-FFF2-40B4-BE49-F238E27FC236}">
                  <a16:creationId xmlns:a16="http://schemas.microsoft.com/office/drawing/2014/main" id="{CE35F2BD-A90A-0F8F-E0A6-3C0DA0A2E4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097005" y="1435153"/>
              <a:ext cx="228706" cy="1588"/>
            </a:xfrm>
            <a:prstGeom prst="line">
              <a:avLst/>
            </a:prstGeom>
            <a:noFill/>
            <a:ln w="50800">
              <a:solidFill>
                <a:srgbClr val="A230FF"/>
              </a:solidFill>
              <a:round/>
              <a:headEnd/>
              <a:tailEnd/>
            </a:ln>
          </p:spPr>
        </p:cxnSp>
        <p:grpSp>
          <p:nvGrpSpPr>
            <p:cNvPr id="42" name="Group 43">
              <a:extLst>
                <a:ext uri="{FF2B5EF4-FFF2-40B4-BE49-F238E27FC236}">
                  <a16:creationId xmlns:a16="http://schemas.microsoft.com/office/drawing/2014/main" id="{1AA47C11-3E7A-F05C-05B8-FE19B66A4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1111687"/>
              <a:ext cx="5323974" cy="1420376"/>
              <a:chOff x="685800" y="1111687"/>
              <a:chExt cx="5323974" cy="1420376"/>
            </a:xfrm>
          </p:grpSpPr>
          <p:grpSp>
            <p:nvGrpSpPr>
              <p:cNvPr id="43" name="Group 43">
                <a:extLst>
                  <a:ext uri="{FF2B5EF4-FFF2-40B4-BE49-F238E27FC236}">
                    <a16:creationId xmlns:a16="http://schemas.microsoft.com/office/drawing/2014/main" id="{EEA40921-635E-21B6-DD8B-57E3F0A269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2400" y="1524000"/>
                <a:ext cx="3817938" cy="1008063"/>
                <a:chOff x="2429934" y="4274389"/>
                <a:chExt cx="3158066" cy="2734856"/>
              </a:xfrm>
            </p:grpSpPr>
            <p:cxnSp>
              <p:nvCxnSpPr>
                <p:cNvPr id="47" name="Straight Connector 32">
                  <a:extLst>
                    <a:ext uri="{FF2B5EF4-FFF2-40B4-BE49-F238E27FC236}">
                      <a16:creationId xmlns:a16="http://schemas.microsoft.com/office/drawing/2014/main" id="{9F55076C-030D-0C8D-31FA-82F09B682DA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1091371" y="5634218"/>
                  <a:ext cx="2732781" cy="17273"/>
                </a:xfrm>
                <a:prstGeom prst="line">
                  <a:avLst/>
                </a:prstGeom>
                <a:noFill/>
                <a:ln w="50800">
                  <a:solidFill>
                    <a:srgbClr val="A230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48" name="Straight Connector 33">
                  <a:extLst>
                    <a:ext uri="{FF2B5EF4-FFF2-40B4-BE49-F238E27FC236}">
                      <a16:creationId xmlns:a16="http://schemas.microsoft.com/office/drawing/2014/main" id="{F4203676-8E63-DE8E-3B99-F05B6B372C4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232892" y="5607737"/>
                  <a:ext cx="2668010" cy="1313"/>
                </a:xfrm>
                <a:prstGeom prst="line">
                  <a:avLst/>
                </a:prstGeom>
                <a:noFill/>
                <a:ln w="50800">
                  <a:solidFill>
                    <a:srgbClr val="A230FF"/>
                  </a:solidFill>
                  <a:round/>
                  <a:headEnd/>
                  <a:tailEnd/>
                </a:ln>
              </p:spPr>
            </p:cxnSp>
            <p:cxnSp>
              <p:nvCxnSpPr>
                <p:cNvPr id="49" name="Straight Connector 42">
                  <a:extLst>
                    <a:ext uri="{FF2B5EF4-FFF2-40B4-BE49-F238E27FC236}">
                      <a16:creationId xmlns:a16="http://schemas.microsoft.com/office/drawing/2014/main" id="{8B93B3AA-002B-10A4-FE77-2AE749FFDCF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429934" y="4293395"/>
                  <a:ext cx="3158066" cy="1588"/>
                </a:xfrm>
                <a:prstGeom prst="line">
                  <a:avLst/>
                </a:prstGeom>
                <a:noFill/>
                <a:ln w="50800">
                  <a:solidFill>
                    <a:srgbClr val="A230FF"/>
                  </a:solidFill>
                  <a:round/>
                  <a:headEnd/>
                  <a:tailEnd/>
                </a:ln>
              </p:spPr>
            </p:cxnSp>
          </p:grpSp>
          <p:sp>
            <p:nvSpPr>
              <p:cNvPr id="44" name="TextBox 19">
                <a:extLst>
                  <a:ext uri="{FF2B5EF4-FFF2-40B4-BE49-F238E27FC236}">
                    <a16:creationId xmlns:a16="http://schemas.microsoft.com/office/drawing/2014/main" id="{D19A3092-A6DD-8749-6D88-A84F3C5717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" y="1811338"/>
                <a:ext cx="1548822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Hydra are green</a:t>
                </a:r>
              </a:p>
            </p:txBody>
          </p:sp>
          <p:sp>
            <p:nvSpPr>
              <p:cNvPr id="45" name="TextBox 20">
                <a:extLst>
                  <a:ext uri="{FF2B5EF4-FFF2-40B4-BE49-F238E27FC236}">
                    <a16:creationId xmlns:a16="http://schemas.microsoft.com/office/drawing/2014/main" id="{4F62D373-F077-B50E-8705-22D6B107A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2938" y="1811338"/>
                <a:ext cx="1556836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Hydra not green</a:t>
                </a:r>
              </a:p>
            </p:txBody>
          </p:sp>
          <p:sp>
            <p:nvSpPr>
              <p:cNvPr id="46" name="TextBox 20">
                <a:extLst>
                  <a:ext uri="{FF2B5EF4-FFF2-40B4-BE49-F238E27FC236}">
                    <a16:creationId xmlns:a16="http://schemas.microsoft.com/office/drawing/2014/main" id="{8AB4F965-B6E8-0090-CA9E-52F26E136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6238" y="1111687"/>
                <a:ext cx="593432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CD90C8FD-0172-3983-2A26-A5C28AB31C82}"/>
              </a:ext>
            </a:extLst>
          </p:cNvPr>
          <p:cNvSpPr/>
          <p:nvPr/>
        </p:nvSpPr>
        <p:spPr>
          <a:xfrm>
            <a:off x="1347942" y="3261082"/>
            <a:ext cx="23639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b="0" dirty="0" err="1">
                <a:latin typeface="Helvetica" pitchFamily="2" charset="0"/>
              </a:rPr>
              <a:t>embryothecae</a:t>
            </a:r>
            <a:r>
              <a:rPr lang="en-US" b="0" dirty="0">
                <a:latin typeface="Helvetica" pitchFamily="2" charset="0"/>
              </a:rPr>
              <a:t> flattened against the substratum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0931AC2-0F62-7834-CED7-823B4C19B024}"/>
              </a:ext>
            </a:extLst>
          </p:cNvPr>
          <p:cNvGrpSpPr/>
          <p:nvPr/>
        </p:nvGrpSpPr>
        <p:grpSpPr>
          <a:xfrm>
            <a:off x="8631238" y="3352553"/>
            <a:ext cx="241300" cy="546100"/>
            <a:chOff x="8274275" y="1056342"/>
            <a:chExt cx="241300" cy="546100"/>
          </a:xfrm>
        </p:grpSpPr>
        <p:sp>
          <p:nvSpPr>
            <p:cNvPr id="54" name="Oval 6">
              <a:extLst>
                <a:ext uri="{FF2B5EF4-FFF2-40B4-BE49-F238E27FC236}">
                  <a16:creationId xmlns:a16="http://schemas.microsoft.com/office/drawing/2014/main" id="{51C5B8CF-8922-6A82-E10A-1651C9212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4275" y="1056342"/>
              <a:ext cx="241300" cy="546100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05365AD-03E4-5A56-4E74-C1EC23DD2774}"/>
                </a:ext>
              </a:extLst>
            </p:cNvPr>
            <p:cNvSpPr/>
            <p:nvPr/>
          </p:nvSpPr>
          <p:spPr bwMode="auto">
            <a:xfrm rot="608384">
              <a:off x="8294558" y="1137803"/>
              <a:ext cx="169444" cy="423193"/>
            </a:xfrm>
            <a:custGeom>
              <a:avLst/>
              <a:gdLst>
                <a:gd name="connsiteX0" fmla="*/ 125427 w 156662"/>
                <a:gd name="connsiteY0" fmla="*/ 0 h 342685"/>
                <a:gd name="connsiteX1" fmla="*/ 0 w 156662"/>
                <a:gd name="connsiteY1" fmla="*/ 60690 h 342685"/>
                <a:gd name="connsiteX2" fmla="*/ 125427 w 156662"/>
                <a:gd name="connsiteY2" fmla="*/ 56644 h 342685"/>
                <a:gd name="connsiteX3" fmla="*/ 28322 w 156662"/>
                <a:gd name="connsiteY3" fmla="*/ 105196 h 342685"/>
                <a:gd name="connsiteX4" fmla="*/ 133519 w 156662"/>
                <a:gd name="connsiteY4" fmla="*/ 109242 h 342685"/>
                <a:gd name="connsiteX5" fmla="*/ 32369 w 156662"/>
                <a:gd name="connsiteY5" fmla="*/ 149702 h 342685"/>
                <a:gd name="connsiteX6" fmla="*/ 89013 w 156662"/>
                <a:gd name="connsiteY6" fmla="*/ 157794 h 342685"/>
                <a:gd name="connsiteX7" fmla="*/ 97105 w 156662"/>
                <a:gd name="connsiteY7" fmla="*/ 186116 h 342685"/>
                <a:gd name="connsiteX8" fmla="*/ 137565 w 156662"/>
                <a:gd name="connsiteY8" fmla="*/ 178024 h 342685"/>
                <a:gd name="connsiteX9" fmla="*/ 133519 w 156662"/>
                <a:gd name="connsiteY9" fmla="*/ 149702 h 342685"/>
                <a:gd name="connsiteX10" fmla="*/ 84967 w 156662"/>
                <a:gd name="connsiteY10" fmla="*/ 161840 h 342685"/>
                <a:gd name="connsiteX11" fmla="*/ 44507 w 156662"/>
                <a:gd name="connsiteY11" fmla="*/ 190162 h 342685"/>
                <a:gd name="connsiteX12" fmla="*/ 97105 w 156662"/>
                <a:gd name="connsiteY12" fmla="*/ 190162 h 342685"/>
                <a:gd name="connsiteX13" fmla="*/ 125427 w 156662"/>
                <a:gd name="connsiteY13" fmla="*/ 186116 h 342685"/>
                <a:gd name="connsiteX14" fmla="*/ 153749 w 156662"/>
                <a:gd name="connsiteY14" fmla="*/ 186116 h 342685"/>
                <a:gd name="connsiteX15" fmla="*/ 121381 w 156662"/>
                <a:gd name="connsiteY15" fmla="*/ 238715 h 342685"/>
                <a:gd name="connsiteX16" fmla="*/ 72829 w 156662"/>
                <a:gd name="connsiteY16" fmla="*/ 202300 h 342685"/>
                <a:gd name="connsiteX17" fmla="*/ 52599 w 156662"/>
                <a:gd name="connsiteY17" fmla="*/ 198254 h 342685"/>
                <a:gd name="connsiteX18" fmla="*/ 76875 w 156662"/>
                <a:gd name="connsiteY18" fmla="*/ 242761 h 342685"/>
                <a:gd name="connsiteX19" fmla="*/ 105197 w 156662"/>
                <a:gd name="connsiteY19" fmla="*/ 198254 h 342685"/>
                <a:gd name="connsiteX20" fmla="*/ 125427 w 156662"/>
                <a:gd name="connsiteY20" fmla="*/ 194208 h 342685"/>
                <a:gd name="connsiteX21" fmla="*/ 137565 w 156662"/>
                <a:gd name="connsiteY21" fmla="*/ 238715 h 342685"/>
                <a:gd name="connsiteX22" fmla="*/ 121381 w 156662"/>
                <a:gd name="connsiteY22" fmla="*/ 291313 h 342685"/>
                <a:gd name="connsiteX23" fmla="*/ 89013 w 156662"/>
                <a:gd name="connsiteY23" fmla="*/ 271083 h 342685"/>
                <a:gd name="connsiteX24" fmla="*/ 72829 w 156662"/>
                <a:gd name="connsiteY24" fmla="*/ 242761 h 342685"/>
                <a:gd name="connsiteX25" fmla="*/ 56645 w 156662"/>
                <a:gd name="connsiteY25" fmla="*/ 242761 h 342685"/>
                <a:gd name="connsiteX26" fmla="*/ 68783 w 156662"/>
                <a:gd name="connsiteY26" fmla="*/ 291313 h 342685"/>
                <a:gd name="connsiteX27" fmla="*/ 97105 w 156662"/>
                <a:gd name="connsiteY27" fmla="*/ 303451 h 342685"/>
                <a:gd name="connsiteX28" fmla="*/ 129473 w 156662"/>
                <a:gd name="connsiteY28" fmla="*/ 327727 h 342685"/>
                <a:gd name="connsiteX29" fmla="*/ 137565 w 156662"/>
                <a:gd name="connsiteY29" fmla="*/ 299405 h 342685"/>
                <a:gd name="connsiteX30" fmla="*/ 109243 w 156662"/>
                <a:gd name="connsiteY30" fmla="*/ 238715 h 342685"/>
                <a:gd name="connsiteX31" fmla="*/ 84967 w 156662"/>
                <a:gd name="connsiteY31" fmla="*/ 226577 h 342685"/>
                <a:gd name="connsiteX32" fmla="*/ 121381 w 156662"/>
                <a:gd name="connsiteY32" fmla="*/ 194208 h 342685"/>
                <a:gd name="connsiteX33" fmla="*/ 153749 w 156662"/>
                <a:gd name="connsiteY33" fmla="*/ 186116 h 342685"/>
                <a:gd name="connsiteX34" fmla="*/ 153749 w 156662"/>
                <a:gd name="connsiteY34" fmla="*/ 258945 h 342685"/>
                <a:gd name="connsiteX35" fmla="*/ 141611 w 156662"/>
                <a:gd name="connsiteY35" fmla="*/ 311543 h 342685"/>
                <a:gd name="connsiteX36" fmla="*/ 109243 w 156662"/>
                <a:gd name="connsiteY36" fmla="*/ 339865 h 342685"/>
                <a:gd name="connsiteX37" fmla="*/ 80921 w 156662"/>
                <a:gd name="connsiteY37" fmla="*/ 242761 h 342685"/>
                <a:gd name="connsiteX38" fmla="*/ 76875 w 156662"/>
                <a:gd name="connsiteY38" fmla="*/ 214439 h 342685"/>
                <a:gd name="connsiteX39" fmla="*/ 52599 w 156662"/>
                <a:gd name="connsiteY39" fmla="*/ 206346 h 342685"/>
                <a:gd name="connsiteX40" fmla="*/ 52599 w 156662"/>
                <a:gd name="connsiteY40" fmla="*/ 250853 h 342685"/>
                <a:gd name="connsiteX41" fmla="*/ 76875 w 156662"/>
                <a:gd name="connsiteY41" fmla="*/ 303451 h 342685"/>
                <a:gd name="connsiteX42" fmla="*/ 117335 w 156662"/>
                <a:gd name="connsiteY42" fmla="*/ 275129 h 34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6662" h="342685">
                  <a:moveTo>
                    <a:pt x="125427" y="0"/>
                  </a:moveTo>
                  <a:cubicBezTo>
                    <a:pt x="62713" y="25624"/>
                    <a:pt x="0" y="51249"/>
                    <a:pt x="0" y="60690"/>
                  </a:cubicBezTo>
                  <a:cubicBezTo>
                    <a:pt x="0" y="70131"/>
                    <a:pt x="120707" y="49226"/>
                    <a:pt x="125427" y="56644"/>
                  </a:cubicBezTo>
                  <a:cubicBezTo>
                    <a:pt x="130147" y="64062"/>
                    <a:pt x="26973" y="96430"/>
                    <a:pt x="28322" y="105196"/>
                  </a:cubicBezTo>
                  <a:cubicBezTo>
                    <a:pt x="29671" y="113962"/>
                    <a:pt x="132845" y="101824"/>
                    <a:pt x="133519" y="109242"/>
                  </a:cubicBezTo>
                  <a:cubicBezTo>
                    <a:pt x="134193" y="116660"/>
                    <a:pt x="39787" y="141610"/>
                    <a:pt x="32369" y="149702"/>
                  </a:cubicBezTo>
                  <a:cubicBezTo>
                    <a:pt x="24951" y="157794"/>
                    <a:pt x="78224" y="151725"/>
                    <a:pt x="89013" y="157794"/>
                  </a:cubicBezTo>
                  <a:cubicBezTo>
                    <a:pt x="99802" y="163863"/>
                    <a:pt x="89013" y="182744"/>
                    <a:pt x="97105" y="186116"/>
                  </a:cubicBezTo>
                  <a:cubicBezTo>
                    <a:pt x="105197" y="189488"/>
                    <a:pt x="131496" y="184093"/>
                    <a:pt x="137565" y="178024"/>
                  </a:cubicBezTo>
                  <a:cubicBezTo>
                    <a:pt x="143634" y="171955"/>
                    <a:pt x="142285" y="152399"/>
                    <a:pt x="133519" y="149702"/>
                  </a:cubicBezTo>
                  <a:cubicBezTo>
                    <a:pt x="124753" y="147005"/>
                    <a:pt x="99802" y="155097"/>
                    <a:pt x="84967" y="161840"/>
                  </a:cubicBezTo>
                  <a:cubicBezTo>
                    <a:pt x="70132" y="168583"/>
                    <a:pt x="42484" y="185442"/>
                    <a:pt x="44507" y="190162"/>
                  </a:cubicBezTo>
                  <a:cubicBezTo>
                    <a:pt x="46530" y="194882"/>
                    <a:pt x="83618" y="190836"/>
                    <a:pt x="97105" y="190162"/>
                  </a:cubicBezTo>
                  <a:cubicBezTo>
                    <a:pt x="110592" y="189488"/>
                    <a:pt x="115986" y="186790"/>
                    <a:pt x="125427" y="186116"/>
                  </a:cubicBezTo>
                  <a:cubicBezTo>
                    <a:pt x="134868" y="185442"/>
                    <a:pt x="154423" y="177350"/>
                    <a:pt x="153749" y="186116"/>
                  </a:cubicBezTo>
                  <a:cubicBezTo>
                    <a:pt x="153075" y="194882"/>
                    <a:pt x="134868" y="236018"/>
                    <a:pt x="121381" y="238715"/>
                  </a:cubicBezTo>
                  <a:cubicBezTo>
                    <a:pt x="107894" y="241412"/>
                    <a:pt x="84293" y="209043"/>
                    <a:pt x="72829" y="202300"/>
                  </a:cubicBezTo>
                  <a:cubicBezTo>
                    <a:pt x="61365" y="195557"/>
                    <a:pt x="51925" y="191511"/>
                    <a:pt x="52599" y="198254"/>
                  </a:cubicBezTo>
                  <a:cubicBezTo>
                    <a:pt x="53273" y="204997"/>
                    <a:pt x="68109" y="242761"/>
                    <a:pt x="76875" y="242761"/>
                  </a:cubicBezTo>
                  <a:cubicBezTo>
                    <a:pt x="85641" y="242761"/>
                    <a:pt x="105197" y="198254"/>
                    <a:pt x="105197" y="198254"/>
                  </a:cubicBezTo>
                  <a:cubicBezTo>
                    <a:pt x="113289" y="190162"/>
                    <a:pt x="120032" y="187465"/>
                    <a:pt x="125427" y="194208"/>
                  </a:cubicBezTo>
                  <a:cubicBezTo>
                    <a:pt x="130822" y="200951"/>
                    <a:pt x="138239" y="222531"/>
                    <a:pt x="137565" y="238715"/>
                  </a:cubicBezTo>
                  <a:cubicBezTo>
                    <a:pt x="136891" y="254899"/>
                    <a:pt x="129473" y="285918"/>
                    <a:pt x="121381" y="291313"/>
                  </a:cubicBezTo>
                  <a:cubicBezTo>
                    <a:pt x="113289" y="296708"/>
                    <a:pt x="97105" y="279175"/>
                    <a:pt x="89013" y="271083"/>
                  </a:cubicBezTo>
                  <a:cubicBezTo>
                    <a:pt x="80921" y="262991"/>
                    <a:pt x="72829" y="242761"/>
                    <a:pt x="72829" y="242761"/>
                  </a:cubicBezTo>
                  <a:cubicBezTo>
                    <a:pt x="67435" y="238041"/>
                    <a:pt x="57319" y="234669"/>
                    <a:pt x="56645" y="242761"/>
                  </a:cubicBezTo>
                  <a:cubicBezTo>
                    <a:pt x="55971" y="250853"/>
                    <a:pt x="62040" y="281198"/>
                    <a:pt x="68783" y="291313"/>
                  </a:cubicBezTo>
                  <a:cubicBezTo>
                    <a:pt x="75526" y="301428"/>
                    <a:pt x="97105" y="303451"/>
                    <a:pt x="97105" y="303451"/>
                  </a:cubicBezTo>
                  <a:cubicBezTo>
                    <a:pt x="107220" y="309520"/>
                    <a:pt x="122730" y="328401"/>
                    <a:pt x="129473" y="327727"/>
                  </a:cubicBezTo>
                  <a:cubicBezTo>
                    <a:pt x="136216" y="327053"/>
                    <a:pt x="140937" y="314240"/>
                    <a:pt x="137565" y="299405"/>
                  </a:cubicBezTo>
                  <a:cubicBezTo>
                    <a:pt x="134193" y="284570"/>
                    <a:pt x="118009" y="250853"/>
                    <a:pt x="109243" y="238715"/>
                  </a:cubicBezTo>
                  <a:cubicBezTo>
                    <a:pt x="100477" y="226577"/>
                    <a:pt x="82944" y="233995"/>
                    <a:pt x="84967" y="226577"/>
                  </a:cubicBezTo>
                  <a:cubicBezTo>
                    <a:pt x="86990" y="219159"/>
                    <a:pt x="109917" y="200951"/>
                    <a:pt x="121381" y="194208"/>
                  </a:cubicBezTo>
                  <a:cubicBezTo>
                    <a:pt x="132845" y="187465"/>
                    <a:pt x="148354" y="175327"/>
                    <a:pt x="153749" y="186116"/>
                  </a:cubicBezTo>
                  <a:cubicBezTo>
                    <a:pt x="159144" y="196906"/>
                    <a:pt x="155772" y="238041"/>
                    <a:pt x="153749" y="258945"/>
                  </a:cubicBezTo>
                  <a:cubicBezTo>
                    <a:pt x="151726" y="279849"/>
                    <a:pt x="149029" y="298056"/>
                    <a:pt x="141611" y="311543"/>
                  </a:cubicBezTo>
                  <a:cubicBezTo>
                    <a:pt x="134193" y="325030"/>
                    <a:pt x="119358" y="351328"/>
                    <a:pt x="109243" y="339865"/>
                  </a:cubicBezTo>
                  <a:cubicBezTo>
                    <a:pt x="99128" y="328402"/>
                    <a:pt x="86316" y="263665"/>
                    <a:pt x="80921" y="242761"/>
                  </a:cubicBezTo>
                  <a:cubicBezTo>
                    <a:pt x="75526" y="221857"/>
                    <a:pt x="76875" y="214439"/>
                    <a:pt x="76875" y="214439"/>
                  </a:cubicBezTo>
                  <a:cubicBezTo>
                    <a:pt x="72155" y="208370"/>
                    <a:pt x="56645" y="200277"/>
                    <a:pt x="52599" y="206346"/>
                  </a:cubicBezTo>
                  <a:cubicBezTo>
                    <a:pt x="48553" y="212415"/>
                    <a:pt x="48553" y="234669"/>
                    <a:pt x="52599" y="250853"/>
                  </a:cubicBezTo>
                  <a:cubicBezTo>
                    <a:pt x="56645" y="267037"/>
                    <a:pt x="66086" y="299405"/>
                    <a:pt x="76875" y="303451"/>
                  </a:cubicBezTo>
                  <a:cubicBezTo>
                    <a:pt x="87664" y="307497"/>
                    <a:pt x="102499" y="291313"/>
                    <a:pt x="117335" y="275129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5BE085-E505-3481-EE0E-3BF1BA5B4224}"/>
              </a:ext>
            </a:extLst>
          </p:cNvPr>
          <p:cNvGrpSpPr/>
          <p:nvPr/>
        </p:nvGrpSpPr>
        <p:grpSpPr>
          <a:xfrm>
            <a:off x="3799936" y="3380981"/>
            <a:ext cx="241300" cy="546100"/>
            <a:chOff x="7329390" y="969798"/>
            <a:chExt cx="241300" cy="546100"/>
          </a:xfrm>
        </p:grpSpPr>
        <p:sp>
          <p:nvSpPr>
            <p:cNvPr id="53" name="Oval 6">
              <a:extLst>
                <a:ext uri="{FF2B5EF4-FFF2-40B4-BE49-F238E27FC236}">
                  <a16:creationId xmlns:a16="http://schemas.microsoft.com/office/drawing/2014/main" id="{0F49302B-F2DB-2CDB-2000-44699B51D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9390" y="969798"/>
              <a:ext cx="241300" cy="546100"/>
            </a:xfrm>
            <a:prstGeom prst="ellipse">
              <a:avLst/>
            </a:pr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279744D-60FD-D959-780E-58665F05F879}"/>
                </a:ext>
              </a:extLst>
            </p:cNvPr>
            <p:cNvSpPr/>
            <p:nvPr/>
          </p:nvSpPr>
          <p:spPr bwMode="auto">
            <a:xfrm>
              <a:off x="7399890" y="1013030"/>
              <a:ext cx="109004" cy="479173"/>
            </a:xfrm>
            <a:custGeom>
              <a:avLst/>
              <a:gdLst>
                <a:gd name="connsiteX0" fmla="*/ 32439 w 49416"/>
                <a:gd name="connsiteY0" fmla="*/ 436 h 479173"/>
                <a:gd name="connsiteX1" fmla="*/ 48623 w 49416"/>
                <a:gd name="connsiteY1" fmla="*/ 186553 h 479173"/>
                <a:gd name="connsiteX2" fmla="*/ 44577 w 49416"/>
                <a:gd name="connsiteY2" fmla="*/ 320071 h 479173"/>
                <a:gd name="connsiteX3" fmla="*/ 24347 w 49416"/>
                <a:gd name="connsiteY3" fmla="*/ 477866 h 479173"/>
                <a:gd name="connsiteX4" fmla="*/ 71 w 49416"/>
                <a:gd name="connsiteY4" fmla="*/ 388854 h 479173"/>
                <a:gd name="connsiteX5" fmla="*/ 32439 w 49416"/>
                <a:gd name="connsiteY5" fmla="*/ 275565 h 479173"/>
                <a:gd name="connsiteX6" fmla="*/ 20301 w 49416"/>
                <a:gd name="connsiteY6" fmla="*/ 138000 h 479173"/>
                <a:gd name="connsiteX7" fmla="*/ 32439 w 49416"/>
                <a:gd name="connsiteY7" fmla="*/ 436 h 47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416" h="479173">
                  <a:moveTo>
                    <a:pt x="32439" y="436"/>
                  </a:moveTo>
                  <a:cubicBezTo>
                    <a:pt x="37159" y="8528"/>
                    <a:pt x="46600" y="133281"/>
                    <a:pt x="48623" y="186553"/>
                  </a:cubicBezTo>
                  <a:cubicBezTo>
                    <a:pt x="50646" y="239825"/>
                    <a:pt x="48623" y="271519"/>
                    <a:pt x="44577" y="320071"/>
                  </a:cubicBezTo>
                  <a:cubicBezTo>
                    <a:pt x="40531" y="368623"/>
                    <a:pt x="31765" y="466402"/>
                    <a:pt x="24347" y="477866"/>
                  </a:cubicBezTo>
                  <a:cubicBezTo>
                    <a:pt x="16929" y="489330"/>
                    <a:pt x="-1278" y="422571"/>
                    <a:pt x="71" y="388854"/>
                  </a:cubicBezTo>
                  <a:cubicBezTo>
                    <a:pt x="1420" y="355137"/>
                    <a:pt x="29067" y="317374"/>
                    <a:pt x="32439" y="275565"/>
                  </a:cubicBezTo>
                  <a:cubicBezTo>
                    <a:pt x="35811" y="233756"/>
                    <a:pt x="21650" y="177111"/>
                    <a:pt x="20301" y="138000"/>
                  </a:cubicBezTo>
                  <a:cubicBezTo>
                    <a:pt x="18952" y="98889"/>
                    <a:pt x="27719" y="-7656"/>
                    <a:pt x="32439" y="436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89CBA6B-6705-D8EF-DD2E-FD6546A95AA6}"/>
                </a:ext>
              </a:extLst>
            </p:cNvPr>
            <p:cNvSpPr/>
            <p:nvPr/>
          </p:nvSpPr>
          <p:spPr bwMode="auto">
            <a:xfrm>
              <a:off x="7366340" y="1032782"/>
              <a:ext cx="131687" cy="413289"/>
            </a:xfrm>
            <a:custGeom>
              <a:avLst/>
              <a:gdLst>
                <a:gd name="connsiteX0" fmla="*/ 4 w 131687"/>
                <a:gd name="connsiteY0" fmla="*/ 45101 h 413289"/>
                <a:gd name="connsiteX1" fmla="*/ 109246 w 131687"/>
                <a:gd name="connsiteY1" fmla="*/ 77470 h 413289"/>
                <a:gd name="connsiteX2" fmla="*/ 4050 w 131687"/>
                <a:gd name="connsiteY2" fmla="*/ 126022 h 413289"/>
                <a:gd name="connsiteX3" fmla="*/ 32372 w 131687"/>
                <a:gd name="connsiteY3" fmla="*/ 150298 h 413289"/>
                <a:gd name="connsiteX4" fmla="*/ 105200 w 131687"/>
                <a:gd name="connsiteY4" fmla="*/ 138160 h 413289"/>
                <a:gd name="connsiteX5" fmla="*/ 121384 w 131687"/>
                <a:gd name="connsiteY5" fmla="*/ 198850 h 413289"/>
                <a:gd name="connsiteX6" fmla="*/ 4050 w 131687"/>
                <a:gd name="connsiteY6" fmla="*/ 190758 h 413289"/>
                <a:gd name="connsiteX7" fmla="*/ 44510 w 131687"/>
                <a:gd name="connsiteY7" fmla="*/ 247402 h 413289"/>
                <a:gd name="connsiteX8" fmla="*/ 129476 w 131687"/>
                <a:gd name="connsiteY8" fmla="*/ 235264 h 413289"/>
                <a:gd name="connsiteX9" fmla="*/ 101154 w 131687"/>
                <a:gd name="connsiteY9" fmla="*/ 287863 h 413289"/>
                <a:gd name="connsiteX10" fmla="*/ 40464 w 131687"/>
                <a:gd name="connsiteY10" fmla="*/ 352599 h 413289"/>
                <a:gd name="connsiteX11" fmla="*/ 36418 w 131687"/>
                <a:gd name="connsiteY11" fmla="*/ 304047 h 413289"/>
                <a:gd name="connsiteX12" fmla="*/ 48556 w 131687"/>
                <a:gd name="connsiteY12" fmla="*/ 595 h 413289"/>
                <a:gd name="connsiteX13" fmla="*/ 72832 w 131687"/>
                <a:gd name="connsiteY13" fmla="*/ 231218 h 413289"/>
                <a:gd name="connsiteX14" fmla="*/ 101154 w 131687"/>
                <a:gd name="connsiteY14" fmla="*/ 397105 h 413289"/>
                <a:gd name="connsiteX15" fmla="*/ 101154 w 131687"/>
                <a:gd name="connsiteY15" fmla="*/ 105792 h 413289"/>
                <a:gd name="connsiteX16" fmla="*/ 84970 w 131687"/>
                <a:gd name="connsiteY16" fmla="*/ 8687 h 413289"/>
                <a:gd name="connsiteX17" fmla="*/ 4 w 131687"/>
                <a:gd name="connsiteY17" fmla="*/ 105792 h 413289"/>
                <a:gd name="connsiteX18" fmla="*/ 80924 w 131687"/>
                <a:gd name="connsiteY18" fmla="*/ 380921 h 413289"/>
                <a:gd name="connsiteX19" fmla="*/ 89016 w 131687"/>
                <a:gd name="connsiteY19" fmla="*/ 397105 h 413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1687" h="413289">
                  <a:moveTo>
                    <a:pt x="4" y="45101"/>
                  </a:moveTo>
                  <a:cubicBezTo>
                    <a:pt x="54288" y="54542"/>
                    <a:pt x="108572" y="63983"/>
                    <a:pt x="109246" y="77470"/>
                  </a:cubicBezTo>
                  <a:cubicBezTo>
                    <a:pt x="109920" y="90957"/>
                    <a:pt x="16862" y="113884"/>
                    <a:pt x="4050" y="126022"/>
                  </a:cubicBezTo>
                  <a:cubicBezTo>
                    <a:pt x="-8762" y="138160"/>
                    <a:pt x="15514" y="148275"/>
                    <a:pt x="32372" y="150298"/>
                  </a:cubicBezTo>
                  <a:cubicBezTo>
                    <a:pt x="49230" y="152321"/>
                    <a:pt x="90365" y="130068"/>
                    <a:pt x="105200" y="138160"/>
                  </a:cubicBezTo>
                  <a:cubicBezTo>
                    <a:pt x="120035" y="146252"/>
                    <a:pt x="138242" y="190084"/>
                    <a:pt x="121384" y="198850"/>
                  </a:cubicBezTo>
                  <a:cubicBezTo>
                    <a:pt x="104526" y="207616"/>
                    <a:pt x="16862" y="182666"/>
                    <a:pt x="4050" y="190758"/>
                  </a:cubicBezTo>
                  <a:cubicBezTo>
                    <a:pt x="-8762" y="198850"/>
                    <a:pt x="23606" y="239984"/>
                    <a:pt x="44510" y="247402"/>
                  </a:cubicBezTo>
                  <a:cubicBezTo>
                    <a:pt x="65414" y="254820"/>
                    <a:pt x="120035" y="228521"/>
                    <a:pt x="129476" y="235264"/>
                  </a:cubicBezTo>
                  <a:cubicBezTo>
                    <a:pt x="138917" y="242007"/>
                    <a:pt x="115989" y="268307"/>
                    <a:pt x="101154" y="287863"/>
                  </a:cubicBezTo>
                  <a:cubicBezTo>
                    <a:pt x="86319" y="307419"/>
                    <a:pt x="51253" y="349902"/>
                    <a:pt x="40464" y="352599"/>
                  </a:cubicBezTo>
                  <a:cubicBezTo>
                    <a:pt x="29675" y="355296"/>
                    <a:pt x="35069" y="362714"/>
                    <a:pt x="36418" y="304047"/>
                  </a:cubicBezTo>
                  <a:cubicBezTo>
                    <a:pt x="37767" y="245380"/>
                    <a:pt x="42487" y="12733"/>
                    <a:pt x="48556" y="595"/>
                  </a:cubicBezTo>
                  <a:cubicBezTo>
                    <a:pt x="54625" y="-11543"/>
                    <a:pt x="64066" y="165133"/>
                    <a:pt x="72832" y="231218"/>
                  </a:cubicBezTo>
                  <a:cubicBezTo>
                    <a:pt x="81598" y="297303"/>
                    <a:pt x="96434" y="418009"/>
                    <a:pt x="101154" y="397105"/>
                  </a:cubicBezTo>
                  <a:cubicBezTo>
                    <a:pt x="105874" y="376201"/>
                    <a:pt x="103851" y="170528"/>
                    <a:pt x="101154" y="105792"/>
                  </a:cubicBezTo>
                  <a:cubicBezTo>
                    <a:pt x="98457" y="41056"/>
                    <a:pt x="101828" y="8687"/>
                    <a:pt x="84970" y="8687"/>
                  </a:cubicBezTo>
                  <a:cubicBezTo>
                    <a:pt x="68112" y="8687"/>
                    <a:pt x="678" y="43753"/>
                    <a:pt x="4" y="105792"/>
                  </a:cubicBezTo>
                  <a:cubicBezTo>
                    <a:pt x="-670" y="167831"/>
                    <a:pt x="80924" y="380921"/>
                    <a:pt x="80924" y="380921"/>
                  </a:cubicBezTo>
                  <a:cubicBezTo>
                    <a:pt x="95759" y="429473"/>
                    <a:pt x="92387" y="413289"/>
                    <a:pt x="89016" y="397105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78F5E3B-D415-5114-7786-033EA2086A5D}"/>
              </a:ext>
            </a:extLst>
          </p:cNvPr>
          <p:cNvGrpSpPr/>
          <p:nvPr/>
        </p:nvGrpSpPr>
        <p:grpSpPr>
          <a:xfrm>
            <a:off x="-1007149" y="4094519"/>
            <a:ext cx="5377867" cy="3208682"/>
            <a:chOff x="-1007150" y="4094519"/>
            <a:chExt cx="5377867" cy="32086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D8E722-59AB-43CD-2855-ACA681A125B5}"/>
                </a:ext>
              </a:extLst>
            </p:cNvPr>
            <p:cNvSpPr/>
            <p:nvPr/>
          </p:nvSpPr>
          <p:spPr bwMode="auto">
            <a:xfrm>
              <a:off x="-1007150" y="4094519"/>
              <a:ext cx="5377867" cy="31323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C6C59E6-BB5E-E419-5EF5-8602353A56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/>
            <a:srcRect t="2761"/>
            <a:stretch/>
          </p:blipFill>
          <p:spPr>
            <a:xfrm>
              <a:off x="-1007149" y="4170866"/>
              <a:ext cx="5015474" cy="3132335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CF88A9B-E332-7D50-D55E-84314907E3AC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902527" y="6635930"/>
              <a:ext cx="420583" cy="404407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893EDB7-8AD7-BCC1-1631-1EFAAF0A7AF1}"/>
                </a:ext>
              </a:extLst>
            </p:cNvPr>
            <p:cNvSpPr/>
            <p:nvPr/>
          </p:nvSpPr>
          <p:spPr bwMode="auto">
            <a:xfrm>
              <a:off x="53069" y="6710975"/>
              <a:ext cx="329362" cy="329362"/>
            </a:xfrm>
            <a:prstGeom prst="ellipse">
              <a:avLst/>
            </a:prstGeom>
            <a:pattFill prst="lgConfetti">
              <a:fgClr>
                <a:srgbClr val="FFF8C2"/>
              </a:fgClr>
              <a:bgClr>
                <a:schemeClr val="bg1"/>
              </a:bgClr>
            </a:patt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46EC400-9D5C-EF34-7448-6B135A35143F}"/>
                </a:ext>
              </a:extLst>
            </p:cNvPr>
            <p:cNvSpPr/>
            <p:nvPr/>
          </p:nvSpPr>
          <p:spPr bwMode="auto">
            <a:xfrm>
              <a:off x="-560458" y="5846590"/>
              <a:ext cx="554707" cy="239700"/>
            </a:xfrm>
            <a:custGeom>
              <a:avLst/>
              <a:gdLst>
                <a:gd name="connsiteX0" fmla="*/ 7814 w 751171"/>
                <a:gd name="connsiteY0" fmla="*/ 213291 h 225724"/>
                <a:gd name="connsiteX1" fmla="*/ 379074 w 751171"/>
                <a:gd name="connsiteY1" fmla="*/ 160 h 225724"/>
                <a:gd name="connsiteX2" fmla="*/ 743459 w 751171"/>
                <a:gd name="connsiteY2" fmla="*/ 178915 h 225724"/>
                <a:gd name="connsiteX3" fmla="*/ 7814 w 751171"/>
                <a:gd name="connsiteY3" fmla="*/ 213291 h 22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1171" h="225724">
                  <a:moveTo>
                    <a:pt x="7814" y="213291"/>
                  </a:moveTo>
                  <a:cubicBezTo>
                    <a:pt x="-52917" y="183499"/>
                    <a:pt x="256467" y="5889"/>
                    <a:pt x="379074" y="160"/>
                  </a:cubicBezTo>
                  <a:cubicBezTo>
                    <a:pt x="501681" y="-5569"/>
                    <a:pt x="803044" y="143393"/>
                    <a:pt x="743459" y="178915"/>
                  </a:cubicBezTo>
                  <a:cubicBezTo>
                    <a:pt x="683874" y="214437"/>
                    <a:pt x="68545" y="243083"/>
                    <a:pt x="7814" y="213291"/>
                  </a:cubicBezTo>
                  <a:close/>
                </a:path>
              </a:pathLst>
            </a:custGeom>
            <a:solidFill>
              <a:srgbClr val="FFF8C2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12415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A0493-A19F-5ECB-53CB-149EC560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5F3B523-AE67-D584-8D9E-70FAA47C60D6}"/>
              </a:ext>
            </a:extLst>
          </p:cNvPr>
          <p:cNvGrpSpPr/>
          <p:nvPr/>
        </p:nvGrpSpPr>
        <p:grpSpPr>
          <a:xfrm>
            <a:off x="222950" y="779341"/>
            <a:ext cx="8921050" cy="5473749"/>
            <a:chOff x="-1359458" y="760654"/>
            <a:chExt cx="9299420" cy="570590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3E5D1A-25A6-9331-CCF1-B24FE180620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091158" y="760654"/>
              <a:ext cx="4848804" cy="570590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790017-99BF-8407-3419-5AF5A4A8923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359458" y="2898477"/>
              <a:ext cx="4703311" cy="3568084"/>
            </a:xfrm>
            <a:prstGeom prst="rect">
              <a:avLst/>
            </a:prstGeom>
          </p:spPr>
        </p:pic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DB04147-CF47-AEAE-8E4F-F20D0297299A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9D7AB68-8F7B-7608-5664-6E2A47AEA10F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168A2B92-C9AB-986A-3FB5-61AB263A2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9026" y="137180"/>
            <a:ext cx="42017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's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genome</a:t>
            </a:r>
          </a:p>
        </p:txBody>
      </p:sp>
      <p:sp>
        <p:nvSpPr>
          <p:cNvPr id="19" name="Text Box 213">
            <a:extLst>
              <a:ext uri="{FF2B5EF4-FFF2-40B4-BE49-F238E27FC236}">
                <a16:creationId xmlns:a16="http://schemas.microsoft.com/office/drawing/2014/main" id="{AA09F5B8-9E09-9D06-2599-938D15549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600" y="1866265"/>
            <a:ext cx="2587210" cy="30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i="1" dirty="0">
                <a:latin typeface="Myriad Pro"/>
                <a:cs typeface="Myriad Pro"/>
              </a:rPr>
              <a:t>Hydra </a:t>
            </a:r>
            <a:r>
              <a:rPr lang="en-US" i="1" dirty="0" err="1">
                <a:latin typeface="Myriad Pro"/>
                <a:cs typeface="Myriad Pro"/>
              </a:rPr>
              <a:t>hymanae</a:t>
            </a:r>
            <a:endParaRPr lang="en-US" i="1" dirty="0">
              <a:latin typeface="Myriad Pro"/>
              <a:cs typeface="Myriad Pro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29749F14-5CD9-032F-F788-ADEF9AC7D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10" y="3005351"/>
            <a:ext cx="149271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endParaRPr lang="en-US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F615FC-C7E8-0594-54FA-53BB1BCD2DDF}"/>
              </a:ext>
            </a:extLst>
          </p:cNvPr>
          <p:cNvSpPr txBox="1"/>
          <p:nvPr/>
        </p:nvSpPr>
        <p:spPr>
          <a:xfrm>
            <a:off x="1317723" y="3260457"/>
            <a:ext cx="1559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677,179,869 bp</a:t>
            </a:r>
          </a:p>
          <a:p>
            <a:pPr algn="ctr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14,202 genes </a:t>
            </a:r>
            <a:endParaRPr lang="en-US" b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31DA7-0118-FAE9-C1E1-5018E4FD4993}"/>
              </a:ext>
            </a:extLst>
          </p:cNvPr>
          <p:cNvSpPr txBox="1"/>
          <p:nvPr/>
        </p:nvSpPr>
        <p:spPr>
          <a:xfrm>
            <a:off x="5823561" y="2139092"/>
            <a:ext cx="1492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972,167,218 bp</a:t>
            </a:r>
          </a:p>
          <a:p>
            <a:r>
              <a:rPr lang="en-US" b="0" dirty="0"/>
              <a:t>14,646 genes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0E5EB-7B31-3602-F6B0-20B9ADECD77A}"/>
              </a:ext>
            </a:extLst>
          </p:cNvPr>
          <p:cNvPicPr>
            <a:picLocks noChangeAspect="1"/>
          </p:cNvPicPr>
          <p:nvPr/>
        </p:nvPicPr>
        <p:blipFill>
          <a:blip/>
          <a:srcRect l="23534" t="25112" r="19880" b="40990"/>
          <a:stretch/>
        </p:blipFill>
        <p:spPr>
          <a:xfrm>
            <a:off x="-3657600" y="5112327"/>
            <a:ext cx="4140200" cy="1281829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E19191C-F0AA-A04F-5CDD-8CC585067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8014" y="4589411"/>
            <a:ext cx="168135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ctr">
              <a:buSzPct val="100000"/>
              <a:defRPr/>
            </a:pPr>
            <a:r>
              <a:rPr lang="en-US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viridissima</a:t>
            </a:r>
            <a:endParaRPr lang="en-US" i="1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  <a:p>
            <a:pPr marL="457200" indent="-457200" algn="ctr">
              <a:buSzPct val="100000"/>
              <a:defRPr/>
            </a:pPr>
            <a:r>
              <a:rPr lang="en-US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243,984,065 bp</a:t>
            </a:r>
          </a:p>
          <a:p>
            <a:pPr marL="457200" indent="-457200" algn="ctr">
              <a:buSzPct val="100000"/>
              <a:defRPr/>
            </a:pPr>
            <a:r>
              <a:rPr lang="en-US" b="0" dirty="0">
                <a:latin typeface="Menlo" panose="020B0609030804020204" pitchFamily="49" charset="0"/>
              </a:rPr>
              <a:t>42,293</a:t>
            </a:r>
            <a:r>
              <a:rPr lang="en-US" b="0" dirty="0">
                <a:solidFill>
                  <a:srgbClr val="000000"/>
                </a:solidFill>
                <a:latin typeface="Myriad Pro"/>
              </a:rPr>
              <a:t> genes</a:t>
            </a:r>
            <a:endParaRPr lang="en-US" b="0" dirty="0">
              <a:latin typeface="Menlo" panose="020B060903080402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8BE3ED-FEEE-ADBF-E690-ACA9012B95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48934" y="543206"/>
            <a:ext cx="3180135" cy="22589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8421BB-3391-FE6B-613A-A3F2DA2BDB57}"/>
              </a:ext>
            </a:extLst>
          </p:cNvPr>
          <p:cNvSpPr/>
          <p:nvPr/>
        </p:nvSpPr>
        <p:spPr bwMode="auto">
          <a:xfrm>
            <a:off x="-2284687" y="1634359"/>
            <a:ext cx="12625739" cy="46187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C5159-093E-3860-6F05-08C2DB8B40C4}"/>
              </a:ext>
            </a:extLst>
          </p:cNvPr>
          <p:cNvSpPr/>
          <p:nvPr/>
        </p:nvSpPr>
        <p:spPr bwMode="auto">
          <a:xfrm>
            <a:off x="-2639132" y="3568234"/>
            <a:ext cx="12625739" cy="268485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267D5A-5206-CC1A-6C33-8B2A96897113}"/>
              </a:ext>
            </a:extLst>
          </p:cNvPr>
          <p:cNvSpPr/>
          <p:nvPr/>
        </p:nvSpPr>
        <p:spPr bwMode="auto">
          <a:xfrm>
            <a:off x="-3844892" y="5209775"/>
            <a:ext cx="12625739" cy="10433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866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F9C5F-4C85-C2D5-8BA4-DE78AE39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456A30-8F4C-9A7B-C587-84218DE4503F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B92C52-B693-51EA-C105-C787E2D774D6}"/>
              </a:ext>
            </a:extLst>
          </p:cNvPr>
          <p:cNvSpPr txBox="1"/>
          <p:nvPr/>
        </p:nvSpPr>
        <p:spPr>
          <a:xfrm>
            <a:off x="3845349" y="13798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B0CB492-9197-F908-A68F-865BFA756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567" y="137180"/>
            <a:ext cx="59242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lirosoma</a:t>
            </a:r>
            <a:r>
              <a:rPr lang="en-US" sz="2800" b="0" i="1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Trans-Spliced Leader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BB2554-3744-D371-09CD-ED73D45DA9FA}"/>
              </a:ext>
            </a:extLst>
          </p:cNvPr>
          <p:cNvSpPr txBox="1"/>
          <p:nvPr/>
        </p:nvSpPr>
        <p:spPr>
          <a:xfrm>
            <a:off x="4694133" y="990963"/>
            <a:ext cx="5120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/>
              <a:t>Iso-Seq AEPx105 46 %  (110,674 of the 240,262 transcripts)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E7884E-15F4-C0AF-1AEB-F12A74444949}"/>
              </a:ext>
            </a:extLst>
          </p:cNvPr>
          <p:cNvSpPr txBox="1"/>
          <p:nvPr/>
        </p:nvSpPr>
        <p:spPr>
          <a:xfrm>
            <a:off x="4675412" y="7765704"/>
            <a:ext cx="851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are the three that Naomi found for </a:t>
            </a:r>
            <a:r>
              <a:rPr lang="en-US" dirty="0" err="1"/>
              <a:t>hymanae</a:t>
            </a:r>
            <a:r>
              <a:rPr lang="en-US" dirty="0"/>
              <a:t> in her thesis  </a:t>
            </a:r>
          </a:p>
          <a:p>
            <a:r>
              <a:rPr lang="en-US" dirty="0" err="1"/>
              <a:t>HymTop</a:t>
            </a:r>
            <a:r>
              <a:rPr lang="en-US" dirty="0"/>
              <a:t>          ACGGAAAAATCACAAATTTTAAAATACAATTTAATTTTTGTGAATAAG</a:t>
            </a:r>
          </a:p>
          <a:p>
            <a:r>
              <a:rPr lang="en-US" dirty="0" err="1"/>
              <a:t>HymMid</a:t>
            </a:r>
            <a:r>
              <a:rPr lang="en-US" dirty="0"/>
              <a:t>          ACGGAAAAAACACAAACTATTTTTCAAATTTAGTCACTGTGTATTAAG</a:t>
            </a:r>
          </a:p>
          <a:p>
            <a:r>
              <a:rPr lang="en-US" dirty="0" err="1"/>
              <a:t>HymBot</a:t>
            </a:r>
            <a:r>
              <a:rPr lang="en-US" dirty="0"/>
              <a:t>          ACGGAAAAACACAAAATTTTAACTTTACATTTTGTGTCAATAAG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838DE-C23F-5A9B-4236-411F697D2D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5257" y="911082"/>
            <a:ext cx="3964612" cy="5946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DAA866-3D68-5A06-3B68-20789D9BDD61}"/>
              </a:ext>
            </a:extLst>
          </p:cNvPr>
          <p:cNvPicPr>
            <a:picLocks noChangeAspect="1"/>
          </p:cNvPicPr>
          <p:nvPr/>
        </p:nvPicPr>
        <p:blipFill>
          <a:blip/>
          <a:srcRect l="5122" t="6428" r="28307"/>
          <a:stretch/>
        </p:blipFill>
        <p:spPr>
          <a:xfrm>
            <a:off x="4894117" y="1432564"/>
            <a:ext cx="2556165" cy="5389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B76FE7-1DA5-71E9-F853-8380379A1ECD}"/>
              </a:ext>
            </a:extLst>
          </p:cNvPr>
          <p:cNvPicPr>
            <a:picLocks noChangeAspect="1"/>
          </p:cNvPicPr>
          <p:nvPr/>
        </p:nvPicPr>
        <p:blipFill>
          <a:blip/>
          <a:srcRect l="89133" t="37470" r="-5882" b="30380"/>
          <a:stretch/>
        </p:blipFill>
        <p:spPr>
          <a:xfrm>
            <a:off x="3764068" y="2597741"/>
            <a:ext cx="1192397" cy="34331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F70D0-36AD-B471-B689-FAC7989C14F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599766" y="1432563"/>
            <a:ext cx="3193820" cy="23953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23F074-55CF-1754-74C9-17AF85EFD19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56465" y="2947146"/>
            <a:ext cx="3194424" cy="23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384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9583805"/>
              </p:ext>
            </p:extLst>
          </p:nvPr>
        </p:nvGraphicFramePr>
        <p:xfrm>
          <a:off x="753533" y="1109136"/>
          <a:ext cx="7814734" cy="5017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5" name="Straight Connector 14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7702" y="6215065"/>
            <a:ext cx="31341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Yoshida et al. 2006. </a:t>
            </a:r>
            <a:r>
              <a:rPr lang="en-US" b="0" i="1" dirty="0">
                <a:latin typeface="Myriad Pro"/>
                <a:cs typeface="Myriad Pro"/>
              </a:rPr>
              <a:t>Gene</a:t>
            </a:r>
            <a:r>
              <a:rPr lang="en-US" b="0" dirty="0">
                <a:latin typeface="Myriad Pro"/>
                <a:cs typeface="Myriad Pro"/>
              </a:rPr>
              <a:t> </a:t>
            </a:r>
            <a:r>
              <a:rPr lang="en-US" dirty="0">
                <a:latin typeface="Myriad Pro"/>
                <a:cs typeface="Myriad Pro"/>
              </a:rPr>
              <a:t>385</a:t>
            </a:r>
            <a:r>
              <a:rPr lang="en-US" b="0" dirty="0">
                <a:latin typeface="Myriad Pro"/>
                <a:cs typeface="Myriad Pro"/>
              </a:rPr>
              <a:t>: 64-70. 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7033683" y="1588030"/>
            <a:ext cx="131959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sz="1600" dirty="0">
                <a:latin typeface="Myriad Pro"/>
                <a:cs typeface="Myriad Pro"/>
              </a:rPr>
              <a:t>Swiss Strain</a:t>
            </a: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2184400" y="322591"/>
            <a:ext cx="6426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r>
              <a:rPr lang="en-US" sz="2800" b="0" i="1" dirty="0"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oligactis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latin typeface="Myriad Pro"/>
                <a:ea typeface="Arial" charset="0"/>
                <a:cs typeface="Myriad Pro"/>
              </a:rPr>
              <a:t>Survivorship Curves</a:t>
            </a:r>
          </a:p>
        </p:txBody>
      </p:sp>
    </p:spTree>
    <p:extLst>
      <p:ext uri="{BB962C8B-B14F-4D97-AF65-F5344CB8AC3E}">
        <p14:creationId xmlns:p14="http://schemas.microsoft.com/office/powerpoint/2010/main" val="12998673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655383"/>
              </p:ext>
            </p:extLst>
          </p:nvPr>
        </p:nvGraphicFramePr>
        <p:xfrm>
          <a:off x="753533" y="1109136"/>
          <a:ext cx="7814734" cy="5017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2184400" y="322591"/>
            <a:ext cx="6426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r>
              <a:rPr lang="en-US" sz="2800" b="0" i="1" dirty="0"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oligactis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latin typeface="Myriad Pro"/>
                <a:ea typeface="Arial" charset="0"/>
                <a:cs typeface="Myriad Pro"/>
              </a:rPr>
              <a:t>Survivorship Curves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7702" y="6215065"/>
            <a:ext cx="31341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Yoshida et al. 2006. </a:t>
            </a:r>
            <a:r>
              <a:rPr lang="en-US" b="0" i="1" dirty="0">
                <a:latin typeface="Myriad Pro"/>
                <a:cs typeface="Myriad Pro"/>
              </a:rPr>
              <a:t>Gene</a:t>
            </a:r>
            <a:r>
              <a:rPr lang="en-US" b="0" dirty="0">
                <a:latin typeface="Myriad Pro"/>
                <a:cs typeface="Myriad Pro"/>
              </a:rPr>
              <a:t> </a:t>
            </a:r>
            <a:r>
              <a:rPr lang="en-US" dirty="0">
                <a:latin typeface="Myriad Pro"/>
                <a:cs typeface="Myriad Pro"/>
              </a:rPr>
              <a:t>385</a:t>
            </a:r>
            <a:r>
              <a:rPr lang="en-US" b="0" dirty="0">
                <a:latin typeface="Myriad Pro"/>
                <a:cs typeface="Myriad Pro"/>
              </a:rPr>
              <a:t>: 64-70.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27553" y="6198131"/>
            <a:ext cx="41866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Anne-Claire St. George </a:t>
            </a:r>
            <a:r>
              <a:rPr lang="en-US" b="0" dirty="0" err="1">
                <a:latin typeface="Myriad Pro"/>
                <a:cs typeface="Myriad Pro"/>
              </a:rPr>
              <a:t>Chaumet</a:t>
            </a:r>
            <a:r>
              <a:rPr lang="en-US" b="0" dirty="0">
                <a:latin typeface="Myriad Pro"/>
                <a:cs typeface="Myriad Pro"/>
              </a:rPr>
              <a:t>, Lauren Penfield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69081" y="1599645"/>
            <a:ext cx="1289135" cy="3850872"/>
            <a:chOff x="1703671" y="1599906"/>
            <a:chExt cx="1289135" cy="3850872"/>
          </a:xfrm>
        </p:grpSpPr>
        <p:sp>
          <p:nvSpPr>
            <p:cNvPr id="2" name="Rectangle 1"/>
            <p:cNvSpPr/>
            <p:nvPr/>
          </p:nvSpPr>
          <p:spPr bwMode="auto">
            <a:xfrm rot="5400000">
              <a:off x="412175" y="3206536"/>
              <a:ext cx="3850872" cy="637611"/>
            </a:xfrm>
            <a:prstGeom prst="rect">
              <a:avLst/>
            </a:prstGeom>
            <a:gradFill flip="none" rotWithShape="1">
              <a:gsLst>
                <a:gs pos="0">
                  <a:srgbClr val="F07A86"/>
                </a:gs>
                <a:gs pos="34000">
                  <a:srgbClr val="FF0487">
                    <a:alpha val="35000"/>
                  </a:srgbClr>
                </a:gs>
                <a:gs pos="100000">
                  <a:srgbClr val="F07A86"/>
                </a:gs>
              </a:gsLst>
              <a:lin ang="162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703671" y="4365791"/>
              <a:ext cx="1289135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457200" indent="-457200" algn="ctr">
                <a:buSzPct val="100000"/>
              </a:pPr>
              <a:r>
                <a:rPr lang="en-US" dirty="0">
                  <a:latin typeface="Myriad Pro"/>
                  <a:cs typeface="Myriad Pro"/>
                </a:rPr>
                <a:t>Peak </a:t>
              </a:r>
            </a:p>
            <a:p>
              <a:pPr marL="457200" indent="-457200" algn="ctr">
                <a:buSzPct val="100000"/>
              </a:pPr>
              <a:r>
                <a:rPr lang="en-US" dirty="0">
                  <a:latin typeface="Myriad Pro"/>
                  <a:cs typeface="Myriad Pro"/>
                </a:rPr>
                <a:t>sexual </a:t>
              </a:r>
            </a:p>
            <a:p>
              <a:pPr marL="457200" indent="-457200" algn="ctr">
                <a:buSzPct val="100000"/>
              </a:pPr>
              <a:r>
                <a:rPr lang="en-US" dirty="0">
                  <a:latin typeface="Myriad Pro"/>
                  <a:cs typeface="Myriad Pro"/>
                </a:rPr>
                <a:t>reproduction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833033" y="2964058"/>
            <a:ext cx="823384" cy="931875"/>
            <a:chOff x="5621338" y="1781175"/>
            <a:chExt cx="2493962" cy="2822575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562725" y="2617788"/>
              <a:ext cx="123825" cy="303211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5621338" y="1781175"/>
              <a:ext cx="2493962" cy="2822575"/>
            </a:xfrm>
            <a:custGeom>
              <a:avLst/>
              <a:gdLst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79 w 2092"/>
                <a:gd name="connsiteY59" fmla="*/ 1463 h 2911"/>
                <a:gd name="connsiteX60" fmla="*/ 1344 w 2092"/>
                <a:gd name="connsiteY60" fmla="*/ 1367 h 2911"/>
                <a:gd name="connsiteX61" fmla="*/ 1305 w 2092"/>
                <a:gd name="connsiteY61" fmla="*/ 1201 h 2911"/>
                <a:gd name="connsiteX62" fmla="*/ 1243 w 2092"/>
                <a:gd name="connsiteY62" fmla="*/ 965 h 2911"/>
                <a:gd name="connsiteX63" fmla="*/ 1233 w 2092"/>
                <a:gd name="connsiteY63" fmla="*/ 648 h 2911"/>
                <a:gd name="connsiteX64" fmla="*/ 1495 w 2092"/>
                <a:gd name="connsiteY64" fmla="*/ 249 h 2911"/>
                <a:gd name="connsiteX65" fmla="*/ 1735 w 2092"/>
                <a:gd name="connsiteY65" fmla="*/ 104 h 2911"/>
                <a:gd name="connsiteX66" fmla="*/ 1912 w 2092"/>
                <a:gd name="connsiteY66" fmla="*/ 116 h 2911"/>
                <a:gd name="connsiteX67" fmla="*/ 2042 w 2092"/>
                <a:gd name="connsiteY67" fmla="*/ 197 h 2911"/>
                <a:gd name="connsiteX68" fmla="*/ 2086 w 2092"/>
                <a:gd name="connsiteY68" fmla="*/ 189 h 2911"/>
                <a:gd name="connsiteX69" fmla="*/ 2063 w 2092"/>
                <a:gd name="connsiteY69" fmla="*/ 109 h 2911"/>
                <a:gd name="connsiteX70" fmla="*/ 1910 w 2092"/>
                <a:gd name="connsiteY70" fmla="*/ 31 h 2911"/>
                <a:gd name="connsiteX71" fmla="*/ 1740 w 2092"/>
                <a:gd name="connsiteY71" fmla="*/ 18 h 2911"/>
                <a:gd name="connsiteX72" fmla="*/ 1493 w 2092"/>
                <a:gd name="connsiteY72" fmla="*/ 138 h 2911"/>
                <a:gd name="connsiteX73" fmla="*/ 1253 w 2092"/>
                <a:gd name="connsiteY73" fmla="*/ 415 h 2911"/>
                <a:gd name="connsiteX74" fmla="*/ 1169 w 2092"/>
                <a:gd name="connsiteY74" fmla="*/ 539 h 2911"/>
                <a:gd name="connsiteX75" fmla="*/ 1122 w 2092"/>
                <a:gd name="connsiteY75" fmla="*/ 510 h 2911"/>
                <a:gd name="connsiteX76" fmla="*/ 1087 w 2092"/>
                <a:gd name="connsiteY76" fmla="*/ 374 h 2911"/>
                <a:gd name="connsiteX77" fmla="*/ 1019 w 2092"/>
                <a:gd name="connsiteY77" fmla="*/ 366 h 2911"/>
                <a:gd name="connsiteX78" fmla="*/ 993 w 2092"/>
                <a:gd name="connsiteY78" fmla="*/ 444 h 2911"/>
                <a:gd name="connsiteX79" fmla="*/ 953 w 2092"/>
                <a:gd name="connsiteY79" fmla="*/ 550 h 2911"/>
                <a:gd name="connsiteX80" fmla="*/ 844 w 2092"/>
                <a:gd name="connsiteY80" fmla="*/ 433 h 2911"/>
                <a:gd name="connsiteX81" fmla="*/ 756 w 2092"/>
                <a:gd name="connsiteY81" fmla="*/ 326 h 2911"/>
                <a:gd name="connsiteX82" fmla="*/ 605 w 2092"/>
                <a:gd name="connsiteY82" fmla="*/ 167 h 2911"/>
                <a:gd name="connsiteX83" fmla="*/ 377 w 2092"/>
                <a:gd name="connsiteY83" fmla="*/ 60 h 2911"/>
                <a:gd name="connsiteX84" fmla="*/ 184 w 2092"/>
                <a:gd name="connsiteY84" fmla="*/ 69 h 2911"/>
                <a:gd name="connsiteX85" fmla="*/ 38 w 2092"/>
                <a:gd name="connsiteY85" fmla="*/ 162 h 2911"/>
                <a:gd name="connsiteX86" fmla="*/ 4 w 2092"/>
                <a:gd name="connsiteY86" fmla="*/ 215 h 2911"/>
                <a:gd name="connsiteX87" fmla="*/ 13 w 2092"/>
                <a:gd name="connsiteY87" fmla="*/ 248 h 2911"/>
                <a:gd name="connsiteX88" fmla="*/ 61 w 2092"/>
                <a:gd name="connsiteY88" fmla="*/ 246 h 2911"/>
                <a:gd name="connsiteX89" fmla="*/ 144 w 2092"/>
                <a:gd name="connsiteY89" fmla="*/ 173 h 2911"/>
                <a:gd name="connsiteX90" fmla="*/ 256 w 2092"/>
                <a:gd name="connsiteY90" fmla="*/ 127 h 2911"/>
                <a:gd name="connsiteX91" fmla="*/ 434 w 2092"/>
                <a:gd name="connsiteY91" fmla="*/ 149 h 2911"/>
                <a:gd name="connsiteX92" fmla="*/ 572 w 2092"/>
                <a:gd name="connsiteY92" fmla="*/ 237 h 2911"/>
                <a:gd name="connsiteX93" fmla="*/ 659 w 2092"/>
                <a:gd name="connsiteY93" fmla="*/ 333 h 2911"/>
                <a:gd name="connsiteX94" fmla="*/ 748 w 2092"/>
                <a:gd name="connsiteY94" fmla="*/ 442 h 2911"/>
                <a:gd name="connsiteX95" fmla="*/ 835 w 2092"/>
                <a:gd name="connsiteY95" fmla="*/ 586 h 2911"/>
                <a:gd name="connsiteX96" fmla="*/ 881 w 2092"/>
                <a:gd name="connsiteY96" fmla="*/ 704 h 2911"/>
                <a:gd name="connsiteX97" fmla="*/ 877 w 2092"/>
                <a:gd name="connsiteY9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44 w 2092"/>
                <a:gd name="connsiteY59" fmla="*/ 1367 h 2911"/>
                <a:gd name="connsiteX60" fmla="*/ 1305 w 2092"/>
                <a:gd name="connsiteY60" fmla="*/ 1201 h 2911"/>
                <a:gd name="connsiteX61" fmla="*/ 1243 w 2092"/>
                <a:gd name="connsiteY61" fmla="*/ 965 h 2911"/>
                <a:gd name="connsiteX62" fmla="*/ 1233 w 2092"/>
                <a:gd name="connsiteY62" fmla="*/ 648 h 2911"/>
                <a:gd name="connsiteX63" fmla="*/ 1495 w 2092"/>
                <a:gd name="connsiteY63" fmla="*/ 249 h 2911"/>
                <a:gd name="connsiteX64" fmla="*/ 1735 w 2092"/>
                <a:gd name="connsiteY64" fmla="*/ 104 h 2911"/>
                <a:gd name="connsiteX65" fmla="*/ 1912 w 2092"/>
                <a:gd name="connsiteY65" fmla="*/ 116 h 2911"/>
                <a:gd name="connsiteX66" fmla="*/ 2042 w 2092"/>
                <a:gd name="connsiteY66" fmla="*/ 197 h 2911"/>
                <a:gd name="connsiteX67" fmla="*/ 2086 w 2092"/>
                <a:gd name="connsiteY67" fmla="*/ 189 h 2911"/>
                <a:gd name="connsiteX68" fmla="*/ 2063 w 2092"/>
                <a:gd name="connsiteY68" fmla="*/ 109 h 2911"/>
                <a:gd name="connsiteX69" fmla="*/ 1910 w 2092"/>
                <a:gd name="connsiteY69" fmla="*/ 31 h 2911"/>
                <a:gd name="connsiteX70" fmla="*/ 1740 w 2092"/>
                <a:gd name="connsiteY70" fmla="*/ 18 h 2911"/>
                <a:gd name="connsiteX71" fmla="*/ 1493 w 2092"/>
                <a:gd name="connsiteY71" fmla="*/ 138 h 2911"/>
                <a:gd name="connsiteX72" fmla="*/ 1253 w 2092"/>
                <a:gd name="connsiteY72" fmla="*/ 415 h 2911"/>
                <a:gd name="connsiteX73" fmla="*/ 1169 w 2092"/>
                <a:gd name="connsiteY73" fmla="*/ 539 h 2911"/>
                <a:gd name="connsiteX74" fmla="*/ 1122 w 2092"/>
                <a:gd name="connsiteY74" fmla="*/ 510 h 2911"/>
                <a:gd name="connsiteX75" fmla="*/ 1087 w 2092"/>
                <a:gd name="connsiteY75" fmla="*/ 374 h 2911"/>
                <a:gd name="connsiteX76" fmla="*/ 1019 w 2092"/>
                <a:gd name="connsiteY76" fmla="*/ 366 h 2911"/>
                <a:gd name="connsiteX77" fmla="*/ 993 w 2092"/>
                <a:gd name="connsiteY77" fmla="*/ 444 h 2911"/>
                <a:gd name="connsiteX78" fmla="*/ 953 w 2092"/>
                <a:gd name="connsiteY78" fmla="*/ 550 h 2911"/>
                <a:gd name="connsiteX79" fmla="*/ 844 w 2092"/>
                <a:gd name="connsiteY79" fmla="*/ 433 h 2911"/>
                <a:gd name="connsiteX80" fmla="*/ 756 w 2092"/>
                <a:gd name="connsiteY80" fmla="*/ 326 h 2911"/>
                <a:gd name="connsiteX81" fmla="*/ 605 w 2092"/>
                <a:gd name="connsiteY81" fmla="*/ 167 h 2911"/>
                <a:gd name="connsiteX82" fmla="*/ 377 w 2092"/>
                <a:gd name="connsiteY82" fmla="*/ 60 h 2911"/>
                <a:gd name="connsiteX83" fmla="*/ 184 w 2092"/>
                <a:gd name="connsiteY83" fmla="*/ 69 h 2911"/>
                <a:gd name="connsiteX84" fmla="*/ 38 w 2092"/>
                <a:gd name="connsiteY84" fmla="*/ 162 h 2911"/>
                <a:gd name="connsiteX85" fmla="*/ 4 w 2092"/>
                <a:gd name="connsiteY85" fmla="*/ 215 h 2911"/>
                <a:gd name="connsiteX86" fmla="*/ 13 w 2092"/>
                <a:gd name="connsiteY86" fmla="*/ 248 h 2911"/>
                <a:gd name="connsiteX87" fmla="*/ 61 w 2092"/>
                <a:gd name="connsiteY87" fmla="*/ 246 h 2911"/>
                <a:gd name="connsiteX88" fmla="*/ 144 w 2092"/>
                <a:gd name="connsiteY88" fmla="*/ 173 h 2911"/>
                <a:gd name="connsiteX89" fmla="*/ 256 w 2092"/>
                <a:gd name="connsiteY89" fmla="*/ 127 h 2911"/>
                <a:gd name="connsiteX90" fmla="*/ 434 w 2092"/>
                <a:gd name="connsiteY90" fmla="*/ 149 h 2911"/>
                <a:gd name="connsiteX91" fmla="*/ 572 w 2092"/>
                <a:gd name="connsiteY91" fmla="*/ 237 h 2911"/>
                <a:gd name="connsiteX92" fmla="*/ 659 w 2092"/>
                <a:gd name="connsiteY92" fmla="*/ 333 h 2911"/>
                <a:gd name="connsiteX93" fmla="*/ 748 w 2092"/>
                <a:gd name="connsiteY93" fmla="*/ 442 h 2911"/>
                <a:gd name="connsiteX94" fmla="*/ 835 w 2092"/>
                <a:gd name="connsiteY94" fmla="*/ 586 h 2911"/>
                <a:gd name="connsiteX95" fmla="*/ 881 w 2092"/>
                <a:gd name="connsiteY95" fmla="*/ 704 h 2911"/>
                <a:gd name="connsiteX96" fmla="*/ 877 w 2092"/>
                <a:gd name="connsiteY9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344 w 2092"/>
                <a:gd name="connsiteY58" fmla="*/ 1367 h 2911"/>
                <a:gd name="connsiteX59" fmla="*/ 1305 w 2092"/>
                <a:gd name="connsiteY59" fmla="*/ 1201 h 2911"/>
                <a:gd name="connsiteX60" fmla="*/ 1243 w 2092"/>
                <a:gd name="connsiteY60" fmla="*/ 965 h 2911"/>
                <a:gd name="connsiteX61" fmla="*/ 1233 w 2092"/>
                <a:gd name="connsiteY61" fmla="*/ 648 h 2911"/>
                <a:gd name="connsiteX62" fmla="*/ 1495 w 2092"/>
                <a:gd name="connsiteY62" fmla="*/ 249 h 2911"/>
                <a:gd name="connsiteX63" fmla="*/ 1735 w 2092"/>
                <a:gd name="connsiteY63" fmla="*/ 104 h 2911"/>
                <a:gd name="connsiteX64" fmla="*/ 1912 w 2092"/>
                <a:gd name="connsiteY64" fmla="*/ 116 h 2911"/>
                <a:gd name="connsiteX65" fmla="*/ 2042 w 2092"/>
                <a:gd name="connsiteY65" fmla="*/ 197 h 2911"/>
                <a:gd name="connsiteX66" fmla="*/ 2086 w 2092"/>
                <a:gd name="connsiteY66" fmla="*/ 189 h 2911"/>
                <a:gd name="connsiteX67" fmla="*/ 2063 w 2092"/>
                <a:gd name="connsiteY67" fmla="*/ 109 h 2911"/>
                <a:gd name="connsiteX68" fmla="*/ 1910 w 2092"/>
                <a:gd name="connsiteY68" fmla="*/ 31 h 2911"/>
                <a:gd name="connsiteX69" fmla="*/ 1740 w 2092"/>
                <a:gd name="connsiteY69" fmla="*/ 18 h 2911"/>
                <a:gd name="connsiteX70" fmla="*/ 1493 w 2092"/>
                <a:gd name="connsiteY70" fmla="*/ 138 h 2911"/>
                <a:gd name="connsiteX71" fmla="*/ 1253 w 2092"/>
                <a:gd name="connsiteY71" fmla="*/ 415 h 2911"/>
                <a:gd name="connsiteX72" fmla="*/ 1169 w 2092"/>
                <a:gd name="connsiteY72" fmla="*/ 539 h 2911"/>
                <a:gd name="connsiteX73" fmla="*/ 1122 w 2092"/>
                <a:gd name="connsiteY73" fmla="*/ 510 h 2911"/>
                <a:gd name="connsiteX74" fmla="*/ 1087 w 2092"/>
                <a:gd name="connsiteY74" fmla="*/ 374 h 2911"/>
                <a:gd name="connsiteX75" fmla="*/ 1019 w 2092"/>
                <a:gd name="connsiteY75" fmla="*/ 366 h 2911"/>
                <a:gd name="connsiteX76" fmla="*/ 993 w 2092"/>
                <a:gd name="connsiteY76" fmla="*/ 444 h 2911"/>
                <a:gd name="connsiteX77" fmla="*/ 953 w 2092"/>
                <a:gd name="connsiteY77" fmla="*/ 550 h 2911"/>
                <a:gd name="connsiteX78" fmla="*/ 844 w 2092"/>
                <a:gd name="connsiteY78" fmla="*/ 433 h 2911"/>
                <a:gd name="connsiteX79" fmla="*/ 756 w 2092"/>
                <a:gd name="connsiteY79" fmla="*/ 326 h 2911"/>
                <a:gd name="connsiteX80" fmla="*/ 605 w 2092"/>
                <a:gd name="connsiteY80" fmla="*/ 167 h 2911"/>
                <a:gd name="connsiteX81" fmla="*/ 377 w 2092"/>
                <a:gd name="connsiteY81" fmla="*/ 60 h 2911"/>
                <a:gd name="connsiteX82" fmla="*/ 184 w 2092"/>
                <a:gd name="connsiteY82" fmla="*/ 69 h 2911"/>
                <a:gd name="connsiteX83" fmla="*/ 38 w 2092"/>
                <a:gd name="connsiteY83" fmla="*/ 162 h 2911"/>
                <a:gd name="connsiteX84" fmla="*/ 4 w 2092"/>
                <a:gd name="connsiteY84" fmla="*/ 215 h 2911"/>
                <a:gd name="connsiteX85" fmla="*/ 13 w 2092"/>
                <a:gd name="connsiteY85" fmla="*/ 248 h 2911"/>
                <a:gd name="connsiteX86" fmla="*/ 61 w 2092"/>
                <a:gd name="connsiteY86" fmla="*/ 246 h 2911"/>
                <a:gd name="connsiteX87" fmla="*/ 144 w 2092"/>
                <a:gd name="connsiteY87" fmla="*/ 173 h 2911"/>
                <a:gd name="connsiteX88" fmla="*/ 256 w 2092"/>
                <a:gd name="connsiteY88" fmla="*/ 127 h 2911"/>
                <a:gd name="connsiteX89" fmla="*/ 434 w 2092"/>
                <a:gd name="connsiteY89" fmla="*/ 149 h 2911"/>
                <a:gd name="connsiteX90" fmla="*/ 572 w 2092"/>
                <a:gd name="connsiteY90" fmla="*/ 237 h 2911"/>
                <a:gd name="connsiteX91" fmla="*/ 659 w 2092"/>
                <a:gd name="connsiteY91" fmla="*/ 333 h 2911"/>
                <a:gd name="connsiteX92" fmla="*/ 748 w 2092"/>
                <a:gd name="connsiteY92" fmla="*/ 442 h 2911"/>
                <a:gd name="connsiteX93" fmla="*/ 835 w 2092"/>
                <a:gd name="connsiteY93" fmla="*/ 586 h 2911"/>
                <a:gd name="connsiteX94" fmla="*/ 881 w 2092"/>
                <a:gd name="connsiteY94" fmla="*/ 704 h 2911"/>
                <a:gd name="connsiteX95" fmla="*/ 877 w 2092"/>
                <a:gd name="connsiteY9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368 w 2092"/>
                <a:gd name="connsiteY52" fmla="*/ 1960 h 2911"/>
                <a:gd name="connsiteX53" fmla="*/ 1366 w 2092"/>
                <a:gd name="connsiteY53" fmla="*/ 1916 h 2911"/>
                <a:gd name="connsiteX54" fmla="*/ 1386 w 2092"/>
                <a:gd name="connsiteY54" fmla="*/ 1814 h 2911"/>
                <a:gd name="connsiteX55" fmla="*/ 1398 w 2092"/>
                <a:gd name="connsiteY55" fmla="*/ 1698 h 2911"/>
                <a:gd name="connsiteX56" fmla="*/ 1382 w 2092"/>
                <a:gd name="connsiteY56" fmla="*/ 1554 h 2911"/>
                <a:gd name="connsiteX57" fmla="*/ 1344 w 2092"/>
                <a:gd name="connsiteY57" fmla="*/ 1367 h 2911"/>
                <a:gd name="connsiteX58" fmla="*/ 1305 w 2092"/>
                <a:gd name="connsiteY58" fmla="*/ 1201 h 2911"/>
                <a:gd name="connsiteX59" fmla="*/ 1243 w 2092"/>
                <a:gd name="connsiteY59" fmla="*/ 965 h 2911"/>
                <a:gd name="connsiteX60" fmla="*/ 1233 w 2092"/>
                <a:gd name="connsiteY60" fmla="*/ 648 h 2911"/>
                <a:gd name="connsiteX61" fmla="*/ 1495 w 2092"/>
                <a:gd name="connsiteY61" fmla="*/ 249 h 2911"/>
                <a:gd name="connsiteX62" fmla="*/ 1735 w 2092"/>
                <a:gd name="connsiteY62" fmla="*/ 104 h 2911"/>
                <a:gd name="connsiteX63" fmla="*/ 1912 w 2092"/>
                <a:gd name="connsiteY63" fmla="*/ 116 h 2911"/>
                <a:gd name="connsiteX64" fmla="*/ 2042 w 2092"/>
                <a:gd name="connsiteY64" fmla="*/ 197 h 2911"/>
                <a:gd name="connsiteX65" fmla="*/ 2086 w 2092"/>
                <a:gd name="connsiteY65" fmla="*/ 189 h 2911"/>
                <a:gd name="connsiteX66" fmla="*/ 2063 w 2092"/>
                <a:gd name="connsiteY66" fmla="*/ 109 h 2911"/>
                <a:gd name="connsiteX67" fmla="*/ 1910 w 2092"/>
                <a:gd name="connsiteY67" fmla="*/ 31 h 2911"/>
                <a:gd name="connsiteX68" fmla="*/ 1740 w 2092"/>
                <a:gd name="connsiteY68" fmla="*/ 18 h 2911"/>
                <a:gd name="connsiteX69" fmla="*/ 1493 w 2092"/>
                <a:gd name="connsiteY69" fmla="*/ 138 h 2911"/>
                <a:gd name="connsiteX70" fmla="*/ 1253 w 2092"/>
                <a:gd name="connsiteY70" fmla="*/ 415 h 2911"/>
                <a:gd name="connsiteX71" fmla="*/ 1169 w 2092"/>
                <a:gd name="connsiteY71" fmla="*/ 539 h 2911"/>
                <a:gd name="connsiteX72" fmla="*/ 1122 w 2092"/>
                <a:gd name="connsiteY72" fmla="*/ 510 h 2911"/>
                <a:gd name="connsiteX73" fmla="*/ 1087 w 2092"/>
                <a:gd name="connsiteY73" fmla="*/ 374 h 2911"/>
                <a:gd name="connsiteX74" fmla="*/ 1019 w 2092"/>
                <a:gd name="connsiteY74" fmla="*/ 366 h 2911"/>
                <a:gd name="connsiteX75" fmla="*/ 993 w 2092"/>
                <a:gd name="connsiteY75" fmla="*/ 444 h 2911"/>
                <a:gd name="connsiteX76" fmla="*/ 953 w 2092"/>
                <a:gd name="connsiteY76" fmla="*/ 550 h 2911"/>
                <a:gd name="connsiteX77" fmla="*/ 844 w 2092"/>
                <a:gd name="connsiteY77" fmla="*/ 433 h 2911"/>
                <a:gd name="connsiteX78" fmla="*/ 756 w 2092"/>
                <a:gd name="connsiteY78" fmla="*/ 326 h 2911"/>
                <a:gd name="connsiteX79" fmla="*/ 605 w 2092"/>
                <a:gd name="connsiteY79" fmla="*/ 167 h 2911"/>
                <a:gd name="connsiteX80" fmla="*/ 377 w 2092"/>
                <a:gd name="connsiteY80" fmla="*/ 60 h 2911"/>
                <a:gd name="connsiteX81" fmla="*/ 184 w 2092"/>
                <a:gd name="connsiteY81" fmla="*/ 69 h 2911"/>
                <a:gd name="connsiteX82" fmla="*/ 38 w 2092"/>
                <a:gd name="connsiteY82" fmla="*/ 162 h 2911"/>
                <a:gd name="connsiteX83" fmla="*/ 4 w 2092"/>
                <a:gd name="connsiteY83" fmla="*/ 215 h 2911"/>
                <a:gd name="connsiteX84" fmla="*/ 13 w 2092"/>
                <a:gd name="connsiteY84" fmla="*/ 248 h 2911"/>
                <a:gd name="connsiteX85" fmla="*/ 61 w 2092"/>
                <a:gd name="connsiteY85" fmla="*/ 246 h 2911"/>
                <a:gd name="connsiteX86" fmla="*/ 144 w 2092"/>
                <a:gd name="connsiteY86" fmla="*/ 173 h 2911"/>
                <a:gd name="connsiteX87" fmla="*/ 256 w 2092"/>
                <a:gd name="connsiteY87" fmla="*/ 127 h 2911"/>
                <a:gd name="connsiteX88" fmla="*/ 434 w 2092"/>
                <a:gd name="connsiteY88" fmla="*/ 149 h 2911"/>
                <a:gd name="connsiteX89" fmla="*/ 572 w 2092"/>
                <a:gd name="connsiteY89" fmla="*/ 237 h 2911"/>
                <a:gd name="connsiteX90" fmla="*/ 659 w 2092"/>
                <a:gd name="connsiteY90" fmla="*/ 333 h 2911"/>
                <a:gd name="connsiteX91" fmla="*/ 748 w 2092"/>
                <a:gd name="connsiteY91" fmla="*/ 442 h 2911"/>
                <a:gd name="connsiteX92" fmla="*/ 835 w 2092"/>
                <a:gd name="connsiteY92" fmla="*/ 586 h 2911"/>
                <a:gd name="connsiteX93" fmla="*/ 881 w 2092"/>
                <a:gd name="connsiteY93" fmla="*/ 704 h 2911"/>
                <a:gd name="connsiteX94" fmla="*/ 877 w 2092"/>
                <a:gd name="connsiteY9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368 w 2092"/>
                <a:gd name="connsiteY51" fmla="*/ 1960 h 2911"/>
                <a:gd name="connsiteX52" fmla="*/ 1366 w 2092"/>
                <a:gd name="connsiteY52" fmla="*/ 1916 h 2911"/>
                <a:gd name="connsiteX53" fmla="*/ 1386 w 2092"/>
                <a:gd name="connsiteY53" fmla="*/ 1814 h 2911"/>
                <a:gd name="connsiteX54" fmla="*/ 1398 w 2092"/>
                <a:gd name="connsiteY54" fmla="*/ 1698 h 2911"/>
                <a:gd name="connsiteX55" fmla="*/ 1382 w 2092"/>
                <a:gd name="connsiteY55" fmla="*/ 1554 h 2911"/>
                <a:gd name="connsiteX56" fmla="*/ 1344 w 2092"/>
                <a:gd name="connsiteY56" fmla="*/ 1367 h 2911"/>
                <a:gd name="connsiteX57" fmla="*/ 1305 w 2092"/>
                <a:gd name="connsiteY57" fmla="*/ 1201 h 2911"/>
                <a:gd name="connsiteX58" fmla="*/ 1243 w 2092"/>
                <a:gd name="connsiteY58" fmla="*/ 965 h 2911"/>
                <a:gd name="connsiteX59" fmla="*/ 1233 w 2092"/>
                <a:gd name="connsiteY59" fmla="*/ 648 h 2911"/>
                <a:gd name="connsiteX60" fmla="*/ 1495 w 2092"/>
                <a:gd name="connsiteY60" fmla="*/ 249 h 2911"/>
                <a:gd name="connsiteX61" fmla="*/ 1735 w 2092"/>
                <a:gd name="connsiteY61" fmla="*/ 104 h 2911"/>
                <a:gd name="connsiteX62" fmla="*/ 1912 w 2092"/>
                <a:gd name="connsiteY62" fmla="*/ 116 h 2911"/>
                <a:gd name="connsiteX63" fmla="*/ 2042 w 2092"/>
                <a:gd name="connsiteY63" fmla="*/ 197 h 2911"/>
                <a:gd name="connsiteX64" fmla="*/ 2086 w 2092"/>
                <a:gd name="connsiteY64" fmla="*/ 189 h 2911"/>
                <a:gd name="connsiteX65" fmla="*/ 2063 w 2092"/>
                <a:gd name="connsiteY65" fmla="*/ 109 h 2911"/>
                <a:gd name="connsiteX66" fmla="*/ 1910 w 2092"/>
                <a:gd name="connsiteY66" fmla="*/ 31 h 2911"/>
                <a:gd name="connsiteX67" fmla="*/ 1740 w 2092"/>
                <a:gd name="connsiteY67" fmla="*/ 18 h 2911"/>
                <a:gd name="connsiteX68" fmla="*/ 1493 w 2092"/>
                <a:gd name="connsiteY68" fmla="*/ 138 h 2911"/>
                <a:gd name="connsiteX69" fmla="*/ 1253 w 2092"/>
                <a:gd name="connsiteY69" fmla="*/ 415 h 2911"/>
                <a:gd name="connsiteX70" fmla="*/ 1169 w 2092"/>
                <a:gd name="connsiteY70" fmla="*/ 539 h 2911"/>
                <a:gd name="connsiteX71" fmla="*/ 1122 w 2092"/>
                <a:gd name="connsiteY71" fmla="*/ 510 h 2911"/>
                <a:gd name="connsiteX72" fmla="*/ 1087 w 2092"/>
                <a:gd name="connsiteY72" fmla="*/ 374 h 2911"/>
                <a:gd name="connsiteX73" fmla="*/ 1019 w 2092"/>
                <a:gd name="connsiteY73" fmla="*/ 366 h 2911"/>
                <a:gd name="connsiteX74" fmla="*/ 993 w 2092"/>
                <a:gd name="connsiteY74" fmla="*/ 444 h 2911"/>
                <a:gd name="connsiteX75" fmla="*/ 953 w 2092"/>
                <a:gd name="connsiteY75" fmla="*/ 550 h 2911"/>
                <a:gd name="connsiteX76" fmla="*/ 844 w 2092"/>
                <a:gd name="connsiteY76" fmla="*/ 433 h 2911"/>
                <a:gd name="connsiteX77" fmla="*/ 756 w 2092"/>
                <a:gd name="connsiteY77" fmla="*/ 326 h 2911"/>
                <a:gd name="connsiteX78" fmla="*/ 605 w 2092"/>
                <a:gd name="connsiteY78" fmla="*/ 167 h 2911"/>
                <a:gd name="connsiteX79" fmla="*/ 377 w 2092"/>
                <a:gd name="connsiteY79" fmla="*/ 60 h 2911"/>
                <a:gd name="connsiteX80" fmla="*/ 184 w 2092"/>
                <a:gd name="connsiteY80" fmla="*/ 69 h 2911"/>
                <a:gd name="connsiteX81" fmla="*/ 38 w 2092"/>
                <a:gd name="connsiteY81" fmla="*/ 162 h 2911"/>
                <a:gd name="connsiteX82" fmla="*/ 4 w 2092"/>
                <a:gd name="connsiteY82" fmla="*/ 215 h 2911"/>
                <a:gd name="connsiteX83" fmla="*/ 13 w 2092"/>
                <a:gd name="connsiteY83" fmla="*/ 248 h 2911"/>
                <a:gd name="connsiteX84" fmla="*/ 61 w 2092"/>
                <a:gd name="connsiteY84" fmla="*/ 246 h 2911"/>
                <a:gd name="connsiteX85" fmla="*/ 144 w 2092"/>
                <a:gd name="connsiteY85" fmla="*/ 173 h 2911"/>
                <a:gd name="connsiteX86" fmla="*/ 256 w 2092"/>
                <a:gd name="connsiteY86" fmla="*/ 127 h 2911"/>
                <a:gd name="connsiteX87" fmla="*/ 434 w 2092"/>
                <a:gd name="connsiteY87" fmla="*/ 149 h 2911"/>
                <a:gd name="connsiteX88" fmla="*/ 572 w 2092"/>
                <a:gd name="connsiteY88" fmla="*/ 237 h 2911"/>
                <a:gd name="connsiteX89" fmla="*/ 659 w 2092"/>
                <a:gd name="connsiteY89" fmla="*/ 333 h 2911"/>
                <a:gd name="connsiteX90" fmla="*/ 748 w 2092"/>
                <a:gd name="connsiteY90" fmla="*/ 442 h 2911"/>
                <a:gd name="connsiteX91" fmla="*/ 835 w 2092"/>
                <a:gd name="connsiteY91" fmla="*/ 586 h 2911"/>
                <a:gd name="connsiteX92" fmla="*/ 881 w 2092"/>
                <a:gd name="connsiteY92" fmla="*/ 704 h 2911"/>
                <a:gd name="connsiteX93" fmla="*/ 877 w 2092"/>
                <a:gd name="connsiteY9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368 w 2092"/>
                <a:gd name="connsiteY50" fmla="*/ 1960 h 2911"/>
                <a:gd name="connsiteX51" fmla="*/ 1366 w 2092"/>
                <a:gd name="connsiteY51" fmla="*/ 1916 h 2911"/>
                <a:gd name="connsiteX52" fmla="*/ 1386 w 2092"/>
                <a:gd name="connsiteY52" fmla="*/ 1814 h 2911"/>
                <a:gd name="connsiteX53" fmla="*/ 1398 w 2092"/>
                <a:gd name="connsiteY53" fmla="*/ 1698 h 2911"/>
                <a:gd name="connsiteX54" fmla="*/ 1382 w 2092"/>
                <a:gd name="connsiteY54" fmla="*/ 1554 h 2911"/>
                <a:gd name="connsiteX55" fmla="*/ 1344 w 2092"/>
                <a:gd name="connsiteY55" fmla="*/ 1367 h 2911"/>
                <a:gd name="connsiteX56" fmla="*/ 1305 w 2092"/>
                <a:gd name="connsiteY56" fmla="*/ 1201 h 2911"/>
                <a:gd name="connsiteX57" fmla="*/ 1243 w 2092"/>
                <a:gd name="connsiteY57" fmla="*/ 965 h 2911"/>
                <a:gd name="connsiteX58" fmla="*/ 1233 w 2092"/>
                <a:gd name="connsiteY58" fmla="*/ 648 h 2911"/>
                <a:gd name="connsiteX59" fmla="*/ 1495 w 2092"/>
                <a:gd name="connsiteY59" fmla="*/ 249 h 2911"/>
                <a:gd name="connsiteX60" fmla="*/ 1735 w 2092"/>
                <a:gd name="connsiteY60" fmla="*/ 104 h 2911"/>
                <a:gd name="connsiteX61" fmla="*/ 1912 w 2092"/>
                <a:gd name="connsiteY61" fmla="*/ 116 h 2911"/>
                <a:gd name="connsiteX62" fmla="*/ 2042 w 2092"/>
                <a:gd name="connsiteY62" fmla="*/ 197 h 2911"/>
                <a:gd name="connsiteX63" fmla="*/ 2086 w 2092"/>
                <a:gd name="connsiteY63" fmla="*/ 189 h 2911"/>
                <a:gd name="connsiteX64" fmla="*/ 2063 w 2092"/>
                <a:gd name="connsiteY64" fmla="*/ 109 h 2911"/>
                <a:gd name="connsiteX65" fmla="*/ 1910 w 2092"/>
                <a:gd name="connsiteY65" fmla="*/ 31 h 2911"/>
                <a:gd name="connsiteX66" fmla="*/ 1740 w 2092"/>
                <a:gd name="connsiteY66" fmla="*/ 18 h 2911"/>
                <a:gd name="connsiteX67" fmla="*/ 1493 w 2092"/>
                <a:gd name="connsiteY67" fmla="*/ 138 h 2911"/>
                <a:gd name="connsiteX68" fmla="*/ 1253 w 2092"/>
                <a:gd name="connsiteY68" fmla="*/ 415 h 2911"/>
                <a:gd name="connsiteX69" fmla="*/ 1169 w 2092"/>
                <a:gd name="connsiteY69" fmla="*/ 539 h 2911"/>
                <a:gd name="connsiteX70" fmla="*/ 1122 w 2092"/>
                <a:gd name="connsiteY70" fmla="*/ 510 h 2911"/>
                <a:gd name="connsiteX71" fmla="*/ 1087 w 2092"/>
                <a:gd name="connsiteY71" fmla="*/ 374 h 2911"/>
                <a:gd name="connsiteX72" fmla="*/ 1019 w 2092"/>
                <a:gd name="connsiteY72" fmla="*/ 366 h 2911"/>
                <a:gd name="connsiteX73" fmla="*/ 993 w 2092"/>
                <a:gd name="connsiteY73" fmla="*/ 444 h 2911"/>
                <a:gd name="connsiteX74" fmla="*/ 953 w 2092"/>
                <a:gd name="connsiteY74" fmla="*/ 550 h 2911"/>
                <a:gd name="connsiteX75" fmla="*/ 844 w 2092"/>
                <a:gd name="connsiteY75" fmla="*/ 433 h 2911"/>
                <a:gd name="connsiteX76" fmla="*/ 756 w 2092"/>
                <a:gd name="connsiteY76" fmla="*/ 326 h 2911"/>
                <a:gd name="connsiteX77" fmla="*/ 605 w 2092"/>
                <a:gd name="connsiteY77" fmla="*/ 167 h 2911"/>
                <a:gd name="connsiteX78" fmla="*/ 377 w 2092"/>
                <a:gd name="connsiteY78" fmla="*/ 60 h 2911"/>
                <a:gd name="connsiteX79" fmla="*/ 184 w 2092"/>
                <a:gd name="connsiteY79" fmla="*/ 69 h 2911"/>
                <a:gd name="connsiteX80" fmla="*/ 38 w 2092"/>
                <a:gd name="connsiteY80" fmla="*/ 162 h 2911"/>
                <a:gd name="connsiteX81" fmla="*/ 4 w 2092"/>
                <a:gd name="connsiteY81" fmla="*/ 215 h 2911"/>
                <a:gd name="connsiteX82" fmla="*/ 13 w 2092"/>
                <a:gd name="connsiteY82" fmla="*/ 248 h 2911"/>
                <a:gd name="connsiteX83" fmla="*/ 61 w 2092"/>
                <a:gd name="connsiteY83" fmla="*/ 246 h 2911"/>
                <a:gd name="connsiteX84" fmla="*/ 144 w 2092"/>
                <a:gd name="connsiteY84" fmla="*/ 173 h 2911"/>
                <a:gd name="connsiteX85" fmla="*/ 256 w 2092"/>
                <a:gd name="connsiteY85" fmla="*/ 127 h 2911"/>
                <a:gd name="connsiteX86" fmla="*/ 434 w 2092"/>
                <a:gd name="connsiteY86" fmla="*/ 149 h 2911"/>
                <a:gd name="connsiteX87" fmla="*/ 572 w 2092"/>
                <a:gd name="connsiteY87" fmla="*/ 237 h 2911"/>
                <a:gd name="connsiteX88" fmla="*/ 659 w 2092"/>
                <a:gd name="connsiteY88" fmla="*/ 333 h 2911"/>
                <a:gd name="connsiteX89" fmla="*/ 748 w 2092"/>
                <a:gd name="connsiteY89" fmla="*/ 442 h 2911"/>
                <a:gd name="connsiteX90" fmla="*/ 835 w 2092"/>
                <a:gd name="connsiteY90" fmla="*/ 586 h 2911"/>
                <a:gd name="connsiteX91" fmla="*/ 881 w 2092"/>
                <a:gd name="connsiteY91" fmla="*/ 704 h 2911"/>
                <a:gd name="connsiteX92" fmla="*/ 877 w 2092"/>
                <a:gd name="connsiteY9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368 w 2092"/>
                <a:gd name="connsiteY49" fmla="*/ 1960 h 2911"/>
                <a:gd name="connsiteX50" fmla="*/ 1366 w 2092"/>
                <a:gd name="connsiteY50" fmla="*/ 1916 h 2911"/>
                <a:gd name="connsiteX51" fmla="*/ 1386 w 2092"/>
                <a:gd name="connsiteY51" fmla="*/ 1814 h 2911"/>
                <a:gd name="connsiteX52" fmla="*/ 1398 w 2092"/>
                <a:gd name="connsiteY52" fmla="*/ 1698 h 2911"/>
                <a:gd name="connsiteX53" fmla="*/ 1382 w 2092"/>
                <a:gd name="connsiteY53" fmla="*/ 1554 h 2911"/>
                <a:gd name="connsiteX54" fmla="*/ 1344 w 2092"/>
                <a:gd name="connsiteY54" fmla="*/ 1367 h 2911"/>
                <a:gd name="connsiteX55" fmla="*/ 1305 w 2092"/>
                <a:gd name="connsiteY55" fmla="*/ 1201 h 2911"/>
                <a:gd name="connsiteX56" fmla="*/ 1243 w 2092"/>
                <a:gd name="connsiteY56" fmla="*/ 965 h 2911"/>
                <a:gd name="connsiteX57" fmla="*/ 1233 w 2092"/>
                <a:gd name="connsiteY57" fmla="*/ 648 h 2911"/>
                <a:gd name="connsiteX58" fmla="*/ 1495 w 2092"/>
                <a:gd name="connsiteY58" fmla="*/ 249 h 2911"/>
                <a:gd name="connsiteX59" fmla="*/ 1735 w 2092"/>
                <a:gd name="connsiteY59" fmla="*/ 104 h 2911"/>
                <a:gd name="connsiteX60" fmla="*/ 1912 w 2092"/>
                <a:gd name="connsiteY60" fmla="*/ 116 h 2911"/>
                <a:gd name="connsiteX61" fmla="*/ 2042 w 2092"/>
                <a:gd name="connsiteY61" fmla="*/ 197 h 2911"/>
                <a:gd name="connsiteX62" fmla="*/ 2086 w 2092"/>
                <a:gd name="connsiteY62" fmla="*/ 189 h 2911"/>
                <a:gd name="connsiteX63" fmla="*/ 2063 w 2092"/>
                <a:gd name="connsiteY63" fmla="*/ 109 h 2911"/>
                <a:gd name="connsiteX64" fmla="*/ 1910 w 2092"/>
                <a:gd name="connsiteY64" fmla="*/ 31 h 2911"/>
                <a:gd name="connsiteX65" fmla="*/ 1740 w 2092"/>
                <a:gd name="connsiteY65" fmla="*/ 18 h 2911"/>
                <a:gd name="connsiteX66" fmla="*/ 1493 w 2092"/>
                <a:gd name="connsiteY66" fmla="*/ 138 h 2911"/>
                <a:gd name="connsiteX67" fmla="*/ 1253 w 2092"/>
                <a:gd name="connsiteY67" fmla="*/ 415 h 2911"/>
                <a:gd name="connsiteX68" fmla="*/ 1169 w 2092"/>
                <a:gd name="connsiteY68" fmla="*/ 539 h 2911"/>
                <a:gd name="connsiteX69" fmla="*/ 1122 w 2092"/>
                <a:gd name="connsiteY69" fmla="*/ 510 h 2911"/>
                <a:gd name="connsiteX70" fmla="*/ 1087 w 2092"/>
                <a:gd name="connsiteY70" fmla="*/ 374 h 2911"/>
                <a:gd name="connsiteX71" fmla="*/ 1019 w 2092"/>
                <a:gd name="connsiteY71" fmla="*/ 366 h 2911"/>
                <a:gd name="connsiteX72" fmla="*/ 993 w 2092"/>
                <a:gd name="connsiteY72" fmla="*/ 444 h 2911"/>
                <a:gd name="connsiteX73" fmla="*/ 953 w 2092"/>
                <a:gd name="connsiteY73" fmla="*/ 550 h 2911"/>
                <a:gd name="connsiteX74" fmla="*/ 844 w 2092"/>
                <a:gd name="connsiteY74" fmla="*/ 433 h 2911"/>
                <a:gd name="connsiteX75" fmla="*/ 756 w 2092"/>
                <a:gd name="connsiteY75" fmla="*/ 326 h 2911"/>
                <a:gd name="connsiteX76" fmla="*/ 605 w 2092"/>
                <a:gd name="connsiteY76" fmla="*/ 167 h 2911"/>
                <a:gd name="connsiteX77" fmla="*/ 377 w 2092"/>
                <a:gd name="connsiteY77" fmla="*/ 60 h 2911"/>
                <a:gd name="connsiteX78" fmla="*/ 184 w 2092"/>
                <a:gd name="connsiteY78" fmla="*/ 69 h 2911"/>
                <a:gd name="connsiteX79" fmla="*/ 38 w 2092"/>
                <a:gd name="connsiteY79" fmla="*/ 162 h 2911"/>
                <a:gd name="connsiteX80" fmla="*/ 4 w 2092"/>
                <a:gd name="connsiteY80" fmla="*/ 215 h 2911"/>
                <a:gd name="connsiteX81" fmla="*/ 13 w 2092"/>
                <a:gd name="connsiteY81" fmla="*/ 248 h 2911"/>
                <a:gd name="connsiteX82" fmla="*/ 61 w 2092"/>
                <a:gd name="connsiteY82" fmla="*/ 246 h 2911"/>
                <a:gd name="connsiteX83" fmla="*/ 144 w 2092"/>
                <a:gd name="connsiteY83" fmla="*/ 173 h 2911"/>
                <a:gd name="connsiteX84" fmla="*/ 256 w 2092"/>
                <a:gd name="connsiteY84" fmla="*/ 127 h 2911"/>
                <a:gd name="connsiteX85" fmla="*/ 434 w 2092"/>
                <a:gd name="connsiteY85" fmla="*/ 149 h 2911"/>
                <a:gd name="connsiteX86" fmla="*/ 572 w 2092"/>
                <a:gd name="connsiteY86" fmla="*/ 237 h 2911"/>
                <a:gd name="connsiteX87" fmla="*/ 659 w 2092"/>
                <a:gd name="connsiteY87" fmla="*/ 333 h 2911"/>
                <a:gd name="connsiteX88" fmla="*/ 748 w 2092"/>
                <a:gd name="connsiteY88" fmla="*/ 442 h 2911"/>
                <a:gd name="connsiteX89" fmla="*/ 835 w 2092"/>
                <a:gd name="connsiteY89" fmla="*/ 586 h 2911"/>
                <a:gd name="connsiteX90" fmla="*/ 881 w 2092"/>
                <a:gd name="connsiteY90" fmla="*/ 704 h 2911"/>
                <a:gd name="connsiteX91" fmla="*/ 877 w 2092"/>
                <a:gd name="connsiteY9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368 w 2092"/>
                <a:gd name="connsiteY48" fmla="*/ 1960 h 2911"/>
                <a:gd name="connsiteX49" fmla="*/ 1366 w 2092"/>
                <a:gd name="connsiteY49" fmla="*/ 1916 h 2911"/>
                <a:gd name="connsiteX50" fmla="*/ 1386 w 2092"/>
                <a:gd name="connsiteY50" fmla="*/ 1814 h 2911"/>
                <a:gd name="connsiteX51" fmla="*/ 1398 w 2092"/>
                <a:gd name="connsiteY51" fmla="*/ 1698 h 2911"/>
                <a:gd name="connsiteX52" fmla="*/ 1382 w 2092"/>
                <a:gd name="connsiteY52" fmla="*/ 1554 h 2911"/>
                <a:gd name="connsiteX53" fmla="*/ 1344 w 2092"/>
                <a:gd name="connsiteY53" fmla="*/ 1367 h 2911"/>
                <a:gd name="connsiteX54" fmla="*/ 1305 w 2092"/>
                <a:gd name="connsiteY54" fmla="*/ 1201 h 2911"/>
                <a:gd name="connsiteX55" fmla="*/ 1243 w 2092"/>
                <a:gd name="connsiteY55" fmla="*/ 965 h 2911"/>
                <a:gd name="connsiteX56" fmla="*/ 1233 w 2092"/>
                <a:gd name="connsiteY56" fmla="*/ 648 h 2911"/>
                <a:gd name="connsiteX57" fmla="*/ 1495 w 2092"/>
                <a:gd name="connsiteY57" fmla="*/ 249 h 2911"/>
                <a:gd name="connsiteX58" fmla="*/ 1735 w 2092"/>
                <a:gd name="connsiteY58" fmla="*/ 104 h 2911"/>
                <a:gd name="connsiteX59" fmla="*/ 1912 w 2092"/>
                <a:gd name="connsiteY59" fmla="*/ 116 h 2911"/>
                <a:gd name="connsiteX60" fmla="*/ 2042 w 2092"/>
                <a:gd name="connsiteY60" fmla="*/ 197 h 2911"/>
                <a:gd name="connsiteX61" fmla="*/ 2086 w 2092"/>
                <a:gd name="connsiteY61" fmla="*/ 189 h 2911"/>
                <a:gd name="connsiteX62" fmla="*/ 2063 w 2092"/>
                <a:gd name="connsiteY62" fmla="*/ 109 h 2911"/>
                <a:gd name="connsiteX63" fmla="*/ 1910 w 2092"/>
                <a:gd name="connsiteY63" fmla="*/ 31 h 2911"/>
                <a:gd name="connsiteX64" fmla="*/ 1740 w 2092"/>
                <a:gd name="connsiteY64" fmla="*/ 18 h 2911"/>
                <a:gd name="connsiteX65" fmla="*/ 1493 w 2092"/>
                <a:gd name="connsiteY65" fmla="*/ 138 h 2911"/>
                <a:gd name="connsiteX66" fmla="*/ 1253 w 2092"/>
                <a:gd name="connsiteY66" fmla="*/ 415 h 2911"/>
                <a:gd name="connsiteX67" fmla="*/ 1169 w 2092"/>
                <a:gd name="connsiteY67" fmla="*/ 539 h 2911"/>
                <a:gd name="connsiteX68" fmla="*/ 1122 w 2092"/>
                <a:gd name="connsiteY68" fmla="*/ 510 h 2911"/>
                <a:gd name="connsiteX69" fmla="*/ 1087 w 2092"/>
                <a:gd name="connsiteY69" fmla="*/ 374 h 2911"/>
                <a:gd name="connsiteX70" fmla="*/ 1019 w 2092"/>
                <a:gd name="connsiteY70" fmla="*/ 366 h 2911"/>
                <a:gd name="connsiteX71" fmla="*/ 993 w 2092"/>
                <a:gd name="connsiteY71" fmla="*/ 444 h 2911"/>
                <a:gd name="connsiteX72" fmla="*/ 953 w 2092"/>
                <a:gd name="connsiteY72" fmla="*/ 550 h 2911"/>
                <a:gd name="connsiteX73" fmla="*/ 844 w 2092"/>
                <a:gd name="connsiteY73" fmla="*/ 433 h 2911"/>
                <a:gd name="connsiteX74" fmla="*/ 756 w 2092"/>
                <a:gd name="connsiteY74" fmla="*/ 326 h 2911"/>
                <a:gd name="connsiteX75" fmla="*/ 605 w 2092"/>
                <a:gd name="connsiteY75" fmla="*/ 167 h 2911"/>
                <a:gd name="connsiteX76" fmla="*/ 377 w 2092"/>
                <a:gd name="connsiteY76" fmla="*/ 60 h 2911"/>
                <a:gd name="connsiteX77" fmla="*/ 184 w 2092"/>
                <a:gd name="connsiteY77" fmla="*/ 69 h 2911"/>
                <a:gd name="connsiteX78" fmla="*/ 38 w 2092"/>
                <a:gd name="connsiteY78" fmla="*/ 162 h 2911"/>
                <a:gd name="connsiteX79" fmla="*/ 4 w 2092"/>
                <a:gd name="connsiteY79" fmla="*/ 215 h 2911"/>
                <a:gd name="connsiteX80" fmla="*/ 13 w 2092"/>
                <a:gd name="connsiteY80" fmla="*/ 248 h 2911"/>
                <a:gd name="connsiteX81" fmla="*/ 61 w 2092"/>
                <a:gd name="connsiteY81" fmla="*/ 246 h 2911"/>
                <a:gd name="connsiteX82" fmla="*/ 144 w 2092"/>
                <a:gd name="connsiteY82" fmla="*/ 173 h 2911"/>
                <a:gd name="connsiteX83" fmla="*/ 256 w 2092"/>
                <a:gd name="connsiteY83" fmla="*/ 127 h 2911"/>
                <a:gd name="connsiteX84" fmla="*/ 434 w 2092"/>
                <a:gd name="connsiteY84" fmla="*/ 149 h 2911"/>
                <a:gd name="connsiteX85" fmla="*/ 572 w 2092"/>
                <a:gd name="connsiteY85" fmla="*/ 237 h 2911"/>
                <a:gd name="connsiteX86" fmla="*/ 659 w 2092"/>
                <a:gd name="connsiteY86" fmla="*/ 333 h 2911"/>
                <a:gd name="connsiteX87" fmla="*/ 748 w 2092"/>
                <a:gd name="connsiteY87" fmla="*/ 442 h 2911"/>
                <a:gd name="connsiteX88" fmla="*/ 835 w 2092"/>
                <a:gd name="connsiteY88" fmla="*/ 586 h 2911"/>
                <a:gd name="connsiteX89" fmla="*/ 881 w 2092"/>
                <a:gd name="connsiteY89" fmla="*/ 704 h 2911"/>
                <a:gd name="connsiteX90" fmla="*/ 877 w 2092"/>
                <a:gd name="connsiteY9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368 w 2092"/>
                <a:gd name="connsiteY47" fmla="*/ 1960 h 2911"/>
                <a:gd name="connsiteX48" fmla="*/ 1366 w 2092"/>
                <a:gd name="connsiteY48" fmla="*/ 1916 h 2911"/>
                <a:gd name="connsiteX49" fmla="*/ 1386 w 2092"/>
                <a:gd name="connsiteY49" fmla="*/ 1814 h 2911"/>
                <a:gd name="connsiteX50" fmla="*/ 1398 w 2092"/>
                <a:gd name="connsiteY50" fmla="*/ 1698 h 2911"/>
                <a:gd name="connsiteX51" fmla="*/ 1382 w 2092"/>
                <a:gd name="connsiteY51" fmla="*/ 1554 h 2911"/>
                <a:gd name="connsiteX52" fmla="*/ 1344 w 2092"/>
                <a:gd name="connsiteY52" fmla="*/ 1367 h 2911"/>
                <a:gd name="connsiteX53" fmla="*/ 1305 w 2092"/>
                <a:gd name="connsiteY53" fmla="*/ 1201 h 2911"/>
                <a:gd name="connsiteX54" fmla="*/ 1243 w 2092"/>
                <a:gd name="connsiteY54" fmla="*/ 965 h 2911"/>
                <a:gd name="connsiteX55" fmla="*/ 1233 w 2092"/>
                <a:gd name="connsiteY55" fmla="*/ 648 h 2911"/>
                <a:gd name="connsiteX56" fmla="*/ 1495 w 2092"/>
                <a:gd name="connsiteY56" fmla="*/ 249 h 2911"/>
                <a:gd name="connsiteX57" fmla="*/ 1735 w 2092"/>
                <a:gd name="connsiteY57" fmla="*/ 104 h 2911"/>
                <a:gd name="connsiteX58" fmla="*/ 1912 w 2092"/>
                <a:gd name="connsiteY58" fmla="*/ 116 h 2911"/>
                <a:gd name="connsiteX59" fmla="*/ 2042 w 2092"/>
                <a:gd name="connsiteY59" fmla="*/ 197 h 2911"/>
                <a:gd name="connsiteX60" fmla="*/ 2086 w 2092"/>
                <a:gd name="connsiteY60" fmla="*/ 189 h 2911"/>
                <a:gd name="connsiteX61" fmla="*/ 2063 w 2092"/>
                <a:gd name="connsiteY61" fmla="*/ 109 h 2911"/>
                <a:gd name="connsiteX62" fmla="*/ 1910 w 2092"/>
                <a:gd name="connsiteY62" fmla="*/ 31 h 2911"/>
                <a:gd name="connsiteX63" fmla="*/ 1740 w 2092"/>
                <a:gd name="connsiteY63" fmla="*/ 18 h 2911"/>
                <a:gd name="connsiteX64" fmla="*/ 1493 w 2092"/>
                <a:gd name="connsiteY64" fmla="*/ 138 h 2911"/>
                <a:gd name="connsiteX65" fmla="*/ 1253 w 2092"/>
                <a:gd name="connsiteY65" fmla="*/ 415 h 2911"/>
                <a:gd name="connsiteX66" fmla="*/ 1169 w 2092"/>
                <a:gd name="connsiteY66" fmla="*/ 539 h 2911"/>
                <a:gd name="connsiteX67" fmla="*/ 1122 w 2092"/>
                <a:gd name="connsiteY67" fmla="*/ 510 h 2911"/>
                <a:gd name="connsiteX68" fmla="*/ 1087 w 2092"/>
                <a:gd name="connsiteY68" fmla="*/ 374 h 2911"/>
                <a:gd name="connsiteX69" fmla="*/ 1019 w 2092"/>
                <a:gd name="connsiteY69" fmla="*/ 366 h 2911"/>
                <a:gd name="connsiteX70" fmla="*/ 993 w 2092"/>
                <a:gd name="connsiteY70" fmla="*/ 444 h 2911"/>
                <a:gd name="connsiteX71" fmla="*/ 953 w 2092"/>
                <a:gd name="connsiteY71" fmla="*/ 550 h 2911"/>
                <a:gd name="connsiteX72" fmla="*/ 844 w 2092"/>
                <a:gd name="connsiteY72" fmla="*/ 433 h 2911"/>
                <a:gd name="connsiteX73" fmla="*/ 756 w 2092"/>
                <a:gd name="connsiteY73" fmla="*/ 326 h 2911"/>
                <a:gd name="connsiteX74" fmla="*/ 605 w 2092"/>
                <a:gd name="connsiteY74" fmla="*/ 167 h 2911"/>
                <a:gd name="connsiteX75" fmla="*/ 377 w 2092"/>
                <a:gd name="connsiteY75" fmla="*/ 60 h 2911"/>
                <a:gd name="connsiteX76" fmla="*/ 184 w 2092"/>
                <a:gd name="connsiteY76" fmla="*/ 69 h 2911"/>
                <a:gd name="connsiteX77" fmla="*/ 38 w 2092"/>
                <a:gd name="connsiteY77" fmla="*/ 162 h 2911"/>
                <a:gd name="connsiteX78" fmla="*/ 4 w 2092"/>
                <a:gd name="connsiteY78" fmla="*/ 215 h 2911"/>
                <a:gd name="connsiteX79" fmla="*/ 13 w 2092"/>
                <a:gd name="connsiteY79" fmla="*/ 248 h 2911"/>
                <a:gd name="connsiteX80" fmla="*/ 61 w 2092"/>
                <a:gd name="connsiteY80" fmla="*/ 246 h 2911"/>
                <a:gd name="connsiteX81" fmla="*/ 144 w 2092"/>
                <a:gd name="connsiteY81" fmla="*/ 173 h 2911"/>
                <a:gd name="connsiteX82" fmla="*/ 256 w 2092"/>
                <a:gd name="connsiteY82" fmla="*/ 127 h 2911"/>
                <a:gd name="connsiteX83" fmla="*/ 434 w 2092"/>
                <a:gd name="connsiteY83" fmla="*/ 149 h 2911"/>
                <a:gd name="connsiteX84" fmla="*/ 572 w 2092"/>
                <a:gd name="connsiteY84" fmla="*/ 237 h 2911"/>
                <a:gd name="connsiteX85" fmla="*/ 659 w 2092"/>
                <a:gd name="connsiteY85" fmla="*/ 333 h 2911"/>
                <a:gd name="connsiteX86" fmla="*/ 748 w 2092"/>
                <a:gd name="connsiteY86" fmla="*/ 442 h 2911"/>
                <a:gd name="connsiteX87" fmla="*/ 835 w 2092"/>
                <a:gd name="connsiteY87" fmla="*/ 586 h 2911"/>
                <a:gd name="connsiteX88" fmla="*/ 881 w 2092"/>
                <a:gd name="connsiteY88" fmla="*/ 704 h 2911"/>
                <a:gd name="connsiteX89" fmla="*/ 877 w 2092"/>
                <a:gd name="connsiteY8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368 w 2092"/>
                <a:gd name="connsiteY46" fmla="*/ 1960 h 2911"/>
                <a:gd name="connsiteX47" fmla="*/ 1366 w 2092"/>
                <a:gd name="connsiteY47" fmla="*/ 1916 h 2911"/>
                <a:gd name="connsiteX48" fmla="*/ 1386 w 2092"/>
                <a:gd name="connsiteY48" fmla="*/ 1814 h 2911"/>
                <a:gd name="connsiteX49" fmla="*/ 1398 w 2092"/>
                <a:gd name="connsiteY49" fmla="*/ 1698 h 2911"/>
                <a:gd name="connsiteX50" fmla="*/ 1382 w 2092"/>
                <a:gd name="connsiteY50" fmla="*/ 1554 h 2911"/>
                <a:gd name="connsiteX51" fmla="*/ 1344 w 2092"/>
                <a:gd name="connsiteY51" fmla="*/ 1367 h 2911"/>
                <a:gd name="connsiteX52" fmla="*/ 1305 w 2092"/>
                <a:gd name="connsiteY52" fmla="*/ 1201 h 2911"/>
                <a:gd name="connsiteX53" fmla="*/ 1243 w 2092"/>
                <a:gd name="connsiteY53" fmla="*/ 965 h 2911"/>
                <a:gd name="connsiteX54" fmla="*/ 1233 w 2092"/>
                <a:gd name="connsiteY54" fmla="*/ 648 h 2911"/>
                <a:gd name="connsiteX55" fmla="*/ 1495 w 2092"/>
                <a:gd name="connsiteY55" fmla="*/ 249 h 2911"/>
                <a:gd name="connsiteX56" fmla="*/ 1735 w 2092"/>
                <a:gd name="connsiteY56" fmla="*/ 104 h 2911"/>
                <a:gd name="connsiteX57" fmla="*/ 1912 w 2092"/>
                <a:gd name="connsiteY57" fmla="*/ 116 h 2911"/>
                <a:gd name="connsiteX58" fmla="*/ 2042 w 2092"/>
                <a:gd name="connsiteY58" fmla="*/ 197 h 2911"/>
                <a:gd name="connsiteX59" fmla="*/ 2086 w 2092"/>
                <a:gd name="connsiteY59" fmla="*/ 189 h 2911"/>
                <a:gd name="connsiteX60" fmla="*/ 2063 w 2092"/>
                <a:gd name="connsiteY60" fmla="*/ 109 h 2911"/>
                <a:gd name="connsiteX61" fmla="*/ 1910 w 2092"/>
                <a:gd name="connsiteY61" fmla="*/ 31 h 2911"/>
                <a:gd name="connsiteX62" fmla="*/ 1740 w 2092"/>
                <a:gd name="connsiteY62" fmla="*/ 18 h 2911"/>
                <a:gd name="connsiteX63" fmla="*/ 1493 w 2092"/>
                <a:gd name="connsiteY63" fmla="*/ 138 h 2911"/>
                <a:gd name="connsiteX64" fmla="*/ 1253 w 2092"/>
                <a:gd name="connsiteY64" fmla="*/ 415 h 2911"/>
                <a:gd name="connsiteX65" fmla="*/ 1169 w 2092"/>
                <a:gd name="connsiteY65" fmla="*/ 539 h 2911"/>
                <a:gd name="connsiteX66" fmla="*/ 1122 w 2092"/>
                <a:gd name="connsiteY66" fmla="*/ 510 h 2911"/>
                <a:gd name="connsiteX67" fmla="*/ 1087 w 2092"/>
                <a:gd name="connsiteY67" fmla="*/ 374 h 2911"/>
                <a:gd name="connsiteX68" fmla="*/ 1019 w 2092"/>
                <a:gd name="connsiteY68" fmla="*/ 366 h 2911"/>
                <a:gd name="connsiteX69" fmla="*/ 993 w 2092"/>
                <a:gd name="connsiteY69" fmla="*/ 444 h 2911"/>
                <a:gd name="connsiteX70" fmla="*/ 953 w 2092"/>
                <a:gd name="connsiteY70" fmla="*/ 550 h 2911"/>
                <a:gd name="connsiteX71" fmla="*/ 844 w 2092"/>
                <a:gd name="connsiteY71" fmla="*/ 433 h 2911"/>
                <a:gd name="connsiteX72" fmla="*/ 756 w 2092"/>
                <a:gd name="connsiteY72" fmla="*/ 326 h 2911"/>
                <a:gd name="connsiteX73" fmla="*/ 605 w 2092"/>
                <a:gd name="connsiteY73" fmla="*/ 167 h 2911"/>
                <a:gd name="connsiteX74" fmla="*/ 377 w 2092"/>
                <a:gd name="connsiteY74" fmla="*/ 60 h 2911"/>
                <a:gd name="connsiteX75" fmla="*/ 184 w 2092"/>
                <a:gd name="connsiteY75" fmla="*/ 69 h 2911"/>
                <a:gd name="connsiteX76" fmla="*/ 38 w 2092"/>
                <a:gd name="connsiteY76" fmla="*/ 162 h 2911"/>
                <a:gd name="connsiteX77" fmla="*/ 4 w 2092"/>
                <a:gd name="connsiteY77" fmla="*/ 215 h 2911"/>
                <a:gd name="connsiteX78" fmla="*/ 13 w 2092"/>
                <a:gd name="connsiteY78" fmla="*/ 248 h 2911"/>
                <a:gd name="connsiteX79" fmla="*/ 61 w 2092"/>
                <a:gd name="connsiteY79" fmla="*/ 246 h 2911"/>
                <a:gd name="connsiteX80" fmla="*/ 144 w 2092"/>
                <a:gd name="connsiteY80" fmla="*/ 173 h 2911"/>
                <a:gd name="connsiteX81" fmla="*/ 256 w 2092"/>
                <a:gd name="connsiteY81" fmla="*/ 127 h 2911"/>
                <a:gd name="connsiteX82" fmla="*/ 434 w 2092"/>
                <a:gd name="connsiteY82" fmla="*/ 149 h 2911"/>
                <a:gd name="connsiteX83" fmla="*/ 572 w 2092"/>
                <a:gd name="connsiteY83" fmla="*/ 237 h 2911"/>
                <a:gd name="connsiteX84" fmla="*/ 659 w 2092"/>
                <a:gd name="connsiteY84" fmla="*/ 333 h 2911"/>
                <a:gd name="connsiteX85" fmla="*/ 748 w 2092"/>
                <a:gd name="connsiteY85" fmla="*/ 442 h 2911"/>
                <a:gd name="connsiteX86" fmla="*/ 835 w 2092"/>
                <a:gd name="connsiteY86" fmla="*/ 586 h 2911"/>
                <a:gd name="connsiteX87" fmla="*/ 881 w 2092"/>
                <a:gd name="connsiteY87" fmla="*/ 704 h 2911"/>
                <a:gd name="connsiteX88" fmla="*/ 877 w 2092"/>
                <a:gd name="connsiteY88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368 w 2092"/>
                <a:gd name="connsiteY45" fmla="*/ 1960 h 2911"/>
                <a:gd name="connsiteX46" fmla="*/ 1366 w 2092"/>
                <a:gd name="connsiteY46" fmla="*/ 1916 h 2911"/>
                <a:gd name="connsiteX47" fmla="*/ 1386 w 2092"/>
                <a:gd name="connsiteY47" fmla="*/ 1814 h 2911"/>
                <a:gd name="connsiteX48" fmla="*/ 1398 w 2092"/>
                <a:gd name="connsiteY48" fmla="*/ 1698 h 2911"/>
                <a:gd name="connsiteX49" fmla="*/ 1382 w 2092"/>
                <a:gd name="connsiteY49" fmla="*/ 1554 h 2911"/>
                <a:gd name="connsiteX50" fmla="*/ 1344 w 2092"/>
                <a:gd name="connsiteY50" fmla="*/ 1367 h 2911"/>
                <a:gd name="connsiteX51" fmla="*/ 1305 w 2092"/>
                <a:gd name="connsiteY51" fmla="*/ 1201 h 2911"/>
                <a:gd name="connsiteX52" fmla="*/ 1243 w 2092"/>
                <a:gd name="connsiteY52" fmla="*/ 965 h 2911"/>
                <a:gd name="connsiteX53" fmla="*/ 1233 w 2092"/>
                <a:gd name="connsiteY53" fmla="*/ 648 h 2911"/>
                <a:gd name="connsiteX54" fmla="*/ 1495 w 2092"/>
                <a:gd name="connsiteY54" fmla="*/ 249 h 2911"/>
                <a:gd name="connsiteX55" fmla="*/ 1735 w 2092"/>
                <a:gd name="connsiteY55" fmla="*/ 104 h 2911"/>
                <a:gd name="connsiteX56" fmla="*/ 1912 w 2092"/>
                <a:gd name="connsiteY56" fmla="*/ 116 h 2911"/>
                <a:gd name="connsiteX57" fmla="*/ 2042 w 2092"/>
                <a:gd name="connsiteY57" fmla="*/ 197 h 2911"/>
                <a:gd name="connsiteX58" fmla="*/ 2086 w 2092"/>
                <a:gd name="connsiteY58" fmla="*/ 189 h 2911"/>
                <a:gd name="connsiteX59" fmla="*/ 2063 w 2092"/>
                <a:gd name="connsiteY59" fmla="*/ 109 h 2911"/>
                <a:gd name="connsiteX60" fmla="*/ 1910 w 2092"/>
                <a:gd name="connsiteY60" fmla="*/ 31 h 2911"/>
                <a:gd name="connsiteX61" fmla="*/ 1740 w 2092"/>
                <a:gd name="connsiteY61" fmla="*/ 18 h 2911"/>
                <a:gd name="connsiteX62" fmla="*/ 1493 w 2092"/>
                <a:gd name="connsiteY62" fmla="*/ 138 h 2911"/>
                <a:gd name="connsiteX63" fmla="*/ 1253 w 2092"/>
                <a:gd name="connsiteY63" fmla="*/ 415 h 2911"/>
                <a:gd name="connsiteX64" fmla="*/ 1169 w 2092"/>
                <a:gd name="connsiteY64" fmla="*/ 539 h 2911"/>
                <a:gd name="connsiteX65" fmla="*/ 1122 w 2092"/>
                <a:gd name="connsiteY65" fmla="*/ 510 h 2911"/>
                <a:gd name="connsiteX66" fmla="*/ 1087 w 2092"/>
                <a:gd name="connsiteY66" fmla="*/ 374 h 2911"/>
                <a:gd name="connsiteX67" fmla="*/ 1019 w 2092"/>
                <a:gd name="connsiteY67" fmla="*/ 366 h 2911"/>
                <a:gd name="connsiteX68" fmla="*/ 993 w 2092"/>
                <a:gd name="connsiteY68" fmla="*/ 444 h 2911"/>
                <a:gd name="connsiteX69" fmla="*/ 953 w 2092"/>
                <a:gd name="connsiteY69" fmla="*/ 550 h 2911"/>
                <a:gd name="connsiteX70" fmla="*/ 844 w 2092"/>
                <a:gd name="connsiteY70" fmla="*/ 433 h 2911"/>
                <a:gd name="connsiteX71" fmla="*/ 756 w 2092"/>
                <a:gd name="connsiteY71" fmla="*/ 326 h 2911"/>
                <a:gd name="connsiteX72" fmla="*/ 605 w 2092"/>
                <a:gd name="connsiteY72" fmla="*/ 167 h 2911"/>
                <a:gd name="connsiteX73" fmla="*/ 377 w 2092"/>
                <a:gd name="connsiteY73" fmla="*/ 60 h 2911"/>
                <a:gd name="connsiteX74" fmla="*/ 184 w 2092"/>
                <a:gd name="connsiteY74" fmla="*/ 69 h 2911"/>
                <a:gd name="connsiteX75" fmla="*/ 38 w 2092"/>
                <a:gd name="connsiteY75" fmla="*/ 162 h 2911"/>
                <a:gd name="connsiteX76" fmla="*/ 4 w 2092"/>
                <a:gd name="connsiteY76" fmla="*/ 215 h 2911"/>
                <a:gd name="connsiteX77" fmla="*/ 13 w 2092"/>
                <a:gd name="connsiteY77" fmla="*/ 248 h 2911"/>
                <a:gd name="connsiteX78" fmla="*/ 61 w 2092"/>
                <a:gd name="connsiteY78" fmla="*/ 246 h 2911"/>
                <a:gd name="connsiteX79" fmla="*/ 144 w 2092"/>
                <a:gd name="connsiteY79" fmla="*/ 173 h 2911"/>
                <a:gd name="connsiteX80" fmla="*/ 256 w 2092"/>
                <a:gd name="connsiteY80" fmla="*/ 127 h 2911"/>
                <a:gd name="connsiteX81" fmla="*/ 434 w 2092"/>
                <a:gd name="connsiteY81" fmla="*/ 149 h 2911"/>
                <a:gd name="connsiteX82" fmla="*/ 572 w 2092"/>
                <a:gd name="connsiteY82" fmla="*/ 237 h 2911"/>
                <a:gd name="connsiteX83" fmla="*/ 659 w 2092"/>
                <a:gd name="connsiteY83" fmla="*/ 333 h 2911"/>
                <a:gd name="connsiteX84" fmla="*/ 748 w 2092"/>
                <a:gd name="connsiteY84" fmla="*/ 442 h 2911"/>
                <a:gd name="connsiteX85" fmla="*/ 835 w 2092"/>
                <a:gd name="connsiteY85" fmla="*/ 586 h 2911"/>
                <a:gd name="connsiteX86" fmla="*/ 881 w 2092"/>
                <a:gd name="connsiteY86" fmla="*/ 704 h 2911"/>
                <a:gd name="connsiteX87" fmla="*/ 877 w 2092"/>
                <a:gd name="connsiteY8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368 w 2092"/>
                <a:gd name="connsiteY44" fmla="*/ 1960 h 2911"/>
                <a:gd name="connsiteX45" fmla="*/ 1366 w 2092"/>
                <a:gd name="connsiteY45" fmla="*/ 1916 h 2911"/>
                <a:gd name="connsiteX46" fmla="*/ 1386 w 2092"/>
                <a:gd name="connsiteY46" fmla="*/ 1814 h 2911"/>
                <a:gd name="connsiteX47" fmla="*/ 1398 w 2092"/>
                <a:gd name="connsiteY47" fmla="*/ 1698 h 2911"/>
                <a:gd name="connsiteX48" fmla="*/ 1382 w 2092"/>
                <a:gd name="connsiteY48" fmla="*/ 1554 h 2911"/>
                <a:gd name="connsiteX49" fmla="*/ 1344 w 2092"/>
                <a:gd name="connsiteY49" fmla="*/ 1367 h 2911"/>
                <a:gd name="connsiteX50" fmla="*/ 1305 w 2092"/>
                <a:gd name="connsiteY50" fmla="*/ 1201 h 2911"/>
                <a:gd name="connsiteX51" fmla="*/ 1243 w 2092"/>
                <a:gd name="connsiteY51" fmla="*/ 965 h 2911"/>
                <a:gd name="connsiteX52" fmla="*/ 1233 w 2092"/>
                <a:gd name="connsiteY52" fmla="*/ 648 h 2911"/>
                <a:gd name="connsiteX53" fmla="*/ 1495 w 2092"/>
                <a:gd name="connsiteY53" fmla="*/ 249 h 2911"/>
                <a:gd name="connsiteX54" fmla="*/ 1735 w 2092"/>
                <a:gd name="connsiteY54" fmla="*/ 104 h 2911"/>
                <a:gd name="connsiteX55" fmla="*/ 1912 w 2092"/>
                <a:gd name="connsiteY55" fmla="*/ 116 h 2911"/>
                <a:gd name="connsiteX56" fmla="*/ 2042 w 2092"/>
                <a:gd name="connsiteY56" fmla="*/ 197 h 2911"/>
                <a:gd name="connsiteX57" fmla="*/ 2086 w 2092"/>
                <a:gd name="connsiteY57" fmla="*/ 189 h 2911"/>
                <a:gd name="connsiteX58" fmla="*/ 2063 w 2092"/>
                <a:gd name="connsiteY58" fmla="*/ 109 h 2911"/>
                <a:gd name="connsiteX59" fmla="*/ 1910 w 2092"/>
                <a:gd name="connsiteY59" fmla="*/ 31 h 2911"/>
                <a:gd name="connsiteX60" fmla="*/ 1740 w 2092"/>
                <a:gd name="connsiteY60" fmla="*/ 18 h 2911"/>
                <a:gd name="connsiteX61" fmla="*/ 1493 w 2092"/>
                <a:gd name="connsiteY61" fmla="*/ 138 h 2911"/>
                <a:gd name="connsiteX62" fmla="*/ 1253 w 2092"/>
                <a:gd name="connsiteY62" fmla="*/ 415 h 2911"/>
                <a:gd name="connsiteX63" fmla="*/ 1169 w 2092"/>
                <a:gd name="connsiteY63" fmla="*/ 539 h 2911"/>
                <a:gd name="connsiteX64" fmla="*/ 1122 w 2092"/>
                <a:gd name="connsiteY64" fmla="*/ 510 h 2911"/>
                <a:gd name="connsiteX65" fmla="*/ 1087 w 2092"/>
                <a:gd name="connsiteY65" fmla="*/ 374 h 2911"/>
                <a:gd name="connsiteX66" fmla="*/ 1019 w 2092"/>
                <a:gd name="connsiteY66" fmla="*/ 366 h 2911"/>
                <a:gd name="connsiteX67" fmla="*/ 993 w 2092"/>
                <a:gd name="connsiteY67" fmla="*/ 444 h 2911"/>
                <a:gd name="connsiteX68" fmla="*/ 953 w 2092"/>
                <a:gd name="connsiteY68" fmla="*/ 550 h 2911"/>
                <a:gd name="connsiteX69" fmla="*/ 844 w 2092"/>
                <a:gd name="connsiteY69" fmla="*/ 433 h 2911"/>
                <a:gd name="connsiteX70" fmla="*/ 756 w 2092"/>
                <a:gd name="connsiteY70" fmla="*/ 326 h 2911"/>
                <a:gd name="connsiteX71" fmla="*/ 605 w 2092"/>
                <a:gd name="connsiteY71" fmla="*/ 167 h 2911"/>
                <a:gd name="connsiteX72" fmla="*/ 377 w 2092"/>
                <a:gd name="connsiteY72" fmla="*/ 60 h 2911"/>
                <a:gd name="connsiteX73" fmla="*/ 184 w 2092"/>
                <a:gd name="connsiteY73" fmla="*/ 69 h 2911"/>
                <a:gd name="connsiteX74" fmla="*/ 38 w 2092"/>
                <a:gd name="connsiteY74" fmla="*/ 162 h 2911"/>
                <a:gd name="connsiteX75" fmla="*/ 4 w 2092"/>
                <a:gd name="connsiteY75" fmla="*/ 215 h 2911"/>
                <a:gd name="connsiteX76" fmla="*/ 13 w 2092"/>
                <a:gd name="connsiteY76" fmla="*/ 248 h 2911"/>
                <a:gd name="connsiteX77" fmla="*/ 61 w 2092"/>
                <a:gd name="connsiteY77" fmla="*/ 246 h 2911"/>
                <a:gd name="connsiteX78" fmla="*/ 144 w 2092"/>
                <a:gd name="connsiteY78" fmla="*/ 173 h 2911"/>
                <a:gd name="connsiteX79" fmla="*/ 256 w 2092"/>
                <a:gd name="connsiteY79" fmla="*/ 127 h 2911"/>
                <a:gd name="connsiteX80" fmla="*/ 434 w 2092"/>
                <a:gd name="connsiteY80" fmla="*/ 149 h 2911"/>
                <a:gd name="connsiteX81" fmla="*/ 572 w 2092"/>
                <a:gd name="connsiteY81" fmla="*/ 237 h 2911"/>
                <a:gd name="connsiteX82" fmla="*/ 659 w 2092"/>
                <a:gd name="connsiteY82" fmla="*/ 333 h 2911"/>
                <a:gd name="connsiteX83" fmla="*/ 748 w 2092"/>
                <a:gd name="connsiteY83" fmla="*/ 442 h 2911"/>
                <a:gd name="connsiteX84" fmla="*/ 835 w 2092"/>
                <a:gd name="connsiteY84" fmla="*/ 586 h 2911"/>
                <a:gd name="connsiteX85" fmla="*/ 881 w 2092"/>
                <a:gd name="connsiteY85" fmla="*/ 704 h 2911"/>
                <a:gd name="connsiteX86" fmla="*/ 877 w 2092"/>
                <a:gd name="connsiteY8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368 w 2092"/>
                <a:gd name="connsiteY43" fmla="*/ 1960 h 2911"/>
                <a:gd name="connsiteX44" fmla="*/ 1366 w 2092"/>
                <a:gd name="connsiteY44" fmla="*/ 1916 h 2911"/>
                <a:gd name="connsiteX45" fmla="*/ 1386 w 2092"/>
                <a:gd name="connsiteY45" fmla="*/ 1814 h 2911"/>
                <a:gd name="connsiteX46" fmla="*/ 1398 w 2092"/>
                <a:gd name="connsiteY46" fmla="*/ 1698 h 2911"/>
                <a:gd name="connsiteX47" fmla="*/ 1382 w 2092"/>
                <a:gd name="connsiteY47" fmla="*/ 1554 h 2911"/>
                <a:gd name="connsiteX48" fmla="*/ 1344 w 2092"/>
                <a:gd name="connsiteY48" fmla="*/ 1367 h 2911"/>
                <a:gd name="connsiteX49" fmla="*/ 1305 w 2092"/>
                <a:gd name="connsiteY49" fmla="*/ 1201 h 2911"/>
                <a:gd name="connsiteX50" fmla="*/ 1243 w 2092"/>
                <a:gd name="connsiteY50" fmla="*/ 965 h 2911"/>
                <a:gd name="connsiteX51" fmla="*/ 1233 w 2092"/>
                <a:gd name="connsiteY51" fmla="*/ 648 h 2911"/>
                <a:gd name="connsiteX52" fmla="*/ 1495 w 2092"/>
                <a:gd name="connsiteY52" fmla="*/ 249 h 2911"/>
                <a:gd name="connsiteX53" fmla="*/ 1735 w 2092"/>
                <a:gd name="connsiteY53" fmla="*/ 104 h 2911"/>
                <a:gd name="connsiteX54" fmla="*/ 1912 w 2092"/>
                <a:gd name="connsiteY54" fmla="*/ 116 h 2911"/>
                <a:gd name="connsiteX55" fmla="*/ 2042 w 2092"/>
                <a:gd name="connsiteY55" fmla="*/ 197 h 2911"/>
                <a:gd name="connsiteX56" fmla="*/ 2086 w 2092"/>
                <a:gd name="connsiteY56" fmla="*/ 189 h 2911"/>
                <a:gd name="connsiteX57" fmla="*/ 2063 w 2092"/>
                <a:gd name="connsiteY57" fmla="*/ 109 h 2911"/>
                <a:gd name="connsiteX58" fmla="*/ 1910 w 2092"/>
                <a:gd name="connsiteY58" fmla="*/ 31 h 2911"/>
                <a:gd name="connsiteX59" fmla="*/ 1740 w 2092"/>
                <a:gd name="connsiteY59" fmla="*/ 18 h 2911"/>
                <a:gd name="connsiteX60" fmla="*/ 1493 w 2092"/>
                <a:gd name="connsiteY60" fmla="*/ 138 h 2911"/>
                <a:gd name="connsiteX61" fmla="*/ 1253 w 2092"/>
                <a:gd name="connsiteY61" fmla="*/ 415 h 2911"/>
                <a:gd name="connsiteX62" fmla="*/ 1169 w 2092"/>
                <a:gd name="connsiteY62" fmla="*/ 539 h 2911"/>
                <a:gd name="connsiteX63" fmla="*/ 1122 w 2092"/>
                <a:gd name="connsiteY63" fmla="*/ 510 h 2911"/>
                <a:gd name="connsiteX64" fmla="*/ 1087 w 2092"/>
                <a:gd name="connsiteY64" fmla="*/ 374 h 2911"/>
                <a:gd name="connsiteX65" fmla="*/ 1019 w 2092"/>
                <a:gd name="connsiteY65" fmla="*/ 366 h 2911"/>
                <a:gd name="connsiteX66" fmla="*/ 993 w 2092"/>
                <a:gd name="connsiteY66" fmla="*/ 444 h 2911"/>
                <a:gd name="connsiteX67" fmla="*/ 953 w 2092"/>
                <a:gd name="connsiteY67" fmla="*/ 550 h 2911"/>
                <a:gd name="connsiteX68" fmla="*/ 844 w 2092"/>
                <a:gd name="connsiteY68" fmla="*/ 433 h 2911"/>
                <a:gd name="connsiteX69" fmla="*/ 756 w 2092"/>
                <a:gd name="connsiteY69" fmla="*/ 326 h 2911"/>
                <a:gd name="connsiteX70" fmla="*/ 605 w 2092"/>
                <a:gd name="connsiteY70" fmla="*/ 167 h 2911"/>
                <a:gd name="connsiteX71" fmla="*/ 377 w 2092"/>
                <a:gd name="connsiteY71" fmla="*/ 60 h 2911"/>
                <a:gd name="connsiteX72" fmla="*/ 184 w 2092"/>
                <a:gd name="connsiteY72" fmla="*/ 69 h 2911"/>
                <a:gd name="connsiteX73" fmla="*/ 38 w 2092"/>
                <a:gd name="connsiteY73" fmla="*/ 162 h 2911"/>
                <a:gd name="connsiteX74" fmla="*/ 4 w 2092"/>
                <a:gd name="connsiteY74" fmla="*/ 215 h 2911"/>
                <a:gd name="connsiteX75" fmla="*/ 13 w 2092"/>
                <a:gd name="connsiteY75" fmla="*/ 248 h 2911"/>
                <a:gd name="connsiteX76" fmla="*/ 61 w 2092"/>
                <a:gd name="connsiteY76" fmla="*/ 246 h 2911"/>
                <a:gd name="connsiteX77" fmla="*/ 144 w 2092"/>
                <a:gd name="connsiteY77" fmla="*/ 173 h 2911"/>
                <a:gd name="connsiteX78" fmla="*/ 256 w 2092"/>
                <a:gd name="connsiteY78" fmla="*/ 127 h 2911"/>
                <a:gd name="connsiteX79" fmla="*/ 434 w 2092"/>
                <a:gd name="connsiteY79" fmla="*/ 149 h 2911"/>
                <a:gd name="connsiteX80" fmla="*/ 572 w 2092"/>
                <a:gd name="connsiteY80" fmla="*/ 237 h 2911"/>
                <a:gd name="connsiteX81" fmla="*/ 659 w 2092"/>
                <a:gd name="connsiteY81" fmla="*/ 333 h 2911"/>
                <a:gd name="connsiteX82" fmla="*/ 748 w 2092"/>
                <a:gd name="connsiteY82" fmla="*/ 442 h 2911"/>
                <a:gd name="connsiteX83" fmla="*/ 835 w 2092"/>
                <a:gd name="connsiteY83" fmla="*/ 586 h 2911"/>
                <a:gd name="connsiteX84" fmla="*/ 881 w 2092"/>
                <a:gd name="connsiteY84" fmla="*/ 704 h 2911"/>
                <a:gd name="connsiteX85" fmla="*/ 877 w 2092"/>
                <a:gd name="connsiteY8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368 w 2092"/>
                <a:gd name="connsiteY42" fmla="*/ 1960 h 2911"/>
                <a:gd name="connsiteX43" fmla="*/ 1366 w 2092"/>
                <a:gd name="connsiteY43" fmla="*/ 1916 h 2911"/>
                <a:gd name="connsiteX44" fmla="*/ 1386 w 2092"/>
                <a:gd name="connsiteY44" fmla="*/ 1814 h 2911"/>
                <a:gd name="connsiteX45" fmla="*/ 1398 w 2092"/>
                <a:gd name="connsiteY45" fmla="*/ 1698 h 2911"/>
                <a:gd name="connsiteX46" fmla="*/ 1382 w 2092"/>
                <a:gd name="connsiteY46" fmla="*/ 1554 h 2911"/>
                <a:gd name="connsiteX47" fmla="*/ 1344 w 2092"/>
                <a:gd name="connsiteY47" fmla="*/ 1367 h 2911"/>
                <a:gd name="connsiteX48" fmla="*/ 1305 w 2092"/>
                <a:gd name="connsiteY48" fmla="*/ 1201 h 2911"/>
                <a:gd name="connsiteX49" fmla="*/ 1243 w 2092"/>
                <a:gd name="connsiteY49" fmla="*/ 965 h 2911"/>
                <a:gd name="connsiteX50" fmla="*/ 1233 w 2092"/>
                <a:gd name="connsiteY50" fmla="*/ 648 h 2911"/>
                <a:gd name="connsiteX51" fmla="*/ 1495 w 2092"/>
                <a:gd name="connsiteY51" fmla="*/ 249 h 2911"/>
                <a:gd name="connsiteX52" fmla="*/ 1735 w 2092"/>
                <a:gd name="connsiteY52" fmla="*/ 104 h 2911"/>
                <a:gd name="connsiteX53" fmla="*/ 1912 w 2092"/>
                <a:gd name="connsiteY53" fmla="*/ 116 h 2911"/>
                <a:gd name="connsiteX54" fmla="*/ 2042 w 2092"/>
                <a:gd name="connsiteY54" fmla="*/ 197 h 2911"/>
                <a:gd name="connsiteX55" fmla="*/ 2086 w 2092"/>
                <a:gd name="connsiteY55" fmla="*/ 189 h 2911"/>
                <a:gd name="connsiteX56" fmla="*/ 2063 w 2092"/>
                <a:gd name="connsiteY56" fmla="*/ 109 h 2911"/>
                <a:gd name="connsiteX57" fmla="*/ 1910 w 2092"/>
                <a:gd name="connsiteY57" fmla="*/ 31 h 2911"/>
                <a:gd name="connsiteX58" fmla="*/ 1740 w 2092"/>
                <a:gd name="connsiteY58" fmla="*/ 18 h 2911"/>
                <a:gd name="connsiteX59" fmla="*/ 1493 w 2092"/>
                <a:gd name="connsiteY59" fmla="*/ 138 h 2911"/>
                <a:gd name="connsiteX60" fmla="*/ 1253 w 2092"/>
                <a:gd name="connsiteY60" fmla="*/ 415 h 2911"/>
                <a:gd name="connsiteX61" fmla="*/ 1169 w 2092"/>
                <a:gd name="connsiteY61" fmla="*/ 539 h 2911"/>
                <a:gd name="connsiteX62" fmla="*/ 1122 w 2092"/>
                <a:gd name="connsiteY62" fmla="*/ 510 h 2911"/>
                <a:gd name="connsiteX63" fmla="*/ 1087 w 2092"/>
                <a:gd name="connsiteY63" fmla="*/ 374 h 2911"/>
                <a:gd name="connsiteX64" fmla="*/ 1019 w 2092"/>
                <a:gd name="connsiteY64" fmla="*/ 366 h 2911"/>
                <a:gd name="connsiteX65" fmla="*/ 993 w 2092"/>
                <a:gd name="connsiteY65" fmla="*/ 444 h 2911"/>
                <a:gd name="connsiteX66" fmla="*/ 953 w 2092"/>
                <a:gd name="connsiteY66" fmla="*/ 550 h 2911"/>
                <a:gd name="connsiteX67" fmla="*/ 844 w 2092"/>
                <a:gd name="connsiteY67" fmla="*/ 433 h 2911"/>
                <a:gd name="connsiteX68" fmla="*/ 756 w 2092"/>
                <a:gd name="connsiteY68" fmla="*/ 326 h 2911"/>
                <a:gd name="connsiteX69" fmla="*/ 605 w 2092"/>
                <a:gd name="connsiteY69" fmla="*/ 167 h 2911"/>
                <a:gd name="connsiteX70" fmla="*/ 377 w 2092"/>
                <a:gd name="connsiteY70" fmla="*/ 60 h 2911"/>
                <a:gd name="connsiteX71" fmla="*/ 184 w 2092"/>
                <a:gd name="connsiteY71" fmla="*/ 69 h 2911"/>
                <a:gd name="connsiteX72" fmla="*/ 38 w 2092"/>
                <a:gd name="connsiteY72" fmla="*/ 162 h 2911"/>
                <a:gd name="connsiteX73" fmla="*/ 4 w 2092"/>
                <a:gd name="connsiteY73" fmla="*/ 215 h 2911"/>
                <a:gd name="connsiteX74" fmla="*/ 13 w 2092"/>
                <a:gd name="connsiteY74" fmla="*/ 248 h 2911"/>
                <a:gd name="connsiteX75" fmla="*/ 61 w 2092"/>
                <a:gd name="connsiteY75" fmla="*/ 246 h 2911"/>
                <a:gd name="connsiteX76" fmla="*/ 144 w 2092"/>
                <a:gd name="connsiteY76" fmla="*/ 173 h 2911"/>
                <a:gd name="connsiteX77" fmla="*/ 256 w 2092"/>
                <a:gd name="connsiteY77" fmla="*/ 127 h 2911"/>
                <a:gd name="connsiteX78" fmla="*/ 434 w 2092"/>
                <a:gd name="connsiteY78" fmla="*/ 149 h 2911"/>
                <a:gd name="connsiteX79" fmla="*/ 572 w 2092"/>
                <a:gd name="connsiteY79" fmla="*/ 237 h 2911"/>
                <a:gd name="connsiteX80" fmla="*/ 659 w 2092"/>
                <a:gd name="connsiteY80" fmla="*/ 333 h 2911"/>
                <a:gd name="connsiteX81" fmla="*/ 748 w 2092"/>
                <a:gd name="connsiteY81" fmla="*/ 442 h 2911"/>
                <a:gd name="connsiteX82" fmla="*/ 835 w 2092"/>
                <a:gd name="connsiteY82" fmla="*/ 586 h 2911"/>
                <a:gd name="connsiteX83" fmla="*/ 881 w 2092"/>
                <a:gd name="connsiteY83" fmla="*/ 704 h 2911"/>
                <a:gd name="connsiteX84" fmla="*/ 877 w 2092"/>
                <a:gd name="connsiteY8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368 w 2092"/>
                <a:gd name="connsiteY41" fmla="*/ 1960 h 2911"/>
                <a:gd name="connsiteX42" fmla="*/ 1366 w 2092"/>
                <a:gd name="connsiteY42" fmla="*/ 1916 h 2911"/>
                <a:gd name="connsiteX43" fmla="*/ 1386 w 2092"/>
                <a:gd name="connsiteY43" fmla="*/ 1814 h 2911"/>
                <a:gd name="connsiteX44" fmla="*/ 1398 w 2092"/>
                <a:gd name="connsiteY44" fmla="*/ 1698 h 2911"/>
                <a:gd name="connsiteX45" fmla="*/ 1382 w 2092"/>
                <a:gd name="connsiteY45" fmla="*/ 1554 h 2911"/>
                <a:gd name="connsiteX46" fmla="*/ 1344 w 2092"/>
                <a:gd name="connsiteY46" fmla="*/ 1367 h 2911"/>
                <a:gd name="connsiteX47" fmla="*/ 1305 w 2092"/>
                <a:gd name="connsiteY47" fmla="*/ 1201 h 2911"/>
                <a:gd name="connsiteX48" fmla="*/ 1243 w 2092"/>
                <a:gd name="connsiteY48" fmla="*/ 965 h 2911"/>
                <a:gd name="connsiteX49" fmla="*/ 1233 w 2092"/>
                <a:gd name="connsiteY49" fmla="*/ 648 h 2911"/>
                <a:gd name="connsiteX50" fmla="*/ 1495 w 2092"/>
                <a:gd name="connsiteY50" fmla="*/ 249 h 2911"/>
                <a:gd name="connsiteX51" fmla="*/ 1735 w 2092"/>
                <a:gd name="connsiteY51" fmla="*/ 104 h 2911"/>
                <a:gd name="connsiteX52" fmla="*/ 1912 w 2092"/>
                <a:gd name="connsiteY52" fmla="*/ 116 h 2911"/>
                <a:gd name="connsiteX53" fmla="*/ 2042 w 2092"/>
                <a:gd name="connsiteY53" fmla="*/ 197 h 2911"/>
                <a:gd name="connsiteX54" fmla="*/ 2086 w 2092"/>
                <a:gd name="connsiteY54" fmla="*/ 189 h 2911"/>
                <a:gd name="connsiteX55" fmla="*/ 2063 w 2092"/>
                <a:gd name="connsiteY55" fmla="*/ 109 h 2911"/>
                <a:gd name="connsiteX56" fmla="*/ 1910 w 2092"/>
                <a:gd name="connsiteY56" fmla="*/ 31 h 2911"/>
                <a:gd name="connsiteX57" fmla="*/ 1740 w 2092"/>
                <a:gd name="connsiteY57" fmla="*/ 18 h 2911"/>
                <a:gd name="connsiteX58" fmla="*/ 1493 w 2092"/>
                <a:gd name="connsiteY58" fmla="*/ 138 h 2911"/>
                <a:gd name="connsiteX59" fmla="*/ 1253 w 2092"/>
                <a:gd name="connsiteY59" fmla="*/ 415 h 2911"/>
                <a:gd name="connsiteX60" fmla="*/ 1169 w 2092"/>
                <a:gd name="connsiteY60" fmla="*/ 539 h 2911"/>
                <a:gd name="connsiteX61" fmla="*/ 1122 w 2092"/>
                <a:gd name="connsiteY61" fmla="*/ 510 h 2911"/>
                <a:gd name="connsiteX62" fmla="*/ 1087 w 2092"/>
                <a:gd name="connsiteY62" fmla="*/ 374 h 2911"/>
                <a:gd name="connsiteX63" fmla="*/ 1019 w 2092"/>
                <a:gd name="connsiteY63" fmla="*/ 366 h 2911"/>
                <a:gd name="connsiteX64" fmla="*/ 993 w 2092"/>
                <a:gd name="connsiteY64" fmla="*/ 444 h 2911"/>
                <a:gd name="connsiteX65" fmla="*/ 953 w 2092"/>
                <a:gd name="connsiteY65" fmla="*/ 550 h 2911"/>
                <a:gd name="connsiteX66" fmla="*/ 844 w 2092"/>
                <a:gd name="connsiteY66" fmla="*/ 433 h 2911"/>
                <a:gd name="connsiteX67" fmla="*/ 756 w 2092"/>
                <a:gd name="connsiteY67" fmla="*/ 326 h 2911"/>
                <a:gd name="connsiteX68" fmla="*/ 605 w 2092"/>
                <a:gd name="connsiteY68" fmla="*/ 167 h 2911"/>
                <a:gd name="connsiteX69" fmla="*/ 377 w 2092"/>
                <a:gd name="connsiteY69" fmla="*/ 60 h 2911"/>
                <a:gd name="connsiteX70" fmla="*/ 184 w 2092"/>
                <a:gd name="connsiteY70" fmla="*/ 69 h 2911"/>
                <a:gd name="connsiteX71" fmla="*/ 38 w 2092"/>
                <a:gd name="connsiteY71" fmla="*/ 162 h 2911"/>
                <a:gd name="connsiteX72" fmla="*/ 4 w 2092"/>
                <a:gd name="connsiteY72" fmla="*/ 215 h 2911"/>
                <a:gd name="connsiteX73" fmla="*/ 13 w 2092"/>
                <a:gd name="connsiteY73" fmla="*/ 248 h 2911"/>
                <a:gd name="connsiteX74" fmla="*/ 61 w 2092"/>
                <a:gd name="connsiteY74" fmla="*/ 246 h 2911"/>
                <a:gd name="connsiteX75" fmla="*/ 144 w 2092"/>
                <a:gd name="connsiteY75" fmla="*/ 173 h 2911"/>
                <a:gd name="connsiteX76" fmla="*/ 256 w 2092"/>
                <a:gd name="connsiteY76" fmla="*/ 127 h 2911"/>
                <a:gd name="connsiteX77" fmla="*/ 434 w 2092"/>
                <a:gd name="connsiteY77" fmla="*/ 149 h 2911"/>
                <a:gd name="connsiteX78" fmla="*/ 572 w 2092"/>
                <a:gd name="connsiteY78" fmla="*/ 237 h 2911"/>
                <a:gd name="connsiteX79" fmla="*/ 659 w 2092"/>
                <a:gd name="connsiteY79" fmla="*/ 333 h 2911"/>
                <a:gd name="connsiteX80" fmla="*/ 748 w 2092"/>
                <a:gd name="connsiteY80" fmla="*/ 442 h 2911"/>
                <a:gd name="connsiteX81" fmla="*/ 835 w 2092"/>
                <a:gd name="connsiteY81" fmla="*/ 586 h 2911"/>
                <a:gd name="connsiteX82" fmla="*/ 881 w 2092"/>
                <a:gd name="connsiteY82" fmla="*/ 704 h 2911"/>
                <a:gd name="connsiteX83" fmla="*/ 877 w 2092"/>
                <a:gd name="connsiteY8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368 w 2092"/>
                <a:gd name="connsiteY40" fmla="*/ 1960 h 2911"/>
                <a:gd name="connsiteX41" fmla="*/ 1366 w 2092"/>
                <a:gd name="connsiteY41" fmla="*/ 1916 h 2911"/>
                <a:gd name="connsiteX42" fmla="*/ 1386 w 2092"/>
                <a:gd name="connsiteY42" fmla="*/ 1814 h 2911"/>
                <a:gd name="connsiteX43" fmla="*/ 1398 w 2092"/>
                <a:gd name="connsiteY43" fmla="*/ 1698 h 2911"/>
                <a:gd name="connsiteX44" fmla="*/ 1382 w 2092"/>
                <a:gd name="connsiteY44" fmla="*/ 1554 h 2911"/>
                <a:gd name="connsiteX45" fmla="*/ 1344 w 2092"/>
                <a:gd name="connsiteY45" fmla="*/ 1367 h 2911"/>
                <a:gd name="connsiteX46" fmla="*/ 1305 w 2092"/>
                <a:gd name="connsiteY46" fmla="*/ 1201 h 2911"/>
                <a:gd name="connsiteX47" fmla="*/ 1243 w 2092"/>
                <a:gd name="connsiteY47" fmla="*/ 965 h 2911"/>
                <a:gd name="connsiteX48" fmla="*/ 1233 w 2092"/>
                <a:gd name="connsiteY48" fmla="*/ 648 h 2911"/>
                <a:gd name="connsiteX49" fmla="*/ 1495 w 2092"/>
                <a:gd name="connsiteY49" fmla="*/ 249 h 2911"/>
                <a:gd name="connsiteX50" fmla="*/ 1735 w 2092"/>
                <a:gd name="connsiteY50" fmla="*/ 104 h 2911"/>
                <a:gd name="connsiteX51" fmla="*/ 1912 w 2092"/>
                <a:gd name="connsiteY51" fmla="*/ 116 h 2911"/>
                <a:gd name="connsiteX52" fmla="*/ 2042 w 2092"/>
                <a:gd name="connsiteY52" fmla="*/ 197 h 2911"/>
                <a:gd name="connsiteX53" fmla="*/ 2086 w 2092"/>
                <a:gd name="connsiteY53" fmla="*/ 189 h 2911"/>
                <a:gd name="connsiteX54" fmla="*/ 2063 w 2092"/>
                <a:gd name="connsiteY54" fmla="*/ 109 h 2911"/>
                <a:gd name="connsiteX55" fmla="*/ 1910 w 2092"/>
                <a:gd name="connsiteY55" fmla="*/ 31 h 2911"/>
                <a:gd name="connsiteX56" fmla="*/ 1740 w 2092"/>
                <a:gd name="connsiteY56" fmla="*/ 18 h 2911"/>
                <a:gd name="connsiteX57" fmla="*/ 1493 w 2092"/>
                <a:gd name="connsiteY57" fmla="*/ 138 h 2911"/>
                <a:gd name="connsiteX58" fmla="*/ 1253 w 2092"/>
                <a:gd name="connsiteY58" fmla="*/ 415 h 2911"/>
                <a:gd name="connsiteX59" fmla="*/ 1169 w 2092"/>
                <a:gd name="connsiteY59" fmla="*/ 539 h 2911"/>
                <a:gd name="connsiteX60" fmla="*/ 1122 w 2092"/>
                <a:gd name="connsiteY60" fmla="*/ 510 h 2911"/>
                <a:gd name="connsiteX61" fmla="*/ 1087 w 2092"/>
                <a:gd name="connsiteY61" fmla="*/ 374 h 2911"/>
                <a:gd name="connsiteX62" fmla="*/ 1019 w 2092"/>
                <a:gd name="connsiteY62" fmla="*/ 366 h 2911"/>
                <a:gd name="connsiteX63" fmla="*/ 993 w 2092"/>
                <a:gd name="connsiteY63" fmla="*/ 444 h 2911"/>
                <a:gd name="connsiteX64" fmla="*/ 953 w 2092"/>
                <a:gd name="connsiteY64" fmla="*/ 550 h 2911"/>
                <a:gd name="connsiteX65" fmla="*/ 844 w 2092"/>
                <a:gd name="connsiteY65" fmla="*/ 433 h 2911"/>
                <a:gd name="connsiteX66" fmla="*/ 756 w 2092"/>
                <a:gd name="connsiteY66" fmla="*/ 326 h 2911"/>
                <a:gd name="connsiteX67" fmla="*/ 605 w 2092"/>
                <a:gd name="connsiteY67" fmla="*/ 167 h 2911"/>
                <a:gd name="connsiteX68" fmla="*/ 377 w 2092"/>
                <a:gd name="connsiteY68" fmla="*/ 60 h 2911"/>
                <a:gd name="connsiteX69" fmla="*/ 184 w 2092"/>
                <a:gd name="connsiteY69" fmla="*/ 69 h 2911"/>
                <a:gd name="connsiteX70" fmla="*/ 38 w 2092"/>
                <a:gd name="connsiteY70" fmla="*/ 162 h 2911"/>
                <a:gd name="connsiteX71" fmla="*/ 4 w 2092"/>
                <a:gd name="connsiteY71" fmla="*/ 215 h 2911"/>
                <a:gd name="connsiteX72" fmla="*/ 13 w 2092"/>
                <a:gd name="connsiteY72" fmla="*/ 248 h 2911"/>
                <a:gd name="connsiteX73" fmla="*/ 61 w 2092"/>
                <a:gd name="connsiteY73" fmla="*/ 246 h 2911"/>
                <a:gd name="connsiteX74" fmla="*/ 144 w 2092"/>
                <a:gd name="connsiteY74" fmla="*/ 173 h 2911"/>
                <a:gd name="connsiteX75" fmla="*/ 256 w 2092"/>
                <a:gd name="connsiteY75" fmla="*/ 127 h 2911"/>
                <a:gd name="connsiteX76" fmla="*/ 434 w 2092"/>
                <a:gd name="connsiteY76" fmla="*/ 149 h 2911"/>
                <a:gd name="connsiteX77" fmla="*/ 572 w 2092"/>
                <a:gd name="connsiteY77" fmla="*/ 237 h 2911"/>
                <a:gd name="connsiteX78" fmla="*/ 659 w 2092"/>
                <a:gd name="connsiteY78" fmla="*/ 333 h 2911"/>
                <a:gd name="connsiteX79" fmla="*/ 748 w 2092"/>
                <a:gd name="connsiteY79" fmla="*/ 442 h 2911"/>
                <a:gd name="connsiteX80" fmla="*/ 835 w 2092"/>
                <a:gd name="connsiteY80" fmla="*/ 586 h 2911"/>
                <a:gd name="connsiteX81" fmla="*/ 881 w 2092"/>
                <a:gd name="connsiteY81" fmla="*/ 704 h 2911"/>
                <a:gd name="connsiteX82" fmla="*/ 877 w 2092"/>
                <a:gd name="connsiteY8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368 w 2092"/>
                <a:gd name="connsiteY39" fmla="*/ 1960 h 2911"/>
                <a:gd name="connsiteX40" fmla="*/ 1366 w 2092"/>
                <a:gd name="connsiteY40" fmla="*/ 1916 h 2911"/>
                <a:gd name="connsiteX41" fmla="*/ 1386 w 2092"/>
                <a:gd name="connsiteY41" fmla="*/ 1814 h 2911"/>
                <a:gd name="connsiteX42" fmla="*/ 1398 w 2092"/>
                <a:gd name="connsiteY42" fmla="*/ 1698 h 2911"/>
                <a:gd name="connsiteX43" fmla="*/ 1382 w 2092"/>
                <a:gd name="connsiteY43" fmla="*/ 1554 h 2911"/>
                <a:gd name="connsiteX44" fmla="*/ 1344 w 2092"/>
                <a:gd name="connsiteY44" fmla="*/ 1367 h 2911"/>
                <a:gd name="connsiteX45" fmla="*/ 1305 w 2092"/>
                <a:gd name="connsiteY45" fmla="*/ 1201 h 2911"/>
                <a:gd name="connsiteX46" fmla="*/ 1243 w 2092"/>
                <a:gd name="connsiteY46" fmla="*/ 965 h 2911"/>
                <a:gd name="connsiteX47" fmla="*/ 1233 w 2092"/>
                <a:gd name="connsiteY47" fmla="*/ 648 h 2911"/>
                <a:gd name="connsiteX48" fmla="*/ 1495 w 2092"/>
                <a:gd name="connsiteY48" fmla="*/ 249 h 2911"/>
                <a:gd name="connsiteX49" fmla="*/ 1735 w 2092"/>
                <a:gd name="connsiteY49" fmla="*/ 104 h 2911"/>
                <a:gd name="connsiteX50" fmla="*/ 1912 w 2092"/>
                <a:gd name="connsiteY50" fmla="*/ 116 h 2911"/>
                <a:gd name="connsiteX51" fmla="*/ 2042 w 2092"/>
                <a:gd name="connsiteY51" fmla="*/ 197 h 2911"/>
                <a:gd name="connsiteX52" fmla="*/ 2086 w 2092"/>
                <a:gd name="connsiteY52" fmla="*/ 189 h 2911"/>
                <a:gd name="connsiteX53" fmla="*/ 2063 w 2092"/>
                <a:gd name="connsiteY53" fmla="*/ 109 h 2911"/>
                <a:gd name="connsiteX54" fmla="*/ 1910 w 2092"/>
                <a:gd name="connsiteY54" fmla="*/ 31 h 2911"/>
                <a:gd name="connsiteX55" fmla="*/ 1740 w 2092"/>
                <a:gd name="connsiteY55" fmla="*/ 18 h 2911"/>
                <a:gd name="connsiteX56" fmla="*/ 1493 w 2092"/>
                <a:gd name="connsiteY56" fmla="*/ 138 h 2911"/>
                <a:gd name="connsiteX57" fmla="*/ 1253 w 2092"/>
                <a:gd name="connsiteY57" fmla="*/ 415 h 2911"/>
                <a:gd name="connsiteX58" fmla="*/ 1169 w 2092"/>
                <a:gd name="connsiteY58" fmla="*/ 539 h 2911"/>
                <a:gd name="connsiteX59" fmla="*/ 1122 w 2092"/>
                <a:gd name="connsiteY59" fmla="*/ 510 h 2911"/>
                <a:gd name="connsiteX60" fmla="*/ 1087 w 2092"/>
                <a:gd name="connsiteY60" fmla="*/ 374 h 2911"/>
                <a:gd name="connsiteX61" fmla="*/ 1019 w 2092"/>
                <a:gd name="connsiteY61" fmla="*/ 366 h 2911"/>
                <a:gd name="connsiteX62" fmla="*/ 993 w 2092"/>
                <a:gd name="connsiteY62" fmla="*/ 444 h 2911"/>
                <a:gd name="connsiteX63" fmla="*/ 953 w 2092"/>
                <a:gd name="connsiteY63" fmla="*/ 550 h 2911"/>
                <a:gd name="connsiteX64" fmla="*/ 844 w 2092"/>
                <a:gd name="connsiteY64" fmla="*/ 433 h 2911"/>
                <a:gd name="connsiteX65" fmla="*/ 756 w 2092"/>
                <a:gd name="connsiteY65" fmla="*/ 326 h 2911"/>
                <a:gd name="connsiteX66" fmla="*/ 605 w 2092"/>
                <a:gd name="connsiteY66" fmla="*/ 167 h 2911"/>
                <a:gd name="connsiteX67" fmla="*/ 377 w 2092"/>
                <a:gd name="connsiteY67" fmla="*/ 60 h 2911"/>
                <a:gd name="connsiteX68" fmla="*/ 184 w 2092"/>
                <a:gd name="connsiteY68" fmla="*/ 69 h 2911"/>
                <a:gd name="connsiteX69" fmla="*/ 38 w 2092"/>
                <a:gd name="connsiteY69" fmla="*/ 162 h 2911"/>
                <a:gd name="connsiteX70" fmla="*/ 4 w 2092"/>
                <a:gd name="connsiteY70" fmla="*/ 215 h 2911"/>
                <a:gd name="connsiteX71" fmla="*/ 13 w 2092"/>
                <a:gd name="connsiteY71" fmla="*/ 248 h 2911"/>
                <a:gd name="connsiteX72" fmla="*/ 61 w 2092"/>
                <a:gd name="connsiteY72" fmla="*/ 246 h 2911"/>
                <a:gd name="connsiteX73" fmla="*/ 144 w 2092"/>
                <a:gd name="connsiteY73" fmla="*/ 173 h 2911"/>
                <a:gd name="connsiteX74" fmla="*/ 256 w 2092"/>
                <a:gd name="connsiteY74" fmla="*/ 127 h 2911"/>
                <a:gd name="connsiteX75" fmla="*/ 434 w 2092"/>
                <a:gd name="connsiteY75" fmla="*/ 149 h 2911"/>
                <a:gd name="connsiteX76" fmla="*/ 572 w 2092"/>
                <a:gd name="connsiteY76" fmla="*/ 237 h 2911"/>
                <a:gd name="connsiteX77" fmla="*/ 659 w 2092"/>
                <a:gd name="connsiteY77" fmla="*/ 333 h 2911"/>
                <a:gd name="connsiteX78" fmla="*/ 748 w 2092"/>
                <a:gd name="connsiteY78" fmla="*/ 442 h 2911"/>
                <a:gd name="connsiteX79" fmla="*/ 835 w 2092"/>
                <a:gd name="connsiteY79" fmla="*/ 586 h 2911"/>
                <a:gd name="connsiteX80" fmla="*/ 881 w 2092"/>
                <a:gd name="connsiteY80" fmla="*/ 704 h 2911"/>
                <a:gd name="connsiteX81" fmla="*/ 877 w 2092"/>
                <a:gd name="connsiteY8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368 w 2092"/>
                <a:gd name="connsiteY38" fmla="*/ 1960 h 2911"/>
                <a:gd name="connsiteX39" fmla="*/ 1366 w 2092"/>
                <a:gd name="connsiteY39" fmla="*/ 1916 h 2911"/>
                <a:gd name="connsiteX40" fmla="*/ 1386 w 2092"/>
                <a:gd name="connsiteY40" fmla="*/ 1814 h 2911"/>
                <a:gd name="connsiteX41" fmla="*/ 1398 w 2092"/>
                <a:gd name="connsiteY41" fmla="*/ 1698 h 2911"/>
                <a:gd name="connsiteX42" fmla="*/ 1382 w 2092"/>
                <a:gd name="connsiteY42" fmla="*/ 1554 h 2911"/>
                <a:gd name="connsiteX43" fmla="*/ 1344 w 2092"/>
                <a:gd name="connsiteY43" fmla="*/ 1367 h 2911"/>
                <a:gd name="connsiteX44" fmla="*/ 1305 w 2092"/>
                <a:gd name="connsiteY44" fmla="*/ 1201 h 2911"/>
                <a:gd name="connsiteX45" fmla="*/ 1243 w 2092"/>
                <a:gd name="connsiteY45" fmla="*/ 965 h 2911"/>
                <a:gd name="connsiteX46" fmla="*/ 1233 w 2092"/>
                <a:gd name="connsiteY46" fmla="*/ 648 h 2911"/>
                <a:gd name="connsiteX47" fmla="*/ 1495 w 2092"/>
                <a:gd name="connsiteY47" fmla="*/ 249 h 2911"/>
                <a:gd name="connsiteX48" fmla="*/ 1735 w 2092"/>
                <a:gd name="connsiteY48" fmla="*/ 104 h 2911"/>
                <a:gd name="connsiteX49" fmla="*/ 1912 w 2092"/>
                <a:gd name="connsiteY49" fmla="*/ 116 h 2911"/>
                <a:gd name="connsiteX50" fmla="*/ 2042 w 2092"/>
                <a:gd name="connsiteY50" fmla="*/ 197 h 2911"/>
                <a:gd name="connsiteX51" fmla="*/ 2086 w 2092"/>
                <a:gd name="connsiteY51" fmla="*/ 189 h 2911"/>
                <a:gd name="connsiteX52" fmla="*/ 2063 w 2092"/>
                <a:gd name="connsiteY52" fmla="*/ 109 h 2911"/>
                <a:gd name="connsiteX53" fmla="*/ 1910 w 2092"/>
                <a:gd name="connsiteY53" fmla="*/ 31 h 2911"/>
                <a:gd name="connsiteX54" fmla="*/ 1740 w 2092"/>
                <a:gd name="connsiteY54" fmla="*/ 18 h 2911"/>
                <a:gd name="connsiteX55" fmla="*/ 1493 w 2092"/>
                <a:gd name="connsiteY55" fmla="*/ 138 h 2911"/>
                <a:gd name="connsiteX56" fmla="*/ 1253 w 2092"/>
                <a:gd name="connsiteY56" fmla="*/ 415 h 2911"/>
                <a:gd name="connsiteX57" fmla="*/ 1169 w 2092"/>
                <a:gd name="connsiteY57" fmla="*/ 539 h 2911"/>
                <a:gd name="connsiteX58" fmla="*/ 1122 w 2092"/>
                <a:gd name="connsiteY58" fmla="*/ 510 h 2911"/>
                <a:gd name="connsiteX59" fmla="*/ 1087 w 2092"/>
                <a:gd name="connsiteY59" fmla="*/ 374 h 2911"/>
                <a:gd name="connsiteX60" fmla="*/ 1019 w 2092"/>
                <a:gd name="connsiteY60" fmla="*/ 366 h 2911"/>
                <a:gd name="connsiteX61" fmla="*/ 993 w 2092"/>
                <a:gd name="connsiteY61" fmla="*/ 444 h 2911"/>
                <a:gd name="connsiteX62" fmla="*/ 953 w 2092"/>
                <a:gd name="connsiteY62" fmla="*/ 550 h 2911"/>
                <a:gd name="connsiteX63" fmla="*/ 844 w 2092"/>
                <a:gd name="connsiteY63" fmla="*/ 433 h 2911"/>
                <a:gd name="connsiteX64" fmla="*/ 756 w 2092"/>
                <a:gd name="connsiteY64" fmla="*/ 326 h 2911"/>
                <a:gd name="connsiteX65" fmla="*/ 605 w 2092"/>
                <a:gd name="connsiteY65" fmla="*/ 167 h 2911"/>
                <a:gd name="connsiteX66" fmla="*/ 377 w 2092"/>
                <a:gd name="connsiteY66" fmla="*/ 60 h 2911"/>
                <a:gd name="connsiteX67" fmla="*/ 184 w 2092"/>
                <a:gd name="connsiteY67" fmla="*/ 69 h 2911"/>
                <a:gd name="connsiteX68" fmla="*/ 38 w 2092"/>
                <a:gd name="connsiteY68" fmla="*/ 162 h 2911"/>
                <a:gd name="connsiteX69" fmla="*/ 4 w 2092"/>
                <a:gd name="connsiteY69" fmla="*/ 215 h 2911"/>
                <a:gd name="connsiteX70" fmla="*/ 13 w 2092"/>
                <a:gd name="connsiteY70" fmla="*/ 248 h 2911"/>
                <a:gd name="connsiteX71" fmla="*/ 61 w 2092"/>
                <a:gd name="connsiteY71" fmla="*/ 246 h 2911"/>
                <a:gd name="connsiteX72" fmla="*/ 144 w 2092"/>
                <a:gd name="connsiteY72" fmla="*/ 173 h 2911"/>
                <a:gd name="connsiteX73" fmla="*/ 256 w 2092"/>
                <a:gd name="connsiteY73" fmla="*/ 127 h 2911"/>
                <a:gd name="connsiteX74" fmla="*/ 434 w 2092"/>
                <a:gd name="connsiteY74" fmla="*/ 149 h 2911"/>
                <a:gd name="connsiteX75" fmla="*/ 572 w 2092"/>
                <a:gd name="connsiteY75" fmla="*/ 237 h 2911"/>
                <a:gd name="connsiteX76" fmla="*/ 659 w 2092"/>
                <a:gd name="connsiteY76" fmla="*/ 333 h 2911"/>
                <a:gd name="connsiteX77" fmla="*/ 748 w 2092"/>
                <a:gd name="connsiteY77" fmla="*/ 442 h 2911"/>
                <a:gd name="connsiteX78" fmla="*/ 835 w 2092"/>
                <a:gd name="connsiteY78" fmla="*/ 586 h 2911"/>
                <a:gd name="connsiteX79" fmla="*/ 881 w 2092"/>
                <a:gd name="connsiteY79" fmla="*/ 704 h 2911"/>
                <a:gd name="connsiteX80" fmla="*/ 877 w 2092"/>
                <a:gd name="connsiteY8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368 w 2092"/>
                <a:gd name="connsiteY37" fmla="*/ 1960 h 2911"/>
                <a:gd name="connsiteX38" fmla="*/ 1366 w 2092"/>
                <a:gd name="connsiteY38" fmla="*/ 1916 h 2911"/>
                <a:gd name="connsiteX39" fmla="*/ 1386 w 2092"/>
                <a:gd name="connsiteY39" fmla="*/ 1814 h 2911"/>
                <a:gd name="connsiteX40" fmla="*/ 1398 w 2092"/>
                <a:gd name="connsiteY40" fmla="*/ 1698 h 2911"/>
                <a:gd name="connsiteX41" fmla="*/ 1382 w 2092"/>
                <a:gd name="connsiteY41" fmla="*/ 1554 h 2911"/>
                <a:gd name="connsiteX42" fmla="*/ 1344 w 2092"/>
                <a:gd name="connsiteY42" fmla="*/ 1367 h 2911"/>
                <a:gd name="connsiteX43" fmla="*/ 1305 w 2092"/>
                <a:gd name="connsiteY43" fmla="*/ 1201 h 2911"/>
                <a:gd name="connsiteX44" fmla="*/ 1243 w 2092"/>
                <a:gd name="connsiteY44" fmla="*/ 965 h 2911"/>
                <a:gd name="connsiteX45" fmla="*/ 1233 w 2092"/>
                <a:gd name="connsiteY45" fmla="*/ 648 h 2911"/>
                <a:gd name="connsiteX46" fmla="*/ 1495 w 2092"/>
                <a:gd name="connsiteY46" fmla="*/ 249 h 2911"/>
                <a:gd name="connsiteX47" fmla="*/ 1735 w 2092"/>
                <a:gd name="connsiteY47" fmla="*/ 104 h 2911"/>
                <a:gd name="connsiteX48" fmla="*/ 1912 w 2092"/>
                <a:gd name="connsiteY48" fmla="*/ 116 h 2911"/>
                <a:gd name="connsiteX49" fmla="*/ 2042 w 2092"/>
                <a:gd name="connsiteY49" fmla="*/ 197 h 2911"/>
                <a:gd name="connsiteX50" fmla="*/ 2086 w 2092"/>
                <a:gd name="connsiteY50" fmla="*/ 189 h 2911"/>
                <a:gd name="connsiteX51" fmla="*/ 2063 w 2092"/>
                <a:gd name="connsiteY51" fmla="*/ 109 h 2911"/>
                <a:gd name="connsiteX52" fmla="*/ 1910 w 2092"/>
                <a:gd name="connsiteY52" fmla="*/ 31 h 2911"/>
                <a:gd name="connsiteX53" fmla="*/ 1740 w 2092"/>
                <a:gd name="connsiteY53" fmla="*/ 18 h 2911"/>
                <a:gd name="connsiteX54" fmla="*/ 1493 w 2092"/>
                <a:gd name="connsiteY54" fmla="*/ 138 h 2911"/>
                <a:gd name="connsiteX55" fmla="*/ 1253 w 2092"/>
                <a:gd name="connsiteY55" fmla="*/ 415 h 2911"/>
                <a:gd name="connsiteX56" fmla="*/ 1169 w 2092"/>
                <a:gd name="connsiteY56" fmla="*/ 539 h 2911"/>
                <a:gd name="connsiteX57" fmla="*/ 1122 w 2092"/>
                <a:gd name="connsiteY57" fmla="*/ 510 h 2911"/>
                <a:gd name="connsiteX58" fmla="*/ 1087 w 2092"/>
                <a:gd name="connsiteY58" fmla="*/ 374 h 2911"/>
                <a:gd name="connsiteX59" fmla="*/ 1019 w 2092"/>
                <a:gd name="connsiteY59" fmla="*/ 366 h 2911"/>
                <a:gd name="connsiteX60" fmla="*/ 993 w 2092"/>
                <a:gd name="connsiteY60" fmla="*/ 444 h 2911"/>
                <a:gd name="connsiteX61" fmla="*/ 953 w 2092"/>
                <a:gd name="connsiteY61" fmla="*/ 550 h 2911"/>
                <a:gd name="connsiteX62" fmla="*/ 844 w 2092"/>
                <a:gd name="connsiteY62" fmla="*/ 433 h 2911"/>
                <a:gd name="connsiteX63" fmla="*/ 756 w 2092"/>
                <a:gd name="connsiteY63" fmla="*/ 326 h 2911"/>
                <a:gd name="connsiteX64" fmla="*/ 605 w 2092"/>
                <a:gd name="connsiteY64" fmla="*/ 167 h 2911"/>
                <a:gd name="connsiteX65" fmla="*/ 377 w 2092"/>
                <a:gd name="connsiteY65" fmla="*/ 60 h 2911"/>
                <a:gd name="connsiteX66" fmla="*/ 184 w 2092"/>
                <a:gd name="connsiteY66" fmla="*/ 69 h 2911"/>
                <a:gd name="connsiteX67" fmla="*/ 38 w 2092"/>
                <a:gd name="connsiteY67" fmla="*/ 162 h 2911"/>
                <a:gd name="connsiteX68" fmla="*/ 4 w 2092"/>
                <a:gd name="connsiteY68" fmla="*/ 215 h 2911"/>
                <a:gd name="connsiteX69" fmla="*/ 13 w 2092"/>
                <a:gd name="connsiteY69" fmla="*/ 248 h 2911"/>
                <a:gd name="connsiteX70" fmla="*/ 61 w 2092"/>
                <a:gd name="connsiteY70" fmla="*/ 246 h 2911"/>
                <a:gd name="connsiteX71" fmla="*/ 144 w 2092"/>
                <a:gd name="connsiteY71" fmla="*/ 173 h 2911"/>
                <a:gd name="connsiteX72" fmla="*/ 256 w 2092"/>
                <a:gd name="connsiteY72" fmla="*/ 127 h 2911"/>
                <a:gd name="connsiteX73" fmla="*/ 434 w 2092"/>
                <a:gd name="connsiteY73" fmla="*/ 149 h 2911"/>
                <a:gd name="connsiteX74" fmla="*/ 572 w 2092"/>
                <a:gd name="connsiteY74" fmla="*/ 237 h 2911"/>
                <a:gd name="connsiteX75" fmla="*/ 659 w 2092"/>
                <a:gd name="connsiteY75" fmla="*/ 333 h 2911"/>
                <a:gd name="connsiteX76" fmla="*/ 748 w 2092"/>
                <a:gd name="connsiteY76" fmla="*/ 442 h 2911"/>
                <a:gd name="connsiteX77" fmla="*/ 835 w 2092"/>
                <a:gd name="connsiteY77" fmla="*/ 586 h 2911"/>
                <a:gd name="connsiteX78" fmla="*/ 881 w 2092"/>
                <a:gd name="connsiteY78" fmla="*/ 704 h 2911"/>
                <a:gd name="connsiteX79" fmla="*/ 877 w 2092"/>
                <a:gd name="connsiteY7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368 w 2092"/>
                <a:gd name="connsiteY36" fmla="*/ 1960 h 2911"/>
                <a:gd name="connsiteX37" fmla="*/ 1366 w 2092"/>
                <a:gd name="connsiteY37" fmla="*/ 1916 h 2911"/>
                <a:gd name="connsiteX38" fmla="*/ 1386 w 2092"/>
                <a:gd name="connsiteY38" fmla="*/ 1814 h 2911"/>
                <a:gd name="connsiteX39" fmla="*/ 1398 w 2092"/>
                <a:gd name="connsiteY39" fmla="*/ 1698 h 2911"/>
                <a:gd name="connsiteX40" fmla="*/ 1382 w 2092"/>
                <a:gd name="connsiteY40" fmla="*/ 1554 h 2911"/>
                <a:gd name="connsiteX41" fmla="*/ 1344 w 2092"/>
                <a:gd name="connsiteY41" fmla="*/ 1367 h 2911"/>
                <a:gd name="connsiteX42" fmla="*/ 1305 w 2092"/>
                <a:gd name="connsiteY42" fmla="*/ 1201 h 2911"/>
                <a:gd name="connsiteX43" fmla="*/ 1243 w 2092"/>
                <a:gd name="connsiteY43" fmla="*/ 965 h 2911"/>
                <a:gd name="connsiteX44" fmla="*/ 1233 w 2092"/>
                <a:gd name="connsiteY44" fmla="*/ 648 h 2911"/>
                <a:gd name="connsiteX45" fmla="*/ 1495 w 2092"/>
                <a:gd name="connsiteY45" fmla="*/ 249 h 2911"/>
                <a:gd name="connsiteX46" fmla="*/ 1735 w 2092"/>
                <a:gd name="connsiteY46" fmla="*/ 104 h 2911"/>
                <a:gd name="connsiteX47" fmla="*/ 1912 w 2092"/>
                <a:gd name="connsiteY47" fmla="*/ 116 h 2911"/>
                <a:gd name="connsiteX48" fmla="*/ 2042 w 2092"/>
                <a:gd name="connsiteY48" fmla="*/ 197 h 2911"/>
                <a:gd name="connsiteX49" fmla="*/ 2086 w 2092"/>
                <a:gd name="connsiteY49" fmla="*/ 189 h 2911"/>
                <a:gd name="connsiteX50" fmla="*/ 2063 w 2092"/>
                <a:gd name="connsiteY50" fmla="*/ 109 h 2911"/>
                <a:gd name="connsiteX51" fmla="*/ 1910 w 2092"/>
                <a:gd name="connsiteY51" fmla="*/ 31 h 2911"/>
                <a:gd name="connsiteX52" fmla="*/ 1740 w 2092"/>
                <a:gd name="connsiteY52" fmla="*/ 18 h 2911"/>
                <a:gd name="connsiteX53" fmla="*/ 1493 w 2092"/>
                <a:gd name="connsiteY53" fmla="*/ 138 h 2911"/>
                <a:gd name="connsiteX54" fmla="*/ 1253 w 2092"/>
                <a:gd name="connsiteY54" fmla="*/ 415 h 2911"/>
                <a:gd name="connsiteX55" fmla="*/ 1169 w 2092"/>
                <a:gd name="connsiteY55" fmla="*/ 539 h 2911"/>
                <a:gd name="connsiteX56" fmla="*/ 1122 w 2092"/>
                <a:gd name="connsiteY56" fmla="*/ 510 h 2911"/>
                <a:gd name="connsiteX57" fmla="*/ 1087 w 2092"/>
                <a:gd name="connsiteY57" fmla="*/ 374 h 2911"/>
                <a:gd name="connsiteX58" fmla="*/ 1019 w 2092"/>
                <a:gd name="connsiteY58" fmla="*/ 366 h 2911"/>
                <a:gd name="connsiteX59" fmla="*/ 993 w 2092"/>
                <a:gd name="connsiteY59" fmla="*/ 444 h 2911"/>
                <a:gd name="connsiteX60" fmla="*/ 953 w 2092"/>
                <a:gd name="connsiteY60" fmla="*/ 550 h 2911"/>
                <a:gd name="connsiteX61" fmla="*/ 844 w 2092"/>
                <a:gd name="connsiteY61" fmla="*/ 433 h 2911"/>
                <a:gd name="connsiteX62" fmla="*/ 756 w 2092"/>
                <a:gd name="connsiteY62" fmla="*/ 326 h 2911"/>
                <a:gd name="connsiteX63" fmla="*/ 605 w 2092"/>
                <a:gd name="connsiteY63" fmla="*/ 167 h 2911"/>
                <a:gd name="connsiteX64" fmla="*/ 377 w 2092"/>
                <a:gd name="connsiteY64" fmla="*/ 60 h 2911"/>
                <a:gd name="connsiteX65" fmla="*/ 184 w 2092"/>
                <a:gd name="connsiteY65" fmla="*/ 69 h 2911"/>
                <a:gd name="connsiteX66" fmla="*/ 38 w 2092"/>
                <a:gd name="connsiteY66" fmla="*/ 162 h 2911"/>
                <a:gd name="connsiteX67" fmla="*/ 4 w 2092"/>
                <a:gd name="connsiteY67" fmla="*/ 215 h 2911"/>
                <a:gd name="connsiteX68" fmla="*/ 13 w 2092"/>
                <a:gd name="connsiteY68" fmla="*/ 248 h 2911"/>
                <a:gd name="connsiteX69" fmla="*/ 61 w 2092"/>
                <a:gd name="connsiteY69" fmla="*/ 246 h 2911"/>
                <a:gd name="connsiteX70" fmla="*/ 144 w 2092"/>
                <a:gd name="connsiteY70" fmla="*/ 173 h 2911"/>
                <a:gd name="connsiteX71" fmla="*/ 256 w 2092"/>
                <a:gd name="connsiteY71" fmla="*/ 127 h 2911"/>
                <a:gd name="connsiteX72" fmla="*/ 434 w 2092"/>
                <a:gd name="connsiteY72" fmla="*/ 149 h 2911"/>
                <a:gd name="connsiteX73" fmla="*/ 572 w 2092"/>
                <a:gd name="connsiteY73" fmla="*/ 237 h 2911"/>
                <a:gd name="connsiteX74" fmla="*/ 659 w 2092"/>
                <a:gd name="connsiteY74" fmla="*/ 333 h 2911"/>
                <a:gd name="connsiteX75" fmla="*/ 748 w 2092"/>
                <a:gd name="connsiteY75" fmla="*/ 442 h 2911"/>
                <a:gd name="connsiteX76" fmla="*/ 835 w 2092"/>
                <a:gd name="connsiteY76" fmla="*/ 586 h 2911"/>
                <a:gd name="connsiteX77" fmla="*/ 881 w 2092"/>
                <a:gd name="connsiteY77" fmla="*/ 704 h 2911"/>
                <a:gd name="connsiteX78" fmla="*/ 877 w 2092"/>
                <a:gd name="connsiteY78" fmla="*/ 903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77" fmla="*/ 1825 w 2092"/>
                <a:gd name="connsiteY77" fmla="*/ 2466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398 w 2092"/>
                <a:gd name="connsiteY7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398 w 2092"/>
                <a:gd name="connsiteY7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61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56 w 2092"/>
                <a:gd name="connsiteY48" fmla="*/ 1876 h 2911"/>
                <a:gd name="connsiteX49" fmla="*/ 709 w 2092"/>
                <a:gd name="connsiteY49" fmla="*/ 1930 h 2911"/>
                <a:gd name="connsiteX50" fmla="*/ 740 w 2092"/>
                <a:gd name="connsiteY50" fmla="*/ 2029 h 2911"/>
                <a:gd name="connsiteX51" fmla="*/ 759 w 2092"/>
                <a:gd name="connsiteY51" fmla="*/ 2100 h 2911"/>
                <a:gd name="connsiteX52" fmla="*/ 797 w 2092"/>
                <a:gd name="connsiteY52" fmla="*/ 2189 h 2911"/>
                <a:gd name="connsiteX53" fmla="*/ 874 w 2092"/>
                <a:gd name="connsiteY53" fmla="*/ 2368 h 2911"/>
                <a:gd name="connsiteX54" fmla="*/ 906 w 2092"/>
                <a:gd name="connsiteY54" fmla="*/ 2466 h 2911"/>
                <a:gd name="connsiteX55" fmla="*/ 924 w 2092"/>
                <a:gd name="connsiteY55" fmla="*/ 2544 h 2911"/>
                <a:gd name="connsiteX56" fmla="*/ 931 w 2092"/>
                <a:gd name="connsiteY56" fmla="*/ 2677 h 2911"/>
                <a:gd name="connsiteX57" fmla="*/ 906 w 2092"/>
                <a:gd name="connsiteY57" fmla="*/ 2768 h 2911"/>
                <a:gd name="connsiteX58" fmla="*/ 894 w 2092"/>
                <a:gd name="connsiteY58" fmla="*/ 2839 h 2911"/>
                <a:gd name="connsiteX59" fmla="*/ 904 w 2092"/>
                <a:gd name="connsiteY59" fmla="*/ 2874 h 2911"/>
                <a:gd name="connsiteX60" fmla="*/ 941 w 2092"/>
                <a:gd name="connsiteY60" fmla="*/ 2906 h 2911"/>
                <a:gd name="connsiteX61" fmla="*/ 1083 w 2092"/>
                <a:gd name="connsiteY61" fmla="*/ 2906 h 2911"/>
                <a:gd name="connsiteX62" fmla="*/ 1214 w 2092"/>
                <a:gd name="connsiteY62" fmla="*/ 2901 h 2911"/>
                <a:gd name="connsiteX63" fmla="*/ 1240 w 2092"/>
                <a:gd name="connsiteY63" fmla="*/ 2863 h 2911"/>
                <a:gd name="connsiteX64" fmla="*/ 1238 w 2092"/>
                <a:gd name="connsiteY64" fmla="*/ 2799 h 2911"/>
                <a:gd name="connsiteX65" fmla="*/ 1211 w 2092"/>
                <a:gd name="connsiteY65" fmla="*/ 2733 h 2911"/>
                <a:gd name="connsiteX66" fmla="*/ 1201 w 2092"/>
                <a:gd name="connsiteY66" fmla="*/ 2652 h 2911"/>
                <a:gd name="connsiteX67" fmla="*/ 1200 w 2092"/>
                <a:gd name="connsiteY67" fmla="*/ 2551 h 2911"/>
                <a:gd name="connsiteX68" fmla="*/ 1219 w 2092"/>
                <a:gd name="connsiteY68" fmla="*/ 2450 h 2911"/>
                <a:gd name="connsiteX69" fmla="*/ 1263 w 2092"/>
                <a:gd name="connsiteY69" fmla="*/ 2300 h 2911"/>
                <a:gd name="connsiteX70" fmla="*/ 1287 w 2092"/>
                <a:gd name="connsiteY70" fmla="*/ 2222 h 2911"/>
                <a:gd name="connsiteX71" fmla="*/ 1307 w 2092"/>
                <a:gd name="connsiteY71" fmla="*/ 2188 h 2911"/>
                <a:gd name="connsiteX72" fmla="*/ 1361 w 2092"/>
                <a:gd name="connsiteY7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6 w 2092"/>
                <a:gd name="connsiteY47" fmla="*/ 1876 h 2911"/>
                <a:gd name="connsiteX48" fmla="*/ 709 w 2092"/>
                <a:gd name="connsiteY48" fmla="*/ 1930 h 2911"/>
                <a:gd name="connsiteX49" fmla="*/ 740 w 2092"/>
                <a:gd name="connsiteY49" fmla="*/ 2029 h 2911"/>
                <a:gd name="connsiteX50" fmla="*/ 759 w 2092"/>
                <a:gd name="connsiteY50" fmla="*/ 2100 h 2911"/>
                <a:gd name="connsiteX51" fmla="*/ 797 w 2092"/>
                <a:gd name="connsiteY51" fmla="*/ 2189 h 2911"/>
                <a:gd name="connsiteX52" fmla="*/ 874 w 2092"/>
                <a:gd name="connsiteY52" fmla="*/ 2368 h 2911"/>
                <a:gd name="connsiteX53" fmla="*/ 906 w 2092"/>
                <a:gd name="connsiteY53" fmla="*/ 2466 h 2911"/>
                <a:gd name="connsiteX54" fmla="*/ 924 w 2092"/>
                <a:gd name="connsiteY54" fmla="*/ 2544 h 2911"/>
                <a:gd name="connsiteX55" fmla="*/ 931 w 2092"/>
                <a:gd name="connsiteY55" fmla="*/ 2677 h 2911"/>
                <a:gd name="connsiteX56" fmla="*/ 906 w 2092"/>
                <a:gd name="connsiteY56" fmla="*/ 2768 h 2911"/>
                <a:gd name="connsiteX57" fmla="*/ 894 w 2092"/>
                <a:gd name="connsiteY57" fmla="*/ 2839 h 2911"/>
                <a:gd name="connsiteX58" fmla="*/ 904 w 2092"/>
                <a:gd name="connsiteY58" fmla="*/ 2874 h 2911"/>
                <a:gd name="connsiteX59" fmla="*/ 941 w 2092"/>
                <a:gd name="connsiteY59" fmla="*/ 2906 h 2911"/>
                <a:gd name="connsiteX60" fmla="*/ 1083 w 2092"/>
                <a:gd name="connsiteY60" fmla="*/ 2906 h 2911"/>
                <a:gd name="connsiteX61" fmla="*/ 1214 w 2092"/>
                <a:gd name="connsiteY61" fmla="*/ 2901 h 2911"/>
                <a:gd name="connsiteX62" fmla="*/ 1240 w 2092"/>
                <a:gd name="connsiteY62" fmla="*/ 2863 h 2911"/>
                <a:gd name="connsiteX63" fmla="*/ 1238 w 2092"/>
                <a:gd name="connsiteY63" fmla="*/ 2799 h 2911"/>
                <a:gd name="connsiteX64" fmla="*/ 1211 w 2092"/>
                <a:gd name="connsiteY64" fmla="*/ 2733 h 2911"/>
                <a:gd name="connsiteX65" fmla="*/ 1201 w 2092"/>
                <a:gd name="connsiteY65" fmla="*/ 2652 h 2911"/>
                <a:gd name="connsiteX66" fmla="*/ 1200 w 2092"/>
                <a:gd name="connsiteY66" fmla="*/ 2551 h 2911"/>
                <a:gd name="connsiteX67" fmla="*/ 1219 w 2092"/>
                <a:gd name="connsiteY67" fmla="*/ 2450 h 2911"/>
                <a:gd name="connsiteX68" fmla="*/ 1263 w 2092"/>
                <a:gd name="connsiteY68" fmla="*/ 2300 h 2911"/>
                <a:gd name="connsiteX69" fmla="*/ 1287 w 2092"/>
                <a:gd name="connsiteY69" fmla="*/ 2222 h 2911"/>
                <a:gd name="connsiteX70" fmla="*/ 1307 w 2092"/>
                <a:gd name="connsiteY70" fmla="*/ 2188 h 2911"/>
                <a:gd name="connsiteX71" fmla="*/ 1361 w 2092"/>
                <a:gd name="connsiteY7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09 w 2092"/>
                <a:gd name="connsiteY47" fmla="*/ 1930 h 2911"/>
                <a:gd name="connsiteX48" fmla="*/ 740 w 2092"/>
                <a:gd name="connsiteY48" fmla="*/ 2029 h 2911"/>
                <a:gd name="connsiteX49" fmla="*/ 759 w 2092"/>
                <a:gd name="connsiteY49" fmla="*/ 2100 h 2911"/>
                <a:gd name="connsiteX50" fmla="*/ 797 w 2092"/>
                <a:gd name="connsiteY50" fmla="*/ 2189 h 2911"/>
                <a:gd name="connsiteX51" fmla="*/ 874 w 2092"/>
                <a:gd name="connsiteY51" fmla="*/ 2368 h 2911"/>
                <a:gd name="connsiteX52" fmla="*/ 906 w 2092"/>
                <a:gd name="connsiteY52" fmla="*/ 2466 h 2911"/>
                <a:gd name="connsiteX53" fmla="*/ 924 w 2092"/>
                <a:gd name="connsiteY53" fmla="*/ 2544 h 2911"/>
                <a:gd name="connsiteX54" fmla="*/ 931 w 2092"/>
                <a:gd name="connsiteY54" fmla="*/ 2677 h 2911"/>
                <a:gd name="connsiteX55" fmla="*/ 906 w 2092"/>
                <a:gd name="connsiteY55" fmla="*/ 2768 h 2911"/>
                <a:gd name="connsiteX56" fmla="*/ 894 w 2092"/>
                <a:gd name="connsiteY56" fmla="*/ 2839 h 2911"/>
                <a:gd name="connsiteX57" fmla="*/ 904 w 2092"/>
                <a:gd name="connsiteY57" fmla="*/ 2874 h 2911"/>
                <a:gd name="connsiteX58" fmla="*/ 941 w 2092"/>
                <a:gd name="connsiteY58" fmla="*/ 2906 h 2911"/>
                <a:gd name="connsiteX59" fmla="*/ 1083 w 2092"/>
                <a:gd name="connsiteY59" fmla="*/ 2906 h 2911"/>
                <a:gd name="connsiteX60" fmla="*/ 1214 w 2092"/>
                <a:gd name="connsiteY60" fmla="*/ 2901 h 2911"/>
                <a:gd name="connsiteX61" fmla="*/ 1240 w 2092"/>
                <a:gd name="connsiteY61" fmla="*/ 2863 h 2911"/>
                <a:gd name="connsiteX62" fmla="*/ 1238 w 2092"/>
                <a:gd name="connsiteY62" fmla="*/ 2799 h 2911"/>
                <a:gd name="connsiteX63" fmla="*/ 1211 w 2092"/>
                <a:gd name="connsiteY63" fmla="*/ 2733 h 2911"/>
                <a:gd name="connsiteX64" fmla="*/ 1201 w 2092"/>
                <a:gd name="connsiteY64" fmla="*/ 2652 h 2911"/>
                <a:gd name="connsiteX65" fmla="*/ 1200 w 2092"/>
                <a:gd name="connsiteY65" fmla="*/ 2551 h 2911"/>
                <a:gd name="connsiteX66" fmla="*/ 1219 w 2092"/>
                <a:gd name="connsiteY66" fmla="*/ 2450 h 2911"/>
                <a:gd name="connsiteX67" fmla="*/ 1263 w 2092"/>
                <a:gd name="connsiteY67" fmla="*/ 2300 h 2911"/>
                <a:gd name="connsiteX68" fmla="*/ 1287 w 2092"/>
                <a:gd name="connsiteY68" fmla="*/ 2222 h 2911"/>
                <a:gd name="connsiteX69" fmla="*/ 1307 w 2092"/>
                <a:gd name="connsiteY69" fmla="*/ 2188 h 2911"/>
                <a:gd name="connsiteX70" fmla="*/ 1361 w 2092"/>
                <a:gd name="connsiteY7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40 w 2092"/>
                <a:gd name="connsiteY47" fmla="*/ 2029 h 2911"/>
                <a:gd name="connsiteX48" fmla="*/ 759 w 2092"/>
                <a:gd name="connsiteY48" fmla="*/ 2100 h 2911"/>
                <a:gd name="connsiteX49" fmla="*/ 797 w 2092"/>
                <a:gd name="connsiteY49" fmla="*/ 2189 h 2911"/>
                <a:gd name="connsiteX50" fmla="*/ 874 w 2092"/>
                <a:gd name="connsiteY50" fmla="*/ 2368 h 2911"/>
                <a:gd name="connsiteX51" fmla="*/ 906 w 2092"/>
                <a:gd name="connsiteY51" fmla="*/ 2466 h 2911"/>
                <a:gd name="connsiteX52" fmla="*/ 924 w 2092"/>
                <a:gd name="connsiteY52" fmla="*/ 2544 h 2911"/>
                <a:gd name="connsiteX53" fmla="*/ 931 w 2092"/>
                <a:gd name="connsiteY53" fmla="*/ 2677 h 2911"/>
                <a:gd name="connsiteX54" fmla="*/ 906 w 2092"/>
                <a:gd name="connsiteY54" fmla="*/ 2768 h 2911"/>
                <a:gd name="connsiteX55" fmla="*/ 894 w 2092"/>
                <a:gd name="connsiteY55" fmla="*/ 2839 h 2911"/>
                <a:gd name="connsiteX56" fmla="*/ 904 w 2092"/>
                <a:gd name="connsiteY56" fmla="*/ 2874 h 2911"/>
                <a:gd name="connsiteX57" fmla="*/ 941 w 2092"/>
                <a:gd name="connsiteY57" fmla="*/ 2906 h 2911"/>
                <a:gd name="connsiteX58" fmla="*/ 1083 w 2092"/>
                <a:gd name="connsiteY58" fmla="*/ 2906 h 2911"/>
                <a:gd name="connsiteX59" fmla="*/ 1214 w 2092"/>
                <a:gd name="connsiteY59" fmla="*/ 2901 h 2911"/>
                <a:gd name="connsiteX60" fmla="*/ 1240 w 2092"/>
                <a:gd name="connsiteY60" fmla="*/ 2863 h 2911"/>
                <a:gd name="connsiteX61" fmla="*/ 1238 w 2092"/>
                <a:gd name="connsiteY61" fmla="*/ 2799 h 2911"/>
                <a:gd name="connsiteX62" fmla="*/ 1211 w 2092"/>
                <a:gd name="connsiteY62" fmla="*/ 2733 h 2911"/>
                <a:gd name="connsiteX63" fmla="*/ 1201 w 2092"/>
                <a:gd name="connsiteY63" fmla="*/ 2652 h 2911"/>
                <a:gd name="connsiteX64" fmla="*/ 1200 w 2092"/>
                <a:gd name="connsiteY64" fmla="*/ 2551 h 2911"/>
                <a:gd name="connsiteX65" fmla="*/ 1219 w 2092"/>
                <a:gd name="connsiteY65" fmla="*/ 2450 h 2911"/>
                <a:gd name="connsiteX66" fmla="*/ 1263 w 2092"/>
                <a:gd name="connsiteY66" fmla="*/ 2300 h 2911"/>
                <a:gd name="connsiteX67" fmla="*/ 1287 w 2092"/>
                <a:gd name="connsiteY67" fmla="*/ 2222 h 2911"/>
                <a:gd name="connsiteX68" fmla="*/ 1307 w 2092"/>
                <a:gd name="connsiteY68" fmla="*/ 2188 h 2911"/>
                <a:gd name="connsiteX69" fmla="*/ 1361 w 2092"/>
                <a:gd name="connsiteY6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740 w 2092"/>
                <a:gd name="connsiteY46" fmla="*/ 2029 h 2911"/>
                <a:gd name="connsiteX47" fmla="*/ 759 w 2092"/>
                <a:gd name="connsiteY47" fmla="*/ 2100 h 2911"/>
                <a:gd name="connsiteX48" fmla="*/ 797 w 2092"/>
                <a:gd name="connsiteY48" fmla="*/ 2189 h 2911"/>
                <a:gd name="connsiteX49" fmla="*/ 874 w 2092"/>
                <a:gd name="connsiteY49" fmla="*/ 2368 h 2911"/>
                <a:gd name="connsiteX50" fmla="*/ 906 w 2092"/>
                <a:gd name="connsiteY50" fmla="*/ 2466 h 2911"/>
                <a:gd name="connsiteX51" fmla="*/ 924 w 2092"/>
                <a:gd name="connsiteY51" fmla="*/ 2544 h 2911"/>
                <a:gd name="connsiteX52" fmla="*/ 931 w 2092"/>
                <a:gd name="connsiteY52" fmla="*/ 2677 h 2911"/>
                <a:gd name="connsiteX53" fmla="*/ 906 w 2092"/>
                <a:gd name="connsiteY53" fmla="*/ 2768 h 2911"/>
                <a:gd name="connsiteX54" fmla="*/ 894 w 2092"/>
                <a:gd name="connsiteY54" fmla="*/ 2839 h 2911"/>
                <a:gd name="connsiteX55" fmla="*/ 904 w 2092"/>
                <a:gd name="connsiteY55" fmla="*/ 2874 h 2911"/>
                <a:gd name="connsiteX56" fmla="*/ 941 w 2092"/>
                <a:gd name="connsiteY56" fmla="*/ 2906 h 2911"/>
                <a:gd name="connsiteX57" fmla="*/ 1083 w 2092"/>
                <a:gd name="connsiteY57" fmla="*/ 2906 h 2911"/>
                <a:gd name="connsiteX58" fmla="*/ 1214 w 2092"/>
                <a:gd name="connsiteY58" fmla="*/ 2901 h 2911"/>
                <a:gd name="connsiteX59" fmla="*/ 1240 w 2092"/>
                <a:gd name="connsiteY59" fmla="*/ 2863 h 2911"/>
                <a:gd name="connsiteX60" fmla="*/ 1238 w 2092"/>
                <a:gd name="connsiteY60" fmla="*/ 2799 h 2911"/>
                <a:gd name="connsiteX61" fmla="*/ 1211 w 2092"/>
                <a:gd name="connsiteY61" fmla="*/ 2733 h 2911"/>
                <a:gd name="connsiteX62" fmla="*/ 1201 w 2092"/>
                <a:gd name="connsiteY62" fmla="*/ 2652 h 2911"/>
                <a:gd name="connsiteX63" fmla="*/ 1200 w 2092"/>
                <a:gd name="connsiteY63" fmla="*/ 2551 h 2911"/>
                <a:gd name="connsiteX64" fmla="*/ 1219 w 2092"/>
                <a:gd name="connsiteY64" fmla="*/ 2450 h 2911"/>
                <a:gd name="connsiteX65" fmla="*/ 1263 w 2092"/>
                <a:gd name="connsiteY65" fmla="*/ 2300 h 2911"/>
                <a:gd name="connsiteX66" fmla="*/ 1287 w 2092"/>
                <a:gd name="connsiteY66" fmla="*/ 2222 h 2911"/>
                <a:gd name="connsiteX67" fmla="*/ 1307 w 2092"/>
                <a:gd name="connsiteY67" fmla="*/ 2188 h 2911"/>
                <a:gd name="connsiteX68" fmla="*/ 1361 w 2092"/>
                <a:gd name="connsiteY6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0 w 2092"/>
                <a:gd name="connsiteY45" fmla="*/ 2029 h 2911"/>
                <a:gd name="connsiteX46" fmla="*/ 759 w 2092"/>
                <a:gd name="connsiteY46" fmla="*/ 2100 h 2911"/>
                <a:gd name="connsiteX47" fmla="*/ 797 w 2092"/>
                <a:gd name="connsiteY47" fmla="*/ 2189 h 2911"/>
                <a:gd name="connsiteX48" fmla="*/ 874 w 2092"/>
                <a:gd name="connsiteY48" fmla="*/ 2368 h 2911"/>
                <a:gd name="connsiteX49" fmla="*/ 906 w 2092"/>
                <a:gd name="connsiteY49" fmla="*/ 2466 h 2911"/>
                <a:gd name="connsiteX50" fmla="*/ 924 w 2092"/>
                <a:gd name="connsiteY50" fmla="*/ 2544 h 2911"/>
                <a:gd name="connsiteX51" fmla="*/ 931 w 2092"/>
                <a:gd name="connsiteY51" fmla="*/ 2677 h 2911"/>
                <a:gd name="connsiteX52" fmla="*/ 906 w 2092"/>
                <a:gd name="connsiteY52" fmla="*/ 2768 h 2911"/>
                <a:gd name="connsiteX53" fmla="*/ 894 w 2092"/>
                <a:gd name="connsiteY53" fmla="*/ 2839 h 2911"/>
                <a:gd name="connsiteX54" fmla="*/ 904 w 2092"/>
                <a:gd name="connsiteY54" fmla="*/ 2874 h 2911"/>
                <a:gd name="connsiteX55" fmla="*/ 941 w 2092"/>
                <a:gd name="connsiteY55" fmla="*/ 2906 h 2911"/>
                <a:gd name="connsiteX56" fmla="*/ 1083 w 2092"/>
                <a:gd name="connsiteY56" fmla="*/ 2906 h 2911"/>
                <a:gd name="connsiteX57" fmla="*/ 1214 w 2092"/>
                <a:gd name="connsiteY57" fmla="*/ 2901 h 2911"/>
                <a:gd name="connsiteX58" fmla="*/ 1240 w 2092"/>
                <a:gd name="connsiteY58" fmla="*/ 2863 h 2911"/>
                <a:gd name="connsiteX59" fmla="*/ 1238 w 2092"/>
                <a:gd name="connsiteY59" fmla="*/ 2799 h 2911"/>
                <a:gd name="connsiteX60" fmla="*/ 1211 w 2092"/>
                <a:gd name="connsiteY60" fmla="*/ 2733 h 2911"/>
                <a:gd name="connsiteX61" fmla="*/ 1201 w 2092"/>
                <a:gd name="connsiteY61" fmla="*/ 2652 h 2911"/>
                <a:gd name="connsiteX62" fmla="*/ 1200 w 2092"/>
                <a:gd name="connsiteY62" fmla="*/ 2551 h 2911"/>
                <a:gd name="connsiteX63" fmla="*/ 1219 w 2092"/>
                <a:gd name="connsiteY63" fmla="*/ 2450 h 2911"/>
                <a:gd name="connsiteX64" fmla="*/ 1263 w 2092"/>
                <a:gd name="connsiteY64" fmla="*/ 2300 h 2911"/>
                <a:gd name="connsiteX65" fmla="*/ 1287 w 2092"/>
                <a:gd name="connsiteY65" fmla="*/ 2222 h 2911"/>
                <a:gd name="connsiteX66" fmla="*/ 1307 w 2092"/>
                <a:gd name="connsiteY66" fmla="*/ 2188 h 2911"/>
                <a:gd name="connsiteX67" fmla="*/ 1361 w 2092"/>
                <a:gd name="connsiteY67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59 w 2092"/>
                <a:gd name="connsiteY45" fmla="*/ 2100 h 2911"/>
                <a:gd name="connsiteX46" fmla="*/ 797 w 2092"/>
                <a:gd name="connsiteY46" fmla="*/ 2189 h 2911"/>
                <a:gd name="connsiteX47" fmla="*/ 874 w 2092"/>
                <a:gd name="connsiteY47" fmla="*/ 2368 h 2911"/>
                <a:gd name="connsiteX48" fmla="*/ 906 w 2092"/>
                <a:gd name="connsiteY48" fmla="*/ 2466 h 2911"/>
                <a:gd name="connsiteX49" fmla="*/ 924 w 2092"/>
                <a:gd name="connsiteY49" fmla="*/ 2544 h 2911"/>
                <a:gd name="connsiteX50" fmla="*/ 931 w 2092"/>
                <a:gd name="connsiteY50" fmla="*/ 2677 h 2911"/>
                <a:gd name="connsiteX51" fmla="*/ 906 w 2092"/>
                <a:gd name="connsiteY51" fmla="*/ 2768 h 2911"/>
                <a:gd name="connsiteX52" fmla="*/ 894 w 2092"/>
                <a:gd name="connsiteY52" fmla="*/ 2839 h 2911"/>
                <a:gd name="connsiteX53" fmla="*/ 904 w 2092"/>
                <a:gd name="connsiteY53" fmla="*/ 2874 h 2911"/>
                <a:gd name="connsiteX54" fmla="*/ 941 w 2092"/>
                <a:gd name="connsiteY54" fmla="*/ 2906 h 2911"/>
                <a:gd name="connsiteX55" fmla="*/ 1083 w 2092"/>
                <a:gd name="connsiteY55" fmla="*/ 2906 h 2911"/>
                <a:gd name="connsiteX56" fmla="*/ 1214 w 2092"/>
                <a:gd name="connsiteY56" fmla="*/ 2901 h 2911"/>
                <a:gd name="connsiteX57" fmla="*/ 1240 w 2092"/>
                <a:gd name="connsiteY57" fmla="*/ 2863 h 2911"/>
                <a:gd name="connsiteX58" fmla="*/ 1238 w 2092"/>
                <a:gd name="connsiteY58" fmla="*/ 2799 h 2911"/>
                <a:gd name="connsiteX59" fmla="*/ 1211 w 2092"/>
                <a:gd name="connsiteY59" fmla="*/ 2733 h 2911"/>
                <a:gd name="connsiteX60" fmla="*/ 1201 w 2092"/>
                <a:gd name="connsiteY60" fmla="*/ 2652 h 2911"/>
                <a:gd name="connsiteX61" fmla="*/ 1200 w 2092"/>
                <a:gd name="connsiteY61" fmla="*/ 2551 h 2911"/>
                <a:gd name="connsiteX62" fmla="*/ 1219 w 2092"/>
                <a:gd name="connsiteY62" fmla="*/ 2450 h 2911"/>
                <a:gd name="connsiteX63" fmla="*/ 1263 w 2092"/>
                <a:gd name="connsiteY63" fmla="*/ 2300 h 2911"/>
                <a:gd name="connsiteX64" fmla="*/ 1287 w 2092"/>
                <a:gd name="connsiteY64" fmla="*/ 2222 h 2911"/>
                <a:gd name="connsiteX65" fmla="*/ 1307 w 2092"/>
                <a:gd name="connsiteY65" fmla="*/ 2188 h 2911"/>
                <a:gd name="connsiteX66" fmla="*/ 1361 w 2092"/>
                <a:gd name="connsiteY66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97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06 w 2092"/>
                <a:gd name="connsiteY46" fmla="*/ 2466 h 2911"/>
                <a:gd name="connsiteX47" fmla="*/ 924 w 2092"/>
                <a:gd name="connsiteY47" fmla="*/ 2544 h 2911"/>
                <a:gd name="connsiteX48" fmla="*/ 931 w 2092"/>
                <a:gd name="connsiteY48" fmla="*/ 2677 h 2911"/>
                <a:gd name="connsiteX49" fmla="*/ 906 w 2092"/>
                <a:gd name="connsiteY49" fmla="*/ 2768 h 2911"/>
                <a:gd name="connsiteX50" fmla="*/ 894 w 2092"/>
                <a:gd name="connsiteY50" fmla="*/ 2839 h 2911"/>
                <a:gd name="connsiteX51" fmla="*/ 904 w 2092"/>
                <a:gd name="connsiteY51" fmla="*/ 2874 h 2911"/>
                <a:gd name="connsiteX52" fmla="*/ 941 w 2092"/>
                <a:gd name="connsiteY52" fmla="*/ 2906 h 2911"/>
                <a:gd name="connsiteX53" fmla="*/ 1083 w 2092"/>
                <a:gd name="connsiteY53" fmla="*/ 2906 h 2911"/>
                <a:gd name="connsiteX54" fmla="*/ 1214 w 2092"/>
                <a:gd name="connsiteY54" fmla="*/ 2901 h 2911"/>
                <a:gd name="connsiteX55" fmla="*/ 1240 w 2092"/>
                <a:gd name="connsiteY55" fmla="*/ 2863 h 2911"/>
                <a:gd name="connsiteX56" fmla="*/ 1238 w 2092"/>
                <a:gd name="connsiteY56" fmla="*/ 2799 h 2911"/>
                <a:gd name="connsiteX57" fmla="*/ 1211 w 2092"/>
                <a:gd name="connsiteY57" fmla="*/ 2733 h 2911"/>
                <a:gd name="connsiteX58" fmla="*/ 1201 w 2092"/>
                <a:gd name="connsiteY58" fmla="*/ 2652 h 2911"/>
                <a:gd name="connsiteX59" fmla="*/ 1200 w 2092"/>
                <a:gd name="connsiteY59" fmla="*/ 2551 h 2911"/>
                <a:gd name="connsiteX60" fmla="*/ 1219 w 2092"/>
                <a:gd name="connsiteY60" fmla="*/ 2450 h 2911"/>
                <a:gd name="connsiteX61" fmla="*/ 1263 w 2092"/>
                <a:gd name="connsiteY61" fmla="*/ 2300 h 2911"/>
                <a:gd name="connsiteX62" fmla="*/ 1287 w 2092"/>
                <a:gd name="connsiteY62" fmla="*/ 2222 h 2911"/>
                <a:gd name="connsiteX63" fmla="*/ 1307 w 2092"/>
                <a:gd name="connsiteY63" fmla="*/ 2188 h 2911"/>
                <a:gd name="connsiteX64" fmla="*/ 1361 w 2092"/>
                <a:gd name="connsiteY6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24 w 2092"/>
                <a:gd name="connsiteY46" fmla="*/ 2544 h 2911"/>
                <a:gd name="connsiteX47" fmla="*/ 931 w 2092"/>
                <a:gd name="connsiteY47" fmla="*/ 2677 h 2911"/>
                <a:gd name="connsiteX48" fmla="*/ 906 w 2092"/>
                <a:gd name="connsiteY48" fmla="*/ 2768 h 2911"/>
                <a:gd name="connsiteX49" fmla="*/ 894 w 2092"/>
                <a:gd name="connsiteY49" fmla="*/ 2839 h 2911"/>
                <a:gd name="connsiteX50" fmla="*/ 904 w 2092"/>
                <a:gd name="connsiteY50" fmla="*/ 2874 h 2911"/>
                <a:gd name="connsiteX51" fmla="*/ 941 w 2092"/>
                <a:gd name="connsiteY51" fmla="*/ 2906 h 2911"/>
                <a:gd name="connsiteX52" fmla="*/ 1083 w 2092"/>
                <a:gd name="connsiteY52" fmla="*/ 2906 h 2911"/>
                <a:gd name="connsiteX53" fmla="*/ 1214 w 2092"/>
                <a:gd name="connsiteY53" fmla="*/ 2901 h 2911"/>
                <a:gd name="connsiteX54" fmla="*/ 1240 w 2092"/>
                <a:gd name="connsiteY54" fmla="*/ 2863 h 2911"/>
                <a:gd name="connsiteX55" fmla="*/ 1238 w 2092"/>
                <a:gd name="connsiteY55" fmla="*/ 2799 h 2911"/>
                <a:gd name="connsiteX56" fmla="*/ 1211 w 2092"/>
                <a:gd name="connsiteY56" fmla="*/ 2733 h 2911"/>
                <a:gd name="connsiteX57" fmla="*/ 1201 w 2092"/>
                <a:gd name="connsiteY57" fmla="*/ 2652 h 2911"/>
                <a:gd name="connsiteX58" fmla="*/ 1200 w 2092"/>
                <a:gd name="connsiteY58" fmla="*/ 2551 h 2911"/>
                <a:gd name="connsiteX59" fmla="*/ 1219 w 2092"/>
                <a:gd name="connsiteY59" fmla="*/ 2450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78 w 2092"/>
                <a:gd name="connsiteY59" fmla="*/ 2256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86 w 2092"/>
                <a:gd name="connsiteY59" fmla="*/ 2137 h 2911"/>
                <a:gd name="connsiteX60" fmla="*/ 1361 w 2092"/>
                <a:gd name="connsiteY6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58" fmla="*/ 1361 w 2092"/>
                <a:gd name="connsiteY5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66 w 2092"/>
                <a:gd name="connsiteY0" fmla="*/ 1916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66 w 2092"/>
                <a:gd name="connsiteY0" fmla="*/ 1916 h 2911"/>
                <a:gd name="connsiteX1" fmla="*/ 1301 w 2092"/>
                <a:gd name="connsiteY1" fmla="*/ 1860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01 w 2092"/>
                <a:gd name="connsiteY0" fmla="*/ 1860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01 w 2092"/>
                <a:gd name="connsiteY0" fmla="*/ 1860 h 2911"/>
                <a:gd name="connsiteX1" fmla="*/ 1189 w 2092"/>
                <a:gd name="connsiteY1" fmla="*/ 2132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25 w 2092"/>
                <a:gd name="connsiteY2" fmla="*/ 1752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98 w 2092"/>
                <a:gd name="connsiteY1" fmla="*/ 1698 h 2911"/>
                <a:gd name="connsiteX2" fmla="*/ 1382 w 2092"/>
                <a:gd name="connsiteY2" fmla="*/ 1554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38 w 2092"/>
                <a:gd name="connsiteY2" fmla="*/ 1467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43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166 w 2092"/>
                <a:gd name="connsiteY52" fmla="*/ 2580 h 2911"/>
                <a:gd name="connsiteX53" fmla="*/ 1186 w 2092"/>
                <a:gd name="connsiteY53" fmla="*/ 2045 h 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092" h="2911">
                  <a:moveTo>
                    <a:pt x="1191" y="2034"/>
                  </a:moveTo>
                  <a:cubicBezTo>
                    <a:pt x="1196" y="1990"/>
                    <a:pt x="1360" y="1718"/>
                    <a:pt x="1378" y="1542"/>
                  </a:cubicBezTo>
                  <a:cubicBezTo>
                    <a:pt x="1372" y="1365"/>
                    <a:pt x="1327" y="1285"/>
                    <a:pt x="1305" y="1201"/>
                  </a:cubicBezTo>
                  <a:cubicBezTo>
                    <a:pt x="1288" y="1134"/>
                    <a:pt x="1255" y="1056"/>
                    <a:pt x="1243" y="965"/>
                  </a:cubicBezTo>
                  <a:cubicBezTo>
                    <a:pt x="1232" y="873"/>
                    <a:pt x="1191" y="767"/>
                    <a:pt x="1233" y="648"/>
                  </a:cubicBezTo>
                  <a:cubicBezTo>
                    <a:pt x="1275" y="529"/>
                    <a:pt x="1411" y="340"/>
                    <a:pt x="1495" y="249"/>
                  </a:cubicBezTo>
                  <a:cubicBezTo>
                    <a:pt x="1579" y="158"/>
                    <a:pt x="1666" y="126"/>
                    <a:pt x="1735" y="104"/>
                  </a:cubicBezTo>
                  <a:cubicBezTo>
                    <a:pt x="1805" y="82"/>
                    <a:pt x="1860" y="101"/>
                    <a:pt x="1912" y="116"/>
                  </a:cubicBezTo>
                  <a:cubicBezTo>
                    <a:pt x="1963" y="132"/>
                    <a:pt x="2013" y="185"/>
                    <a:pt x="2042" y="197"/>
                  </a:cubicBezTo>
                  <a:cubicBezTo>
                    <a:pt x="2072" y="208"/>
                    <a:pt x="2083" y="204"/>
                    <a:pt x="2086" y="189"/>
                  </a:cubicBezTo>
                  <a:cubicBezTo>
                    <a:pt x="2089" y="175"/>
                    <a:pt x="2092" y="136"/>
                    <a:pt x="2063" y="109"/>
                  </a:cubicBezTo>
                  <a:cubicBezTo>
                    <a:pt x="2033" y="83"/>
                    <a:pt x="1964" y="46"/>
                    <a:pt x="1910" y="31"/>
                  </a:cubicBezTo>
                  <a:cubicBezTo>
                    <a:pt x="1856" y="15"/>
                    <a:pt x="1810" y="0"/>
                    <a:pt x="1740" y="18"/>
                  </a:cubicBezTo>
                  <a:cubicBezTo>
                    <a:pt x="1671" y="36"/>
                    <a:pt x="1575" y="72"/>
                    <a:pt x="1493" y="138"/>
                  </a:cubicBezTo>
                  <a:cubicBezTo>
                    <a:pt x="1412" y="205"/>
                    <a:pt x="1307" y="349"/>
                    <a:pt x="1253" y="415"/>
                  </a:cubicBezTo>
                  <a:cubicBezTo>
                    <a:pt x="1200" y="481"/>
                    <a:pt x="1191" y="523"/>
                    <a:pt x="1169" y="539"/>
                  </a:cubicBezTo>
                  <a:cubicBezTo>
                    <a:pt x="1148" y="554"/>
                    <a:pt x="1136" y="538"/>
                    <a:pt x="1122" y="510"/>
                  </a:cubicBezTo>
                  <a:cubicBezTo>
                    <a:pt x="1108" y="482"/>
                    <a:pt x="1104" y="398"/>
                    <a:pt x="1087" y="374"/>
                  </a:cubicBezTo>
                  <a:cubicBezTo>
                    <a:pt x="1070" y="350"/>
                    <a:pt x="1035" y="354"/>
                    <a:pt x="1019" y="366"/>
                  </a:cubicBezTo>
                  <a:cubicBezTo>
                    <a:pt x="1003" y="378"/>
                    <a:pt x="1004" y="413"/>
                    <a:pt x="993" y="444"/>
                  </a:cubicBezTo>
                  <a:cubicBezTo>
                    <a:pt x="982" y="475"/>
                    <a:pt x="978" y="551"/>
                    <a:pt x="953" y="550"/>
                  </a:cubicBezTo>
                  <a:cubicBezTo>
                    <a:pt x="928" y="548"/>
                    <a:pt x="876" y="470"/>
                    <a:pt x="844" y="433"/>
                  </a:cubicBezTo>
                  <a:cubicBezTo>
                    <a:pt x="811" y="396"/>
                    <a:pt x="796" y="370"/>
                    <a:pt x="756" y="326"/>
                  </a:cubicBezTo>
                  <a:cubicBezTo>
                    <a:pt x="717" y="281"/>
                    <a:pt x="668" y="212"/>
                    <a:pt x="605" y="167"/>
                  </a:cubicBezTo>
                  <a:cubicBezTo>
                    <a:pt x="542" y="123"/>
                    <a:pt x="447" y="76"/>
                    <a:pt x="377" y="60"/>
                  </a:cubicBezTo>
                  <a:cubicBezTo>
                    <a:pt x="306" y="44"/>
                    <a:pt x="240" y="52"/>
                    <a:pt x="184" y="69"/>
                  </a:cubicBezTo>
                  <a:cubicBezTo>
                    <a:pt x="128" y="86"/>
                    <a:pt x="68" y="137"/>
                    <a:pt x="38" y="162"/>
                  </a:cubicBezTo>
                  <a:cubicBezTo>
                    <a:pt x="8" y="187"/>
                    <a:pt x="8" y="200"/>
                    <a:pt x="4" y="215"/>
                  </a:cubicBezTo>
                  <a:cubicBezTo>
                    <a:pt x="0" y="229"/>
                    <a:pt x="3" y="242"/>
                    <a:pt x="13" y="248"/>
                  </a:cubicBezTo>
                  <a:cubicBezTo>
                    <a:pt x="22" y="253"/>
                    <a:pt x="39" y="258"/>
                    <a:pt x="61" y="246"/>
                  </a:cubicBezTo>
                  <a:cubicBezTo>
                    <a:pt x="83" y="233"/>
                    <a:pt x="111" y="193"/>
                    <a:pt x="144" y="173"/>
                  </a:cubicBezTo>
                  <a:cubicBezTo>
                    <a:pt x="176" y="153"/>
                    <a:pt x="207" y="131"/>
                    <a:pt x="256" y="127"/>
                  </a:cubicBezTo>
                  <a:cubicBezTo>
                    <a:pt x="305" y="124"/>
                    <a:pt x="381" y="131"/>
                    <a:pt x="434" y="149"/>
                  </a:cubicBezTo>
                  <a:cubicBezTo>
                    <a:pt x="487" y="167"/>
                    <a:pt x="535" y="207"/>
                    <a:pt x="572" y="237"/>
                  </a:cubicBezTo>
                  <a:cubicBezTo>
                    <a:pt x="609" y="267"/>
                    <a:pt x="630" y="299"/>
                    <a:pt x="659" y="333"/>
                  </a:cubicBezTo>
                  <a:cubicBezTo>
                    <a:pt x="688" y="367"/>
                    <a:pt x="719" y="400"/>
                    <a:pt x="748" y="442"/>
                  </a:cubicBezTo>
                  <a:cubicBezTo>
                    <a:pt x="777" y="484"/>
                    <a:pt x="813" y="542"/>
                    <a:pt x="835" y="586"/>
                  </a:cubicBezTo>
                  <a:cubicBezTo>
                    <a:pt x="857" y="630"/>
                    <a:pt x="874" y="652"/>
                    <a:pt x="881" y="704"/>
                  </a:cubicBezTo>
                  <a:cubicBezTo>
                    <a:pt x="887" y="757"/>
                    <a:pt x="891" y="796"/>
                    <a:pt x="877" y="903"/>
                  </a:cubicBezTo>
                  <a:cubicBezTo>
                    <a:pt x="863" y="1010"/>
                    <a:pt x="813" y="1239"/>
                    <a:pt x="795" y="1349"/>
                  </a:cubicBezTo>
                  <a:cubicBezTo>
                    <a:pt x="777" y="1458"/>
                    <a:pt x="765" y="1437"/>
                    <a:pt x="770" y="1560"/>
                  </a:cubicBezTo>
                  <a:cubicBezTo>
                    <a:pt x="770" y="1700"/>
                    <a:pt x="929" y="1900"/>
                    <a:pt x="946" y="2035"/>
                  </a:cubicBezTo>
                  <a:cubicBezTo>
                    <a:pt x="973" y="2221"/>
                    <a:pt x="970" y="2473"/>
                    <a:pt x="963" y="2595"/>
                  </a:cubicBezTo>
                  <a:cubicBezTo>
                    <a:pt x="956" y="2717"/>
                    <a:pt x="917" y="2727"/>
                    <a:pt x="906" y="2768"/>
                  </a:cubicBezTo>
                  <a:cubicBezTo>
                    <a:pt x="895" y="2809"/>
                    <a:pt x="894" y="2822"/>
                    <a:pt x="894" y="2839"/>
                  </a:cubicBezTo>
                  <a:cubicBezTo>
                    <a:pt x="894" y="2856"/>
                    <a:pt x="897" y="2863"/>
                    <a:pt x="904" y="2874"/>
                  </a:cubicBezTo>
                  <a:cubicBezTo>
                    <a:pt x="912" y="2885"/>
                    <a:pt x="911" y="2901"/>
                    <a:pt x="941" y="2906"/>
                  </a:cubicBezTo>
                  <a:cubicBezTo>
                    <a:pt x="971" y="2911"/>
                    <a:pt x="1038" y="2907"/>
                    <a:pt x="1083" y="2906"/>
                  </a:cubicBezTo>
                  <a:cubicBezTo>
                    <a:pt x="1128" y="2905"/>
                    <a:pt x="1188" y="2908"/>
                    <a:pt x="1214" y="2901"/>
                  </a:cubicBezTo>
                  <a:cubicBezTo>
                    <a:pt x="1240" y="2894"/>
                    <a:pt x="1236" y="2880"/>
                    <a:pt x="1240" y="2863"/>
                  </a:cubicBezTo>
                  <a:cubicBezTo>
                    <a:pt x="1244" y="2846"/>
                    <a:pt x="1243" y="2821"/>
                    <a:pt x="1238" y="2799"/>
                  </a:cubicBezTo>
                  <a:cubicBezTo>
                    <a:pt x="1233" y="2777"/>
                    <a:pt x="1223" y="2770"/>
                    <a:pt x="1211" y="2733"/>
                  </a:cubicBezTo>
                  <a:cubicBezTo>
                    <a:pt x="1199" y="2697"/>
                    <a:pt x="1170" y="2695"/>
                    <a:pt x="1166" y="2580"/>
                  </a:cubicBezTo>
                  <a:cubicBezTo>
                    <a:pt x="1162" y="2465"/>
                    <a:pt x="1159" y="2158"/>
                    <a:pt x="1186" y="2045"/>
                  </a:cubicBezTo>
                </a:path>
              </a:pathLst>
            </a:custGeom>
            <a:solidFill>
              <a:srgbClr val="FFD171">
                <a:alpha val="91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/>
            <p:cNvSpPr>
              <a:spLocks/>
            </p:cNvSpPr>
            <p:nvPr/>
          </p:nvSpPr>
          <p:spPr bwMode="auto">
            <a:xfrm flipH="1">
              <a:off x="7077074" y="2617789"/>
              <a:ext cx="104775" cy="214312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6464300" y="2955925"/>
              <a:ext cx="136525" cy="282574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72" y="28"/>
                </a:cxn>
                <a:cxn ang="0">
                  <a:pos x="34" y="100"/>
                </a:cxn>
                <a:cxn ang="0">
                  <a:pos x="8" y="110"/>
                </a:cxn>
                <a:cxn ang="0">
                  <a:pos x="4" y="130"/>
                </a:cxn>
                <a:cxn ang="0">
                  <a:pos x="30" y="142"/>
                </a:cxn>
                <a:cxn ang="0">
                  <a:pos x="36" y="232"/>
                </a:cxn>
                <a:cxn ang="0">
                  <a:pos x="70" y="290"/>
                </a:cxn>
              </a:cxnLst>
              <a:rect l="0" t="0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29" y="207"/>
                    <a:pt x="36" y="232"/>
                  </a:cubicBezTo>
                  <a:cubicBezTo>
                    <a:pt x="43" y="257"/>
                    <a:pt x="63" y="278"/>
                    <a:pt x="70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/>
            <p:cNvSpPr>
              <a:spLocks/>
            </p:cNvSpPr>
            <p:nvPr/>
          </p:nvSpPr>
          <p:spPr bwMode="auto">
            <a:xfrm flipH="1">
              <a:off x="7146925" y="2901948"/>
              <a:ext cx="133350" cy="196851"/>
            </a:xfrm>
            <a:custGeom>
              <a:avLst/>
              <a:gdLst>
                <a:gd name="connsiteX0" fmla="*/ 118 w 118"/>
                <a:gd name="connsiteY0" fmla="*/ 0 h 290"/>
                <a:gd name="connsiteX1" fmla="*/ 72 w 118"/>
                <a:gd name="connsiteY1" fmla="*/ 28 h 290"/>
                <a:gd name="connsiteX2" fmla="*/ 34 w 118"/>
                <a:gd name="connsiteY2" fmla="*/ 100 h 290"/>
                <a:gd name="connsiteX3" fmla="*/ 8 w 118"/>
                <a:gd name="connsiteY3" fmla="*/ 110 h 290"/>
                <a:gd name="connsiteX4" fmla="*/ 4 w 118"/>
                <a:gd name="connsiteY4" fmla="*/ 130 h 290"/>
                <a:gd name="connsiteX5" fmla="*/ 30 w 118"/>
                <a:gd name="connsiteY5" fmla="*/ 142 h 290"/>
                <a:gd name="connsiteX6" fmla="*/ 36 w 118"/>
                <a:gd name="connsiteY6" fmla="*/ 232 h 290"/>
                <a:gd name="connsiteX7" fmla="*/ 44 w 118"/>
                <a:gd name="connsiteY7" fmla="*/ 290 h 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" h="290">
                  <a:moveTo>
                    <a:pt x="118" y="0"/>
                  </a:moveTo>
                  <a:cubicBezTo>
                    <a:pt x="110" y="5"/>
                    <a:pt x="86" y="11"/>
                    <a:pt x="72" y="28"/>
                  </a:cubicBezTo>
                  <a:cubicBezTo>
                    <a:pt x="58" y="45"/>
                    <a:pt x="45" y="86"/>
                    <a:pt x="34" y="100"/>
                  </a:cubicBezTo>
                  <a:cubicBezTo>
                    <a:pt x="23" y="114"/>
                    <a:pt x="13" y="105"/>
                    <a:pt x="8" y="110"/>
                  </a:cubicBezTo>
                  <a:cubicBezTo>
                    <a:pt x="3" y="115"/>
                    <a:pt x="0" y="125"/>
                    <a:pt x="4" y="130"/>
                  </a:cubicBezTo>
                  <a:cubicBezTo>
                    <a:pt x="8" y="135"/>
                    <a:pt x="25" y="125"/>
                    <a:pt x="30" y="142"/>
                  </a:cubicBezTo>
                  <a:cubicBezTo>
                    <a:pt x="35" y="159"/>
                    <a:pt x="34" y="207"/>
                    <a:pt x="36" y="232"/>
                  </a:cubicBezTo>
                  <a:cubicBezTo>
                    <a:pt x="38" y="257"/>
                    <a:pt x="37" y="278"/>
                    <a:pt x="44" y="290"/>
                  </a:cubicBezTo>
                </a:path>
              </a:pathLst>
            </a:custGeom>
            <a:solidFill>
              <a:srgbClr val="FFD17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015312" y="2966237"/>
              <a:ext cx="27431" cy="2743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9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6875315" y="2699535"/>
              <a:ext cx="27431" cy="2743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6705600" y="316547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glow rad="101600">
                <a:srgbClr val="FFAF52">
                  <a:alpha val="97000"/>
                </a:srgbClr>
              </a:glo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01733" y="2992969"/>
            <a:ext cx="910167" cy="928361"/>
            <a:chOff x="6650039" y="2555875"/>
            <a:chExt cx="1119337" cy="1292225"/>
          </a:xfrm>
        </p:grpSpPr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6650039" y="2555875"/>
              <a:ext cx="1119337" cy="1292225"/>
            </a:xfrm>
            <a:custGeom>
              <a:avLst/>
              <a:gdLst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79 w 2092"/>
                <a:gd name="connsiteY59" fmla="*/ 1463 h 2911"/>
                <a:gd name="connsiteX60" fmla="*/ 1344 w 2092"/>
                <a:gd name="connsiteY60" fmla="*/ 1367 h 2911"/>
                <a:gd name="connsiteX61" fmla="*/ 1305 w 2092"/>
                <a:gd name="connsiteY61" fmla="*/ 1201 h 2911"/>
                <a:gd name="connsiteX62" fmla="*/ 1243 w 2092"/>
                <a:gd name="connsiteY62" fmla="*/ 965 h 2911"/>
                <a:gd name="connsiteX63" fmla="*/ 1233 w 2092"/>
                <a:gd name="connsiteY63" fmla="*/ 648 h 2911"/>
                <a:gd name="connsiteX64" fmla="*/ 1495 w 2092"/>
                <a:gd name="connsiteY64" fmla="*/ 249 h 2911"/>
                <a:gd name="connsiteX65" fmla="*/ 1735 w 2092"/>
                <a:gd name="connsiteY65" fmla="*/ 104 h 2911"/>
                <a:gd name="connsiteX66" fmla="*/ 1912 w 2092"/>
                <a:gd name="connsiteY66" fmla="*/ 116 h 2911"/>
                <a:gd name="connsiteX67" fmla="*/ 2042 w 2092"/>
                <a:gd name="connsiteY67" fmla="*/ 197 h 2911"/>
                <a:gd name="connsiteX68" fmla="*/ 2086 w 2092"/>
                <a:gd name="connsiteY68" fmla="*/ 189 h 2911"/>
                <a:gd name="connsiteX69" fmla="*/ 2063 w 2092"/>
                <a:gd name="connsiteY69" fmla="*/ 109 h 2911"/>
                <a:gd name="connsiteX70" fmla="*/ 1910 w 2092"/>
                <a:gd name="connsiteY70" fmla="*/ 31 h 2911"/>
                <a:gd name="connsiteX71" fmla="*/ 1740 w 2092"/>
                <a:gd name="connsiteY71" fmla="*/ 18 h 2911"/>
                <a:gd name="connsiteX72" fmla="*/ 1493 w 2092"/>
                <a:gd name="connsiteY72" fmla="*/ 138 h 2911"/>
                <a:gd name="connsiteX73" fmla="*/ 1253 w 2092"/>
                <a:gd name="connsiteY73" fmla="*/ 415 h 2911"/>
                <a:gd name="connsiteX74" fmla="*/ 1169 w 2092"/>
                <a:gd name="connsiteY74" fmla="*/ 539 h 2911"/>
                <a:gd name="connsiteX75" fmla="*/ 1122 w 2092"/>
                <a:gd name="connsiteY75" fmla="*/ 510 h 2911"/>
                <a:gd name="connsiteX76" fmla="*/ 1087 w 2092"/>
                <a:gd name="connsiteY76" fmla="*/ 374 h 2911"/>
                <a:gd name="connsiteX77" fmla="*/ 1019 w 2092"/>
                <a:gd name="connsiteY77" fmla="*/ 366 h 2911"/>
                <a:gd name="connsiteX78" fmla="*/ 993 w 2092"/>
                <a:gd name="connsiteY78" fmla="*/ 444 h 2911"/>
                <a:gd name="connsiteX79" fmla="*/ 953 w 2092"/>
                <a:gd name="connsiteY79" fmla="*/ 550 h 2911"/>
                <a:gd name="connsiteX80" fmla="*/ 844 w 2092"/>
                <a:gd name="connsiteY80" fmla="*/ 433 h 2911"/>
                <a:gd name="connsiteX81" fmla="*/ 756 w 2092"/>
                <a:gd name="connsiteY81" fmla="*/ 326 h 2911"/>
                <a:gd name="connsiteX82" fmla="*/ 605 w 2092"/>
                <a:gd name="connsiteY82" fmla="*/ 167 h 2911"/>
                <a:gd name="connsiteX83" fmla="*/ 377 w 2092"/>
                <a:gd name="connsiteY83" fmla="*/ 60 h 2911"/>
                <a:gd name="connsiteX84" fmla="*/ 184 w 2092"/>
                <a:gd name="connsiteY84" fmla="*/ 69 h 2911"/>
                <a:gd name="connsiteX85" fmla="*/ 38 w 2092"/>
                <a:gd name="connsiteY85" fmla="*/ 162 h 2911"/>
                <a:gd name="connsiteX86" fmla="*/ 4 w 2092"/>
                <a:gd name="connsiteY86" fmla="*/ 215 h 2911"/>
                <a:gd name="connsiteX87" fmla="*/ 13 w 2092"/>
                <a:gd name="connsiteY87" fmla="*/ 248 h 2911"/>
                <a:gd name="connsiteX88" fmla="*/ 61 w 2092"/>
                <a:gd name="connsiteY88" fmla="*/ 246 h 2911"/>
                <a:gd name="connsiteX89" fmla="*/ 144 w 2092"/>
                <a:gd name="connsiteY89" fmla="*/ 173 h 2911"/>
                <a:gd name="connsiteX90" fmla="*/ 256 w 2092"/>
                <a:gd name="connsiteY90" fmla="*/ 127 h 2911"/>
                <a:gd name="connsiteX91" fmla="*/ 434 w 2092"/>
                <a:gd name="connsiteY91" fmla="*/ 149 h 2911"/>
                <a:gd name="connsiteX92" fmla="*/ 572 w 2092"/>
                <a:gd name="connsiteY92" fmla="*/ 237 h 2911"/>
                <a:gd name="connsiteX93" fmla="*/ 659 w 2092"/>
                <a:gd name="connsiteY93" fmla="*/ 333 h 2911"/>
                <a:gd name="connsiteX94" fmla="*/ 748 w 2092"/>
                <a:gd name="connsiteY94" fmla="*/ 442 h 2911"/>
                <a:gd name="connsiteX95" fmla="*/ 835 w 2092"/>
                <a:gd name="connsiteY95" fmla="*/ 586 h 2911"/>
                <a:gd name="connsiteX96" fmla="*/ 881 w 2092"/>
                <a:gd name="connsiteY96" fmla="*/ 704 h 2911"/>
                <a:gd name="connsiteX97" fmla="*/ 877 w 2092"/>
                <a:gd name="connsiteY9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408 w 2092"/>
                <a:gd name="connsiteY58" fmla="*/ 1535 h 2911"/>
                <a:gd name="connsiteX59" fmla="*/ 1344 w 2092"/>
                <a:gd name="connsiteY59" fmla="*/ 1367 h 2911"/>
                <a:gd name="connsiteX60" fmla="*/ 1305 w 2092"/>
                <a:gd name="connsiteY60" fmla="*/ 1201 h 2911"/>
                <a:gd name="connsiteX61" fmla="*/ 1243 w 2092"/>
                <a:gd name="connsiteY61" fmla="*/ 965 h 2911"/>
                <a:gd name="connsiteX62" fmla="*/ 1233 w 2092"/>
                <a:gd name="connsiteY62" fmla="*/ 648 h 2911"/>
                <a:gd name="connsiteX63" fmla="*/ 1495 w 2092"/>
                <a:gd name="connsiteY63" fmla="*/ 249 h 2911"/>
                <a:gd name="connsiteX64" fmla="*/ 1735 w 2092"/>
                <a:gd name="connsiteY64" fmla="*/ 104 h 2911"/>
                <a:gd name="connsiteX65" fmla="*/ 1912 w 2092"/>
                <a:gd name="connsiteY65" fmla="*/ 116 h 2911"/>
                <a:gd name="connsiteX66" fmla="*/ 2042 w 2092"/>
                <a:gd name="connsiteY66" fmla="*/ 197 h 2911"/>
                <a:gd name="connsiteX67" fmla="*/ 2086 w 2092"/>
                <a:gd name="connsiteY67" fmla="*/ 189 h 2911"/>
                <a:gd name="connsiteX68" fmla="*/ 2063 w 2092"/>
                <a:gd name="connsiteY68" fmla="*/ 109 h 2911"/>
                <a:gd name="connsiteX69" fmla="*/ 1910 w 2092"/>
                <a:gd name="connsiteY69" fmla="*/ 31 h 2911"/>
                <a:gd name="connsiteX70" fmla="*/ 1740 w 2092"/>
                <a:gd name="connsiteY70" fmla="*/ 18 h 2911"/>
                <a:gd name="connsiteX71" fmla="*/ 1493 w 2092"/>
                <a:gd name="connsiteY71" fmla="*/ 138 h 2911"/>
                <a:gd name="connsiteX72" fmla="*/ 1253 w 2092"/>
                <a:gd name="connsiteY72" fmla="*/ 415 h 2911"/>
                <a:gd name="connsiteX73" fmla="*/ 1169 w 2092"/>
                <a:gd name="connsiteY73" fmla="*/ 539 h 2911"/>
                <a:gd name="connsiteX74" fmla="*/ 1122 w 2092"/>
                <a:gd name="connsiteY74" fmla="*/ 510 h 2911"/>
                <a:gd name="connsiteX75" fmla="*/ 1087 w 2092"/>
                <a:gd name="connsiteY75" fmla="*/ 374 h 2911"/>
                <a:gd name="connsiteX76" fmla="*/ 1019 w 2092"/>
                <a:gd name="connsiteY76" fmla="*/ 366 h 2911"/>
                <a:gd name="connsiteX77" fmla="*/ 993 w 2092"/>
                <a:gd name="connsiteY77" fmla="*/ 444 h 2911"/>
                <a:gd name="connsiteX78" fmla="*/ 953 w 2092"/>
                <a:gd name="connsiteY78" fmla="*/ 550 h 2911"/>
                <a:gd name="connsiteX79" fmla="*/ 844 w 2092"/>
                <a:gd name="connsiteY79" fmla="*/ 433 h 2911"/>
                <a:gd name="connsiteX80" fmla="*/ 756 w 2092"/>
                <a:gd name="connsiteY80" fmla="*/ 326 h 2911"/>
                <a:gd name="connsiteX81" fmla="*/ 605 w 2092"/>
                <a:gd name="connsiteY81" fmla="*/ 167 h 2911"/>
                <a:gd name="connsiteX82" fmla="*/ 377 w 2092"/>
                <a:gd name="connsiteY82" fmla="*/ 60 h 2911"/>
                <a:gd name="connsiteX83" fmla="*/ 184 w 2092"/>
                <a:gd name="connsiteY83" fmla="*/ 69 h 2911"/>
                <a:gd name="connsiteX84" fmla="*/ 38 w 2092"/>
                <a:gd name="connsiteY84" fmla="*/ 162 h 2911"/>
                <a:gd name="connsiteX85" fmla="*/ 4 w 2092"/>
                <a:gd name="connsiteY85" fmla="*/ 215 h 2911"/>
                <a:gd name="connsiteX86" fmla="*/ 13 w 2092"/>
                <a:gd name="connsiteY86" fmla="*/ 248 h 2911"/>
                <a:gd name="connsiteX87" fmla="*/ 61 w 2092"/>
                <a:gd name="connsiteY87" fmla="*/ 246 h 2911"/>
                <a:gd name="connsiteX88" fmla="*/ 144 w 2092"/>
                <a:gd name="connsiteY88" fmla="*/ 173 h 2911"/>
                <a:gd name="connsiteX89" fmla="*/ 256 w 2092"/>
                <a:gd name="connsiteY89" fmla="*/ 127 h 2911"/>
                <a:gd name="connsiteX90" fmla="*/ 434 w 2092"/>
                <a:gd name="connsiteY90" fmla="*/ 149 h 2911"/>
                <a:gd name="connsiteX91" fmla="*/ 572 w 2092"/>
                <a:gd name="connsiteY91" fmla="*/ 237 h 2911"/>
                <a:gd name="connsiteX92" fmla="*/ 659 w 2092"/>
                <a:gd name="connsiteY92" fmla="*/ 333 h 2911"/>
                <a:gd name="connsiteX93" fmla="*/ 748 w 2092"/>
                <a:gd name="connsiteY93" fmla="*/ 442 h 2911"/>
                <a:gd name="connsiteX94" fmla="*/ 835 w 2092"/>
                <a:gd name="connsiteY94" fmla="*/ 586 h 2911"/>
                <a:gd name="connsiteX95" fmla="*/ 881 w 2092"/>
                <a:gd name="connsiteY95" fmla="*/ 704 h 2911"/>
                <a:gd name="connsiteX96" fmla="*/ 877 w 2092"/>
                <a:gd name="connsiteY9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453 w 2092"/>
                <a:gd name="connsiteY52" fmla="*/ 1951 h 2911"/>
                <a:gd name="connsiteX53" fmla="*/ 1368 w 2092"/>
                <a:gd name="connsiteY53" fmla="*/ 1960 h 2911"/>
                <a:gd name="connsiteX54" fmla="*/ 1366 w 2092"/>
                <a:gd name="connsiteY54" fmla="*/ 1916 h 2911"/>
                <a:gd name="connsiteX55" fmla="*/ 1386 w 2092"/>
                <a:gd name="connsiteY55" fmla="*/ 1814 h 2911"/>
                <a:gd name="connsiteX56" fmla="*/ 1398 w 2092"/>
                <a:gd name="connsiteY56" fmla="*/ 1698 h 2911"/>
                <a:gd name="connsiteX57" fmla="*/ 1382 w 2092"/>
                <a:gd name="connsiteY57" fmla="*/ 1554 h 2911"/>
                <a:gd name="connsiteX58" fmla="*/ 1344 w 2092"/>
                <a:gd name="connsiteY58" fmla="*/ 1367 h 2911"/>
                <a:gd name="connsiteX59" fmla="*/ 1305 w 2092"/>
                <a:gd name="connsiteY59" fmla="*/ 1201 h 2911"/>
                <a:gd name="connsiteX60" fmla="*/ 1243 w 2092"/>
                <a:gd name="connsiteY60" fmla="*/ 965 h 2911"/>
                <a:gd name="connsiteX61" fmla="*/ 1233 w 2092"/>
                <a:gd name="connsiteY61" fmla="*/ 648 h 2911"/>
                <a:gd name="connsiteX62" fmla="*/ 1495 w 2092"/>
                <a:gd name="connsiteY62" fmla="*/ 249 h 2911"/>
                <a:gd name="connsiteX63" fmla="*/ 1735 w 2092"/>
                <a:gd name="connsiteY63" fmla="*/ 104 h 2911"/>
                <a:gd name="connsiteX64" fmla="*/ 1912 w 2092"/>
                <a:gd name="connsiteY64" fmla="*/ 116 h 2911"/>
                <a:gd name="connsiteX65" fmla="*/ 2042 w 2092"/>
                <a:gd name="connsiteY65" fmla="*/ 197 h 2911"/>
                <a:gd name="connsiteX66" fmla="*/ 2086 w 2092"/>
                <a:gd name="connsiteY66" fmla="*/ 189 h 2911"/>
                <a:gd name="connsiteX67" fmla="*/ 2063 w 2092"/>
                <a:gd name="connsiteY67" fmla="*/ 109 h 2911"/>
                <a:gd name="connsiteX68" fmla="*/ 1910 w 2092"/>
                <a:gd name="connsiteY68" fmla="*/ 31 h 2911"/>
                <a:gd name="connsiteX69" fmla="*/ 1740 w 2092"/>
                <a:gd name="connsiteY69" fmla="*/ 18 h 2911"/>
                <a:gd name="connsiteX70" fmla="*/ 1493 w 2092"/>
                <a:gd name="connsiteY70" fmla="*/ 138 h 2911"/>
                <a:gd name="connsiteX71" fmla="*/ 1253 w 2092"/>
                <a:gd name="connsiteY71" fmla="*/ 415 h 2911"/>
                <a:gd name="connsiteX72" fmla="*/ 1169 w 2092"/>
                <a:gd name="connsiteY72" fmla="*/ 539 h 2911"/>
                <a:gd name="connsiteX73" fmla="*/ 1122 w 2092"/>
                <a:gd name="connsiteY73" fmla="*/ 510 h 2911"/>
                <a:gd name="connsiteX74" fmla="*/ 1087 w 2092"/>
                <a:gd name="connsiteY74" fmla="*/ 374 h 2911"/>
                <a:gd name="connsiteX75" fmla="*/ 1019 w 2092"/>
                <a:gd name="connsiteY75" fmla="*/ 366 h 2911"/>
                <a:gd name="connsiteX76" fmla="*/ 993 w 2092"/>
                <a:gd name="connsiteY76" fmla="*/ 444 h 2911"/>
                <a:gd name="connsiteX77" fmla="*/ 953 w 2092"/>
                <a:gd name="connsiteY77" fmla="*/ 550 h 2911"/>
                <a:gd name="connsiteX78" fmla="*/ 844 w 2092"/>
                <a:gd name="connsiteY78" fmla="*/ 433 h 2911"/>
                <a:gd name="connsiteX79" fmla="*/ 756 w 2092"/>
                <a:gd name="connsiteY79" fmla="*/ 326 h 2911"/>
                <a:gd name="connsiteX80" fmla="*/ 605 w 2092"/>
                <a:gd name="connsiteY80" fmla="*/ 167 h 2911"/>
                <a:gd name="connsiteX81" fmla="*/ 377 w 2092"/>
                <a:gd name="connsiteY81" fmla="*/ 60 h 2911"/>
                <a:gd name="connsiteX82" fmla="*/ 184 w 2092"/>
                <a:gd name="connsiteY82" fmla="*/ 69 h 2911"/>
                <a:gd name="connsiteX83" fmla="*/ 38 w 2092"/>
                <a:gd name="connsiteY83" fmla="*/ 162 h 2911"/>
                <a:gd name="connsiteX84" fmla="*/ 4 w 2092"/>
                <a:gd name="connsiteY84" fmla="*/ 215 h 2911"/>
                <a:gd name="connsiteX85" fmla="*/ 13 w 2092"/>
                <a:gd name="connsiteY85" fmla="*/ 248 h 2911"/>
                <a:gd name="connsiteX86" fmla="*/ 61 w 2092"/>
                <a:gd name="connsiteY86" fmla="*/ 246 h 2911"/>
                <a:gd name="connsiteX87" fmla="*/ 144 w 2092"/>
                <a:gd name="connsiteY87" fmla="*/ 173 h 2911"/>
                <a:gd name="connsiteX88" fmla="*/ 256 w 2092"/>
                <a:gd name="connsiteY88" fmla="*/ 127 h 2911"/>
                <a:gd name="connsiteX89" fmla="*/ 434 w 2092"/>
                <a:gd name="connsiteY89" fmla="*/ 149 h 2911"/>
                <a:gd name="connsiteX90" fmla="*/ 572 w 2092"/>
                <a:gd name="connsiteY90" fmla="*/ 237 h 2911"/>
                <a:gd name="connsiteX91" fmla="*/ 659 w 2092"/>
                <a:gd name="connsiteY91" fmla="*/ 333 h 2911"/>
                <a:gd name="connsiteX92" fmla="*/ 748 w 2092"/>
                <a:gd name="connsiteY92" fmla="*/ 442 h 2911"/>
                <a:gd name="connsiteX93" fmla="*/ 835 w 2092"/>
                <a:gd name="connsiteY93" fmla="*/ 586 h 2911"/>
                <a:gd name="connsiteX94" fmla="*/ 881 w 2092"/>
                <a:gd name="connsiteY94" fmla="*/ 704 h 2911"/>
                <a:gd name="connsiteX95" fmla="*/ 877 w 2092"/>
                <a:gd name="connsiteY9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562 w 2092"/>
                <a:gd name="connsiteY51" fmla="*/ 1955 h 2911"/>
                <a:gd name="connsiteX52" fmla="*/ 1368 w 2092"/>
                <a:gd name="connsiteY52" fmla="*/ 1960 h 2911"/>
                <a:gd name="connsiteX53" fmla="*/ 1366 w 2092"/>
                <a:gd name="connsiteY53" fmla="*/ 1916 h 2911"/>
                <a:gd name="connsiteX54" fmla="*/ 1386 w 2092"/>
                <a:gd name="connsiteY54" fmla="*/ 1814 h 2911"/>
                <a:gd name="connsiteX55" fmla="*/ 1398 w 2092"/>
                <a:gd name="connsiteY55" fmla="*/ 1698 h 2911"/>
                <a:gd name="connsiteX56" fmla="*/ 1382 w 2092"/>
                <a:gd name="connsiteY56" fmla="*/ 1554 h 2911"/>
                <a:gd name="connsiteX57" fmla="*/ 1344 w 2092"/>
                <a:gd name="connsiteY57" fmla="*/ 1367 h 2911"/>
                <a:gd name="connsiteX58" fmla="*/ 1305 w 2092"/>
                <a:gd name="connsiteY58" fmla="*/ 1201 h 2911"/>
                <a:gd name="connsiteX59" fmla="*/ 1243 w 2092"/>
                <a:gd name="connsiteY59" fmla="*/ 965 h 2911"/>
                <a:gd name="connsiteX60" fmla="*/ 1233 w 2092"/>
                <a:gd name="connsiteY60" fmla="*/ 648 h 2911"/>
                <a:gd name="connsiteX61" fmla="*/ 1495 w 2092"/>
                <a:gd name="connsiteY61" fmla="*/ 249 h 2911"/>
                <a:gd name="connsiteX62" fmla="*/ 1735 w 2092"/>
                <a:gd name="connsiteY62" fmla="*/ 104 h 2911"/>
                <a:gd name="connsiteX63" fmla="*/ 1912 w 2092"/>
                <a:gd name="connsiteY63" fmla="*/ 116 h 2911"/>
                <a:gd name="connsiteX64" fmla="*/ 2042 w 2092"/>
                <a:gd name="connsiteY64" fmla="*/ 197 h 2911"/>
                <a:gd name="connsiteX65" fmla="*/ 2086 w 2092"/>
                <a:gd name="connsiteY65" fmla="*/ 189 h 2911"/>
                <a:gd name="connsiteX66" fmla="*/ 2063 w 2092"/>
                <a:gd name="connsiteY66" fmla="*/ 109 h 2911"/>
                <a:gd name="connsiteX67" fmla="*/ 1910 w 2092"/>
                <a:gd name="connsiteY67" fmla="*/ 31 h 2911"/>
                <a:gd name="connsiteX68" fmla="*/ 1740 w 2092"/>
                <a:gd name="connsiteY68" fmla="*/ 18 h 2911"/>
                <a:gd name="connsiteX69" fmla="*/ 1493 w 2092"/>
                <a:gd name="connsiteY69" fmla="*/ 138 h 2911"/>
                <a:gd name="connsiteX70" fmla="*/ 1253 w 2092"/>
                <a:gd name="connsiteY70" fmla="*/ 415 h 2911"/>
                <a:gd name="connsiteX71" fmla="*/ 1169 w 2092"/>
                <a:gd name="connsiteY71" fmla="*/ 539 h 2911"/>
                <a:gd name="connsiteX72" fmla="*/ 1122 w 2092"/>
                <a:gd name="connsiteY72" fmla="*/ 510 h 2911"/>
                <a:gd name="connsiteX73" fmla="*/ 1087 w 2092"/>
                <a:gd name="connsiteY73" fmla="*/ 374 h 2911"/>
                <a:gd name="connsiteX74" fmla="*/ 1019 w 2092"/>
                <a:gd name="connsiteY74" fmla="*/ 366 h 2911"/>
                <a:gd name="connsiteX75" fmla="*/ 993 w 2092"/>
                <a:gd name="connsiteY75" fmla="*/ 444 h 2911"/>
                <a:gd name="connsiteX76" fmla="*/ 953 w 2092"/>
                <a:gd name="connsiteY76" fmla="*/ 550 h 2911"/>
                <a:gd name="connsiteX77" fmla="*/ 844 w 2092"/>
                <a:gd name="connsiteY77" fmla="*/ 433 h 2911"/>
                <a:gd name="connsiteX78" fmla="*/ 756 w 2092"/>
                <a:gd name="connsiteY78" fmla="*/ 326 h 2911"/>
                <a:gd name="connsiteX79" fmla="*/ 605 w 2092"/>
                <a:gd name="connsiteY79" fmla="*/ 167 h 2911"/>
                <a:gd name="connsiteX80" fmla="*/ 377 w 2092"/>
                <a:gd name="connsiteY80" fmla="*/ 60 h 2911"/>
                <a:gd name="connsiteX81" fmla="*/ 184 w 2092"/>
                <a:gd name="connsiteY81" fmla="*/ 69 h 2911"/>
                <a:gd name="connsiteX82" fmla="*/ 38 w 2092"/>
                <a:gd name="connsiteY82" fmla="*/ 162 h 2911"/>
                <a:gd name="connsiteX83" fmla="*/ 4 w 2092"/>
                <a:gd name="connsiteY83" fmla="*/ 215 h 2911"/>
                <a:gd name="connsiteX84" fmla="*/ 13 w 2092"/>
                <a:gd name="connsiteY84" fmla="*/ 248 h 2911"/>
                <a:gd name="connsiteX85" fmla="*/ 61 w 2092"/>
                <a:gd name="connsiteY85" fmla="*/ 246 h 2911"/>
                <a:gd name="connsiteX86" fmla="*/ 144 w 2092"/>
                <a:gd name="connsiteY86" fmla="*/ 173 h 2911"/>
                <a:gd name="connsiteX87" fmla="*/ 256 w 2092"/>
                <a:gd name="connsiteY87" fmla="*/ 127 h 2911"/>
                <a:gd name="connsiteX88" fmla="*/ 434 w 2092"/>
                <a:gd name="connsiteY88" fmla="*/ 149 h 2911"/>
                <a:gd name="connsiteX89" fmla="*/ 572 w 2092"/>
                <a:gd name="connsiteY89" fmla="*/ 237 h 2911"/>
                <a:gd name="connsiteX90" fmla="*/ 659 w 2092"/>
                <a:gd name="connsiteY90" fmla="*/ 333 h 2911"/>
                <a:gd name="connsiteX91" fmla="*/ 748 w 2092"/>
                <a:gd name="connsiteY91" fmla="*/ 442 h 2911"/>
                <a:gd name="connsiteX92" fmla="*/ 835 w 2092"/>
                <a:gd name="connsiteY92" fmla="*/ 586 h 2911"/>
                <a:gd name="connsiteX93" fmla="*/ 881 w 2092"/>
                <a:gd name="connsiteY93" fmla="*/ 704 h 2911"/>
                <a:gd name="connsiteX94" fmla="*/ 877 w 2092"/>
                <a:gd name="connsiteY9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666 w 2092"/>
                <a:gd name="connsiteY50" fmla="*/ 1987 h 2911"/>
                <a:gd name="connsiteX51" fmla="*/ 1368 w 2092"/>
                <a:gd name="connsiteY51" fmla="*/ 1960 h 2911"/>
                <a:gd name="connsiteX52" fmla="*/ 1366 w 2092"/>
                <a:gd name="connsiteY52" fmla="*/ 1916 h 2911"/>
                <a:gd name="connsiteX53" fmla="*/ 1386 w 2092"/>
                <a:gd name="connsiteY53" fmla="*/ 1814 h 2911"/>
                <a:gd name="connsiteX54" fmla="*/ 1398 w 2092"/>
                <a:gd name="connsiteY54" fmla="*/ 1698 h 2911"/>
                <a:gd name="connsiteX55" fmla="*/ 1382 w 2092"/>
                <a:gd name="connsiteY55" fmla="*/ 1554 h 2911"/>
                <a:gd name="connsiteX56" fmla="*/ 1344 w 2092"/>
                <a:gd name="connsiteY56" fmla="*/ 1367 h 2911"/>
                <a:gd name="connsiteX57" fmla="*/ 1305 w 2092"/>
                <a:gd name="connsiteY57" fmla="*/ 1201 h 2911"/>
                <a:gd name="connsiteX58" fmla="*/ 1243 w 2092"/>
                <a:gd name="connsiteY58" fmla="*/ 965 h 2911"/>
                <a:gd name="connsiteX59" fmla="*/ 1233 w 2092"/>
                <a:gd name="connsiteY59" fmla="*/ 648 h 2911"/>
                <a:gd name="connsiteX60" fmla="*/ 1495 w 2092"/>
                <a:gd name="connsiteY60" fmla="*/ 249 h 2911"/>
                <a:gd name="connsiteX61" fmla="*/ 1735 w 2092"/>
                <a:gd name="connsiteY61" fmla="*/ 104 h 2911"/>
                <a:gd name="connsiteX62" fmla="*/ 1912 w 2092"/>
                <a:gd name="connsiteY62" fmla="*/ 116 h 2911"/>
                <a:gd name="connsiteX63" fmla="*/ 2042 w 2092"/>
                <a:gd name="connsiteY63" fmla="*/ 197 h 2911"/>
                <a:gd name="connsiteX64" fmla="*/ 2086 w 2092"/>
                <a:gd name="connsiteY64" fmla="*/ 189 h 2911"/>
                <a:gd name="connsiteX65" fmla="*/ 2063 w 2092"/>
                <a:gd name="connsiteY65" fmla="*/ 109 h 2911"/>
                <a:gd name="connsiteX66" fmla="*/ 1910 w 2092"/>
                <a:gd name="connsiteY66" fmla="*/ 31 h 2911"/>
                <a:gd name="connsiteX67" fmla="*/ 1740 w 2092"/>
                <a:gd name="connsiteY67" fmla="*/ 18 h 2911"/>
                <a:gd name="connsiteX68" fmla="*/ 1493 w 2092"/>
                <a:gd name="connsiteY68" fmla="*/ 138 h 2911"/>
                <a:gd name="connsiteX69" fmla="*/ 1253 w 2092"/>
                <a:gd name="connsiteY69" fmla="*/ 415 h 2911"/>
                <a:gd name="connsiteX70" fmla="*/ 1169 w 2092"/>
                <a:gd name="connsiteY70" fmla="*/ 539 h 2911"/>
                <a:gd name="connsiteX71" fmla="*/ 1122 w 2092"/>
                <a:gd name="connsiteY71" fmla="*/ 510 h 2911"/>
                <a:gd name="connsiteX72" fmla="*/ 1087 w 2092"/>
                <a:gd name="connsiteY72" fmla="*/ 374 h 2911"/>
                <a:gd name="connsiteX73" fmla="*/ 1019 w 2092"/>
                <a:gd name="connsiteY73" fmla="*/ 366 h 2911"/>
                <a:gd name="connsiteX74" fmla="*/ 993 w 2092"/>
                <a:gd name="connsiteY74" fmla="*/ 444 h 2911"/>
                <a:gd name="connsiteX75" fmla="*/ 953 w 2092"/>
                <a:gd name="connsiteY75" fmla="*/ 550 h 2911"/>
                <a:gd name="connsiteX76" fmla="*/ 844 w 2092"/>
                <a:gd name="connsiteY76" fmla="*/ 433 h 2911"/>
                <a:gd name="connsiteX77" fmla="*/ 756 w 2092"/>
                <a:gd name="connsiteY77" fmla="*/ 326 h 2911"/>
                <a:gd name="connsiteX78" fmla="*/ 605 w 2092"/>
                <a:gd name="connsiteY78" fmla="*/ 167 h 2911"/>
                <a:gd name="connsiteX79" fmla="*/ 377 w 2092"/>
                <a:gd name="connsiteY79" fmla="*/ 60 h 2911"/>
                <a:gd name="connsiteX80" fmla="*/ 184 w 2092"/>
                <a:gd name="connsiteY80" fmla="*/ 69 h 2911"/>
                <a:gd name="connsiteX81" fmla="*/ 38 w 2092"/>
                <a:gd name="connsiteY81" fmla="*/ 162 h 2911"/>
                <a:gd name="connsiteX82" fmla="*/ 4 w 2092"/>
                <a:gd name="connsiteY82" fmla="*/ 215 h 2911"/>
                <a:gd name="connsiteX83" fmla="*/ 13 w 2092"/>
                <a:gd name="connsiteY83" fmla="*/ 248 h 2911"/>
                <a:gd name="connsiteX84" fmla="*/ 61 w 2092"/>
                <a:gd name="connsiteY84" fmla="*/ 246 h 2911"/>
                <a:gd name="connsiteX85" fmla="*/ 144 w 2092"/>
                <a:gd name="connsiteY85" fmla="*/ 173 h 2911"/>
                <a:gd name="connsiteX86" fmla="*/ 256 w 2092"/>
                <a:gd name="connsiteY86" fmla="*/ 127 h 2911"/>
                <a:gd name="connsiteX87" fmla="*/ 434 w 2092"/>
                <a:gd name="connsiteY87" fmla="*/ 149 h 2911"/>
                <a:gd name="connsiteX88" fmla="*/ 572 w 2092"/>
                <a:gd name="connsiteY88" fmla="*/ 237 h 2911"/>
                <a:gd name="connsiteX89" fmla="*/ 659 w 2092"/>
                <a:gd name="connsiteY89" fmla="*/ 333 h 2911"/>
                <a:gd name="connsiteX90" fmla="*/ 748 w 2092"/>
                <a:gd name="connsiteY90" fmla="*/ 442 h 2911"/>
                <a:gd name="connsiteX91" fmla="*/ 835 w 2092"/>
                <a:gd name="connsiteY91" fmla="*/ 586 h 2911"/>
                <a:gd name="connsiteX92" fmla="*/ 881 w 2092"/>
                <a:gd name="connsiteY92" fmla="*/ 704 h 2911"/>
                <a:gd name="connsiteX93" fmla="*/ 877 w 2092"/>
                <a:gd name="connsiteY9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729 w 2092"/>
                <a:gd name="connsiteY49" fmla="*/ 1998 h 2911"/>
                <a:gd name="connsiteX50" fmla="*/ 1368 w 2092"/>
                <a:gd name="connsiteY50" fmla="*/ 1960 h 2911"/>
                <a:gd name="connsiteX51" fmla="*/ 1366 w 2092"/>
                <a:gd name="connsiteY51" fmla="*/ 1916 h 2911"/>
                <a:gd name="connsiteX52" fmla="*/ 1386 w 2092"/>
                <a:gd name="connsiteY52" fmla="*/ 1814 h 2911"/>
                <a:gd name="connsiteX53" fmla="*/ 1398 w 2092"/>
                <a:gd name="connsiteY53" fmla="*/ 1698 h 2911"/>
                <a:gd name="connsiteX54" fmla="*/ 1382 w 2092"/>
                <a:gd name="connsiteY54" fmla="*/ 1554 h 2911"/>
                <a:gd name="connsiteX55" fmla="*/ 1344 w 2092"/>
                <a:gd name="connsiteY55" fmla="*/ 1367 h 2911"/>
                <a:gd name="connsiteX56" fmla="*/ 1305 w 2092"/>
                <a:gd name="connsiteY56" fmla="*/ 1201 h 2911"/>
                <a:gd name="connsiteX57" fmla="*/ 1243 w 2092"/>
                <a:gd name="connsiteY57" fmla="*/ 965 h 2911"/>
                <a:gd name="connsiteX58" fmla="*/ 1233 w 2092"/>
                <a:gd name="connsiteY58" fmla="*/ 648 h 2911"/>
                <a:gd name="connsiteX59" fmla="*/ 1495 w 2092"/>
                <a:gd name="connsiteY59" fmla="*/ 249 h 2911"/>
                <a:gd name="connsiteX60" fmla="*/ 1735 w 2092"/>
                <a:gd name="connsiteY60" fmla="*/ 104 h 2911"/>
                <a:gd name="connsiteX61" fmla="*/ 1912 w 2092"/>
                <a:gd name="connsiteY61" fmla="*/ 116 h 2911"/>
                <a:gd name="connsiteX62" fmla="*/ 2042 w 2092"/>
                <a:gd name="connsiteY62" fmla="*/ 197 h 2911"/>
                <a:gd name="connsiteX63" fmla="*/ 2086 w 2092"/>
                <a:gd name="connsiteY63" fmla="*/ 189 h 2911"/>
                <a:gd name="connsiteX64" fmla="*/ 2063 w 2092"/>
                <a:gd name="connsiteY64" fmla="*/ 109 h 2911"/>
                <a:gd name="connsiteX65" fmla="*/ 1910 w 2092"/>
                <a:gd name="connsiteY65" fmla="*/ 31 h 2911"/>
                <a:gd name="connsiteX66" fmla="*/ 1740 w 2092"/>
                <a:gd name="connsiteY66" fmla="*/ 18 h 2911"/>
                <a:gd name="connsiteX67" fmla="*/ 1493 w 2092"/>
                <a:gd name="connsiteY67" fmla="*/ 138 h 2911"/>
                <a:gd name="connsiteX68" fmla="*/ 1253 w 2092"/>
                <a:gd name="connsiteY68" fmla="*/ 415 h 2911"/>
                <a:gd name="connsiteX69" fmla="*/ 1169 w 2092"/>
                <a:gd name="connsiteY69" fmla="*/ 539 h 2911"/>
                <a:gd name="connsiteX70" fmla="*/ 1122 w 2092"/>
                <a:gd name="connsiteY70" fmla="*/ 510 h 2911"/>
                <a:gd name="connsiteX71" fmla="*/ 1087 w 2092"/>
                <a:gd name="connsiteY71" fmla="*/ 374 h 2911"/>
                <a:gd name="connsiteX72" fmla="*/ 1019 w 2092"/>
                <a:gd name="connsiteY72" fmla="*/ 366 h 2911"/>
                <a:gd name="connsiteX73" fmla="*/ 993 w 2092"/>
                <a:gd name="connsiteY73" fmla="*/ 444 h 2911"/>
                <a:gd name="connsiteX74" fmla="*/ 953 w 2092"/>
                <a:gd name="connsiteY74" fmla="*/ 550 h 2911"/>
                <a:gd name="connsiteX75" fmla="*/ 844 w 2092"/>
                <a:gd name="connsiteY75" fmla="*/ 433 h 2911"/>
                <a:gd name="connsiteX76" fmla="*/ 756 w 2092"/>
                <a:gd name="connsiteY76" fmla="*/ 326 h 2911"/>
                <a:gd name="connsiteX77" fmla="*/ 605 w 2092"/>
                <a:gd name="connsiteY77" fmla="*/ 167 h 2911"/>
                <a:gd name="connsiteX78" fmla="*/ 377 w 2092"/>
                <a:gd name="connsiteY78" fmla="*/ 60 h 2911"/>
                <a:gd name="connsiteX79" fmla="*/ 184 w 2092"/>
                <a:gd name="connsiteY79" fmla="*/ 69 h 2911"/>
                <a:gd name="connsiteX80" fmla="*/ 38 w 2092"/>
                <a:gd name="connsiteY80" fmla="*/ 162 h 2911"/>
                <a:gd name="connsiteX81" fmla="*/ 4 w 2092"/>
                <a:gd name="connsiteY81" fmla="*/ 215 h 2911"/>
                <a:gd name="connsiteX82" fmla="*/ 13 w 2092"/>
                <a:gd name="connsiteY82" fmla="*/ 248 h 2911"/>
                <a:gd name="connsiteX83" fmla="*/ 61 w 2092"/>
                <a:gd name="connsiteY83" fmla="*/ 246 h 2911"/>
                <a:gd name="connsiteX84" fmla="*/ 144 w 2092"/>
                <a:gd name="connsiteY84" fmla="*/ 173 h 2911"/>
                <a:gd name="connsiteX85" fmla="*/ 256 w 2092"/>
                <a:gd name="connsiteY85" fmla="*/ 127 h 2911"/>
                <a:gd name="connsiteX86" fmla="*/ 434 w 2092"/>
                <a:gd name="connsiteY86" fmla="*/ 149 h 2911"/>
                <a:gd name="connsiteX87" fmla="*/ 572 w 2092"/>
                <a:gd name="connsiteY87" fmla="*/ 237 h 2911"/>
                <a:gd name="connsiteX88" fmla="*/ 659 w 2092"/>
                <a:gd name="connsiteY88" fmla="*/ 333 h 2911"/>
                <a:gd name="connsiteX89" fmla="*/ 748 w 2092"/>
                <a:gd name="connsiteY89" fmla="*/ 442 h 2911"/>
                <a:gd name="connsiteX90" fmla="*/ 835 w 2092"/>
                <a:gd name="connsiteY90" fmla="*/ 586 h 2911"/>
                <a:gd name="connsiteX91" fmla="*/ 881 w 2092"/>
                <a:gd name="connsiteY91" fmla="*/ 704 h 2911"/>
                <a:gd name="connsiteX92" fmla="*/ 877 w 2092"/>
                <a:gd name="connsiteY9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802 w 2092"/>
                <a:gd name="connsiteY48" fmla="*/ 1942 h 2911"/>
                <a:gd name="connsiteX49" fmla="*/ 1368 w 2092"/>
                <a:gd name="connsiteY49" fmla="*/ 1960 h 2911"/>
                <a:gd name="connsiteX50" fmla="*/ 1366 w 2092"/>
                <a:gd name="connsiteY50" fmla="*/ 1916 h 2911"/>
                <a:gd name="connsiteX51" fmla="*/ 1386 w 2092"/>
                <a:gd name="connsiteY51" fmla="*/ 1814 h 2911"/>
                <a:gd name="connsiteX52" fmla="*/ 1398 w 2092"/>
                <a:gd name="connsiteY52" fmla="*/ 1698 h 2911"/>
                <a:gd name="connsiteX53" fmla="*/ 1382 w 2092"/>
                <a:gd name="connsiteY53" fmla="*/ 1554 h 2911"/>
                <a:gd name="connsiteX54" fmla="*/ 1344 w 2092"/>
                <a:gd name="connsiteY54" fmla="*/ 1367 h 2911"/>
                <a:gd name="connsiteX55" fmla="*/ 1305 w 2092"/>
                <a:gd name="connsiteY55" fmla="*/ 1201 h 2911"/>
                <a:gd name="connsiteX56" fmla="*/ 1243 w 2092"/>
                <a:gd name="connsiteY56" fmla="*/ 965 h 2911"/>
                <a:gd name="connsiteX57" fmla="*/ 1233 w 2092"/>
                <a:gd name="connsiteY57" fmla="*/ 648 h 2911"/>
                <a:gd name="connsiteX58" fmla="*/ 1495 w 2092"/>
                <a:gd name="connsiteY58" fmla="*/ 249 h 2911"/>
                <a:gd name="connsiteX59" fmla="*/ 1735 w 2092"/>
                <a:gd name="connsiteY59" fmla="*/ 104 h 2911"/>
                <a:gd name="connsiteX60" fmla="*/ 1912 w 2092"/>
                <a:gd name="connsiteY60" fmla="*/ 116 h 2911"/>
                <a:gd name="connsiteX61" fmla="*/ 2042 w 2092"/>
                <a:gd name="connsiteY61" fmla="*/ 197 h 2911"/>
                <a:gd name="connsiteX62" fmla="*/ 2086 w 2092"/>
                <a:gd name="connsiteY62" fmla="*/ 189 h 2911"/>
                <a:gd name="connsiteX63" fmla="*/ 2063 w 2092"/>
                <a:gd name="connsiteY63" fmla="*/ 109 h 2911"/>
                <a:gd name="connsiteX64" fmla="*/ 1910 w 2092"/>
                <a:gd name="connsiteY64" fmla="*/ 31 h 2911"/>
                <a:gd name="connsiteX65" fmla="*/ 1740 w 2092"/>
                <a:gd name="connsiteY65" fmla="*/ 18 h 2911"/>
                <a:gd name="connsiteX66" fmla="*/ 1493 w 2092"/>
                <a:gd name="connsiteY66" fmla="*/ 138 h 2911"/>
                <a:gd name="connsiteX67" fmla="*/ 1253 w 2092"/>
                <a:gd name="connsiteY67" fmla="*/ 415 h 2911"/>
                <a:gd name="connsiteX68" fmla="*/ 1169 w 2092"/>
                <a:gd name="connsiteY68" fmla="*/ 539 h 2911"/>
                <a:gd name="connsiteX69" fmla="*/ 1122 w 2092"/>
                <a:gd name="connsiteY69" fmla="*/ 510 h 2911"/>
                <a:gd name="connsiteX70" fmla="*/ 1087 w 2092"/>
                <a:gd name="connsiteY70" fmla="*/ 374 h 2911"/>
                <a:gd name="connsiteX71" fmla="*/ 1019 w 2092"/>
                <a:gd name="connsiteY71" fmla="*/ 366 h 2911"/>
                <a:gd name="connsiteX72" fmla="*/ 993 w 2092"/>
                <a:gd name="connsiteY72" fmla="*/ 444 h 2911"/>
                <a:gd name="connsiteX73" fmla="*/ 953 w 2092"/>
                <a:gd name="connsiteY73" fmla="*/ 550 h 2911"/>
                <a:gd name="connsiteX74" fmla="*/ 844 w 2092"/>
                <a:gd name="connsiteY74" fmla="*/ 433 h 2911"/>
                <a:gd name="connsiteX75" fmla="*/ 756 w 2092"/>
                <a:gd name="connsiteY75" fmla="*/ 326 h 2911"/>
                <a:gd name="connsiteX76" fmla="*/ 605 w 2092"/>
                <a:gd name="connsiteY76" fmla="*/ 167 h 2911"/>
                <a:gd name="connsiteX77" fmla="*/ 377 w 2092"/>
                <a:gd name="connsiteY77" fmla="*/ 60 h 2911"/>
                <a:gd name="connsiteX78" fmla="*/ 184 w 2092"/>
                <a:gd name="connsiteY78" fmla="*/ 69 h 2911"/>
                <a:gd name="connsiteX79" fmla="*/ 38 w 2092"/>
                <a:gd name="connsiteY79" fmla="*/ 162 h 2911"/>
                <a:gd name="connsiteX80" fmla="*/ 4 w 2092"/>
                <a:gd name="connsiteY80" fmla="*/ 215 h 2911"/>
                <a:gd name="connsiteX81" fmla="*/ 13 w 2092"/>
                <a:gd name="connsiteY81" fmla="*/ 248 h 2911"/>
                <a:gd name="connsiteX82" fmla="*/ 61 w 2092"/>
                <a:gd name="connsiteY82" fmla="*/ 246 h 2911"/>
                <a:gd name="connsiteX83" fmla="*/ 144 w 2092"/>
                <a:gd name="connsiteY83" fmla="*/ 173 h 2911"/>
                <a:gd name="connsiteX84" fmla="*/ 256 w 2092"/>
                <a:gd name="connsiteY84" fmla="*/ 127 h 2911"/>
                <a:gd name="connsiteX85" fmla="*/ 434 w 2092"/>
                <a:gd name="connsiteY85" fmla="*/ 149 h 2911"/>
                <a:gd name="connsiteX86" fmla="*/ 572 w 2092"/>
                <a:gd name="connsiteY86" fmla="*/ 237 h 2911"/>
                <a:gd name="connsiteX87" fmla="*/ 659 w 2092"/>
                <a:gd name="connsiteY87" fmla="*/ 333 h 2911"/>
                <a:gd name="connsiteX88" fmla="*/ 748 w 2092"/>
                <a:gd name="connsiteY88" fmla="*/ 442 h 2911"/>
                <a:gd name="connsiteX89" fmla="*/ 835 w 2092"/>
                <a:gd name="connsiteY89" fmla="*/ 586 h 2911"/>
                <a:gd name="connsiteX90" fmla="*/ 881 w 2092"/>
                <a:gd name="connsiteY90" fmla="*/ 704 h 2911"/>
                <a:gd name="connsiteX91" fmla="*/ 877 w 2092"/>
                <a:gd name="connsiteY9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853 w 2092"/>
                <a:gd name="connsiteY47" fmla="*/ 1916 h 2911"/>
                <a:gd name="connsiteX48" fmla="*/ 1368 w 2092"/>
                <a:gd name="connsiteY48" fmla="*/ 1960 h 2911"/>
                <a:gd name="connsiteX49" fmla="*/ 1366 w 2092"/>
                <a:gd name="connsiteY49" fmla="*/ 1916 h 2911"/>
                <a:gd name="connsiteX50" fmla="*/ 1386 w 2092"/>
                <a:gd name="connsiteY50" fmla="*/ 1814 h 2911"/>
                <a:gd name="connsiteX51" fmla="*/ 1398 w 2092"/>
                <a:gd name="connsiteY51" fmla="*/ 1698 h 2911"/>
                <a:gd name="connsiteX52" fmla="*/ 1382 w 2092"/>
                <a:gd name="connsiteY52" fmla="*/ 1554 h 2911"/>
                <a:gd name="connsiteX53" fmla="*/ 1344 w 2092"/>
                <a:gd name="connsiteY53" fmla="*/ 1367 h 2911"/>
                <a:gd name="connsiteX54" fmla="*/ 1305 w 2092"/>
                <a:gd name="connsiteY54" fmla="*/ 1201 h 2911"/>
                <a:gd name="connsiteX55" fmla="*/ 1243 w 2092"/>
                <a:gd name="connsiteY55" fmla="*/ 965 h 2911"/>
                <a:gd name="connsiteX56" fmla="*/ 1233 w 2092"/>
                <a:gd name="connsiteY56" fmla="*/ 648 h 2911"/>
                <a:gd name="connsiteX57" fmla="*/ 1495 w 2092"/>
                <a:gd name="connsiteY57" fmla="*/ 249 h 2911"/>
                <a:gd name="connsiteX58" fmla="*/ 1735 w 2092"/>
                <a:gd name="connsiteY58" fmla="*/ 104 h 2911"/>
                <a:gd name="connsiteX59" fmla="*/ 1912 w 2092"/>
                <a:gd name="connsiteY59" fmla="*/ 116 h 2911"/>
                <a:gd name="connsiteX60" fmla="*/ 2042 w 2092"/>
                <a:gd name="connsiteY60" fmla="*/ 197 h 2911"/>
                <a:gd name="connsiteX61" fmla="*/ 2086 w 2092"/>
                <a:gd name="connsiteY61" fmla="*/ 189 h 2911"/>
                <a:gd name="connsiteX62" fmla="*/ 2063 w 2092"/>
                <a:gd name="connsiteY62" fmla="*/ 109 h 2911"/>
                <a:gd name="connsiteX63" fmla="*/ 1910 w 2092"/>
                <a:gd name="connsiteY63" fmla="*/ 31 h 2911"/>
                <a:gd name="connsiteX64" fmla="*/ 1740 w 2092"/>
                <a:gd name="connsiteY64" fmla="*/ 18 h 2911"/>
                <a:gd name="connsiteX65" fmla="*/ 1493 w 2092"/>
                <a:gd name="connsiteY65" fmla="*/ 138 h 2911"/>
                <a:gd name="connsiteX66" fmla="*/ 1253 w 2092"/>
                <a:gd name="connsiteY66" fmla="*/ 415 h 2911"/>
                <a:gd name="connsiteX67" fmla="*/ 1169 w 2092"/>
                <a:gd name="connsiteY67" fmla="*/ 539 h 2911"/>
                <a:gd name="connsiteX68" fmla="*/ 1122 w 2092"/>
                <a:gd name="connsiteY68" fmla="*/ 510 h 2911"/>
                <a:gd name="connsiteX69" fmla="*/ 1087 w 2092"/>
                <a:gd name="connsiteY69" fmla="*/ 374 h 2911"/>
                <a:gd name="connsiteX70" fmla="*/ 1019 w 2092"/>
                <a:gd name="connsiteY70" fmla="*/ 366 h 2911"/>
                <a:gd name="connsiteX71" fmla="*/ 993 w 2092"/>
                <a:gd name="connsiteY71" fmla="*/ 444 h 2911"/>
                <a:gd name="connsiteX72" fmla="*/ 953 w 2092"/>
                <a:gd name="connsiteY72" fmla="*/ 550 h 2911"/>
                <a:gd name="connsiteX73" fmla="*/ 844 w 2092"/>
                <a:gd name="connsiteY73" fmla="*/ 433 h 2911"/>
                <a:gd name="connsiteX74" fmla="*/ 756 w 2092"/>
                <a:gd name="connsiteY74" fmla="*/ 326 h 2911"/>
                <a:gd name="connsiteX75" fmla="*/ 605 w 2092"/>
                <a:gd name="connsiteY75" fmla="*/ 167 h 2911"/>
                <a:gd name="connsiteX76" fmla="*/ 377 w 2092"/>
                <a:gd name="connsiteY76" fmla="*/ 60 h 2911"/>
                <a:gd name="connsiteX77" fmla="*/ 184 w 2092"/>
                <a:gd name="connsiteY77" fmla="*/ 69 h 2911"/>
                <a:gd name="connsiteX78" fmla="*/ 38 w 2092"/>
                <a:gd name="connsiteY78" fmla="*/ 162 h 2911"/>
                <a:gd name="connsiteX79" fmla="*/ 4 w 2092"/>
                <a:gd name="connsiteY79" fmla="*/ 215 h 2911"/>
                <a:gd name="connsiteX80" fmla="*/ 13 w 2092"/>
                <a:gd name="connsiteY80" fmla="*/ 248 h 2911"/>
                <a:gd name="connsiteX81" fmla="*/ 61 w 2092"/>
                <a:gd name="connsiteY81" fmla="*/ 246 h 2911"/>
                <a:gd name="connsiteX82" fmla="*/ 144 w 2092"/>
                <a:gd name="connsiteY82" fmla="*/ 173 h 2911"/>
                <a:gd name="connsiteX83" fmla="*/ 256 w 2092"/>
                <a:gd name="connsiteY83" fmla="*/ 127 h 2911"/>
                <a:gd name="connsiteX84" fmla="*/ 434 w 2092"/>
                <a:gd name="connsiteY84" fmla="*/ 149 h 2911"/>
                <a:gd name="connsiteX85" fmla="*/ 572 w 2092"/>
                <a:gd name="connsiteY85" fmla="*/ 237 h 2911"/>
                <a:gd name="connsiteX86" fmla="*/ 659 w 2092"/>
                <a:gd name="connsiteY86" fmla="*/ 333 h 2911"/>
                <a:gd name="connsiteX87" fmla="*/ 748 w 2092"/>
                <a:gd name="connsiteY87" fmla="*/ 442 h 2911"/>
                <a:gd name="connsiteX88" fmla="*/ 835 w 2092"/>
                <a:gd name="connsiteY88" fmla="*/ 586 h 2911"/>
                <a:gd name="connsiteX89" fmla="*/ 881 w 2092"/>
                <a:gd name="connsiteY89" fmla="*/ 704 h 2911"/>
                <a:gd name="connsiteX90" fmla="*/ 877 w 2092"/>
                <a:gd name="connsiteY9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864 w 2092"/>
                <a:gd name="connsiteY46" fmla="*/ 1951 h 2911"/>
                <a:gd name="connsiteX47" fmla="*/ 1368 w 2092"/>
                <a:gd name="connsiteY47" fmla="*/ 1960 h 2911"/>
                <a:gd name="connsiteX48" fmla="*/ 1366 w 2092"/>
                <a:gd name="connsiteY48" fmla="*/ 1916 h 2911"/>
                <a:gd name="connsiteX49" fmla="*/ 1386 w 2092"/>
                <a:gd name="connsiteY49" fmla="*/ 1814 h 2911"/>
                <a:gd name="connsiteX50" fmla="*/ 1398 w 2092"/>
                <a:gd name="connsiteY50" fmla="*/ 1698 h 2911"/>
                <a:gd name="connsiteX51" fmla="*/ 1382 w 2092"/>
                <a:gd name="connsiteY51" fmla="*/ 1554 h 2911"/>
                <a:gd name="connsiteX52" fmla="*/ 1344 w 2092"/>
                <a:gd name="connsiteY52" fmla="*/ 1367 h 2911"/>
                <a:gd name="connsiteX53" fmla="*/ 1305 w 2092"/>
                <a:gd name="connsiteY53" fmla="*/ 1201 h 2911"/>
                <a:gd name="connsiteX54" fmla="*/ 1243 w 2092"/>
                <a:gd name="connsiteY54" fmla="*/ 965 h 2911"/>
                <a:gd name="connsiteX55" fmla="*/ 1233 w 2092"/>
                <a:gd name="connsiteY55" fmla="*/ 648 h 2911"/>
                <a:gd name="connsiteX56" fmla="*/ 1495 w 2092"/>
                <a:gd name="connsiteY56" fmla="*/ 249 h 2911"/>
                <a:gd name="connsiteX57" fmla="*/ 1735 w 2092"/>
                <a:gd name="connsiteY57" fmla="*/ 104 h 2911"/>
                <a:gd name="connsiteX58" fmla="*/ 1912 w 2092"/>
                <a:gd name="connsiteY58" fmla="*/ 116 h 2911"/>
                <a:gd name="connsiteX59" fmla="*/ 2042 w 2092"/>
                <a:gd name="connsiteY59" fmla="*/ 197 h 2911"/>
                <a:gd name="connsiteX60" fmla="*/ 2086 w 2092"/>
                <a:gd name="connsiteY60" fmla="*/ 189 h 2911"/>
                <a:gd name="connsiteX61" fmla="*/ 2063 w 2092"/>
                <a:gd name="connsiteY61" fmla="*/ 109 h 2911"/>
                <a:gd name="connsiteX62" fmla="*/ 1910 w 2092"/>
                <a:gd name="connsiteY62" fmla="*/ 31 h 2911"/>
                <a:gd name="connsiteX63" fmla="*/ 1740 w 2092"/>
                <a:gd name="connsiteY63" fmla="*/ 18 h 2911"/>
                <a:gd name="connsiteX64" fmla="*/ 1493 w 2092"/>
                <a:gd name="connsiteY64" fmla="*/ 138 h 2911"/>
                <a:gd name="connsiteX65" fmla="*/ 1253 w 2092"/>
                <a:gd name="connsiteY65" fmla="*/ 415 h 2911"/>
                <a:gd name="connsiteX66" fmla="*/ 1169 w 2092"/>
                <a:gd name="connsiteY66" fmla="*/ 539 h 2911"/>
                <a:gd name="connsiteX67" fmla="*/ 1122 w 2092"/>
                <a:gd name="connsiteY67" fmla="*/ 510 h 2911"/>
                <a:gd name="connsiteX68" fmla="*/ 1087 w 2092"/>
                <a:gd name="connsiteY68" fmla="*/ 374 h 2911"/>
                <a:gd name="connsiteX69" fmla="*/ 1019 w 2092"/>
                <a:gd name="connsiteY69" fmla="*/ 366 h 2911"/>
                <a:gd name="connsiteX70" fmla="*/ 993 w 2092"/>
                <a:gd name="connsiteY70" fmla="*/ 444 h 2911"/>
                <a:gd name="connsiteX71" fmla="*/ 953 w 2092"/>
                <a:gd name="connsiteY71" fmla="*/ 550 h 2911"/>
                <a:gd name="connsiteX72" fmla="*/ 844 w 2092"/>
                <a:gd name="connsiteY72" fmla="*/ 433 h 2911"/>
                <a:gd name="connsiteX73" fmla="*/ 756 w 2092"/>
                <a:gd name="connsiteY73" fmla="*/ 326 h 2911"/>
                <a:gd name="connsiteX74" fmla="*/ 605 w 2092"/>
                <a:gd name="connsiteY74" fmla="*/ 167 h 2911"/>
                <a:gd name="connsiteX75" fmla="*/ 377 w 2092"/>
                <a:gd name="connsiteY75" fmla="*/ 60 h 2911"/>
                <a:gd name="connsiteX76" fmla="*/ 184 w 2092"/>
                <a:gd name="connsiteY76" fmla="*/ 69 h 2911"/>
                <a:gd name="connsiteX77" fmla="*/ 38 w 2092"/>
                <a:gd name="connsiteY77" fmla="*/ 162 h 2911"/>
                <a:gd name="connsiteX78" fmla="*/ 4 w 2092"/>
                <a:gd name="connsiteY78" fmla="*/ 215 h 2911"/>
                <a:gd name="connsiteX79" fmla="*/ 13 w 2092"/>
                <a:gd name="connsiteY79" fmla="*/ 248 h 2911"/>
                <a:gd name="connsiteX80" fmla="*/ 61 w 2092"/>
                <a:gd name="connsiteY80" fmla="*/ 246 h 2911"/>
                <a:gd name="connsiteX81" fmla="*/ 144 w 2092"/>
                <a:gd name="connsiteY81" fmla="*/ 173 h 2911"/>
                <a:gd name="connsiteX82" fmla="*/ 256 w 2092"/>
                <a:gd name="connsiteY82" fmla="*/ 127 h 2911"/>
                <a:gd name="connsiteX83" fmla="*/ 434 w 2092"/>
                <a:gd name="connsiteY83" fmla="*/ 149 h 2911"/>
                <a:gd name="connsiteX84" fmla="*/ 572 w 2092"/>
                <a:gd name="connsiteY84" fmla="*/ 237 h 2911"/>
                <a:gd name="connsiteX85" fmla="*/ 659 w 2092"/>
                <a:gd name="connsiteY85" fmla="*/ 333 h 2911"/>
                <a:gd name="connsiteX86" fmla="*/ 748 w 2092"/>
                <a:gd name="connsiteY86" fmla="*/ 442 h 2911"/>
                <a:gd name="connsiteX87" fmla="*/ 835 w 2092"/>
                <a:gd name="connsiteY87" fmla="*/ 586 h 2911"/>
                <a:gd name="connsiteX88" fmla="*/ 881 w 2092"/>
                <a:gd name="connsiteY88" fmla="*/ 704 h 2911"/>
                <a:gd name="connsiteX89" fmla="*/ 877 w 2092"/>
                <a:gd name="connsiteY8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838 w 2092"/>
                <a:gd name="connsiteY45" fmla="*/ 1977 h 2911"/>
                <a:gd name="connsiteX46" fmla="*/ 1368 w 2092"/>
                <a:gd name="connsiteY46" fmla="*/ 1960 h 2911"/>
                <a:gd name="connsiteX47" fmla="*/ 1366 w 2092"/>
                <a:gd name="connsiteY47" fmla="*/ 1916 h 2911"/>
                <a:gd name="connsiteX48" fmla="*/ 1386 w 2092"/>
                <a:gd name="connsiteY48" fmla="*/ 1814 h 2911"/>
                <a:gd name="connsiteX49" fmla="*/ 1398 w 2092"/>
                <a:gd name="connsiteY49" fmla="*/ 1698 h 2911"/>
                <a:gd name="connsiteX50" fmla="*/ 1382 w 2092"/>
                <a:gd name="connsiteY50" fmla="*/ 1554 h 2911"/>
                <a:gd name="connsiteX51" fmla="*/ 1344 w 2092"/>
                <a:gd name="connsiteY51" fmla="*/ 1367 h 2911"/>
                <a:gd name="connsiteX52" fmla="*/ 1305 w 2092"/>
                <a:gd name="connsiteY52" fmla="*/ 1201 h 2911"/>
                <a:gd name="connsiteX53" fmla="*/ 1243 w 2092"/>
                <a:gd name="connsiteY53" fmla="*/ 965 h 2911"/>
                <a:gd name="connsiteX54" fmla="*/ 1233 w 2092"/>
                <a:gd name="connsiteY54" fmla="*/ 648 h 2911"/>
                <a:gd name="connsiteX55" fmla="*/ 1495 w 2092"/>
                <a:gd name="connsiteY55" fmla="*/ 249 h 2911"/>
                <a:gd name="connsiteX56" fmla="*/ 1735 w 2092"/>
                <a:gd name="connsiteY56" fmla="*/ 104 h 2911"/>
                <a:gd name="connsiteX57" fmla="*/ 1912 w 2092"/>
                <a:gd name="connsiteY57" fmla="*/ 116 h 2911"/>
                <a:gd name="connsiteX58" fmla="*/ 2042 w 2092"/>
                <a:gd name="connsiteY58" fmla="*/ 197 h 2911"/>
                <a:gd name="connsiteX59" fmla="*/ 2086 w 2092"/>
                <a:gd name="connsiteY59" fmla="*/ 189 h 2911"/>
                <a:gd name="connsiteX60" fmla="*/ 2063 w 2092"/>
                <a:gd name="connsiteY60" fmla="*/ 109 h 2911"/>
                <a:gd name="connsiteX61" fmla="*/ 1910 w 2092"/>
                <a:gd name="connsiteY61" fmla="*/ 31 h 2911"/>
                <a:gd name="connsiteX62" fmla="*/ 1740 w 2092"/>
                <a:gd name="connsiteY62" fmla="*/ 18 h 2911"/>
                <a:gd name="connsiteX63" fmla="*/ 1493 w 2092"/>
                <a:gd name="connsiteY63" fmla="*/ 138 h 2911"/>
                <a:gd name="connsiteX64" fmla="*/ 1253 w 2092"/>
                <a:gd name="connsiteY64" fmla="*/ 415 h 2911"/>
                <a:gd name="connsiteX65" fmla="*/ 1169 w 2092"/>
                <a:gd name="connsiteY65" fmla="*/ 539 h 2911"/>
                <a:gd name="connsiteX66" fmla="*/ 1122 w 2092"/>
                <a:gd name="connsiteY66" fmla="*/ 510 h 2911"/>
                <a:gd name="connsiteX67" fmla="*/ 1087 w 2092"/>
                <a:gd name="connsiteY67" fmla="*/ 374 h 2911"/>
                <a:gd name="connsiteX68" fmla="*/ 1019 w 2092"/>
                <a:gd name="connsiteY68" fmla="*/ 366 h 2911"/>
                <a:gd name="connsiteX69" fmla="*/ 993 w 2092"/>
                <a:gd name="connsiteY69" fmla="*/ 444 h 2911"/>
                <a:gd name="connsiteX70" fmla="*/ 953 w 2092"/>
                <a:gd name="connsiteY70" fmla="*/ 550 h 2911"/>
                <a:gd name="connsiteX71" fmla="*/ 844 w 2092"/>
                <a:gd name="connsiteY71" fmla="*/ 433 h 2911"/>
                <a:gd name="connsiteX72" fmla="*/ 756 w 2092"/>
                <a:gd name="connsiteY72" fmla="*/ 326 h 2911"/>
                <a:gd name="connsiteX73" fmla="*/ 605 w 2092"/>
                <a:gd name="connsiteY73" fmla="*/ 167 h 2911"/>
                <a:gd name="connsiteX74" fmla="*/ 377 w 2092"/>
                <a:gd name="connsiteY74" fmla="*/ 60 h 2911"/>
                <a:gd name="connsiteX75" fmla="*/ 184 w 2092"/>
                <a:gd name="connsiteY75" fmla="*/ 69 h 2911"/>
                <a:gd name="connsiteX76" fmla="*/ 38 w 2092"/>
                <a:gd name="connsiteY76" fmla="*/ 162 h 2911"/>
                <a:gd name="connsiteX77" fmla="*/ 4 w 2092"/>
                <a:gd name="connsiteY77" fmla="*/ 215 h 2911"/>
                <a:gd name="connsiteX78" fmla="*/ 13 w 2092"/>
                <a:gd name="connsiteY78" fmla="*/ 248 h 2911"/>
                <a:gd name="connsiteX79" fmla="*/ 61 w 2092"/>
                <a:gd name="connsiteY79" fmla="*/ 246 h 2911"/>
                <a:gd name="connsiteX80" fmla="*/ 144 w 2092"/>
                <a:gd name="connsiteY80" fmla="*/ 173 h 2911"/>
                <a:gd name="connsiteX81" fmla="*/ 256 w 2092"/>
                <a:gd name="connsiteY81" fmla="*/ 127 h 2911"/>
                <a:gd name="connsiteX82" fmla="*/ 434 w 2092"/>
                <a:gd name="connsiteY82" fmla="*/ 149 h 2911"/>
                <a:gd name="connsiteX83" fmla="*/ 572 w 2092"/>
                <a:gd name="connsiteY83" fmla="*/ 237 h 2911"/>
                <a:gd name="connsiteX84" fmla="*/ 659 w 2092"/>
                <a:gd name="connsiteY84" fmla="*/ 333 h 2911"/>
                <a:gd name="connsiteX85" fmla="*/ 748 w 2092"/>
                <a:gd name="connsiteY85" fmla="*/ 442 h 2911"/>
                <a:gd name="connsiteX86" fmla="*/ 835 w 2092"/>
                <a:gd name="connsiteY86" fmla="*/ 586 h 2911"/>
                <a:gd name="connsiteX87" fmla="*/ 881 w 2092"/>
                <a:gd name="connsiteY87" fmla="*/ 704 h 2911"/>
                <a:gd name="connsiteX88" fmla="*/ 877 w 2092"/>
                <a:gd name="connsiteY88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770 w 2092"/>
                <a:gd name="connsiteY44" fmla="*/ 2067 h 2911"/>
                <a:gd name="connsiteX45" fmla="*/ 1368 w 2092"/>
                <a:gd name="connsiteY45" fmla="*/ 1960 h 2911"/>
                <a:gd name="connsiteX46" fmla="*/ 1366 w 2092"/>
                <a:gd name="connsiteY46" fmla="*/ 1916 h 2911"/>
                <a:gd name="connsiteX47" fmla="*/ 1386 w 2092"/>
                <a:gd name="connsiteY47" fmla="*/ 1814 h 2911"/>
                <a:gd name="connsiteX48" fmla="*/ 1398 w 2092"/>
                <a:gd name="connsiteY48" fmla="*/ 1698 h 2911"/>
                <a:gd name="connsiteX49" fmla="*/ 1382 w 2092"/>
                <a:gd name="connsiteY49" fmla="*/ 1554 h 2911"/>
                <a:gd name="connsiteX50" fmla="*/ 1344 w 2092"/>
                <a:gd name="connsiteY50" fmla="*/ 1367 h 2911"/>
                <a:gd name="connsiteX51" fmla="*/ 1305 w 2092"/>
                <a:gd name="connsiteY51" fmla="*/ 1201 h 2911"/>
                <a:gd name="connsiteX52" fmla="*/ 1243 w 2092"/>
                <a:gd name="connsiteY52" fmla="*/ 965 h 2911"/>
                <a:gd name="connsiteX53" fmla="*/ 1233 w 2092"/>
                <a:gd name="connsiteY53" fmla="*/ 648 h 2911"/>
                <a:gd name="connsiteX54" fmla="*/ 1495 w 2092"/>
                <a:gd name="connsiteY54" fmla="*/ 249 h 2911"/>
                <a:gd name="connsiteX55" fmla="*/ 1735 w 2092"/>
                <a:gd name="connsiteY55" fmla="*/ 104 h 2911"/>
                <a:gd name="connsiteX56" fmla="*/ 1912 w 2092"/>
                <a:gd name="connsiteY56" fmla="*/ 116 h 2911"/>
                <a:gd name="connsiteX57" fmla="*/ 2042 w 2092"/>
                <a:gd name="connsiteY57" fmla="*/ 197 h 2911"/>
                <a:gd name="connsiteX58" fmla="*/ 2086 w 2092"/>
                <a:gd name="connsiteY58" fmla="*/ 189 h 2911"/>
                <a:gd name="connsiteX59" fmla="*/ 2063 w 2092"/>
                <a:gd name="connsiteY59" fmla="*/ 109 h 2911"/>
                <a:gd name="connsiteX60" fmla="*/ 1910 w 2092"/>
                <a:gd name="connsiteY60" fmla="*/ 31 h 2911"/>
                <a:gd name="connsiteX61" fmla="*/ 1740 w 2092"/>
                <a:gd name="connsiteY61" fmla="*/ 18 h 2911"/>
                <a:gd name="connsiteX62" fmla="*/ 1493 w 2092"/>
                <a:gd name="connsiteY62" fmla="*/ 138 h 2911"/>
                <a:gd name="connsiteX63" fmla="*/ 1253 w 2092"/>
                <a:gd name="connsiteY63" fmla="*/ 415 h 2911"/>
                <a:gd name="connsiteX64" fmla="*/ 1169 w 2092"/>
                <a:gd name="connsiteY64" fmla="*/ 539 h 2911"/>
                <a:gd name="connsiteX65" fmla="*/ 1122 w 2092"/>
                <a:gd name="connsiteY65" fmla="*/ 510 h 2911"/>
                <a:gd name="connsiteX66" fmla="*/ 1087 w 2092"/>
                <a:gd name="connsiteY66" fmla="*/ 374 h 2911"/>
                <a:gd name="connsiteX67" fmla="*/ 1019 w 2092"/>
                <a:gd name="connsiteY67" fmla="*/ 366 h 2911"/>
                <a:gd name="connsiteX68" fmla="*/ 993 w 2092"/>
                <a:gd name="connsiteY68" fmla="*/ 444 h 2911"/>
                <a:gd name="connsiteX69" fmla="*/ 953 w 2092"/>
                <a:gd name="connsiteY69" fmla="*/ 550 h 2911"/>
                <a:gd name="connsiteX70" fmla="*/ 844 w 2092"/>
                <a:gd name="connsiteY70" fmla="*/ 433 h 2911"/>
                <a:gd name="connsiteX71" fmla="*/ 756 w 2092"/>
                <a:gd name="connsiteY71" fmla="*/ 326 h 2911"/>
                <a:gd name="connsiteX72" fmla="*/ 605 w 2092"/>
                <a:gd name="connsiteY72" fmla="*/ 167 h 2911"/>
                <a:gd name="connsiteX73" fmla="*/ 377 w 2092"/>
                <a:gd name="connsiteY73" fmla="*/ 60 h 2911"/>
                <a:gd name="connsiteX74" fmla="*/ 184 w 2092"/>
                <a:gd name="connsiteY74" fmla="*/ 69 h 2911"/>
                <a:gd name="connsiteX75" fmla="*/ 38 w 2092"/>
                <a:gd name="connsiteY75" fmla="*/ 162 h 2911"/>
                <a:gd name="connsiteX76" fmla="*/ 4 w 2092"/>
                <a:gd name="connsiteY76" fmla="*/ 215 h 2911"/>
                <a:gd name="connsiteX77" fmla="*/ 13 w 2092"/>
                <a:gd name="connsiteY77" fmla="*/ 248 h 2911"/>
                <a:gd name="connsiteX78" fmla="*/ 61 w 2092"/>
                <a:gd name="connsiteY78" fmla="*/ 246 h 2911"/>
                <a:gd name="connsiteX79" fmla="*/ 144 w 2092"/>
                <a:gd name="connsiteY79" fmla="*/ 173 h 2911"/>
                <a:gd name="connsiteX80" fmla="*/ 256 w 2092"/>
                <a:gd name="connsiteY80" fmla="*/ 127 h 2911"/>
                <a:gd name="connsiteX81" fmla="*/ 434 w 2092"/>
                <a:gd name="connsiteY81" fmla="*/ 149 h 2911"/>
                <a:gd name="connsiteX82" fmla="*/ 572 w 2092"/>
                <a:gd name="connsiteY82" fmla="*/ 237 h 2911"/>
                <a:gd name="connsiteX83" fmla="*/ 659 w 2092"/>
                <a:gd name="connsiteY83" fmla="*/ 333 h 2911"/>
                <a:gd name="connsiteX84" fmla="*/ 748 w 2092"/>
                <a:gd name="connsiteY84" fmla="*/ 442 h 2911"/>
                <a:gd name="connsiteX85" fmla="*/ 835 w 2092"/>
                <a:gd name="connsiteY85" fmla="*/ 586 h 2911"/>
                <a:gd name="connsiteX86" fmla="*/ 881 w 2092"/>
                <a:gd name="connsiteY86" fmla="*/ 704 h 2911"/>
                <a:gd name="connsiteX87" fmla="*/ 877 w 2092"/>
                <a:gd name="connsiteY87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831 w 2092"/>
                <a:gd name="connsiteY43" fmla="*/ 2164 h 2911"/>
                <a:gd name="connsiteX44" fmla="*/ 1368 w 2092"/>
                <a:gd name="connsiteY44" fmla="*/ 1960 h 2911"/>
                <a:gd name="connsiteX45" fmla="*/ 1366 w 2092"/>
                <a:gd name="connsiteY45" fmla="*/ 1916 h 2911"/>
                <a:gd name="connsiteX46" fmla="*/ 1386 w 2092"/>
                <a:gd name="connsiteY46" fmla="*/ 1814 h 2911"/>
                <a:gd name="connsiteX47" fmla="*/ 1398 w 2092"/>
                <a:gd name="connsiteY47" fmla="*/ 1698 h 2911"/>
                <a:gd name="connsiteX48" fmla="*/ 1382 w 2092"/>
                <a:gd name="connsiteY48" fmla="*/ 1554 h 2911"/>
                <a:gd name="connsiteX49" fmla="*/ 1344 w 2092"/>
                <a:gd name="connsiteY49" fmla="*/ 1367 h 2911"/>
                <a:gd name="connsiteX50" fmla="*/ 1305 w 2092"/>
                <a:gd name="connsiteY50" fmla="*/ 1201 h 2911"/>
                <a:gd name="connsiteX51" fmla="*/ 1243 w 2092"/>
                <a:gd name="connsiteY51" fmla="*/ 965 h 2911"/>
                <a:gd name="connsiteX52" fmla="*/ 1233 w 2092"/>
                <a:gd name="connsiteY52" fmla="*/ 648 h 2911"/>
                <a:gd name="connsiteX53" fmla="*/ 1495 w 2092"/>
                <a:gd name="connsiteY53" fmla="*/ 249 h 2911"/>
                <a:gd name="connsiteX54" fmla="*/ 1735 w 2092"/>
                <a:gd name="connsiteY54" fmla="*/ 104 h 2911"/>
                <a:gd name="connsiteX55" fmla="*/ 1912 w 2092"/>
                <a:gd name="connsiteY55" fmla="*/ 116 h 2911"/>
                <a:gd name="connsiteX56" fmla="*/ 2042 w 2092"/>
                <a:gd name="connsiteY56" fmla="*/ 197 h 2911"/>
                <a:gd name="connsiteX57" fmla="*/ 2086 w 2092"/>
                <a:gd name="connsiteY57" fmla="*/ 189 h 2911"/>
                <a:gd name="connsiteX58" fmla="*/ 2063 w 2092"/>
                <a:gd name="connsiteY58" fmla="*/ 109 h 2911"/>
                <a:gd name="connsiteX59" fmla="*/ 1910 w 2092"/>
                <a:gd name="connsiteY59" fmla="*/ 31 h 2911"/>
                <a:gd name="connsiteX60" fmla="*/ 1740 w 2092"/>
                <a:gd name="connsiteY60" fmla="*/ 18 h 2911"/>
                <a:gd name="connsiteX61" fmla="*/ 1493 w 2092"/>
                <a:gd name="connsiteY61" fmla="*/ 138 h 2911"/>
                <a:gd name="connsiteX62" fmla="*/ 1253 w 2092"/>
                <a:gd name="connsiteY62" fmla="*/ 415 h 2911"/>
                <a:gd name="connsiteX63" fmla="*/ 1169 w 2092"/>
                <a:gd name="connsiteY63" fmla="*/ 539 h 2911"/>
                <a:gd name="connsiteX64" fmla="*/ 1122 w 2092"/>
                <a:gd name="connsiteY64" fmla="*/ 510 h 2911"/>
                <a:gd name="connsiteX65" fmla="*/ 1087 w 2092"/>
                <a:gd name="connsiteY65" fmla="*/ 374 h 2911"/>
                <a:gd name="connsiteX66" fmla="*/ 1019 w 2092"/>
                <a:gd name="connsiteY66" fmla="*/ 366 h 2911"/>
                <a:gd name="connsiteX67" fmla="*/ 993 w 2092"/>
                <a:gd name="connsiteY67" fmla="*/ 444 h 2911"/>
                <a:gd name="connsiteX68" fmla="*/ 953 w 2092"/>
                <a:gd name="connsiteY68" fmla="*/ 550 h 2911"/>
                <a:gd name="connsiteX69" fmla="*/ 844 w 2092"/>
                <a:gd name="connsiteY69" fmla="*/ 433 h 2911"/>
                <a:gd name="connsiteX70" fmla="*/ 756 w 2092"/>
                <a:gd name="connsiteY70" fmla="*/ 326 h 2911"/>
                <a:gd name="connsiteX71" fmla="*/ 605 w 2092"/>
                <a:gd name="connsiteY71" fmla="*/ 167 h 2911"/>
                <a:gd name="connsiteX72" fmla="*/ 377 w 2092"/>
                <a:gd name="connsiteY72" fmla="*/ 60 h 2911"/>
                <a:gd name="connsiteX73" fmla="*/ 184 w 2092"/>
                <a:gd name="connsiteY73" fmla="*/ 69 h 2911"/>
                <a:gd name="connsiteX74" fmla="*/ 38 w 2092"/>
                <a:gd name="connsiteY74" fmla="*/ 162 h 2911"/>
                <a:gd name="connsiteX75" fmla="*/ 4 w 2092"/>
                <a:gd name="connsiteY75" fmla="*/ 215 h 2911"/>
                <a:gd name="connsiteX76" fmla="*/ 13 w 2092"/>
                <a:gd name="connsiteY76" fmla="*/ 248 h 2911"/>
                <a:gd name="connsiteX77" fmla="*/ 61 w 2092"/>
                <a:gd name="connsiteY77" fmla="*/ 246 h 2911"/>
                <a:gd name="connsiteX78" fmla="*/ 144 w 2092"/>
                <a:gd name="connsiteY78" fmla="*/ 173 h 2911"/>
                <a:gd name="connsiteX79" fmla="*/ 256 w 2092"/>
                <a:gd name="connsiteY79" fmla="*/ 127 h 2911"/>
                <a:gd name="connsiteX80" fmla="*/ 434 w 2092"/>
                <a:gd name="connsiteY80" fmla="*/ 149 h 2911"/>
                <a:gd name="connsiteX81" fmla="*/ 572 w 2092"/>
                <a:gd name="connsiteY81" fmla="*/ 237 h 2911"/>
                <a:gd name="connsiteX82" fmla="*/ 659 w 2092"/>
                <a:gd name="connsiteY82" fmla="*/ 333 h 2911"/>
                <a:gd name="connsiteX83" fmla="*/ 748 w 2092"/>
                <a:gd name="connsiteY83" fmla="*/ 442 h 2911"/>
                <a:gd name="connsiteX84" fmla="*/ 835 w 2092"/>
                <a:gd name="connsiteY84" fmla="*/ 586 h 2911"/>
                <a:gd name="connsiteX85" fmla="*/ 881 w 2092"/>
                <a:gd name="connsiteY85" fmla="*/ 704 h 2911"/>
                <a:gd name="connsiteX86" fmla="*/ 877 w 2092"/>
                <a:gd name="connsiteY86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789 w 2092"/>
                <a:gd name="connsiteY42" fmla="*/ 2213 h 2911"/>
                <a:gd name="connsiteX43" fmla="*/ 1368 w 2092"/>
                <a:gd name="connsiteY43" fmla="*/ 1960 h 2911"/>
                <a:gd name="connsiteX44" fmla="*/ 1366 w 2092"/>
                <a:gd name="connsiteY44" fmla="*/ 1916 h 2911"/>
                <a:gd name="connsiteX45" fmla="*/ 1386 w 2092"/>
                <a:gd name="connsiteY45" fmla="*/ 1814 h 2911"/>
                <a:gd name="connsiteX46" fmla="*/ 1398 w 2092"/>
                <a:gd name="connsiteY46" fmla="*/ 1698 h 2911"/>
                <a:gd name="connsiteX47" fmla="*/ 1382 w 2092"/>
                <a:gd name="connsiteY47" fmla="*/ 1554 h 2911"/>
                <a:gd name="connsiteX48" fmla="*/ 1344 w 2092"/>
                <a:gd name="connsiteY48" fmla="*/ 1367 h 2911"/>
                <a:gd name="connsiteX49" fmla="*/ 1305 w 2092"/>
                <a:gd name="connsiteY49" fmla="*/ 1201 h 2911"/>
                <a:gd name="connsiteX50" fmla="*/ 1243 w 2092"/>
                <a:gd name="connsiteY50" fmla="*/ 965 h 2911"/>
                <a:gd name="connsiteX51" fmla="*/ 1233 w 2092"/>
                <a:gd name="connsiteY51" fmla="*/ 648 h 2911"/>
                <a:gd name="connsiteX52" fmla="*/ 1495 w 2092"/>
                <a:gd name="connsiteY52" fmla="*/ 249 h 2911"/>
                <a:gd name="connsiteX53" fmla="*/ 1735 w 2092"/>
                <a:gd name="connsiteY53" fmla="*/ 104 h 2911"/>
                <a:gd name="connsiteX54" fmla="*/ 1912 w 2092"/>
                <a:gd name="connsiteY54" fmla="*/ 116 h 2911"/>
                <a:gd name="connsiteX55" fmla="*/ 2042 w 2092"/>
                <a:gd name="connsiteY55" fmla="*/ 197 h 2911"/>
                <a:gd name="connsiteX56" fmla="*/ 2086 w 2092"/>
                <a:gd name="connsiteY56" fmla="*/ 189 h 2911"/>
                <a:gd name="connsiteX57" fmla="*/ 2063 w 2092"/>
                <a:gd name="connsiteY57" fmla="*/ 109 h 2911"/>
                <a:gd name="connsiteX58" fmla="*/ 1910 w 2092"/>
                <a:gd name="connsiteY58" fmla="*/ 31 h 2911"/>
                <a:gd name="connsiteX59" fmla="*/ 1740 w 2092"/>
                <a:gd name="connsiteY59" fmla="*/ 18 h 2911"/>
                <a:gd name="connsiteX60" fmla="*/ 1493 w 2092"/>
                <a:gd name="connsiteY60" fmla="*/ 138 h 2911"/>
                <a:gd name="connsiteX61" fmla="*/ 1253 w 2092"/>
                <a:gd name="connsiteY61" fmla="*/ 415 h 2911"/>
                <a:gd name="connsiteX62" fmla="*/ 1169 w 2092"/>
                <a:gd name="connsiteY62" fmla="*/ 539 h 2911"/>
                <a:gd name="connsiteX63" fmla="*/ 1122 w 2092"/>
                <a:gd name="connsiteY63" fmla="*/ 510 h 2911"/>
                <a:gd name="connsiteX64" fmla="*/ 1087 w 2092"/>
                <a:gd name="connsiteY64" fmla="*/ 374 h 2911"/>
                <a:gd name="connsiteX65" fmla="*/ 1019 w 2092"/>
                <a:gd name="connsiteY65" fmla="*/ 366 h 2911"/>
                <a:gd name="connsiteX66" fmla="*/ 993 w 2092"/>
                <a:gd name="connsiteY66" fmla="*/ 444 h 2911"/>
                <a:gd name="connsiteX67" fmla="*/ 953 w 2092"/>
                <a:gd name="connsiteY67" fmla="*/ 550 h 2911"/>
                <a:gd name="connsiteX68" fmla="*/ 844 w 2092"/>
                <a:gd name="connsiteY68" fmla="*/ 433 h 2911"/>
                <a:gd name="connsiteX69" fmla="*/ 756 w 2092"/>
                <a:gd name="connsiteY69" fmla="*/ 326 h 2911"/>
                <a:gd name="connsiteX70" fmla="*/ 605 w 2092"/>
                <a:gd name="connsiteY70" fmla="*/ 167 h 2911"/>
                <a:gd name="connsiteX71" fmla="*/ 377 w 2092"/>
                <a:gd name="connsiteY71" fmla="*/ 60 h 2911"/>
                <a:gd name="connsiteX72" fmla="*/ 184 w 2092"/>
                <a:gd name="connsiteY72" fmla="*/ 69 h 2911"/>
                <a:gd name="connsiteX73" fmla="*/ 38 w 2092"/>
                <a:gd name="connsiteY73" fmla="*/ 162 h 2911"/>
                <a:gd name="connsiteX74" fmla="*/ 4 w 2092"/>
                <a:gd name="connsiteY74" fmla="*/ 215 h 2911"/>
                <a:gd name="connsiteX75" fmla="*/ 13 w 2092"/>
                <a:gd name="connsiteY75" fmla="*/ 248 h 2911"/>
                <a:gd name="connsiteX76" fmla="*/ 61 w 2092"/>
                <a:gd name="connsiteY76" fmla="*/ 246 h 2911"/>
                <a:gd name="connsiteX77" fmla="*/ 144 w 2092"/>
                <a:gd name="connsiteY77" fmla="*/ 173 h 2911"/>
                <a:gd name="connsiteX78" fmla="*/ 256 w 2092"/>
                <a:gd name="connsiteY78" fmla="*/ 127 h 2911"/>
                <a:gd name="connsiteX79" fmla="*/ 434 w 2092"/>
                <a:gd name="connsiteY79" fmla="*/ 149 h 2911"/>
                <a:gd name="connsiteX80" fmla="*/ 572 w 2092"/>
                <a:gd name="connsiteY80" fmla="*/ 237 h 2911"/>
                <a:gd name="connsiteX81" fmla="*/ 659 w 2092"/>
                <a:gd name="connsiteY81" fmla="*/ 333 h 2911"/>
                <a:gd name="connsiteX82" fmla="*/ 748 w 2092"/>
                <a:gd name="connsiteY82" fmla="*/ 442 h 2911"/>
                <a:gd name="connsiteX83" fmla="*/ 835 w 2092"/>
                <a:gd name="connsiteY83" fmla="*/ 586 h 2911"/>
                <a:gd name="connsiteX84" fmla="*/ 881 w 2092"/>
                <a:gd name="connsiteY84" fmla="*/ 704 h 2911"/>
                <a:gd name="connsiteX85" fmla="*/ 877 w 2092"/>
                <a:gd name="connsiteY85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745 w 2092"/>
                <a:gd name="connsiteY41" fmla="*/ 2257 h 2911"/>
                <a:gd name="connsiteX42" fmla="*/ 1368 w 2092"/>
                <a:gd name="connsiteY42" fmla="*/ 1960 h 2911"/>
                <a:gd name="connsiteX43" fmla="*/ 1366 w 2092"/>
                <a:gd name="connsiteY43" fmla="*/ 1916 h 2911"/>
                <a:gd name="connsiteX44" fmla="*/ 1386 w 2092"/>
                <a:gd name="connsiteY44" fmla="*/ 1814 h 2911"/>
                <a:gd name="connsiteX45" fmla="*/ 1398 w 2092"/>
                <a:gd name="connsiteY45" fmla="*/ 1698 h 2911"/>
                <a:gd name="connsiteX46" fmla="*/ 1382 w 2092"/>
                <a:gd name="connsiteY46" fmla="*/ 1554 h 2911"/>
                <a:gd name="connsiteX47" fmla="*/ 1344 w 2092"/>
                <a:gd name="connsiteY47" fmla="*/ 1367 h 2911"/>
                <a:gd name="connsiteX48" fmla="*/ 1305 w 2092"/>
                <a:gd name="connsiteY48" fmla="*/ 1201 h 2911"/>
                <a:gd name="connsiteX49" fmla="*/ 1243 w 2092"/>
                <a:gd name="connsiteY49" fmla="*/ 965 h 2911"/>
                <a:gd name="connsiteX50" fmla="*/ 1233 w 2092"/>
                <a:gd name="connsiteY50" fmla="*/ 648 h 2911"/>
                <a:gd name="connsiteX51" fmla="*/ 1495 w 2092"/>
                <a:gd name="connsiteY51" fmla="*/ 249 h 2911"/>
                <a:gd name="connsiteX52" fmla="*/ 1735 w 2092"/>
                <a:gd name="connsiteY52" fmla="*/ 104 h 2911"/>
                <a:gd name="connsiteX53" fmla="*/ 1912 w 2092"/>
                <a:gd name="connsiteY53" fmla="*/ 116 h 2911"/>
                <a:gd name="connsiteX54" fmla="*/ 2042 w 2092"/>
                <a:gd name="connsiteY54" fmla="*/ 197 h 2911"/>
                <a:gd name="connsiteX55" fmla="*/ 2086 w 2092"/>
                <a:gd name="connsiteY55" fmla="*/ 189 h 2911"/>
                <a:gd name="connsiteX56" fmla="*/ 2063 w 2092"/>
                <a:gd name="connsiteY56" fmla="*/ 109 h 2911"/>
                <a:gd name="connsiteX57" fmla="*/ 1910 w 2092"/>
                <a:gd name="connsiteY57" fmla="*/ 31 h 2911"/>
                <a:gd name="connsiteX58" fmla="*/ 1740 w 2092"/>
                <a:gd name="connsiteY58" fmla="*/ 18 h 2911"/>
                <a:gd name="connsiteX59" fmla="*/ 1493 w 2092"/>
                <a:gd name="connsiteY59" fmla="*/ 138 h 2911"/>
                <a:gd name="connsiteX60" fmla="*/ 1253 w 2092"/>
                <a:gd name="connsiteY60" fmla="*/ 415 h 2911"/>
                <a:gd name="connsiteX61" fmla="*/ 1169 w 2092"/>
                <a:gd name="connsiteY61" fmla="*/ 539 h 2911"/>
                <a:gd name="connsiteX62" fmla="*/ 1122 w 2092"/>
                <a:gd name="connsiteY62" fmla="*/ 510 h 2911"/>
                <a:gd name="connsiteX63" fmla="*/ 1087 w 2092"/>
                <a:gd name="connsiteY63" fmla="*/ 374 h 2911"/>
                <a:gd name="connsiteX64" fmla="*/ 1019 w 2092"/>
                <a:gd name="connsiteY64" fmla="*/ 366 h 2911"/>
                <a:gd name="connsiteX65" fmla="*/ 993 w 2092"/>
                <a:gd name="connsiteY65" fmla="*/ 444 h 2911"/>
                <a:gd name="connsiteX66" fmla="*/ 953 w 2092"/>
                <a:gd name="connsiteY66" fmla="*/ 550 h 2911"/>
                <a:gd name="connsiteX67" fmla="*/ 844 w 2092"/>
                <a:gd name="connsiteY67" fmla="*/ 433 h 2911"/>
                <a:gd name="connsiteX68" fmla="*/ 756 w 2092"/>
                <a:gd name="connsiteY68" fmla="*/ 326 h 2911"/>
                <a:gd name="connsiteX69" fmla="*/ 605 w 2092"/>
                <a:gd name="connsiteY69" fmla="*/ 167 h 2911"/>
                <a:gd name="connsiteX70" fmla="*/ 377 w 2092"/>
                <a:gd name="connsiteY70" fmla="*/ 60 h 2911"/>
                <a:gd name="connsiteX71" fmla="*/ 184 w 2092"/>
                <a:gd name="connsiteY71" fmla="*/ 69 h 2911"/>
                <a:gd name="connsiteX72" fmla="*/ 38 w 2092"/>
                <a:gd name="connsiteY72" fmla="*/ 162 h 2911"/>
                <a:gd name="connsiteX73" fmla="*/ 4 w 2092"/>
                <a:gd name="connsiteY73" fmla="*/ 215 h 2911"/>
                <a:gd name="connsiteX74" fmla="*/ 13 w 2092"/>
                <a:gd name="connsiteY74" fmla="*/ 248 h 2911"/>
                <a:gd name="connsiteX75" fmla="*/ 61 w 2092"/>
                <a:gd name="connsiteY75" fmla="*/ 246 h 2911"/>
                <a:gd name="connsiteX76" fmla="*/ 144 w 2092"/>
                <a:gd name="connsiteY76" fmla="*/ 173 h 2911"/>
                <a:gd name="connsiteX77" fmla="*/ 256 w 2092"/>
                <a:gd name="connsiteY77" fmla="*/ 127 h 2911"/>
                <a:gd name="connsiteX78" fmla="*/ 434 w 2092"/>
                <a:gd name="connsiteY78" fmla="*/ 149 h 2911"/>
                <a:gd name="connsiteX79" fmla="*/ 572 w 2092"/>
                <a:gd name="connsiteY79" fmla="*/ 237 h 2911"/>
                <a:gd name="connsiteX80" fmla="*/ 659 w 2092"/>
                <a:gd name="connsiteY80" fmla="*/ 333 h 2911"/>
                <a:gd name="connsiteX81" fmla="*/ 748 w 2092"/>
                <a:gd name="connsiteY81" fmla="*/ 442 h 2911"/>
                <a:gd name="connsiteX82" fmla="*/ 835 w 2092"/>
                <a:gd name="connsiteY82" fmla="*/ 586 h 2911"/>
                <a:gd name="connsiteX83" fmla="*/ 881 w 2092"/>
                <a:gd name="connsiteY83" fmla="*/ 704 h 2911"/>
                <a:gd name="connsiteX84" fmla="*/ 877 w 2092"/>
                <a:gd name="connsiteY84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750 w 2092"/>
                <a:gd name="connsiteY40" fmla="*/ 2300 h 2911"/>
                <a:gd name="connsiteX41" fmla="*/ 1368 w 2092"/>
                <a:gd name="connsiteY41" fmla="*/ 1960 h 2911"/>
                <a:gd name="connsiteX42" fmla="*/ 1366 w 2092"/>
                <a:gd name="connsiteY42" fmla="*/ 1916 h 2911"/>
                <a:gd name="connsiteX43" fmla="*/ 1386 w 2092"/>
                <a:gd name="connsiteY43" fmla="*/ 1814 h 2911"/>
                <a:gd name="connsiteX44" fmla="*/ 1398 w 2092"/>
                <a:gd name="connsiteY44" fmla="*/ 1698 h 2911"/>
                <a:gd name="connsiteX45" fmla="*/ 1382 w 2092"/>
                <a:gd name="connsiteY45" fmla="*/ 1554 h 2911"/>
                <a:gd name="connsiteX46" fmla="*/ 1344 w 2092"/>
                <a:gd name="connsiteY46" fmla="*/ 1367 h 2911"/>
                <a:gd name="connsiteX47" fmla="*/ 1305 w 2092"/>
                <a:gd name="connsiteY47" fmla="*/ 1201 h 2911"/>
                <a:gd name="connsiteX48" fmla="*/ 1243 w 2092"/>
                <a:gd name="connsiteY48" fmla="*/ 965 h 2911"/>
                <a:gd name="connsiteX49" fmla="*/ 1233 w 2092"/>
                <a:gd name="connsiteY49" fmla="*/ 648 h 2911"/>
                <a:gd name="connsiteX50" fmla="*/ 1495 w 2092"/>
                <a:gd name="connsiteY50" fmla="*/ 249 h 2911"/>
                <a:gd name="connsiteX51" fmla="*/ 1735 w 2092"/>
                <a:gd name="connsiteY51" fmla="*/ 104 h 2911"/>
                <a:gd name="connsiteX52" fmla="*/ 1912 w 2092"/>
                <a:gd name="connsiteY52" fmla="*/ 116 h 2911"/>
                <a:gd name="connsiteX53" fmla="*/ 2042 w 2092"/>
                <a:gd name="connsiteY53" fmla="*/ 197 h 2911"/>
                <a:gd name="connsiteX54" fmla="*/ 2086 w 2092"/>
                <a:gd name="connsiteY54" fmla="*/ 189 h 2911"/>
                <a:gd name="connsiteX55" fmla="*/ 2063 w 2092"/>
                <a:gd name="connsiteY55" fmla="*/ 109 h 2911"/>
                <a:gd name="connsiteX56" fmla="*/ 1910 w 2092"/>
                <a:gd name="connsiteY56" fmla="*/ 31 h 2911"/>
                <a:gd name="connsiteX57" fmla="*/ 1740 w 2092"/>
                <a:gd name="connsiteY57" fmla="*/ 18 h 2911"/>
                <a:gd name="connsiteX58" fmla="*/ 1493 w 2092"/>
                <a:gd name="connsiteY58" fmla="*/ 138 h 2911"/>
                <a:gd name="connsiteX59" fmla="*/ 1253 w 2092"/>
                <a:gd name="connsiteY59" fmla="*/ 415 h 2911"/>
                <a:gd name="connsiteX60" fmla="*/ 1169 w 2092"/>
                <a:gd name="connsiteY60" fmla="*/ 539 h 2911"/>
                <a:gd name="connsiteX61" fmla="*/ 1122 w 2092"/>
                <a:gd name="connsiteY61" fmla="*/ 510 h 2911"/>
                <a:gd name="connsiteX62" fmla="*/ 1087 w 2092"/>
                <a:gd name="connsiteY62" fmla="*/ 374 h 2911"/>
                <a:gd name="connsiteX63" fmla="*/ 1019 w 2092"/>
                <a:gd name="connsiteY63" fmla="*/ 366 h 2911"/>
                <a:gd name="connsiteX64" fmla="*/ 993 w 2092"/>
                <a:gd name="connsiteY64" fmla="*/ 444 h 2911"/>
                <a:gd name="connsiteX65" fmla="*/ 953 w 2092"/>
                <a:gd name="connsiteY65" fmla="*/ 550 h 2911"/>
                <a:gd name="connsiteX66" fmla="*/ 844 w 2092"/>
                <a:gd name="connsiteY66" fmla="*/ 433 h 2911"/>
                <a:gd name="connsiteX67" fmla="*/ 756 w 2092"/>
                <a:gd name="connsiteY67" fmla="*/ 326 h 2911"/>
                <a:gd name="connsiteX68" fmla="*/ 605 w 2092"/>
                <a:gd name="connsiteY68" fmla="*/ 167 h 2911"/>
                <a:gd name="connsiteX69" fmla="*/ 377 w 2092"/>
                <a:gd name="connsiteY69" fmla="*/ 60 h 2911"/>
                <a:gd name="connsiteX70" fmla="*/ 184 w 2092"/>
                <a:gd name="connsiteY70" fmla="*/ 69 h 2911"/>
                <a:gd name="connsiteX71" fmla="*/ 38 w 2092"/>
                <a:gd name="connsiteY71" fmla="*/ 162 h 2911"/>
                <a:gd name="connsiteX72" fmla="*/ 4 w 2092"/>
                <a:gd name="connsiteY72" fmla="*/ 215 h 2911"/>
                <a:gd name="connsiteX73" fmla="*/ 13 w 2092"/>
                <a:gd name="connsiteY73" fmla="*/ 248 h 2911"/>
                <a:gd name="connsiteX74" fmla="*/ 61 w 2092"/>
                <a:gd name="connsiteY74" fmla="*/ 246 h 2911"/>
                <a:gd name="connsiteX75" fmla="*/ 144 w 2092"/>
                <a:gd name="connsiteY75" fmla="*/ 173 h 2911"/>
                <a:gd name="connsiteX76" fmla="*/ 256 w 2092"/>
                <a:gd name="connsiteY76" fmla="*/ 127 h 2911"/>
                <a:gd name="connsiteX77" fmla="*/ 434 w 2092"/>
                <a:gd name="connsiteY77" fmla="*/ 149 h 2911"/>
                <a:gd name="connsiteX78" fmla="*/ 572 w 2092"/>
                <a:gd name="connsiteY78" fmla="*/ 237 h 2911"/>
                <a:gd name="connsiteX79" fmla="*/ 659 w 2092"/>
                <a:gd name="connsiteY79" fmla="*/ 333 h 2911"/>
                <a:gd name="connsiteX80" fmla="*/ 748 w 2092"/>
                <a:gd name="connsiteY80" fmla="*/ 442 h 2911"/>
                <a:gd name="connsiteX81" fmla="*/ 835 w 2092"/>
                <a:gd name="connsiteY81" fmla="*/ 586 h 2911"/>
                <a:gd name="connsiteX82" fmla="*/ 881 w 2092"/>
                <a:gd name="connsiteY82" fmla="*/ 704 h 2911"/>
                <a:gd name="connsiteX83" fmla="*/ 877 w 2092"/>
                <a:gd name="connsiteY83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788 w 2092"/>
                <a:gd name="connsiteY39" fmla="*/ 2346 h 2911"/>
                <a:gd name="connsiteX40" fmla="*/ 1368 w 2092"/>
                <a:gd name="connsiteY40" fmla="*/ 1960 h 2911"/>
                <a:gd name="connsiteX41" fmla="*/ 1366 w 2092"/>
                <a:gd name="connsiteY41" fmla="*/ 1916 h 2911"/>
                <a:gd name="connsiteX42" fmla="*/ 1386 w 2092"/>
                <a:gd name="connsiteY42" fmla="*/ 1814 h 2911"/>
                <a:gd name="connsiteX43" fmla="*/ 1398 w 2092"/>
                <a:gd name="connsiteY43" fmla="*/ 1698 h 2911"/>
                <a:gd name="connsiteX44" fmla="*/ 1382 w 2092"/>
                <a:gd name="connsiteY44" fmla="*/ 1554 h 2911"/>
                <a:gd name="connsiteX45" fmla="*/ 1344 w 2092"/>
                <a:gd name="connsiteY45" fmla="*/ 1367 h 2911"/>
                <a:gd name="connsiteX46" fmla="*/ 1305 w 2092"/>
                <a:gd name="connsiteY46" fmla="*/ 1201 h 2911"/>
                <a:gd name="connsiteX47" fmla="*/ 1243 w 2092"/>
                <a:gd name="connsiteY47" fmla="*/ 965 h 2911"/>
                <a:gd name="connsiteX48" fmla="*/ 1233 w 2092"/>
                <a:gd name="connsiteY48" fmla="*/ 648 h 2911"/>
                <a:gd name="connsiteX49" fmla="*/ 1495 w 2092"/>
                <a:gd name="connsiteY49" fmla="*/ 249 h 2911"/>
                <a:gd name="connsiteX50" fmla="*/ 1735 w 2092"/>
                <a:gd name="connsiteY50" fmla="*/ 104 h 2911"/>
                <a:gd name="connsiteX51" fmla="*/ 1912 w 2092"/>
                <a:gd name="connsiteY51" fmla="*/ 116 h 2911"/>
                <a:gd name="connsiteX52" fmla="*/ 2042 w 2092"/>
                <a:gd name="connsiteY52" fmla="*/ 197 h 2911"/>
                <a:gd name="connsiteX53" fmla="*/ 2086 w 2092"/>
                <a:gd name="connsiteY53" fmla="*/ 189 h 2911"/>
                <a:gd name="connsiteX54" fmla="*/ 2063 w 2092"/>
                <a:gd name="connsiteY54" fmla="*/ 109 h 2911"/>
                <a:gd name="connsiteX55" fmla="*/ 1910 w 2092"/>
                <a:gd name="connsiteY55" fmla="*/ 31 h 2911"/>
                <a:gd name="connsiteX56" fmla="*/ 1740 w 2092"/>
                <a:gd name="connsiteY56" fmla="*/ 18 h 2911"/>
                <a:gd name="connsiteX57" fmla="*/ 1493 w 2092"/>
                <a:gd name="connsiteY57" fmla="*/ 138 h 2911"/>
                <a:gd name="connsiteX58" fmla="*/ 1253 w 2092"/>
                <a:gd name="connsiteY58" fmla="*/ 415 h 2911"/>
                <a:gd name="connsiteX59" fmla="*/ 1169 w 2092"/>
                <a:gd name="connsiteY59" fmla="*/ 539 h 2911"/>
                <a:gd name="connsiteX60" fmla="*/ 1122 w 2092"/>
                <a:gd name="connsiteY60" fmla="*/ 510 h 2911"/>
                <a:gd name="connsiteX61" fmla="*/ 1087 w 2092"/>
                <a:gd name="connsiteY61" fmla="*/ 374 h 2911"/>
                <a:gd name="connsiteX62" fmla="*/ 1019 w 2092"/>
                <a:gd name="connsiteY62" fmla="*/ 366 h 2911"/>
                <a:gd name="connsiteX63" fmla="*/ 993 w 2092"/>
                <a:gd name="connsiteY63" fmla="*/ 444 h 2911"/>
                <a:gd name="connsiteX64" fmla="*/ 953 w 2092"/>
                <a:gd name="connsiteY64" fmla="*/ 550 h 2911"/>
                <a:gd name="connsiteX65" fmla="*/ 844 w 2092"/>
                <a:gd name="connsiteY65" fmla="*/ 433 h 2911"/>
                <a:gd name="connsiteX66" fmla="*/ 756 w 2092"/>
                <a:gd name="connsiteY66" fmla="*/ 326 h 2911"/>
                <a:gd name="connsiteX67" fmla="*/ 605 w 2092"/>
                <a:gd name="connsiteY67" fmla="*/ 167 h 2911"/>
                <a:gd name="connsiteX68" fmla="*/ 377 w 2092"/>
                <a:gd name="connsiteY68" fmla="*/ 60 h 2911"/>
                <a:gd name="connsiteX69" fmla="*/ 184 w 2092"/>
                <a:gd name="connsiteY69" fmla="*/ 69 h 2911"/>
                <a:gd name="connsiteX70" fmla="*/ 38 w 2092"/>
                <a:gd name="connsiteY70" fmla="*/ 162 h 2911"/>
                <a:gd name="connsiteX71" fmla="*/ 4 w 2092"/>
                <a:gd name="connsiteY71" fmla="*/ 215 h 2911"/>
                <a:gd name="connsiteX72" fmla="*/ 13 w 2092"/>
                <a:gd name="connsiteY72" fmla="*/ 248 h 2911"/>
                <a:gd name="connsiteX73" fmla="*/ 61 w 2092"/>
                <a:gd name="connsiteY73" fmla="*/ 246 h 2911"/>
                <a:gd name="connsiteX74" fmla="*/ 144 w 2092"/>
                <a:gd name="connsiteY74" fmla="*/ 173 h 2911"/>
                <a:gd name="connsiteX75" fmla="*/ 256 w 2092"/>
                <a:gd name="connsiteY75" fmla="*/ 127 h 2911"/>
                <a:gd name="connsiteX76" fmla="*/ 434 w 2092"/>
                <a:gd name="connsiteY76" fmla="*/ 149 h 2911"/>
                <a:gd name="connsiteX77" fmla="*/ 572 w 2092"/>
                <a:gd name="connsiteY77" fmla="*/ 237 h 2911"/>
                <a:gd name="connsiteX78" fmla="*/ 659 w 2092"/>
                <a:gd name="connsiteY78" fmla="*/ 333 h 2911"/>
                <a:gd name="connsiteX79" fmla="*/ 748 w 2092"/>
                <a:gd name="connsiteY79" fmla="*/ 442 h 2911"/>
                <a:gd name="connsiteX80" fmla="*/ 835 w 2092"/>
                <a:gd name="connsiteY80" fmla="*/ 586 h 2911"/>
                <a:gd name="connsiteX81" fmla="*/ 881 w 2092"/>
                <a:gd name="connsiteY81" fmla="*/ 704 h 2911"/>
                <a:gd name="connsiteX82" fmla="*/ 877 w 2092"/>
                <a:gd name="connsiteY82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844 w 2092"/>
                <a:gd name="connsiteY38" fmla="*/ 2387 h 2911"/>
                <a:gd name="connsiteX39" fmla="*/ 1368 w 2092"/>
                <a:gd name="connsiteY39" fmla="*/ 1960 h 2911"/>
                <a:gd name="connsiteX40" fmla="*/ 1366 w 2092"/>
                <a:gd name="connsiteY40" fmla="*/ 1916 h 2911"/>
                <a:gd name="connsiteX41" fmla="*/ 1386 w 2092"/>
                <a:gd name="connsiteY41" fmla="*/ 1814 h 2911"/>
                <a:gd name="connsiteX42" fmla="*/ 1398 w 2092"/>
                <a:gd name="connsiteY42" fmla="*/ 1698 h 2911"/>
                <a:gd name="connsiteX43" fmla="*/ 1382 w 2092"/>
                <a:gd name="connsiteY43" fmla="*/ 1554 h 2911"/>
                <a:gd name="connsiteX44" fmla="*/ 1344 w 2092"/>
                <a:gd name="connsiteY44" fmla="*/ 1367 h 2911"/>
                <a:gd name="connsiteX45" fmla="*/ 1305 w 2092"/>
                <a:gd name="connsiteY45" fmla="*/ 1201 h 2911"/>
                <a:gd name="connsiteX46" fmla="*/ 1243 w 2092"/>
                <a:gd name="connsiteY46" fmla="*/ 965 h 2911"/>
                <a:gd name="connsiteX47" fmla="*/ 1233 w 2092"/>
                <a:gd name="connsiteY47" fmla="*/ 648 h 2911"/>
                <a:gd name="connsiteX48" fmla="*/ 1495 w 2092"/>
                <a:gd name="connsiteY48" fmla="*/ 249 h 2911"/>
                <a:gd name="connsiteX49" fmla="*/ 1735 w 2092"/>
                <a:gd name="connsiteY49" fmla="*/ 104 h 2911"/>
                <a:gd name="connsiteX50" fmla="*/ 1912 w 2092"/>
                <a:gd name="connsiteY50" fmla="*/ 116 h 2911"/>
                <a:gd name="connsiteX51" fmla="*/ 2042 w 2092"/>
                <a:gd name="connsiteY51" fmla="*/ 197 h 2911"/>
                <a:gd name="connsiteX52" fmla="*/ 2086 w 2092"/>
                <a:gd name="connsiteY52" fmla="*/ 189 h 2911"/>
                <a:gd name="connsiteX53" fmla="*/ 2063 w 2092"/>
                <a:gd name="connsiteY53" fmla="*/ 109 h 2911"/>
                <a:gd name="connsiteX54" fmla="*/ 1910 w 2092"/>
                <a:gd name="connsiteY54" fmla="*/ 31 h 2911"/>
                <a:gd name="connsiteX55" fmla="*/ 1740 w 2092"/>
                <a:gd name="connsiteY55" fmla="*/ 18 h 2911"/>
                <a:gd name="connsiteX56" fmla="*/ 1493 w 2092"/>
                <a:gd name="connsiteY56" fmla="*/ 138 h 2911"/>
                <a:gd name="connsiteX57" fmla="*/ 1253 w 2092"/>
                <a:gd name="connsiteY57" fmla="*/ 415 h 2911"/>
                <a:gd name="connsiteX58" fmla="*/ 1169 w 2092"/>
                <a:gd name="connsiteY58" fmla="*/ 539 h 2911"/>
                <a:gd name="connsiteX59" fmla="*/ 1122 w 2092"/>
                <a:gd name="connsiteY59" fmla="*/ 510 h 2911"/>
                <a:gd name="connsiteX60" fmla="*/ 1087 w 2092"/>
                <a:gd name="connsiteY60" fmla="*/ 374 h 2911"/>
                <a:gd name="connsiteX61" fmla="*/ 1019 w 2092"/>
                <a:gd name="connsiteY61" fmla="*/ 366 h 2911"/>
                <a:gd name="connsiteX62" fmla="*/ 993 w 2092"/>
                <a:gd name="connsiteY62" fmla="*/ 444 h 2911"/>
                <a:gd name="connsiteX63" fmla="*/ 953 w 2092"/>
                <a:gd name="connsiteY63" fmla="*/ 550 h 2911"/>
                <a:gd name="connsiteX64" fmla="*/ 844 w 2092"/>
                <a:gd name="connsiteY64" fmla="*/ 433 h 2911"/>
                <a:gd name="connsiteX65" fmla="*/ 756 w 2092"/>
                <a:gd name="connsiteY65" fmla="*/ 326 h 2911"/>
                <a:gd name="connsiteX66" fmla="*/ 605 w 2092"/>
                <a:gd name="connsiteY66" fmla="*/ 167 h 2911"/>
                <a:gd name="connsiteX67" fmla="*/ 377 w 2092"/>
                <a:gd name="connsiteY67" fmla="*/ 60 h 2911"/>
                <a:gd name="connsiteX68" fmla="*/ 184 w 2092"/>
                <a:gd name="connsiteY68" fmla="*/ 69 h 2911"/>
                <a:gd name="connsiteX69" fmla="*/ 38 w 2092"/>
                <a:gd name="connsiteY69" fmla="*/ 162 h 2911"/>
                <a:gd name="connsiteX70" fmla="*/ 4 w 2092"/>
                <a:gd name="connsiteY70" fmla="*/ 215 h 2911"/>
                <a:gd name="connsiteX71" fmla="*/ 13 w 2092"/>
                <a:gd name="connsiteY71" fmla="*/ 248 h 2911"/>
                <a:gd name="connsiteX72" fmla="*/ 61 w 2092"/>
                <a:gd name="connsiteY72" fmla="*/ 246 h 2911"/>
                <a:gd name="connsiteX73" fmla="*/ 144 w 2092"/>
                <a:gd name="connsiteY73" fmla="*/ 173 h 2911"/>
                <a:gd name="connsiteX74" fmla="*/ 256 w 2092"/>
                <a:gd name="connsiteY74" fmla="*/ 127 h 2911"/>
                <a:gd name="connsiteX75" fmla="*/ 434 w 2092"/>
                <a:gd name="connsiteY75" fmla="*/ 149 h 2911"/>
                <a:gd name="connsiteX76" fmla="*/ 572 w 2092"/>
                <a:gd name="connsiteY76" fmla="*/ 237 h 2911"/>
                <a:gd name="connsiteX77" fmla="*/ 659 w 2092"/>
                <a:gd name="connsiteY77" fmla="*/ 333 h 2911"/>
                <a:gd name="connsiteX78" fmla="*/ 748 w 2092"/>
                <a:gd name="connsiteY78" fmla="*/ 442 h 2911"/>
                <a:gd name="connsiteX79" fmla="*/ 835 w 2092"/>
                <a:gd name="connsiteY79" fmla="*/ 586 h 2911"/>
                <a:gd name="connsiteX80" fmla="*/ 881 w 2092"/>
                <a:gd name="connsiteY80" fmla="*/ 704 h 2911"/>
                <a:gd name="connsiteX81" fmla="*/ 877 w 2092"/>
                <a:gd name="connsiteY81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849 w 2092"/>
                <a:gd name="connsiteY37" fmla="*/ 2426 h 2911"/>
                <a:gd name="connsiteX38" fmla="*/ 1368 w 2092"/>
                <a:gd name="connsiteY38" fmla="*/ 1960 h 2911"/>
                <a:gd name="connsiteX39" fmla="*/ 1366 w 2092"/>
                <a:gd name="connsiteY39" fmla="*/ 1916 h 2911"/>
                <a:gd name="connsiteX40" fmla="*/ 1386 w 2092"/>
                <a:gd name="connsiteY40" fmla="*/ 1814 h 2911"/>
                <a:gd name="connsiteX41" fmla="*/ 1398 w 2092"/>
                <a:gd name="connsiteY41" fmla="*/ 1698 h 2911"/>
                <a:gd name="connsiteX42" fmla="*/ 1382 w 2092"/>
                <a:gd name="connsiteY42" fmla="*/ 1554 h 2911"/>
                <a:gd name="connsiteX43" fmla="*/ 1344 w 2092"/>
                <a:gd name="connsiteY43" fmla="*/ 1367 h 2911"/>
                <a:gd name="connsiteX44" fmla="*/ 1305 w 2092"/>
                <a:gd name="connsiteY44" fmla="*/ 1201 h 2911"/>
                <a:gd name="connsiteX45" fmla="*/ 1243 w 2092"/>
                <a:gd name="connsiteY45" fmla="*/ 965 h 2911"/>
                <a:gd name="connsiteX46" fmla="*/ 1233 w 2092"/>
                <a:gd name="connsiteY46" fmla="*/ 648 h 2911"/>
                <a:gd name="connsiteX47" fmla="*/ 1495 w 2092"/>
                <a:gd name="connsiteY47" fmla="*/ 249 h 2911"/>
                <a:gd name="connsiteX48" fmla="*/ 1735 w 2092"/>
                <a:gd name="connsiteY48" fmla="*/ 104 h 2911"/>
                <a:gd name="connsiteX49" fmla="*/ 1912 w 2092"/>
                <a:gd name="connsiteY49" fmla="*/ 116 h 2911"/>
                <a:gd name="connsiteX50" fmla="*/ 2042 w 2092"/>
                <a:gd name="connsiteY50" fmla="*/ 197 h 2911"/>
                <a:gd name="connsiteX51" fmla="*/ 2086 w 2092"/>
                <a:gd name="connsiteY51" fmla="*/ 189 h 2911"/>
                <a:gd name="connsiteX52" fmla="*/ 2063 w 2092"/>
                <a:gd name="connsiteY52" fmla="*/ 109 h 2911"/>
                <a:gd name="connsiteX53" fmla="*/ 1910 w 2092"/>
                <a:gd name="connsiteY53" fmla="*/ 31 h 2911"/>
                <a:gd name="connsiteX54" fmla="*/ 1740 w 2092"/>
                <a:gd name="connsiteY54" fmla="*/ 18 h 2911"/>
                <a:gd name="connsiteX55" fmla="*/ 1493 w 2092"/>
                <a:gd name="connsiteY55" fmla="*/ 138 h 2911"/>
                <a:gd name="connsiteX56" fmla="*/ 1253 w 2092"/>
                <a:gd name="connsiteY56" fmla="*/ 415 h 2911"/>
                <a:gd name="connsiteX57" fmla="*/ 1169 w 2092"/>
                <a:gd name="connsiteY57" fmla="*/ 539 h 2911"/>
                <a:gd name="connsiteX58" fmla="*/ 1122 w 2092"/>
                <a:gd name="connsiteY58" fmla="*/ 510 h 2911"/>
                <a:gd name="connsiteX59" fmla="*/ 1087 w 2092"/>
                <a:gd name="connsiteY59" fmla="*/ 374 h 2911"/>
                <a:gd name="connsiteX60" fmla="*/ 1019 w 2092"/>
                <a:gd name="connsiteY60" fmla="*/ 366 h 2911"/>
                <a:gd name="connsiteX61" fmla="*/ 993 w 2092"/>
                <a:gd name="connsiteY61" fmla="*/ 444 h 2911"/>
                <a:gd name="connsiteX62" fmla="*/ 953 w 2092"/>
                <a:gd name="connsiteY62" fmla="*/ 550 h 2911"/>
                <a:gd name="connsiteX63" fmla="*/ 844 w 2092"/>
                <a:gd name="connsiteY63" fmla="*/ 433 h 2911"/>
                <a:gd name="connsiteX64" fmla="*/ 756 w 2092"/>
                <a:gd name="connsiteY64" fmla="*/ 326 h 2911"/>
                <a:gd name="connsiteX65" fmla="*/ 605 w 2092"/>
                <a:gd name="connsiteY65" fmla="*/ 167 h 2911"/>
                <a:gd name="connsiteX66" fmla="*/ 377 w 2092"/>
                <a:gd name="connsiteY66" fmla="*/ 60 h 2911"/>
                <a:gd name="connsiteX67" fmla="*/ 184 w 2092"/>
                <a:gd name="connsiteY67" fmla="*/ 69 h 2911"/>
                <a:gd name="connsiteX68" fmla="*/ 38 w 2092"/>
                <a:gd name="connsiteY68" fmla="*/ 162 h 2911"/>
                <a:gd name="connsiteX69" fmla="*/ 4 w 2092"/>
                <a:gd name="connsiteY69" fmla="*/ 215 h 2911"/>
                <a:gd name="connsiteX70" fmla="*/ 13 w 2092"/>
                <a:gd name="connsiteY70" fmla="*/ 248 h 2911"/>
                <a:gd name="connsiteX71" fmla="*/ 61 w 2092"/>
                <a:gd name="connsiteY71" fmla="*/ 246 h 2911"/>
                <a:gd name="connsiteX72" fmla="*/ 144 w 2092"/>
                <a:gd name="connsiteY72" fmla="*/ 173 h 2911"/>
                <a:gd name="connsiteX73" fmla="*/ 256 w 2092"/>
                <a:gd name="connsiteY73" fmla="*/ 127 h 2911"/>
                <a:gd name="connsiteX74" fmla="*/ 434 w 2092"/>
                <a:gd name="connsiteY74" fmla="*/ 149 h 2911"/>
                <a:gd name="connsiteX75" fmla="*/ 572 w 2092"/>
                <a:gd name="connsiteY75" fmla="*/ 237 h 2911"/>
                <a:gd name="connsiteX76" fmla="*/ 659 w 2092"/>
                <a:gd name="connsiteY76" fmla="*/ 333 h 2911"/>
                <a:gd name="connsiteX77" fmla="*/ 748 w 2092"/>
                <a:gd name="connsiteY77" fmla="*/ 442 h 2911"/>
                <a:gd name="connsiteX78" fmla="*/ 835 w 2092"/>
                <a:gd name="connsiteY78" fmla="*/ 586 h 2911"/>
                <a:gd name="connsiteX79" fmla="*/ 881 w 2092"/>
                <a:gd name="connsiteY79" fmla="*/ 704 h 2911"/>
                <a:gd name="connsiteX80" fmla="*/ 877 w 2092"/>
                <a:gd name="connsiteY80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800 w 2092"/>
                <a:gd name="connsiteY36" fmla="*/ 2414 h 2911"/>
                <a:gd name="connsiteX37" fmla="*/ 1368 w 2092"/>
                <a:gd name="connsiteY37" fmla="*/ 1960 h 2911"/>
                <a:gd name="connsiteX38" fmla="*/ 1366 w 2092"/>
                <a:gd name="connsiteY38" fmla="*/ 1916 h 2911"/>
                <a:gd name="connsiteX39" fmla="*/ 1386 w 2092"/>
                <a:gd name="connsiteY39" fmla="*/ 1814 h 2911"/>
                <a:gd name="connsiteX40" fmla="*/ 1398 w 2092"/>
                <a:gd name="connsiteY40" fmla="*/ 1698 h 2911"/>
                <a:gd name="connsiteX41" fmla="*/ 1382 w 2092"/>
                <a:gd name="connsiteY41" fmla="*/ 1554 h 2911"/>
                <a:gd name="connsiteX42" fmla="*/ 1344 w 2092"/>
                <a:gd name="connsiteY42" fmla="*/ 1367 h 2911"/>
                <a:gd name="connsiteX43" fmla="*/ 1305 w 2092"/>
                <a:gd name="connsiteY43" fmla="*/ 1201 h 2911"/>
                <a:gd name="connsiteX44" fmla="*/ 1243 w 2092"/>
                <a:gd name="connsiteY44" fmla="*/ 965 h 2911"/>
                <a:gd name="connsiteX45" fmla="*/ 1233 w 2092"/>
                <a:gd name="connsiteY45" fmla="*/ 648 h 2911"/>
                <a:gd name="connsiteX46" fmla="*/ 1495 w 2092"/>
                <a:gd name="connsiteY46" fmla="*/ 249 h 2911"/>
                <a:gd name="connsiteX47" fmla="*/ 1735 w 2092"/>
                <a:gd name="connsiteY47" fmla="*/ 104 h 2911"/>
                <a:gd name="connsiteX48" fmla="*/ 1912 w 2092"/>
                <a:gd name="connsiteY48" fmla="*/ 116 h 2911"/>
                <a:gd name="connsiteX49" fmla="*/ 2042 w 2092"/>
                <a:gd name="connsiteY49" fmla="*/ 197 h 2911"/>
                <a:gd name="connsiteX50" fmla="*/ 2086 w 2092"/>
                <a:gd name="connsiteY50" fmla="*/ 189 h 2911"/>
                <a:gd name="connsiteX51" fmla="*/ 2063 w 2092"/>
                <a:gd name="connsiteY51" fmla="*/ 109 h 2911"/>
                <a:gd name="connsiteX52" fmla="*/ 1910 w 2092"/>
                <a:gd name="connsiteY52" fmla="*/ 31 h 2911"/>
                <a:gd name="connsiteX53" fmla="*/ 1740 w 2092"/>
                <a:gd name="connsiteY53" fmla="*/ 18 h 2911"/>
                <a:gd name="connsiteX54" fmla="*/ 1493 w 2092"/>
                <a:gd name="connsiteY54" fmla="*/ 138 h 2911"/>
                <a:gd name="connsiteX55" fmla="*/ 1253 w 2092"/>
                <a:gd name="connsiteY55" fmla="*/ 415 h 2911"/>
                <a:gd name="connsiteX56" fmla="*/ 1169 w 2092"/>
                <a:gd name="connsiteY56" fmla="*/ 539 h 2911"/>
                <a:gd name="connsiteX57" fmla="*/ 1122 w 2092"/>
                <a:gd name="connsiteY57" fmla="*/ 510 h 2911"/>
                <a:gd name="connsiteX58" fmla="*/ 1087 w 2092"/>
                <a:gd name="connsiteY58" fmla="*/ 374 h 2911"/>
                <a:gd name="connsiteX59" fmla="*/ 1019 w 2092"/>
                <a:gd name="connsiteY59" fmla="*/ 366 h 2911"/>
                <a:gd name="connsiteX60" fmla="*/ 993 w 2092"/>
                <a:gd name="connsiteY60" fmla="*/ 444 h 2911"/>
                <a:gd name="connsiteX61" fmla="*/ 953 w 2092"/>
                <a:gd name="connsiteY61" fmla="*/ 550 h 2911"/>
                <a:gd name="connsiteX62" fmla="*/ 844 w 2092"/>
                <a:gd name="connsiteY62" fmla="*/ 433 h 2911"/>
                <a:gd name="connsiteX63" fmla="*/ 756 w 2092"/>
                <a:gd name="connsiteY63" fmla="*/ 326 h 2911"/>
                <a:gd name="connsiteX64" fmla="*/ 605 w 2092"/>
                <a:gd name="connsiteY64" fmla="*/ 167 h 2911"/>
                <a:gd name="connsiteX65" fmla="*/ 377 w 2092"/>
                <a:gd name="connsiteY65" fmla="*/ 60 h 2911"/>
                <a:gd name="connsiteX66" fmla="*/ 184 w 2092"/>
                <a:gd name="connsiteY66" fmla="*/ 69 h 2911"/>
                <a:gd name="connsiteX67" fmla="*/ 38 w 2092"/>
                <a:gd name="connsiteY67" fmla="*/ 162 h 2911"/>
                <a:gd name="connsiteX68" fmla="*/ 4 w 2092"/>
                <a:gd name="connsiteY68" fmla="*/ 215 h 2911"/>
                <a:gd name="connsiteX69" fmla="*/ 13 w 2092"/>
                <a:gd name="connsiteY69" fmla="*/ 248 h 2911"/>
                <a:gd name="connsiteX70" fmla="*/ 61 w 2092"/>
                <a:gd name="connsiteY70" fmla="*/ 246 h 2911"/>
                <a:gd name="connsiteX71" fmla="*/ 144 w 2092"/>
                <a:gd name="connsiteY71" fmla="*/ 173 h 2911"/>
                <a:gd name="connsiteX72" fmla="*/ 256 w 2092"/>
                <a:gd name="connsiteY72" fmla="*/ 127 h 2911"/>
                <a:gd name="connsiteX73" fmla="*/ 434 w 2092"/>
                <a:gd name="connsiteY73" fmla="*/ 149 h 2911"/>
                <a:gd name="connsiteX74" fmla="*/ 572 w 2092"/>
                <a:gd name="connsiteY74" fmla="*/ 237 h 2911"/>
                <a:gd name="connsiteX75" fmla="*/ 659 w 2092"/>
                <a:gd name="connsiteY75" fmla="*/ 333 h 2911"/>
                <a:gd name="connsiteX76" fmla="*/ 748 w 2092"/>
                <a:gd name="connsiteY76" fmla="*/ 442 h 2911"/>
                <a:gd name="connsiteX77" fmla="*/ 835 w 2092"/>
                <a:gd name="connsiteY77" fmla="*/ 586 h 2911"/>
                <a:gd name="connsiteX78" fmla="*/ 881 w 2092"/>
                <a:gd name="connsiteY78" fmla="*/ 704 h 2911"/>
                <a:gd name="connsiteX79" fmla="*/ 877 w 2092"/>
                <a:gd name="connsiteY79" fmla="*/ 903 h 2911"/>
                <a:gd name="connsiteX0" fmla="*/ 877 w 2092"/>
                <a:gd name="connsiteY0" fmla="*/ 903 h 2911"/>
                <a:gd name="connsiteX1" fmla="*/ 795 w 2092"/>
                <a:gd name="connsiteY1" fmla="*/ 1349 h 2911"/>
                <a:gd name="connsiteX2" fmla="*/ 770 w 2092"/>
                <a:gd name="connsiteY2" fmla="*/ 1560 h 2911"/>
                <a:gd name="connsiteX3" fmla="*/ 746 w 2092"/>
                <a:gd name="connsiteY3" fmla="*/ 1656 h 2911"/>
                <a:gd name="connsiteX4" fmla="*/ 685 w 2092"/>
                <a:gd name="connsiteY4" fmla="*/ 1740 h 2911"/>
                <a:gd name="connsiteX5" fmla="*/ 654 w 2092"/>
                <a:gd name="connsiteY5" fmla="*/ 1784 h 2911"/>
                <a:gd name="connsiteX6" fmla="*/ 635 w 2092"/>
                <a:gd name="connsiteY6" fmla="*/ 1827 h 2911"/>
                <a:gd name="connsiteX7" fmla="*/ 656 w 2092"/>
                <a:gd name="connsiteY7" fmla="*/ 1876 h 2911"/>
                <a:gd name="connsiteX8" fmla="*/ 709 w 2092"/>
                <a:gd name="connsiteY8" fmla="*/ 1930 h 2911"/>
                <a:gd name="connsiteX9" fmla="*/ 740 w 2092"/>
                <a:gd name="connsiteY9" fmla="*/ 2029 h 2911"/>
                <a:gd name="connsiteX10" fmla="*/ 759 w 2092"/>
                <a:gd name="connsiteY10" fmla="*/ 2100 h 2911"/>
                <a:gd name="connsiteX11" fmla="*/ 797 w 2092"/>
                <a:gd name="connsiteY11" fmla="*/ 2189 h 2911"/>
                <a:gd name="connsiteX12" fmla="*/ 874 w 2092"/>
                <a:gd name="connsiteY12" fmla="*/ 2368 h 2911"/>
                <a:gd name="connsiteX13" fmla="*/ 906 w 2092"/>
                <a:gd name="connsiteY13" fmla="*/ 2466 h 2911"/>
                <a:gd name="connsiteX14" fmla="*/ 924 w 2092"/>
                <a:gd name="connsiteY14" fmla="*/ 2544 h 2911"/>
                <a:gd name="connsiteX15" fmla="*/ 931 w 2092"/>
                <a:gd name="connsiteY15" fmla="*/ 2677 h 2911"/>
                <a:gd name="connsiteX16" fmla="*/ 906 w 2092"/>
                <a:gd name="connsiteY16" fmla="*/ 2768 h 2911"/>
                <a:gd name="connsiteX17" fmla="*/ 894 w 2092"/>
                <a:gd name="connsiteY17" fmla="*/ 2839 h 2911"/>
                <a:gd name="connsiteX18" fmla="*/ 904 w 2092"/>
                <a:gd name="connsiteY18" fmla="*/ 2874 h 2911"/>
                <a:gd name="connsiteX19" fmla="*/ 941 w 2092"/>
                <a:gd name="connsiteY19" fmla="*/ 2906 h 2911"/>
                <a:gd name="connsiteX20" fmla="*/ 1083 w 2092"/>
                <a:gd name="connsiteY20" fmla="*/ 2906 h 2911"/>
                <a:gd name="connsiteX21" fmla="*/ 1214 w 2092"/>
                <a:gd name="connsiteY21" fmla="*/ 2901 h 2911"/>
                <a:gd name="connsiteX22" fmla="*/ 1240 w 2092"/>
                <a:gd name="connsiteY22" fmla="*/ 2863 h 2911"/>
                <a:gd name="connsiteX23" fmla="*/ 1238 w 2092"/>
                <a:gd name="connsiteY23" fmla="*/ 2799 h 2911"/>
                <a:gd name="connsiteX24" fmla="*/ 1211 w 2092"/>
                <a:gd name="connsiteY24" fmla="*/ 2733 h 2911"/>
                <a:gd name="connsiteX25" fmla="*/ 1201 w 2092"/>
                <a:gd name="connsiteY25" fmla="*/ 2652 h 2911"/>
                <a:gd name="connsiteX26" fmla="*/ 1200 w 2092"/>
                <a:gd name="connsiteY26" fmla="*/ 2551 h 2911"/>
                <a:gd name="connsiteX27" fmla="*/ 1219 w 2092"/>
                <a:gd name="connsiteY27" fmla="*/ 2450 h 2911"/>
                <a:gd name="connsiteX28" fmla="*/ 1263 w 2092"/>
                <a:gd name="connsiteY28" fmla="*/ 2300 h 2911"/>
                <a:gd name="connsiteX29" fmla="*/ 1287 w 2092"/>
                <a:gd name="connsiteY29" fmla="*/ 2222 h 2911"/>
                <a:gd name="connsiteX30" fmla="*/ 1307 w 2092"/>
                <a:gd name="connsiteY30" fmla="*/ 2188 h 2911"/>
                <a:gd name="connsiteX31" fmla="*/ 1378 w 2092"/>
                <a:gd name="connsiteY31" fmla="*/ 2251 h 2911"/>
                <a:gd name="connsiteX32" fmla="*/ 1455 w 2092"/>
                <a:gd name="connsiteY32" fmla="*/ 2286 h 2911"/>
                <a:gd name="connsiteX33" fmla="*/ 1574 w 2092"/>
                <a:gd name="connsiteY33" fmla="*/ 2315 h 2911"/>
                <a:gd name="connsiteX34" fmla="*/ 1665 w 2092"/>
                <a:gd name="connsiteY34" fmla="*/ 2322 h 2911"/>
                <a:gd name="connsiteX35" fmla="*/ 1748 w 2092"/>
                <a:gd name="connsiteY35" fmla="*/ 2372 h 2911"/>
                <a:gd name="connsiteX36" fmla="*/ 1368 w 2092"/>
                <a:gd name="connsiteY36" fmla="*/ 1960 h 2911"/>
                <a:gd name="connsiteX37" fmla="*/ 1366 w 2092"/>
                <a:gd name="connsiteY37" fmla="*/ 1916 h 2911"/>
                <a:gd name="connsiteX38" fmla="*/ 1386 w 2092"/>
                <a:gd name="connsiteY38" fmla="*/ 1814 h 2911"/>
                <a:gd name="connsiteX39" fmla="*/ 1398 w 2092"/>
                <a:gd name="connsiteY39" fmla="*/ 1698 h 2911"/>
                <a:gd name="connsiteX40" fmla="*/ 1382 w 2092"/>
                <a:gd name="connsiteY40" fmla="*/ 1554 h 2911"/>
                <a:gd name="connsiteX41" fmla="*/ 1344 w 2092"/>
                <a:gd name="connsiteY41" fmla="*/ 1367 h 2911"/>
                <a:gd name="connsiteX42" fmla="*/ 1305 w 2092"/>
                <a:gd name="connsiteY42" fmla="*/ 1201 h 2911"/>
                <a:gd name="connsiteX43" fmla="*/ 1243 w 2092"/>
                <a:gd name="connsiteY43" fmla="*/ 965 h 2911"/>
                <a:gd name="connsiteX44" fmla="*/ 1233 w 2092"/>
                <a:gd name="connsiteY44" fmla="*/ 648 h 2911"/>
                <a:gd name="connsiteX45" fmla="*/ 1495 w 2092"/>
                <a:gd name="connsiteY45" fmla="*/ 249 h 2911"/>
                <a:gd name="connsiteX46" fmla="*/ 1735 w 2092"/>
                <a:gd name="connsiteY46" fmla="*/ 104 h 2911"/>
                <a:gd name="connsiteX47" fmla="*/ 1912 w 2092"/>
                <a:gd name="connsiteY47" fmla="*/ 116 h 2911"/>
                <a:gd name="connsiteX48" fmla="*/ 2042 w 2092"/>
                <a:gd name="connsiteY48" fmla="*/ 197 h 2911"/>
                <a:gd name="connsiteX49" fmla="*/ 2086 w 2092"/>
                <a:gd name="connsiteY49" fmla="*/ 189 h 2911"/>
                <a:gd name="connsiteX50" fmla="*/ 2063 w 2092"/>
                <a:gd name="connsiteY50" fmla="*/ 109 h 2911"/>
                <a:gd name="connsiteX51" fmla="*/ 1910 w 2092"/>
                <a:gd name="connsiteY51" fmla="*/ 31 h 2911"/>
                <a:gd name="connsiteX52" fmla="*/ 1740 w 2092"/>
                <a:gd name="connsiteY52" fmla="*/ 18 h 2911"/>
                <a:gd name="connsiteX53" fmla="*/ 1493 w 2092"/>
                <a:gd name="connsiteY53" fmla="*/ 138 h 2911"/>
                <a:gd name="connsiteX54" fmla="*/ 1253 w 2092"/>
                <a:gd name="connsiteY54" fmla="*/ 415 h 2911"/>
                <a:gd name="connsiteX55" fmla="*/ 1169 w 2092"/>
                <a:gd name="connsiteY55" fmla="*/ 539 h 2911"/>
                <a:gd name="connsiteX56" fmla="*/ 1122 w 2092"/>
                <a:gd name="connsiteY56" fmla="*/ 510 h 2911"/>
                <a:gd name="connsiteX57" fmla="*/ 1087 w 2092"/>
                <a:gd name="connsiteY57" fmla="*/ 374 h 2911"/>
                <a:gd name="connsiteX58" fmla="*/ 1019 w 2092"/>
                <a:gd name="connsiteY58" fmla="*/ 366 h 2911"/>
                <a:gd name="connsiteX59" fmla="*/ 993 w 2092"/>
                <a:gd name="connsiteY59" fmla="*/ 444 h 2911"/>
                <a:gd name="connsiteX60" fmla="*/ 953 w 2092"/>
                <a:gd name="connsiteY60" fmla="*/ 550 h 2911"/>
                <a:gd name="connsiteX61" fmla="*/ 844 w 2092"/>
                <a:gd name="connsiteY61" fmla="*/ 433 h 2911"/>
                <a:gd name="connsiteX62" fmla="*/ 756 w 2092"/>
                <a:gd name="connsiteY62" fmla="*/ 326 h 2911"/>
                <a:gd name="connsiteX63" fmla="*/ 605 w 2092"/>
                <a:gd name="connsiteY63" fmla="*/ 167 h 2911"/>
                <a:gd name="connsiteX64" fmla="*/ 377 w 2092"/>
                <a:gd name="connsiteY64" fmla="*/ 60 h 2911"/>
                <a:gd name="connsiteX65" fmla="*/ 184 w 2092"/>
                <a:gd name="connsiteY65" fmla="*/ 69 h 2911"/>
                <a:gd name="connsiteX66" fmla="*/ 38 w 2092"/>
                <a:gd name="connsiteY66" fmla="*/ 162 h 2911"/>
                <a:gd name="connsiteX67" fmla="*/ 4 w 2092"/>
                <a:gd name="connsiteY67" fmla="*/ 215 h 2911"/>
                <a:gd name="connsiteX68" fmla="*/ 13 w 2092"/>
                <a:gd name="connsiteY68" fmla="*/ 248 h 2911"/>
                <a:gd name="connsiteX69" fmla="*/ 61 w 2092"/>
                <a:gd name="connsiteY69" fmla="*/ 246 h 2911"/>
                <a:gd name="connsiteX70" fmla="*/ 144 w 2092"/>
                <a:gd name="connsiteY70" fmla="*/ 173 h 2911"/>
                <a:gd name="connsiteX71" fmla="*/ 256 w 2092"/>
                <a:gd name="connsiteY71" fmla="*/ 127 h 2911"/>
                <a:gd name="connsiteX72" fmla="*/ 434 w 2092"/>
                <a:gd name="connsiteY72" fmla="*/ 149 h 2911"/>
                <a:gd name="connsiteX73" fmla="*/ 572 w 2092"/>
                <a:gd name="connsiteY73" fmla="*/ 237 h 2911"/>
                <a:gd name="connsiteX74" fmla="*/ 659 w 2092"/>
                <a:gd name="connsiteY74" fmla="*/ 333 h 2911"/>
                <a:gd name="connsiteX75" fmla="*/ 748 w 2092"/>
                <a:gd name="connsiteY75" fmla="*/ 442 h 2911"/>
                <a:gd name="connsiteX76" fmla="*/ 835 w 2092"/>
                <a:gd name="connsiteY76" fmla="*/ 586 h 2911"/>
                <a:gd name="connsiteX77" fmla="*/ 881 w 2092"/>
                <a:gd name="connsiteY77" fmla="*/ 704 h 2911"/>
                <a:gd name="connsiteX78" fmla="*/ 877 w 2092"/>
                <a:gd name="connsiteY78" fmla="*/ 903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77" fmla="*/ 1825 w 2092"/>
                <a:gd name="connsiteY77" fmla="*/ 2466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76" fmla="*/ 1665 w 2092"/>
                <a:gd name="connsiteY76" fmla="*/ 2322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574 w 2092"/>
                <a:gd name="connsiteY75" fmla="*/ 2315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455 w 2092"/>
                <a:gd name="connsiteY74" fmla="*/ 2286 h 2911"/>
                <a:gd name="connsiteX75" fmla="*/ 1398 w 2092"/>
                <a:gd name="connsiteY7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78 w 2092"/>
                <a:gd name="connsiteY73" fmla="*/ 2251 h 2911"/>
                <a:gd name="connsiteX74" fmla="*/ 1398 w 2092"/>
                <a:gd name="connsiteY7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98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35 w 2092"/>
                <a:gd name="connsiteY48" fmla="*/ 1827 h 2911"/>
                <a:gd name="connsiteX49" fmla="*/ 656 w 2092"/>
                <a:gd name="connsiteY49" fmla="*/ 1876 h 2911"/>
                <a:gd name="connsiteX50" fmla="*/ 709 w 2092"/>
                <a:gd name="connsiteY50" fmla="*/ 1930 h 2911"/>
                <a:gd name="connsiteX51" fmla="*/ 740 w 2092"/>
                <a:gd name="connsiteY51" fmla="*/ 2029 h 2911"/>
                <a:gd name="connsiteX52" fmla="*/ 759 w 2092"/>
                <a:gd name="connsiteY52" fmla="*/ 2100 h 2911"/>
                <a:gd name="connsiteX53" fmla="*/ 797 w 2092"/>
                <a:gd name="connsiteY53" fmla="*/ 2189 h 2911"/>
                <a:gd name="connsiteX54" fmla="*/ 874 w 2092"/>
                <a:gd name="connsiteY54" fmla="*/ 2368 h 2911"/>
                <a:gd name="connsiteX55" fmla="*/ 906 w 2092"/>
                <a:gd name="connsiteY55" fmla="*/ 2466 h 2911"/>
                <a:gd name="connsiteX56" fmla="*/ 924 w 2092"/>
                <a:gd name="connsiteY56" fmla="*/ 2544 h 2911"/>
                <a:gd name="connsiteX57" fmla="*/ 931 w 2092"/>
                <a:gd name="connsiteY57" fmla="*/ 2677 h 2911"/>
                <a:gd name="connsiteX58" fmla="*/ 906 w 2092"/>
                <a:gd name="connsiteY58" fmla="*/ 2768 h 2911"/>
                <a:gd name="connsiteX59" fmla="*/ 894 w 2092"/>
                <a:gd name="connsiteY59" fmla="*/ 2839 h 2911"/>
                <a:gd name="connsiteX60" fmla="*/ 904 w 2092"/>
                <a:gd name="connsiteY60" fmla="*/ 2874 h 2911"/>
                <a:gd name="connsiteX61" fmla="*/ 941 w 2092"/>
                <a:gd name="connsiteY61" fmla="*/ 2906 h 2911"/>
                <a:gd name="connsiteX62" fmla="*/ 1083 w 2092"/>
                <a:gd name="connsiteY62" fmla="*/ 2906 h 2911"/>
                <a:gd name="connsiteX63" fmla="*/ 1214 w 2092"/>
                <a:gd name="connsiteY63" fmla="*/ 2901 h 2911"/>
                <a:gd name="connsiteX64" fmla="*/ 1240 w 2092"/>
                <a:gd name="connsiteY64" fmla="*/ 2863 h 2911"/>
                <a:gd name="connsiteX65" fmla="*/ 1238 w 2092"/>
                <a:gd name="connsiteY65" fmla="*/ 2799 h 2911"/>
                <a:gd name="connsiteX66" fmla="*/ 1211 w 2092"/>
                <a:gd name="connsiteY66" fmla="*/ 2733 h 2911"/>
                <a:gd name="connsiteX67" fmla="*/ 1201 w 2092"/>
                <a:gd name="connsiteY67" fmla="*/ 2652 h 2911"/>
                <a:gd name="connsiteX68" fmla="*/ 1200 w 2092"/>
                <a:gd name="connsiteY68" fmla="*/ 2551 h 2911"/>
                <a:gd name="connsiteX69" fmla="*/ 1219 w 2092"/>
                <a:gd name="connsiteY69" fmla="*/ 2450 h 2911"/>
                <a:gd name="connsiteX70" fmla="*/ 1263 w 2092"/>
                <a:gd name="connsiteY70" fmla="*/ 2300 h 2911"/>
                <a:gd name="connsiteX71" fmla="*/ 1287 w 2092"/>
                <a:gd name="connsiteY71" fmla="*/ 2222 h 2911"/>
                <a:gd name="connsiteX72" fmla="*/ 1307 w 2092"/>
                <a:gd name="connsiteY72" fmla="*/ 2188 h 2911"/>
                <a:gd name="connsiteX73" fmla="*/ 1361 w 2092"/>
                <a:gd name="connsiteY7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4 w 2092"/>
                <a:gd name="connsiteY47" fmla="*/ 1784 h 2911"/>
                <a:gd name="connsiteX48" fmla="*/ 656 w 2092"/>
                <a:gd name="connsiteY48" fmla="*/ 1876 h 2911"/>
                <a:gd name="connsiteX49" fmla="*/ 709 w 2092"/>
                <a:gd name="connsiteY49" fmla="*/ 1930 h 2911"/>
                <a:gd name="connsiteX50" fmla="*/ 740 w 2092"/>
                <a:gd name="connsiteY50" fmla="*/ 2029 h 2911"/>
                <a:gd name="connsiteX51" fmla="*/ 759 w 2092"/>
                <a:gd name="connsiteY51" fmla="*/ 2100 h 2911"/>
                <a:gd name="connsiteX52" fmla="*/ 797 w 2092"/>
                <a:gd name="connsiteY52" fmla="*/ 2189 h 2911"/>
                <a:gd name="connsiteX53" fmla="*/ 874 w 2092"/>
                <a:gd name="connsiteY53" fmla="*/ 2368 h 2911"/>
                <a:gd name="connsiteX54" fmla="*/ 906 w 2092"/>
                <a:gd name="connsiteY54" fmla="*/ 2466 h 2911"/>
                <a:gd name="connsiteX55" fmla="*/ 924 w 2092"/>
                <a:gd name="connsiteY55" fmla="*/ 2544 h 2911"/>
                <a:gd name="connsiteX56" fmla="*/ 931 w 2092"/>
                <a:gd name="connsiteY56" fmla="*/ 2677 h 2911"/>
                <a:gd name="connsiteX57" fmla="*/ 906 w 2092"/>
                <a:gd name="connsiteY57" fmla="*/ 2768 h 2911"/>
                <a:gd name="connsiteX58" fmla="*/ 894 w 2092"/>
                <a:gd name="connsiteY58" fmla="*/ 2839 h 2911"/>
                <a:gd name="connsiteX59" fmla="*/ 904 w 2092"/>
                <a:gd name="connsiteY59" fmla="*/ 2874 h 2911"/>
                <a:gd name="connsiteX60" fmla="*/ 941 w 2092"/>
                <a:gd name="connsiteY60" fmla="*/ 2906 h 2911"/>
                <a:gd name="connsiteX61" fmla="*/ 1083 w 2092"/>
                <a:gd name="connsiteY61" fmla="*/ 2906 h 2911"/>
                <a:gd name="connsiteX62" fmla="*/ 1214 w 2092"/>
                <a:gd name="connsiteY62" fmla="*/ 2901 h 2911"/>
                <a:gd name="connsiteX63" fmla="*/ 1240 w 2092"/>
                <a:gd name="connsiteY63" fmla="*/ 2863 h 2911"/>
                <a:gd name="connsiteX64" fmla="*/ 1238 w 2092"/>
                <a:gd name="connsiteY64" fmla="*/ 2799 h 2911"/>
                <a:gd name="connsiteX65" fmla="*/ 1211 w 2092"/>
                <a:gd name="connsiteY65" fmla="*/ 2733 h 2911"/>
                <a:gd name="connsiteX66" fmla="*/ 1201 w 2092"/>
                <a:gd name="connsiteY66" fmla="*/ 2652 h 2911"/>
                <a:gd name="connsiteX67" fmla="*/ 1200 w 2092"/>
                <a:gd name="connsiteY67" fmla="*/ 2551 h 2911"/>
                <a:gd name="connsiteX68" fmla="*/ 1219 w 2092"/>
                <a:gd name="connsiteY68" fmla="*/ 2450 h 2911"/>
                <a:gd name="connsiteX69" fmla="*/ 1263 w 2092"/>
                <a:gd name="connsiteY69" fmla="*/ 2300 h 2911"/>
                <a:gd name="connsiteX70" fmla="*/ 1287 w 2092"/>
                <a:gd name="connsiteY70" fmla="*/ 2222 h 2911"/>
                <a:gd name="connsiteX71" fmla="*/ 1307 w 2092"/>
                <a:gd name="connsiteY71" fmla="*/ 2188 h 2911"/>
                <a:gd name="connsiteX72" fmla="*/ 1361 w 2092"/>
                <a:gd name="connsiteY7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656 w 2092"/>
                <a:gd name="connsiteY47" fmla="*/ 1876 h 2911"/>
                <a:gd name="connsiteX48" fmla="*/ 709 w 2092"/>
                <a:gd name="connsiteY48" fmla="*/ 1930 h 2911"/>
                <a:gd name="connsiteX49" fmla="*/ 740 w 2092"/>
                <a:gd name="connsiteY49" fmla="*/ 2029 h 2911"/>
                <a:gd name="connsiteX50" fmla="*/ 759 w 2092"/>
                <a:gd name="connsiteY50" fmla="*/ 2100 h 2911"/>
                <a:gd name="connsiteX51" fmla="*/ 797 w 2092"/>
                <a:gd name="connsiteY51" fmla="*/ 2189 h 2911"/>
                <a:gd name="connsiteX52" fmla="*/ 874 w 2092"/>
                <a:gd name="connsiteY52" fmla="*/ 2368 h 2911"/>
                <a:gd name="connsiteX53" fmla="*/ 906 w 2092"/>
                <a:gd name="connsiteY53" fmla="*/ 2466 h 2911"/>
                <a:gd name="connsiteX54" fmla="*/ 924 w 2092"/>
                <a:gd name="connsiteY54" fmla="*/ 2544 h 2911"/>
                <a:gd name="connsiteX55" fmla="*/ 931 w 2092"/>
                <a:gd name="connsiteY55" fmla="*/ 2677 h 2911"/>
                <a:gd name="connsiteX56" fmla="*/ 906 w 2092"/>
                <a:gd name="connsiteY56" fmla="*/ 2768 h 2911"/>
                <a:gd name="connsiteX57" fmla="*/ 894 w 2092"/>
                <a:gd name="connsiteY57" fmla="*/ 2839 h 2911"/>
                <a:gd name="connsiteX58" fmla="*/ 904 w 2092"/>
                <a:gd name="connsiteY58" fmla="*/ 2874 h 2911"/>
                <a:gd name="connsiteX59" fmla="*/ 941 w 2092"/>
                <a:gd name="connsiteY59" fmla="*/ 2906 h 2911"/>
                <a:gd name="connsiteX60" fmla="*/ 1083 w 2092"/>
                <a:gd name="connsiteY60" fmla="*/ 2906 h 2911"/>
                <a:gd name="connsiteX61" fmla="*/ 1214 w 2092"/>
                <a:gd name="connsiteY61" fmla="*/ 2901 h 2911"/>
                <a:gd name="connsiteX62" fmla="*/ 1240 w 2092"/>
                <a:gd name="connsiteY62" fmla="*/ 2863 h 2911"/>
                <a:gd name="connsiteX63" fmla="*/ 1238 w 2092"/>
                <a:gd name="connsiteY63" fmla="*/ 2799 h 2911"/>
                <a:gd name="connsiteX64" fmla="*/ 1211 w 2092"/>
                <a:gd name="connsiteY64" fmla="*/ 2733 h 2911"/>
                <a:gd name="connsiteX65" fmla="*/ 1201 w 2092"/>
                <a:gd name="connsiteY65" fmla="*/ 2652 h 2911"/>
                <a:gd name="connsiteX66" fmla="*/ 1200 w 2092"/>
                <a:gd name="connsiteY66" fmla="*/ 2551 h 2911"/>
                <a:gd name="connsiteX67" fmla="*/ 1219 w 2092"/>
                <a:gd name="connsiteY67" fmla="*/ 2450 h 2911"/>
                <a:gd name="connsiteX68" fmla="*/ 1263 w 2092"/>
                <a:gd name="connsiteY68" fmla="*/ 2300 h 2911"/>
                <a:gd name="connsiteX69" fmla="*/ 1287 w 2092"/>
                <a:gd name="connsiteY69" fmla="*/ 2222 h 2911"/>
                <a:gd name="connsiteX70" fmla="*/ 1307 w 2092"/>
                <a:gd name="connsiteY70" fmla="*/ 2188 h 2911"/>
                <a:gd name="connsiteX71" fmla="*/ 1361 w 2092"/>
                <a:gd name="connsiteY7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09 w 2092"/>
                <a:gd name="connsiteY47" fmla="*/ 1930 h 2911"/>
                <a:gd name="connsiteX48" fmla="*/ 740 w 2092"/>
                <a:gd name="connsiteY48" fmla="*/ 2029 h 2911"/>
                <a:gd name="connsiteX49" fmla="*/ 759 w 2092"/>
                <a:gd name="connsiteY49" fmla="*/ 2100 h 2911"/>
                <a:gd name="connsiteX50" fmla="*/ 797 w 2092"/>
                <a:gd name="connsiteY50" fmla="*/ 2189 h 2911"/>
                <a:gd name="connsiteX51" fmla="*/ 874 w 2092"/>
                <a:gd name="connsiteY51" fmla="*/ 2368 h 2911"/>
                <a:gd name="connsiteX52" fmla="*/ 906 w 2092"/>
                <a:gd name="connsiteY52" fmla="*/ 2466 h 2911"/>
                <a:gd name="connsiteX53" fmla="*/ 924 w 2092"/>
                <a:gd name="connsiteY53" fmla="*/ 2544 h 2911"/>
                <a:gd name="connsiteX54" fmla="*/ 931 w 2092"/>
                <a:gd name="connsiteY54" fmla="*/ 2677 h 2911"/>
                <a:gd name="connsiteX55" fmla="*/ 906 w 2092"/>
                <a:gd name="connsiteY55" fmla="*/ 2768 h 2911"/>
                <a:gd name="connsiteX56" fmla="*/ 894 w 2092"/>
                <a:gd name="connsiteY56" fmla="*/ 2839 h 2911"/>
                <a:gd name="connsiteX57" fmla="*/ 904 w 2092"/>
                <a:gd name="connsiteY57" fmla="*/ 2874 h 2911"/>
                <a:gd name="connsiteX58" fmla="*/ 941 w 2092"/>
                <a:gd name="connsiteY58" fmla="*/ 2906 h 2911"/>
                <a:gd name="connsiteX59" fmla="*/ 1083 w 2092"/>
                <a:gd name="connsiteY59" fmla="*/ 2906 h 2911"/>
                <a:gd name="connsiteX60" fmla="*/ 1214 w 2092"/>
                <a:gd name="connsiteY60" fmla="*/ 2901 h 2911"/>
                <a:gd name="connsiteX61" fmla="*/ 1240 w 2092"/>
                <a:gd name="connsiteY61" fmla="*/ 2863 h 2911"/>
                <a:gd name="connsiteX62" fmla="*/ 1238 w 2092"/>
                <a:gd name="connsiteY62" fmla="*/ 2799 h 2911"/>
                <a:gd name="connsiteX63" fmla="*/ 1211 w 2092"/>
                <a:gd name="connsiteY63" fmla="*/ 2733 h 2911"/>
                <a:gd name="connsiteX64" fmla="*/ 1201 w 2092"/>
                <a:gd name="connsiteY64" fmla="*/ 2652 h 2911"/>
                <a:gd name="connsiteX65" fmla="*/ 1200 w 2092"/>
                <a:gd name="connsiteY65" fmla="*/ 2551 h 2911"/>
                <a:gd name="connsiteX66" fmla="*/ 1219 w 2092"/>
                <a:gd name="connsiteY66" fmla="*/ 2450 h 2911"/>
                <a:gd name="connsiteX67" fmla="*/ 1263 w 2092"/>
                <a:gd name="connsiteY67" fmla="*/ 2300 h 2911"/>
                <a:gd name="connsiteX68" fmla="*/ 1287 w 2092"/>
                <a:gd name="connsiteY68" fmla="*/ 2222 h 2911"/>
                <a:gd name="connsiteX69" fmla="*/ 1307 w 2092"/>
                <a:gd name="connsiteY69" fmla="*/ 2188 h 2911"/>
                <a:gd name="connsiteX70" fmla="*/ 1361 w 2092"/>
                <a:gd name="connsiteY7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685 w 2092"/>
                <a:gd name="connsiteY46" fmla="*/ 1740 h 2911"/>
                <a:gd name="connsiteX47" fmla="*/ 740 w 2092"/>
                <a:gd name="connsiteY47" fmla="*/ 2029 h 2911"/>
                <a:gd name="connsiteX48" fmla="*/ 759 w 2092"/>
                <a:gd name="connsiteY48" fmla="*/ 2100 h 2911"/>
                <a:gd name="connsiteX49" fmla="*/ 797 w 2092"/>
                <a:gd name="connsiteY49" fmla="*/ 2189 h 2911"/>
                <a:gd name="connsiteX50" fmla="*/ 874 w 2092"/>
                <a:gd name="connsiteY50" fmla="*/ 2368 h 2911"/>
                <a:gd name="connsiteX51" fmla="*/ 906 w 2092"/>
                <a:gd name="connsiteY51" fmla="*/ 2466 h 2911"/>
                <a:gd name="connsiteX52" fmla="*/ 924 w 2092"/>
                <a:gd name="connsiteY52" fmla="*/ 2544 h 2911"/>
                <a:gd name="connsiteX53" fmla="*/ 931 w 2092"/>
                <a:gd name="connsiteY53" fmla="*/ 2677 h 2911"/>
                <a:gd name="connsiteX54" fmla="*/ 906 w 2092"/>
                <a:gd name="connsiteY54" fmla="*/ 2768 h 2911"/>
                <a:gd name="connsiteX55" fmla="*/ 894 w 2092"/>
                <a:gd name="connsiteY55" fmla="*/ 2839 h 2911"/>
                <a:gd name="connsiteX56" fmla="*/ 904 w 2092"/>
                <a:gd name="connsiteY56" fmla="*/ 2874 h 2911"/>
                <a:gd name="connsiteX57" fmla="*/ 941 w 2092"/>
                <a:gd name="connsiteY57" fmla="*/ 2906 h 2911"/>
                <a:gd name="connsiteX58" fmla="*/ 1083 w 2092"/>
                <a:gd name="connsiteY58" fmla="*/ 2906 h 2911"/>
                <a:gd name="connsiteX59" fmla="*/ 1214 w 2092"/>
                <a:gd name="connsiteY59" fmla="*/ 2901 h 2911"/>
                <a:gd name="connsiteX60" fmla="*/ 1240 w 2092"/>
                <a:gd name="connsiteY60" fmla="*/ 2863 h 2911"/>
                <a:gd name="connsiteX61" fmla="*/ 1238 w 2092"/>
                <a:gd name="connsiteY61" fmla="*/ 2799 h 2911"/>
                <a:gd name="connsiteX62" fmla="*/ 1211 w 2092"/>
                <a:gd name="connsiteY62" fmla="*/ 2733 h 2911"/>
                <a:gd name="connsiteX63" fmla="*/ 1201 w 2092"/>
                <a:gd name="connsiteY63" fmla="*/ 2652 h 2911"/>
                <a:gd name="connsiteX64" fmla="*/ 1200 w 2092"/>
                <a:gd name="connsiteY64" fmla="*/ 2551 h 2911"/>
                <a:gd name="connsiteX65" fmla="*/ 1219 w 2092"/>
                <a:gd name="connsiteY65" fmla="*/ 2450 h 2911"/>
                <a:gd name="connsiteX66" fmla="*/ 1263 w 2092"/>
                <a:gd name="connsiteY66" fmla="*/ 2300 h 2911"/>
                <a:gd name="connsiteX67" fmla="*/ 1287 w 2092"/>
                <a:gd name="connsiteY67" fmla="*/ 2222 h 2911"/>
                <a:gd name="connsiteX68" fmla="*/ 1307 w 2092"/>
                <a:gd name="connsiteY68" fmla="*/ 2188 h 2911"/>
                <a:gd name="connsiteX69" fmla="*/ 1361 w 2092"/>
                <a:gd name="connsiteY6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6 w 2092"/>
                <a:gd name="connsiteY45" fmla="*/ 1656 h 2911"/>
                <a:gd name="connsiteX46" fmla="*/ 740 w 2092"/>
                <a:gd name="connsiteY46" fmla="*/ 2029 h 2911"/>
                <a:gd name="connsiteX47" fmla="*/ 759 w 2092"/>
                <a:gd name="connsiteY47" fmla="*/ 2100 h 2911"/>
                <a:gd name="connsiteX48" fmla="*/ 797 w 2092"/>
                <a:gd name="connsiteY48" fmla="*/ 2189 h 2911"/>
                <a:gd name="connsiteX49" fmla="*/ 874 w 2092"/>
                <a:gd name="connsiteY49" fmla="*/ 2368 h 2911"/>
                <a:gd name="connsiteX50" fmla="*/ 906 w 2092"/>
                <a:gd name="connsiteY50" fmla="*/ 2466 h 2911"/>
                <a:gd name="connsiteX51" fmla="*/ 924 w 2092"/>
                <a:gd name="connsiteY51" fmla="*/ 2544 h 2911"/>
                <a:gd name="connsiteX52" fmla="*/ 931 w 2092"/>
                <a:gd name="connsiteY52" fmla="*/ 2677 h 2911"/>
                <a:gd name="connsiteX53" fmla="*/ 906 w 2092"/>
                <a:gd name="connsiteY53" fmla="*/ 2768 h 2911"/>
                <a:gd name="connsiteX54" fmla="*/ 894 w 2092"/>
                <a:gd name="connsiteY54" fmla="*/ 2839 h 2911"/>
                <a:gd name="connsiteX55" fmla="*/ 904 w 2092"/>
                <a:gd name="connsiteY55" fmla="*/ 2874 h 2911"/>
                <a:gd name="connsiteX56" fmla="*/ 941 w 2092"/>
                <a:gd name="connsiteY56" fmla="*/ 2906 h 2911"/>
                <a:gd name="connsiteX57" fmla="*/ 1083 w 2092"/>
                <a:gd name="connsiteY57" fmla="*/ 2906 h 2911"/>
                <a:gd name="connsiteX58" fmla="*/ 1214 w 2092"/>
                <a:gd name="connsiteY58" fmla="*/ 2901 h 2911"/>
                <a:gd name="connsiteX59" fmla="*/ 1240 w 2092"/>
                <a:gd name="connsiteY59" fmla="*/ 2863 h 2911"/>
                <a:gd name="connsiteX60" fmla="*/ 1238 w 2092"/>
                <a:gd name="connsiteY60" fmla="*/ 2799 h 2911"/>
                <a:gd name="connsiteX61" fmla="*/ 1211 w 2092"/>
                <a:gd name="connsiteY61" fmla="*/ 2733 h 2911"/>
                <a:gd name="connsiteX62" fmla="*/ 1201 w 2092"/>
                <a:gd name="connsiteY62" fmla="*/ 2652 h 2911"/>
                <a:gd name="connsiteX63" fmla="*/ 1200 w 2092"/>
                <a:gd name="connsiteY63" fmla="*/ 2551 h 2911"/>
                <a:gd name="connsiteX64" fmla="*/ 1219 w 2092"/>
                <a:gd name="connsiteY64" fmla="*/ 2450 h 2911"/>
                <a:gd name="connsiteX65" fmla="*/ 1263 w 2092"/>
                <a:gd name="connsiteY65" fmla="*/ 2300 h 2911"/>
                <a:gd name="connsiteX66" fmla="*/ 1287 w 2092"/>
                <a:gd name="connsiteY66" fmla="*/ 2222 h 2911"/>
                <a:gd name="connsiteX67" fmla="*/ 1307 w 2092"/>
                <a:gd name="connsiteY67" fmla="*/ 2188 h 2911"/>
                <a:gd name="connsiteX68" fmla="*/ 1361 w 2092"/>
                <a:gd name="connsiteY6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40 w 2092"/>
                <a:gd name="connsiteY45" fmla="*/ 2029 h 2911"/>
                <a:gd name="connsiteX46" fmla="*/ 759 w 2092"/>
                <a:gd name="connsiteY46" fmla="*/ 2100 h 2911"/>
                <a:gd name="connsiteX47" fmla="*/ 797 w 2092"/>
                <a:gd name="connsiteY47" fmla="*/ 2189 h 2911"/>
                <a:gd name="connsiteX48" fmla="*/ 874 w 2092"/>
                <a:gd name="connsiteY48" fmla="*/ 2368 h 2911"/>
                <a:gd name="connsiteX49" fmla="*/ 906 w 2092"/>
                <a:gd name="connsiteY49" fmla="*/ 2466 h 2911"/>
                <a:gd name="connsiteX50" fmla="*/ 924 w 2092"/>
                <a:gd name="connsiteY50" fmla="*/ 2544 h 2911"/>
                <a:gd name="connsiteX51" fmla="*/ 931 w 2092"/>
                <a:gd name="connsiteY51" fmla="*/ 2677 h 2911"/>
                <a:gd name="connsiteX52" fmla="*/ 906 w 2092"/>
                <a:gd name="connsiteY52" fmla="*/ 2768 h 2911"/>
                <a:gd name="connsiteX53" fmla="*/ 894 w 2092"/>
                <a:gd name="connsiteY53" fmla="*/ 2839 h 2911"/>
                <a:gd name="connsiteX54" fmla="*/ 904 w 2092"/>
                <a:gd name="connsiteY54" fmla="*/ 2874 h 2911"/>
                <a:gd name="connsiteX55" fmla="*/ 941 w 2092"/>
                <a:gd name="connsiteY55" fmla="*/ 2906 h 2911"/>
                <a:gd name="connsiteX56" fmla="*/ 1083 w 2092"/>
                <a:gd name="connsiteY56" fmla="*/ 2906 h 2911"/>
                <a:gd name="connsiteX57" fmla="*/ 1214 w 2092"/>
                <a:gd name="connsiteY57" fmla="*/ 2901 h 2911"/>
                <a:gd name="connsiteX58" fmla="*/ 1240 w 2092"/>
                <a:gd name="connsiteY58" fmla="*/ 2863 h 2911"/>
                <a:gd name="connsiteX59" fmla="*/ 1238 w 2092"/>
                <a:gd name="connsiteY59" fmla="*/ 2799 h 2911"/>
                <a:gd name="connsiteX60" fmla="*/ 1211 w 2092"/>
                <a:gd name="connsiteY60" fmla="*/ 2733 h 2911"/>
                <a:gd name="connsiteX61" fmla="*/ 1201 w 2092"/>
                <a:gd name="connsiteY61" fmla="*/ 2652 h 2911"/>
                <a:gd name="connsiteX62" fmla="*/ 1200 w 2092"/>
                <a:gd name="connsiteY62" fmla="*/ 2551 h 2911"/>
                <a:gd name="connsiteX63" fmla="*/ 1219 w 2092"/>
                <a:gd name="connsiteY63" fmla="*/ 2450 h 2911"/>
                <a:gd name="connsiteX64" fmla="*/ 1263 w 2092"/>
                <a:gd name="connsiteY64" fmla="*/ 2300 h 2911"/>
                <a:gd name="connsiteX65" fmla="*/ 1287 w 2092"/>
                <a:gd name="connsiteY65" fmla="*/ 2222 h 2911"/>
                <a:gd name="connsiteX66" fmla="*/ 1307 w 2092"/>
                <a:gd name="connsiteY66" fmla="*/ 2188 h 2911"/>
                <a:gd name="connsiteX67" fmla="*/ 1361 w 2092"/>
                <a:gd name="connsiteY67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59 w 2092"/>
                <a:gd name="connsiteY45" fmla="*/ 2100 h 2911"/>
                <a:gd name="connsiteX46" fmla="*/ 797 w 2092"/>
                <a:gd name="connsiteY46" fmla="*/ 2189 h 2911"/>
                <a:gd name="connsiteX47" fmla="*/ 874 w 2092"/>
                <a:gd name="connsiteY47" fmla="*/ 2368 h 2911"/>
                <a:gd name="connsiteX48" fmla="*/ 906 w 2092"/>
                <a:gd name="connsiteY48" fmla="*/ 2466 h 2911"/>
                <a:gd name="connsiteX49" fmla="*/ 924 w 2092"/>
                <a:gd name="connsiteY49" fmla="*/ 2544 h 2911"/>
                <a:gd name="connsiteX50" fmla="*/ 931 w 2092"/>
                <a:gd name="connsiteY50" fmla="*/ 2677 h 2911"/>
                <a:gd name="connsiteX51" fmla="*/ 906 w 2092"/>
                <a:gd name="connsiteY51" fmla="*/ 2768 h 2911"/>
                <a:gd name="connsiteX52" fmla="*/ 894 w 2092"/>
                <a:gd name="connsiteY52" fmla="*/ 2839 h 2911"/>
                <a:gd name="connsiteX53" fmla="*/ 904 w 2092"/>
                <a:gd name="connsiteY53" fmla="*/ 2874 h 2911"/>
                <a:gd name="connsiteX54" fmla="*/ 941 w 2092"/>
                <a:gd name="connsiteY54" fmla="*/ 2906 h 2911"/>
                <a:gd name="connsiteX55" fmla="*/ 1083 w 2092"/>
                <a:gd name="connsiteY55" fmla="*/ 2906 h 2911"/>
                <a:gd name="connsiteX56" fmla="*/ 1214 w 2092"/>
                <a:gd name="connsiteY56" fmla="*/ 2901 h 2911"/>
                <a:gd name="connsiteX57" fmla="*/ 1240 w 2092"/>
                <a:gd name="connsiteY57" fmla="*/ 2863 h 2911"/>
                <a:gd name="connsiteX58" fmla="*/ 1238 w 2092"/>
                <a:gd name="connsiteY58" fmla="*/ 2799 h 2911"/>
                <a:gd name="connsiteX59" fmla="*/ 1211 w 2092"/>
                <a:gd name="connsiteY59" fmla="*/ 2733 h 2911"/>
                <a:gd name="connsiteX60" fmla="*/ 1201 w 2092"/>
                <a:gd name="connsiteY60" fmla="*/ 2652 h 2911"/>
                <a:gd name="connsiteX61" fmla="*/ 1200 w 2092"/>
                <a:gd name="connsiteY61" fmla="*/ 2551 h 2911"/>
                <a:gd name="connsiteX62" fmla="*/ 1219 w 2092"/>
                <a:gd name="connsiteY62" fmla="*/ 2450 h 2911"/>
                <a:gd name="connsiteX63" fmla="*/ 1263 w 2092"/>
                <a:gd name="connsiteY63" fmla="*/ 2300 h 2911"/>
                <a:gd name="connsiteX64" fmla="*/ 1287 w 2092"/>
                <a:gd name="connsiteY64" fmla="*/ 2222 h 2911"/>
                <a:gd name="connsiteX65" fmla="*/ 1307 w 2092"/>
                <a:gd name="connsiteY65" fmla="*/ 2188 h 2911"/>
                <a:gd name="connsiteX66" fmla="*/ 1361 w 2092"/>
                <a:gd name="connsiteY66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797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874 w 2092"/>
                <a:gd name="connsiteY46" fmla="*/ 2368 h 2911"/>
                <a:gd name="connsiteX47" fmla="*/ 906 w 2092"/>
                <a:gd name="connsiteY47" fmla="*/ 2466 h 2911"/>
                <a:gd name="connsiteX48" fmla="*/ 924 w 2092"/>
                <a:gd name="connsiteY48" fmla="*/ 2544 h 2911"/>
                <a:gd name="connsiteX49" fmla="*/ 931 w 2092"/>
                <a:gd name="connsiteY49" fmla="*/ 2677 h 2911"/>
                <a:gd name="connsiteX50" fmla="*/ 906 w 2092"/>
                <a:gd name="connsiteY50" fmla="*/ 2768 h 2911"/>
                <a:gd name="connsiteX51" fmla="*/ 894 w 2092"/>
                <a:gd name="connsiteY51" fmla="*/ 2839 h 2911"/>
                <a:gd name="connsiteX52" fmla="*/ 904 w 2092"/>
                <a:gd name="connsiteY52" fmla="*/ 2874 h 2911"/>
                <a:gd name="connsiteX53" fmla="*/ 941 w 2092"/>
                <a:gd name="connsiteY53" fmla="*/ 2906 h 2911"/>
                <a:gd name="connsiteX54" fmla="*/ 1083 w 2092"/>
                <a:gd name="connsiteY54" fmla="*/ 2906 h 2911"/>
                <a:gd name="connsiteX55" fmla="*/ 1214 w 2092"/>
                <a:gd name="connsiteY55" fmla="*/ 2901 h 2911"/>
                <a:gd name="connsiteX56" fmla="*/ 1240 w 2092"/>
                <a:gd name="connsiteY56" fmla="*/ 2863 h 2911"/>
                <a:gd name="connsiteX57" fmla="*/ 1238 w 2092"/>
                <a:gd name="connsiteY57" fmla="*/ 2799 h 2911"/>
                <a:gd name="connsiteX58" fmla="*/ 1211 w 2092"/>
                <a:gd name="connsiteY58" fmla="*/ 2733 h 2911"/>
                <a:gd name="connsiteX59" fmla="*/ 1201 w 2092"/>
                <a:gd name="connsiteY59" fmla="*/ 2652 h 2911"/>
                <a:gd name="connsiteX60" fmla="*/ 1200 w 2092"/>
                <a:gd name="connsiteY60" fmla="*/ 2551 h 2911"/>
                <a:gd name="connsiteX61" fmla="*/ 1219 w 2092"/>
                <a:gd name="connsiteY61" fmla="*/ 2450 h 2911"/>
                <a:gd name="connsiteX62" fmla="*/ 1263 w 2092"/>
                <a:gd name="connsiteY62" fmla="*/ 2300 h 2911"/>
                <a:gd name="connsiteX63" fmla="*/ 1287 w 2092"/>
                <a:gd name="connsiteY63" fmla="*/ 2222 h 2911"/>
                <a:gd name="connsiteX64" fmla="*/ 1307 w 2092"/>
                <a:gd name="connsiteY64" fmla="*/ 2188 h 2911"/>
                <a:gd name="connsiteX65" fmla="*/ 1361 w 2092"/>
                <a:gd name="connsiteY65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06 w 2092"/>
                <a:gd name="connsiteY46" fmla="*/ 2466 h 2911"/>
                <a:gd name="connsiteX47" fmla="*/ 924 w 2092"/>
                <a:gd name="connsiteY47" fmla="*/ 2544 h 2911"/>
                <a:gd name="connsiteX48" fmla="*/ 931 w 2092"/>
                <a:gd name="connsiteY48" fmla="*/ 2677 h 2911"/>
                <a:gd name="connsiteX49" fmla="*/ 906 w 2092"/>
                <a:gd name="connsiteY49" fmla="*/ 2768 h 2911"/>
                <a:gd name="connsiteX50" fmla="*/ 894 w 2092"/>
                <a:gd name="connsiteY50" fmla="*/ 2839 h 2911"/>
                <a:gd name="connsiteX51" fmla="*/ 904 w 2092"/>
                <a:gd name="connsiteY51" fmla="*/ 2874 h 2911"/>
                <a:gd name="connsiteX52" fmla="*/ 941 w 2092"/>
                <a:gd name="connsiteY52" fmla="*/ 2906 h 2911"/>
                <a:gd name="connsiteX53" fmla="*/ 1083 w 2092"/>
                <a:gd name="connsiteY53" fmla="*/ 2906 h 2911"/>
                <a:gd name="connsiteX54" fmla="*/ 1214 w 2092"/>
                <a:gd name="connsiteY54" fmla="*/ 2901 h 2911"/>
                <a:gd name="connsiteX55" fmla="*/ 1240 w 2092"/>
                <a:gd name="connsiteY55" fmla="*/ 2863 h 2911"/>
                <a:gd name="connsiteX56" fmla="*/ 1238 w 2092"/>
                <a:gd name="connsiteY56" fmla="*/ 2799 h 2911"/>
                <a:gd name="connsiteX57" fmla="*/ 1211 w 2092"/>
                <a:gd name="connsiteY57" fmla="*/ 2733 h 2911"/>
                <a:gd name="connsiteX58" fmla="*/ 1201 w 2092"/>
                <a:gd name="connsiteY58" fmla="*/ 2652 h 2911"/>
                <a:gd name="connsiteX59" fmla="*/ 1200 w 2092"/>
                <a:gd name="connsiteY59" fmla="*/ 2551 h 2911"/>
                <a:gd name="connsiteX60" fmla="*/ 1219 w 2092"/>
                <a:gd name="connsiteY60" fmla="*/ 2450 h 2911"/>
                <a:gd name="connsiteX61" fmla="*/ 1263 w 2092"/>
                <a:gd name="connsiteY61" fmla="*/ 2300 h 2911"/>
                <a:gd name="connsiteX62" fmla="*/ 1287 w 2092"/>
                <a:gd name="connsiteY62" fmla="*/ 2222 h 2911"/>
                <a:gd name="connsiteX63" fmla="*/ 1307 w 2092"/>
                <a:gd name="connsiteY63" fmla="*/ 2188 h 2911"/>
                <a:gd name="connsiteX64" fmla="*/ 1361 w 2092"/>
                <a:gd name="connsiteY64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24 w 2092"/>
                <a:gd name="connsiteY46" fmla="*/ 2544 h 2911"/>
                <a:gd name="connsiteX47" fmla="*/ 931 w 2092"/>
                <a:gd name="connsiteY47" fmla="*/ 2677 h 2911"/>
                <a:gd name="connsiteX48" fmla="*/ 906 w 2092"/>
                <a:gd name="connsiteY48" fmla="*/ 2768 h 2911"/>
                <a:gd name="connsiteX49" fmla="*/ 894 w 2092"/>
                <a:gd name="connsiteY49" fmla="*/ 2839 h 2911"/>
                <a:gd name="connsiteX50" fmla="*/ 904 w 2092"/>
                <a:gd name="connsiteY50" fmla="*/ 2874 h 2911"/>
                <a:gd name="connsiteX51" fmla="*/ 941 w 2092"/>
                <a:gd name="connsiteY51" fmla="*/ 2906 h 2911"/>
                <a:gd name="connsiteX52" fmla="*/ 1083 w 2092"/>
                <a:gd name="connsiteY52" fmla="*/ 2906 h 2911"/>
                <a:gd name="connsiteX53" fmla="*/ 1214 w 2092"/>
                <a:gd name="connsiteY53" fmla="*/ 2901 h 2911"/>
                <a:gd name="connsiteX54" fmla="*/ 1240 w 2092"/>
                <a:gd name="connsiteY54" fmla="*/ 2863 h 2911"/>
                <a:gd name="connsiteX55" fmla="*/ 1238 w 2092"/>
                <a:gd name="connsiteY55" fmla="*/ 2799 h 2911"/>
                <a:gd name="connsiteX56" fmla="*/ 1211 w 2092"/>
                <a:gd name="connsiteY56" fmla="*/ 2733 h 2911"/>
                <a:gd name="connsiteX57" fmla="*/ 1201 w 2092"/>
                <a:gd name="connsiteY57" fmla="*/ 2652 h 2911"/>
                <a:gd name="connsiteX58" fmla="*/ 1200 w 2092"/>
                <a:gd name="connsiteY58" fmla="*/ 2551 h 2911"/>
                <a:gd name="connsiteX59" fmla="*/ 1219 w 2092"/>
                <a:gd name="connsiteY59" fmla="*/ 2450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189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78 w 2092"/>
                <a:gd name="connsiteY59" fmla="*/ 2256 h 2911"/>
                <a:gd name="connsiteX60" fmla="*/ 1263 w 2092"/>
                <a:gd name="connsiteY60" fmla="*/ 2300 h 2911"/>
                <a:gd name="connsiteX61" fmla="*/ 1287 w 2092"/>
                <a:gd name="connsiteY61" fmla="*/ 2222 h 2911"/>
                <a:gd name="connsiteX62" fmla="*/ 1307 w 2092"/>
                <a:gd name="connsiteY62" fmla="*/ 2188 h 2911"/>
                <a:gd name="connsiteX63" fmla="*/ 1361 w 2092"/>
                <a:gd name="connsiteY63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07 w 2092"/>
                <a:gd name="connsiteY61" fmla="*/ 2188 h 2911"/>
                <a:gd name="connsiteX62" fmla="*/ 1361 w 2092"/>
                <a:gd name="connsiteY62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287 w 2092"/>
                <a:gd name="connsiteY60" fmla="*/ 2222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263 w 2092"/>
                <a:gd name="connsiteY59" fmla="*/ 2300 h 2911"/>
                <a:gd name="connsiteX60" fmla="*/ 1186 w 2092"/>
                <a:gd name="connsiteY60" fmla="*/ 2137 h 2911"/>
                <a:gd name="connsiteX61" fmla="*/ 1361 w 2092"/>
                <a:gd name="connsiteY61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219 w 2092"/>
                <a:gd name="connsiteY58" fmla="*/ 2450 h 2911"/>
                <a:gd name="connsiteX59" fmla="*/ 1186 w 2092"/>
                <a:gd name="connsiteY59" fmla="*/ 2137 h 2911"/>
                <a:gd name="connsiteX60" fmla="*/ 1361 w 2092"/>
                <a:gd name="connsiteY60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200 w 2092"/>
                <a:gd name="connsiteY57" fmla="*/ 2551 h 2911"/>
                <a:gd name="connsiteX58" fmla="*/ 1186 w 2092"/>
                <a:gd name="connsiteY58" fmla="*/ 2137 h 2911"/>
                <a:gd name="connsiteX59" fmla="*/ 1361 w 2092"/>
                <a:gd name="connsiteY59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58" fmla="*/ 1361 w 2092"/>
                <a:gd name="connsiteY58" fmla="*/ 1974 h 2911"/>
                <a:gd name="connsiteX0" fmla="*/ 1368 w 2092"/>
                <a:gd name="connsiteY0" fmla="*/ 1960 h 2911"/>
                <a:gd name="connsiteX1" fmla="*/ 1366 w 2092"/>
                <a:gd name="connsiteY1" fmla="*/ 1916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66 w 2092"/>
                <a:gd name="connsiteY0" fmla="*/ 1916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66 w 2092"/>
                <a:gd name="connsiteY0" fmla="*/ 1916 h 2911"/>
                <a:gd name="connsiteX1" fmla="*/ 1301 w 2092"/>
                <a:gd name="connsiteY1" fmla="*/ 1860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301 w 2092"/>
                <a:gd name="connsiteY0" fmla="*/ 1860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301 w 2092"/>
                <a:gd name="connsiteY0" fmla="*/ 1860 h 2911"/>
                <a:gd name="connsiteX1" fmla="*/ 1189 w 2092"/>
                <a:gd name="connsiteY1" fmla="*/ 2132 h 2911"/>
                <a:gd name="connsiteX2" fmla="*/ 1386 w 2092"/>
                <a:gd name="connsiteY2" fmla="*/ 1814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25 w 2092"/>
                <a:gd name="connsiteY2" fmla="*/ 1752 h 2911"/>
                <a:gd name="connsiteX3" fmla="*/ 1398 w 2092"/>
                <a:gd name="connsiteY3" fmla="*/ 1698 h 2911"/>
                <a:gd name="connsiteX4" fmla="*/ 1382 w 2092"/>
                <a:gd name="connsiteY4" fmla="*/ 1554 h 2911"/>
                <a:gd name="connsiteX5" fmla="*/ 1344 w 2092"/>
                <a:gd name="connsiteY5" fmla="*/ 1367 h 2911"/>
                <a:gd name="connsiteX6" fmla="*/ 1305 w 2092"/>
                <a:gd name="connsiteY6" fmla="*/ 1201 h 2911"/>
                <a:gd name="connsiteX7" fmla="*/ 1243 w 2092"/>
                <a:gd name="connsiteY7" fmla="*/ 965 h 2911"/>
                <a:gd name="connsiteX8" fmla="*/ 1233 w 2092"/>
                <a:gd name="connsiteY8" fmla="*/ 648 h 2911"/>
                <a:gd name="connsiteX9" fmla="*/ 1495 w 2092"/>
                <a:gd name="connsiteY9" fmla="*/ 249 h 2911"/>
                <a:gd name="connsiteX10" fmla="*/ 1735 w 2092"/>
                <a:gd name="connsiteY10" fmla="*/ 104 h 2911"/>
                <a:gd name="connsiteX11" fmla="*/ 1912 w 2092"/>
                <a:gd name="connsiteY11" fmla="*/ 116 h 2911"/>
                <a:gd name="connsiteX12" fmla="*/ 2042 w 2092"/>
                <a:gd name="connsiteY12" fmla="*/ 197 h 2911"/>
                <a:gd name="connsiteX13" fmla="*/ 2086 w 2092"/>
                <a:gd name="connsiteY13" fmla="*/ 189 h 2911"/>
                <a:gd name="connsiteX14" fmla="*/ 2063 w 2092"/>
                <a:gd name="connsiteY14" fmla="*/ 109 h 2911"/>
                <a:gd name="connsiteX15" fmla="*/ 1910 w 2092"/>
                <a:gd name="connsiteY15" fmla="*/ 31 h 2911"/>
                <a:gd name="connsiteX16" fmla="*/ 1740 w 2092"/>
                <a:gd name="connsiteY16" fmla="*/ 18 h 2911"/>
                <a:gd name="connsiteX17" fmla="*/ 1493 w 2092"/>
                <a:gd name="connsiteY17" fmla="*/ 138 h 2911"/>
                <a:gd name="connsiteX18" fmla="*/ 1253 w 2092"/>
                <a:gd name="connsiteY18" fmla="*/ 415 h 2911"/>
                <a:gd name="connsiteX19" fmla="*/ 1169 w 2092"/>
                <a:gd name="connsiteY19" fmla="*/ 539 h 2911"/>
                <a:gd name="connsiteX20" fmla="*/ 1122 w 2092"/>
                <a:gd name="connsiteY20" fmla="*/ 510 h 2911"/>
                <a:gd name="connsiteX21" fmla="*/ 1087 w 2092"/>
                <a:gd name="connsiteY21" fmla="*/ 374 h 2911"/>
                <a:gd name="connsiteX22" fmla="*/ 1019 w 2092"/>
                <a:gd name="connsiteY22" fmla="*/ 366 h 2911"/>
                <a:gd name="connsiteX23" fmla="*/ 993 w 2092"/>
                <a:gd name="connsiteY23" fmla="*/ 444 h 2911"/>
                <a:gd name="connsiteX24" fmla="*/ 953 w 2092"/>
                <a:gd name="connsiteY24" fmla="*/ 550 h 2911"/>
                <a:gd name="connsiteX25" fmla="*/ 844 w 2092"/>
                <a:gd name="connsiteY25" fmla="*/ 433 h 2911"/>
                <a:gd name="connsiteX26" fmla="*/ 756 w 2092"/>
                <a:gd name="connsiteY26" fmla="*/ 326 h 2911"/>
                <a:gd name="connsiteX27" fmla="*/ 605 w 2092"/>
                <a:gd name="connsiteY27" fmla="*/ 167 h 2911"/>
                <a:gd name="connsiteX28" fmla="*/ 377 w 2092"/>
                <a:gd name="connsiteY28" fmla="*/ 60 h 2911"/>
                <a:gd name="connsiteX29" fmla="*/ 184 w 2092"/>
                <a:gd name="connsiteY29" fmla="*/ 69 h 2911"/>
                <a:gd name="connsiteX30" fmla="*/ 38 w 2092"/>
                <a:gd name="connsiteY30" fmla="*/ 162 h 2911"/>
                <a:gd name="connsiteX31" fmla="*/ 4 w 2092"/>
                <a:gd name="connsiteY31" fmla="*/ 215 h 2911"/>
                <a:gd name="connsiteX32" fmla="*/ 13 w 2092"/>
                <a:gd name="connsiteY32" fmla="*/ 248 h 2911"/>
                <a:gd name="connsiteX33" fmla="*/ 61 w 2092"/>
                <a:gd name="connsiteY33" fmla="*/ 246 h 2911"/>
                <a:gd name="connsiteX34" fmla="*/ 144 w 2092"/>
                <a:gd name="connsiteY34" fmla="*/ 173 h 2911"/>
                <a:gd name="connsiteX35" fmla="*/ 256 w 2092"/>
                <a:gd name="connsiteY35" fmla="*/ 127 h 2911"/>
                <a:gd name="connsiteX36" fmla="*/ 434 w 2092"/>
                <a:gd name="connsiteY36" fmla="*/ 149 h 2911"/>
                <a:gd name="connsiteX37" fmla="*/ 572 w 2092"/>
                <a:gd name="connsiteY37" fmla="*/ 237 h 2911"/>
                <a:gd name="connsiteX38" fmla="*/ 659 w 2092"/>
                <a:gd name="connsiteY38" fmla="*/ 333 h 2911"/>
                <a:gd name="connsiteX39" fmla="*/ 748 w 2092"/>
                <a:gd name="connsiteY39" fmla="*/ 442 h 2911"/>
                <a:gd name="connsiteX40" fmla="*/ 835 w 2092"/>
                <a:gd name="connsiteY40" fmla="*/ 586 h 2911"/>
                <a:gd name="connsiteX41" fmla="*/ 881 w 2092"/>
                <a:gd name="connsiteY41" fmla="*/ 704 h 2911"/>
                <a:gd name="connsiteX42" fmla="*/ 877 w 2092"/>
                <a:gd name="connsiteY42" fmla="*/ 903 h 2911"/>
                <a:gd name="connsiteX43" fmla="*/ 795 w 2092"/>
                <a:gd name="connsiteY43" fmla="*/ 1349 h 2911"/>
                <a:gd name="connsiteX44" fmla="*/ 770 w 2092"/>
                <a:gd name="connsiteY44" fmla="*/ 1560 h 2911"/>
                <a:gd name="connsiteX45" fmla="*/ 946 w 2092"/>
                <a:gd name="connsiteY45" fmla="*/ 2035 h 2911"/>
                <a:gd name="connsiteX46" fmla="*/ 931 w 2092"/>
                <a:gd name="connsiteY46" fmla="*/ 2677 h 2911"/>
                <a:gd name="connsiteX47" fmla="*/ 906 w 2092"/>
                <a:gd name="connsiteY47" fmla="*/ 2768 h 2911"/>
                <a:gd name="connsiteX48" fmla="*/ 894 w 2092"/>
                <a:gd name="connsiteY48" fmla="*/ 2839 h 2911"/>
                <a:gd name="connsiteX49" fmla="*/ 904 w 2092"/>
                <a:gd name="connsiteY49" fmla="*/ 2874 h 2911"/>
                <a:gd name="connsiteX50" fmla="*/ 941 w 2092"/>
                <a:gd name="connsiteY50" fmla="*/ 2906 h 2911"/>
                <a:gd name="connsiteX51" fmla="*/ 1083 w 2092"/>
                <a:gd name="connsiteY51" fmla="*/ 2906 h 2911"/>
                <a:gd name="connsiteX52" fmla="*/ 1214 w 2092"/>
                <a:gd name="connsiteY52" fmla="*/ 2901 h 2911"/>
                <a:gd name="connsiteX53" fmla="*/ 1240 w 2092"/>
                <a:gd name="connsiteY53" fmla="*/ 2863 h 2911"/>
                <a:gd name="connsiteX54" fmla="*/ 1238 w 2092"/>
                <a:gd name="connsiteY54" fmla="*/ 2799 h 2911"/>
                <a:gd name="connsiteX55" fmla="*/ 1211 w 2092"/>
                <a:gd name="connsiteY55" fmla="*/ 2733 h 2911"/>
                <a:gd name="connsiteX56" fmla="*/ 1201 w 2092"/>
                <a:gd name="connsiteY56" fmla="*/ 2652 h 2911"/>
                <a:gd name="connsiteX57" fmla="*/ 1186 w 2092"/>
                <a:gd name="connsiteY57" fmla="*/ 2137 h 2911"/>
                <a:gd name="connsiteX0" fmla="*/ 1189 w 2092"/>
                <a:gd name="connsiteY0" fmla="*/ 2132 h 2911"/>
                <a:gd name="connsiteX1" fmla="*/ 1386 w 2092"/>
                <a:gd name="connsiteY1" fmla="*/ 1814 h 2911"/>
                <a:gd name="connsiteX2" fmla="*/ 1398 w 2092"/>
                <a:gd name="connsiteY2" fmla="*/ 1698 h 2911"/>
                <a:gd name="connsiteX3" fmla="*/ 1382 w 2092"/>
                <a:gd name="connsiteY3" fmla="*/ 1554 h 2911"/>
                <a:gd name="connsiteX4" fmla="*/ 1344 w 2092"/>
                <a:gd name="connsiteY4" fmla="*/ 1367 h 2911"/>
                <a:gd name="connsiteX5" fmla="*/ 1305 w 2092"/>
                <a:gd name="connsiteY5" fmla="*/ 1201 h 2911"/>
                <a:gd name="connsiteX6" fmla="*/ 1243 w 2092"/>
                <a:gd name="connsiteY6" fmla="*/ 965 h 2911"/>
                <a:gd name="connsiteX7" fmla="*/ 1233 w 2092"/>
                <a:gd name="connsiteY7" fmla="*/ 648 h 2911"/>
                <a:gd name="connsiteX8" fmla="*/ 1495 w 2092"/>
                <a:gd name="connsiteY8" fmla="*/ 249 h 2911"/>
                <a:gd name="connsiteX9" fmla="*/ 1735 w 2092"/>
                <a:gd name="connsiteY9" fmla="*/ 104 h 2911"/>
                <a:gd name="connsiteX10" fmla="*/ 1912 w 2092"/>
                <a:gd name="connsiteY10" fmla="*/ 116 h 2911"/>
                <a:gd name="connsiteX11" fmla="*/ 2042 w 2092"/>
                <a:gd name="connsiteY11" fmla="*/ 197 h 2911"/>
                <a:gd name="connsiteX12" fmla="*/ 2086 w 2092"/>
                <a:gd name="connsiteY12" fmla="*/ 189 h 2911"/>
                <a:gd name="connsiteX13" fmla="*/ 2063 w 2092"/>
                <a:gd name="connsiteY13" fmla="*/ 109 h 2911"/>
                <a:gd name="connsiteX14" fmla="*/ 1910 w 2092"/>
                <a:gd name="connsiteY14" fmla="*/ 31 h 2911"/>
                <a:gd name="connsiteX15" fmla="*/ 1740 w 2092"/>
                <a:gd name="connsiteY15" fmla="*/ 18 h 2911"/>
                <a:gd name="connsiteX16" fmla="*/ 1493 w 2092"/>
                <a:gd name="connsiteY16" fmla="*/ 138 h 2911"/>
                <a:gd name="connsiteX17" fmla="*/ 1253 w 2092"/>
                <a:gd name="connsiteY17" fmla="*/ 415 h 2911"/>
                <a:gd name="connsiteX18" fmla="*/ 1169 w 2092"/>
                <a:gd name="connsiteY18" fmla="*/ 539 h 2911"/>
                <a:gd name="connsiteX19" fmla="*/ 1122 w 2092"/>
                <a:gd name="connsiteY19" fmla="*/ 510 h 2911"/>
                <a:gd name="connsiteX20" fmla="*/ 1087 w 2092"/>
                <a:gd name="connsiteY20" fmla="*/ 374 h 2911"/>
                <a:gd name="connsiteX21" fmla="*/ 1019 w 2092"/>
                <a:gd name="connsiteY21" fmla="*/ 366 h 2911"/>
                <a:gd name="connsiteX22" fmla="*/ 993 w 2092"/>
                <a:gd name="connsiteY22" fmla="*/ 444 h 2911"/>
                <a:gd name="connsiteX23" fmla="*/ 953 w 2092"/>
                <a:gd name="connsiteY23" fmla="*/ 550 h 2911"/>
                <a:gd name="connsiteX24" fmla="*/ 844 w 2092"/>
                <a:gd name="connsiteY24" fmla="*/ 433 h 2911"/>
                <a:gd name="connsiteX25" fmla="*/ 756 w 2092"/>
                <a:gd name="connsiteY25" fmla="*/ 326 h 2911"/>
                <a:gd name="connsiteX26" fmla="*/ 605 w 2092"/>
                <a:gd name="connsiteY26" fmla="*/ 167 h 2911"/>
                <a:gd name="connsiteX27" fmla="*/ 377 w 2092"/>
                <a:gd name="connsiteY27" fmla="*/ 60 h 2911"/>
                <a:gd name="connsiteX28" fmla="*/ 184 w 2092"/>
                <a:gd name="connsiteY28" fmla="*/ 69 h 2911"/>
                <a:gd name="connsiteX29" fmla="*/ 38 w 2092"/>
                <a:gd name="connsiteY29" fmla="*/ 162 h 2911"/>
                <a:gd name="connsiteX30" fmla="*/ 4 w 2092"/>
                <a:gd name="connsiteY30" fmla="*/ 215 h 2911"/>
                <a:gd name="connsiteX31" fmla="*/ 13 w 2092"/>
                <a:gd name="connsiteY31" fmla="*/ 248 h 2911"/>
                <a:gd name="connsiteX32" fmla="*/ 61 w 2092"/>
                <a:gd name="connsiteY32" fmla="*/ 246 h 2911"/>
                <a:gd name="connsiteX33" fmla="*/ 144 w 2092"/>
                <a:gd name="connsiteY33" fmla="*/ 173 h 2911"/>
                <a:gd name="connsiteX34" fmla="*/ 256 w 2092"/>
                <a:gd name="connsiteY34" fmla="*/ 127 h 2911"/>
                <a:gd name="connsiteX35" fmla="*/ 434 w 2092"/>
                <a:gd name="connsiteY35" fmla="*/ 149 h 2911"/>
                <a:gd name="connsiteX36" fmla="*/ 572 w 2092"/>
                <a:gd name="connsiteY36" fmla="*/ 237 h 2911"/>
                <a:gd name="connsiteX37" fmla="*/ 659 w 2092"/>
                <a:gd name="connsiteY37" fmla="*/ 333 h 2911"/>
                <a:gd name="connsiteX38" fmla="*/ 748 w 2092"/>
                <a:gd name="connsiteY38" fmla="*/ 442 h 2911"/>
                <a:gd name="connsiteX39" fmla="*/ 835 w 2092"/>
                <a:gd name="connsiteY39" fmla="*/ 586 h 2911"/>
                <a:gd name="connsiteX40" fmla="*/ 881 w 2092"/>
                <a:gd name="connsiteY40" fmla="*/ 704 h 2911"/>
                <a:gd name="connsiteX41" fmla="*/ 877 w 2092"/>
                <a:gd name="connsiteY41" fmla="*/ 903 h 2911"/>
                <a:gd name="connsiteX42" fmla="*/ 795 w 2092"/>
                <a:gd name="connsiteY42" fmla="*/ 1349 h 2911"/>
                <a:gd name="connsiteX43" fmla="*/ 770 w 2092"/>
                <a:gd name="connsiteY43" fmla="*/ 1560 h 2911"/>
                <a:gd name="connsiteX44" fmla="*/ 946 w 2092"/>
                <a:gd name="connsiteY44" fmla="*/ 2035 h 2911"/>
                <a:gd name="connsiteX45" fmla="*/ 931 w 2092"/>
                <a:gd name="connsiteY45" fmla="*/ 2677 h 2911"/>
                <a:gd name="connsiteX46" fmla="*/ 906 w 2092"/>
                <a:gd name="connsiteY46" fmla="*/ 2768 h 2911"/>
                <a:gd name="connsiteX47" fmla="*/ 894 w 2092"/>
                <a:gd name="connsiteY47" fmla="*/ 2839 h 2911"/>
                <a:gd name="connsiteX48" fmla="*/ 904 w 2092"/>
                <a:gd name="connsiteY48" fmla="*/ 2874 h 2911"/>
                <a:gd name="connsiteX49" fmla="*/ 941 w 2092"/>
                <a:gd name="connsiteY49" fmla="*/ 2906 h 2911"/>
                <a:gd name="connsiteX50" fmla="*/ 1083 w 2092"/>
                <a:gd name="connsiteY50" fmla="*/ 2906 h 2911"/>
                <a:gd name="connsiteX51" fmla="*/ 1214 w 2092"/>
                <a:gd name="connsiteY51" fmla="*/ 2901 h 2911"/>
                <a:gd name="connsiteX52" fmla="*/ 1240 w 2092"/>
                <a:gd name="connsiteY52" fmla="*/ 2863 h 2911"/>
                <a:gd name="connsiteX53" fmla="*/ 1238 w 2092"/>
                <a:gd name="connsiteY53" fmla="*/ 2799 h 2911"/>
                <a:gd name="connsiteX54" fmla="*/ 1211 w 2092"/>
                <a:gd name="connsiteY54" fmla="*/ 2733 h 2911"/>
                <a:gd name="connsiteX55" fmla="*/ 1201 w 2092"/>
                <a:gd name="connsiteY55" fmla="*/ 2652 h 2911"/>
                <a:gd name="connsiteX56" fmla="*/ 1186 w 2092"/>
                <a:gd name="connsiteY56" fmla="*/ 2137 h 2911"/>
                <a:gd name="connsiteX0" fmla="*/ 1189 w 2092"/>
                <a:gd name="connsiteY0" fmla="*/ 2132 h 2911"/>
                <a:gd name="connsiteX1" fmla="*/ 1398 w 2092"/>
                <a:gd name="connsiteY1" fmla="*/ 1698 h 2911"/>
                <a:gd name="connsiteX2" fmla="*/ 1382 w 2092"/>
                <a:gd name="connsiteY2" fmla="*/ 1554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137 h 2911"/>
                <a:gd name="connsiteX0" fmla="*/ 1189 w 2092"/>
                <a:gd name="connsiteY0" fmla="*/ 2132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82 w 2092"/>
                <a:gd name="connsiteY1" fmla="*/ 1554 h 2911"/>
                <a:gd name="connsiteX2" fmla="*/ 1338 w 2092"/>
                <a:gd name="connsiteY2" fmla="*/ 1467 h 2911"/>
                <a:gd name="connsiteX3" fmla="*/ 1344 w 2092"/>
                <a:gd name="connsiteY3" fmla="*/ 1367 h 2911"/>
                <a:gd name="connsiteX4" fmla="*/ 1305 w 2092"/>
                <a:gd name="connsiteY4" fmla="*/ 1201 h 2911"/>
                <a:gd name="connsiteX5" fmla="*/ 1243 w 2092"/>
                <a:gd name="connsiteY5" fmla="*/ 965 h 2911"/>
                <a:gd name="connsiteX6" fmla="*/ 1233 w 2092"/>
                <a:gd name="connsiteY6" fmla="*/ 648 h 2911"/>
                <a:gd name="connsiteX7" fmla="*/ 1495 w 2092"/>
                <a:gd name="connsiteY7" fmla="*/ 249 h 2911"/>
                <a:gd name="connsiteX8" fmla="*/ 1735 w 2092"/>
                <a:gd name="connsiteY8" fmla="*/ 104 h 2911"/>
                <a:gd name="connsiteX9" fmla="*/ 1912 w 2092"/>
                <a:gd name="connsiteY9" fmla="*/ 116 h 2911"/>
                <a:gd name="connsiteX10" fmla="*/ 2042 w 2092"/>
                <a:gd name="connsiteY10" fmla="*/ 197 h 2911"/>
                <a:gd name="connsiteX11" fmla="*/ 2086 w 2092"/>
                <a:gd name="connsiteY11" fmla="*/ 189 h 2911"/>
                <a:gd name="connsiteX12" fmla="*/ 2063 w 2092"/>
                <a:gd name="connsiteY12" fmla="*/ 109 h 2911"/>
                <a:gd name="connsiteX13" fmla="*/ 1910 w 2092"/>
                <a:gd name="connsiteY13" fmla="*/ 31 h 2911"/>
                <a:gd name="connsiteX14" fmla="*/ 1740 w 2092"/>
                <a:gd name="connsiteY14" fmla="*/ 18 h 2911"/>
                <a:gd name="connsiteX15" fmla="*/ 1493 w 2092"/>
                <a:gd name="connsiteY15" fmla="*/ 138 h 2911"/>
                <a:gd name="connsiteX16" fmla="*/ 1253 w 2092"/>
                <a:gd name="connsiteY16" fmla="*/ 415 h 2911"/>
                <a:gd name="connsiteX17" fmla="*/ 1169 w 2092"/>
                <a:gd name="connsiteY17" fmla="*/ 539 h 2911"/>
                <a:gd name="connsiteX18" fmla="*/ 1122 w 2092"/>
                <a:gd name="connsiteY18" fmla="*/ 510 h 2911"/>
                <a:gd name="connsiteX19" fmla="*/ 1087 w 2092"/>
                <a:gd name="connsiteY19" fmla="*/ 374 h 2911"/>
                <a:gd name="connsiteX20" fmla="*/ 1019 w 2092"/>
                <a:gd name="connsiteY20" fmla="*/ 366 h 2911"/>
                <a:gd name="connsiteX21" fmla="*/ 993 w 2092"/>
                <a:gd name="connsiteY21" fmla="*/ 444 h 2911"/>
                <a:gd name="connsiteX22" fmla="*/ 953 w 2092"/>
                <a:gd name="connsiteY22" fmla="*/ 550 h 2911"/>
                <a:gd name="connsiteX23" fmla="*/ 844 w 2092"/>
                <a:gd name="connsiteY23" fmla="*/ 433 h 2911"/>
                <a:gd name="connsiteX24" fmla="*/ 756 w 2092"/>
                <a:gd name="connsiteY24" fmla="*/ 326 h 2911"/>
                <a:gd name="connsiteX25" fmla="*/ 605 w 2092"/>
                <a:gd name="connsiteY25" fmla="*/ 167 h 2911"/>
                <a:gd name="connsiteX26" fmla="*/ 377 w 2092"/>
                <a:gd name="connsiteY26" fmla="*/ 60 h 2911"/>
                <a:gd name="connsiteX27" fmla="*/ 184 w 2092"/>
                <a:gd name="connsiteY27" fmla="*/ 69 h 2911"/>
                <a:gd name="connsiteX28" fmla="*/ 38 w 2092"/>
                <a:gd name="connsiteY28" fmla="*/ 162 h 2911"/>
                <a:gd name="connsiteX29" fmla="*/ 4 w 2092"/>
                <a:gd name="connsiteY29" fmla="*/ 215 h 2911"/>
                <a:gd name="connsiteX30" fmla="*/ 13 w 2092"/>
                <a:gd name="connsiteY30" fmla="*/ 248 h 2911"/>
                <a:gd name="connsiteX31" fmla="*/ 61 w 2092"/>
                <a:gd name="connsiteY31" fmla="*/ 246 h 2911"/>
                <a:gd name="connsiteX32" fmla="*/ 144 w 2092"/>
                <a:gd name="connsiteY32" fmla="*/ 173 h 2911"/>
                <a:gd name="connsiteX33" fmla="*/ 256 w 2092"/>
                <a:gd name="connsiteY33" fmla="*/ 127 h 2911"/>
                <a:gd name="connsiteX34" fmla="*/ 434 w 2092"/>
                <a:gd name="connsiteY34" fmla="*/ 149 h 2911"/>
                <a:gd name="connsiteX35" fmla="*/ 572 w 2092"/>
                <a:gd name="connsiteY35" fmla="*/ 237 h 2911"/>
                <a:gd name="connsiteX36" fmla="*/ 659 w 2092"/>
                <a:gd name="connsiteY36" fmla="*/ 333 h 2911"/>
                <a:gd name="connsiteX37" fmla="*/ 748 w 2092"/>
                <a:gd name="connsiteY37" fmla="*/ 442 h 2911"/>
                <a:gd name="connsiteX38" fmla="*/ 835 w 2092"/>
                <a:gd name="connsiteY38" fmla="*/ 586 h 2911"/>
                <a:gd name="connsiteX39" fmla="*/ 881 w 2092"/>
                <a:gd name="connsiteY39" fmla="*/ 704 h 2911"/>
                <a:gd name="connsiteX40" fmla="*/ 877 w 2092"/>
                <a:gd name="connsiteY40" fmla="*/ 903 h 2911"/>
                <a:gd name="connsiteX41" fmla="*/ 795 w 2092"/>
                <a:gd name="connsiteY41" fmla="*/ 1349 h 2911"/>
                <a:gd name="connsiteX42" fmla="*/ 770 w 2092"/>
                <a:gd name="connsiteY42" fmla="*/ 1560 h 2911"/>
                <a:gd name="connsiteX43" fmla="*/ 946 w 2092"/>
                <a:gd name="connsiteY43" fmla="*/ 2035 h 2911"/>
                <a:gd name="connsiteX44" fmla="*/ 931 w 2092"/>
                <a:gd name="connsiteY44" fmla="*/ 2677 h 2911"/>
                <a:gd name="connsiteX45" fmla="*/ 906 w 2092"/>
                <a:gd name="connsiteY45" fmla="*/ 2768 h 2911"/>
                <a:gd name="connsiteX46" fmla="*/ 894 w 2092"/>
                <a:gd name="connsiteY46" fmla="*/ 2839 h 2911"/>
                <a:gd name="connsiteX47" fmla="*/ 904 w 2092"/>
                <a:gd name="connsiteY47" fmla="*/ 2874 h 2911"/>
                <a:gd name="connsiteX48" fmla="*/ 941 w 2092"/>
                <a:gd name="connsiteY48" fmla="*/ 2906 h 2911"/>
                <a:gd name="connsiteX49" fmla="*/ 1083 w 2092"/>
                <a:gd name="connsiteY49" fmla="*/ 2906 h 2911"/>
                <a:gd name="connsiteX50" fmla="*/ 1214 w 2092"/>
                <a:gd name="connsiteY50" fmla="*/ 2901 h 2911"/>
                <a:gd name="connsiteX51" fmla="*/ 1240 w 2092"/>
                <a:gd name="connsiteY51" fmla="*/ 2863 h 2911"/>
                <a:gd name="connsiteX52" fmla="*/ 1238 w 2092"/>
                <a:gd name="connsiteY52" fmla="*/ 2799 h 2911"/>
                <a:gd name="connsiteX53" fmla="*/ 1211 w 2092"/>
                <a:gd name="connsiteY53" fmla="*/ 2733 h 2911"/>
                <a:gd name="connsiteX54" fmla="*/ 1201 w 2092"/>
                <a:gd name="connsiteY54" fmla="*/ 2652 h 2911"/>
                <a:gd name="connsiteX55" fmla="*/ 1186 w 2092"/>
                <a:gd name="connsiteY55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3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44 w 2092"/>
                <a:gd name="connsiteY2" fmla="*/ 1367 h 2911"/>
                <a:gd name="connsiteX3" fmla="*/ 1305 w 2092"/>
                <a:gd name="connsiteY3" fmla="*/ 1201 h 2911"/>
                <a:gd name="connsiteX4" fmla="*/ 1243 w 2092"/>
                <a:gd name="connsiteY4" fmla="*/ 965 h 2911"/>
                <a:gd name="connsiteX5" fmla="*/ 1233 w 2092"/>
                <a:gd name="connsiteY5" fmla="*/ 648 h 2911"/>
                <a:gd name="connsiteX6" fmla="*/ 1495 w 2092"/>
                <a:gd name="connsiteY6" fmla="*/ 249 h 2911"/>
                <a:gd name="connsiteX7" fmla="*/ 1735 w 2092"/>
                <a:gd name="connsiteY7" fmla="*/ 104 h 2911"/>
                <a:gd name="connsiteX8" fmla="*/ 1912 w 2092"/>
                <a:gd name="connsiteY8" fmla="*/ 116 h 2911"/>
                <a:gd name="connsiteX9" fmla="*/ 2042 w 2092"/>
                <a:gd name="connsiteY9" fmla="*/ 197 h 2911"/>
                <a:gd name="connsiteX10" fmla="*/ 2086 w 2092"/>
                <a:gd name="connsiteY10" fmla="*/ 189 h 2911"/>
                <a:gd name="connsiteX11" fmla="*/ 2063 w 2092"/>
                <a:gd name="connsiteY11" fmla="*/ 109 h 2911"/>
                <a:gd name="connsiteX12" fmla="*/ 1910 w 2092"/>
                <a:gd name="connsiteY12" fmla="*/ 31 h 2911"/>
                <a:gd name="connsiteX13" fmla="*/ 1740 w 2092"/>
                <a:gd name="connsiteY13" fmla="*/ 18 h 2911"/>
                <a:gd name="connsiteX14" fmla="*/ 1493 w 2092"/>
                <a:gd name="connsiteY14" fmla="*/ 138 h 2911"/>
                <a:gd name="connsiteX15" fmla="*/ 1253 w 2092"/>
                <a:gd name="connsiteY15" fmla="*/ 415 h 2911"/>
                <a:gd name="connsiteX16" fmla="*/ 1169 w 2092"/>
                <a:gd name="connsiteY16" fmla="*/ 539 h 2911"/>
                <a:gd name="connsiteX17" fmla="*/ 1122 w 2092"/>
                <a:gd name="connsiteY17" fmla="*/ 510 h 2911"/>
                <a:gd name="connsiteX18" fmla="*/ 1087 w 2092"/>
                <a:gd name="connsiteY18" fmla="*/ 374 h 2911"/>
                <a:gd name="connsiteX19" fmla="*/ 1019 w 2092"/>
                <a:gd name="connsiteY19" fmla="*/ 366 h 2911"/>
                <a:gd name="connsiteX20" fmla="*/ 993 w 2092"/>
                <a:gd name="connsiteY20" fmla="*/ 444 h 2911"/>
                <a:gd name="connsiteX21" fmla="*/ 953 w 2092"/>
                <a:gd name="connsiteY21" fmla="*/ 550 h 2911"/>
                <a:gd name="connsiteX22" fmla="*/ 844 w 2092"/>
                <a:gd name="connsiteY22" fmla="*/ 433 h 2911"/>
                <a:gd name="connsiteX23" fmla="*/ 756 w 2092"/>
                <a:gd name="connsiteY23" fmla="*/ 326 h 2911"/>
                <a:gd name="connsiteX24" fmla="*/ 605 w 2092"/>
                <a:gd name="connsiteY24" fmla="*/ 167 h 2911"/>
                <a:gd name="connsiteX25" fmla="*/ 377 w 2092"/>
                <a:gd name="connsiteY25" fmla="*/ 60 h 2911"/>
                <a:gd name="connsiteX26" fmla="*/ 184 w 2092"/>
                <a:gd name="connsiteY26" fmla="*/ 69 h 2911"/>
                <a:gd name="connsiteX27" fmla="*/ 38 w 2092"/>
                <a:gd name="connsiteY27" fmla="*/ 162 h 2911"/>
                <a:gd name="connsiteX28" fmla="*/ 4 w 2092"/>
                <a:gd name="connsiteY28" fmla="*/ 215 h 2911"/>
                <a:gd name="connsiteX29" fmla="*/ 13 w 2092"/>
                <a:gd name="connsiteY29" fmla="*/ 248 h 2911"/>
                <a:gd name="connsiteX30" fmla="*/ 61 w 2092"/>
                <a:gd name="connsiteY30" fmla="*/ 246 h 2911"/>
                <a:gd name="connsiteX31" fmla="*/ 144 w 2092"/>
                <a:gd name="connsiteY31" fmla="*/ 173 h 2911"/>
                <a:gd name="connsiteX32" fmla="*/ 256 w 2092"/>
                <a:gd name="connsiteY32" fmla="*/ 127 h 2911"/>
                <a:gd name="connsiteX33" fmla="*/ 434 w 2092"/>
                <a:gd name="connsiteY33" fmla="*/ 149 h 2911"/>
                <a:gd name="connsiteX34" fmla="*/ 572 w 2092"/>
                <a:gd name="connsiteY34" fmla="*/ 237 h 2911"/>
                <a:gd name="connsiteX35" fmla="*/ 659 w 2092"/>
                <a:gd name="connsiteY35" fmla="*/ 333 h 2911"/>
                <a:gd name="connsiteX36" fmla="*/ 748 w 2092"/>
                <a:gd name="connsiteY36" fmla="*/ 442 h 2911"/>
                <a:gd name="connsiteX37" fmla="*/ 835 w 2092"/>
                <a:gd name="connsiteY37" fmla="*/ 586 h 2911"/>
                <a:gd name="connsiteX38" fmla="*/ 881 w 2092"/>
                <a:gd name="connsiteY38" fmla="*/ 704 h 2911"/>
                <a:gd name="connsiteX39" fmla="*/ 877 w 2092"/>
                <a:gd name="connsiteY39" fmla="*/ 903 h 2911"/>
                <a:gd name="connsiteX40" fmla="*/ 795 w 2092"/>
                <a:gd name="connsiteY40" fmla="*/ 1349 h 2911"/>
                <a:gd name="connsiteX41" fmla="*/ 770 w 2092"/>
                <a:gd name="connsiteY41" fmla="*/ 1560 h 2911"/>
                <a:gd name="connsiteX42" fmla="*/ 946 w 2092"/>
                <a:gd name="connsiteY42" fmla="*/ 2035 h 2911"/>
                <a:gd name="connsiteX43" fmla="*/ 931 w 2092"/>
                <a:gd name="connsiteY43" fmla="*/ 2677 h 2911"/>
                <a:gd name="connsiteX44" fmla="*/ 906 w 2092"/>
                <a:gd name="connsiteY44" fmla="*/ 2768 h 2911"/>
                <a:gd name="connsiteX45" fmla="*/ 894 w 2092"/>
                <a:gd name="connsiteY45" fmla="*/ 2839 h 2911"/>
                <a:gd name="connsiteX46" fmla="*/ 904 w 2092"/>
                <a:gd name="connsiteY46" fmla="*/ 2874 h 2911"/>
                <a:gd name="connsiteX47" fmla="*/ 941 w 2092"/>
                <a:gd name="connsiteY47" fmla="*/ 2906 h 2911"/>
                <a:gd name="connsiteX48" fmla="*/ 1083 w 2092"/>
                <a:gd name="connsiteY48" fmla="*/ 2906 h 2911"/>
                <a:gd name="connsiteX49" fmla="*/ 1214 w 2092"/>
                <a:gd name="connsiteY49" fmla="*/ 2901 h 2911"/>
                <a:gd name="connsiteX50" fmla="*/ 1240 w 2092"/>
                <a:gd name="connsiteY50" fmla="*/ 2863 h 2911"/>
                <a:gd name="connsiteX51" fmla="*/ 1238 w 2092"/>
                <a:gd name="connsiteY51" fmla="*/ 2799 h 2911"/>
                <a:gd name="connsiteX52" fmla="*/ 1211 w 2092"/>
                <a:gd name="connsiteY52" fmla="*/ 2733 h 2911"/>
                <a:gd name="connsiteX53" fmla="*/ 1201 w 2092"/>
                <a:gd name="connsiteY53" fmla="*/ 2652 h 2911"/>
                <a:gd name="connsiteX54" fmla="*/ 1186 w 2092"/>
                <a:gd name="connsiteY54" fmla="*/ 2045 h 2911"/>
                <a:gd name="connsiteX0" fmla="*/ 1314 w 2092"/>
                <a:gd name="connsiteY0" fmla="*/ 1677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43 w 2092"/>
                <a:gd name="connsiteY1" fmla="*/ 1467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31 w 2092"/>
                <a:gd name="connsiteY42" fmla="*/ 2677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201 w 2092"/>
                <a:gd name="connsiteY52" fmla="*/ 2652 h 2911"/>
                <a:gd name="connsiteX53" fmla="*/ 1186 w 2092"/>
                <a:gd name="connsiteY53" fmla="*/ 2045 h 2911"/>
                <a:gd name="connsiteX0" fmla="*/ 1191 w 2092"/>
                <a:gd name="connsiteY0" fmla="*/ 2034 h 2911"/>
                <a:gd name="connsiteX1" fmla="*/ 1378 w 2092"/>
                <a:gd name="connsiteY1" fmla="*/ 1542 h 2911"/>
                <a:gd name="connsiteX2" fmla="*/ 1305 w 2092"/>
                <a:gd name="connsiteY2" fmla="*/ 1201 h 2911"/>
                <a:gd name="connsiteX3" fmla="*/ 1243 w 2092"/>
                <a:gd name="connsiteY3" fmla="*/ 965 h 2911"/>
                <a:gd name="connsiteX4" fmla="*/ 1233 w 2092"/>
                <a:gd name="connsiteY4" fmla="*/ 648 h 2911"/>
                <a:gd name="connsiteX5" fmla="*/ 1495 w 2092"/>
                <a:gd name="connsiteY5" fmla="*/ 249 h 2911"/>
                <a:gd name="connsiteX6" fmla="*/ 1735 w 2092"/>
                <a:gd name="connsiteY6" fmla="*/ 104 h 2911"/>
                <a:gd name="connsiteX7" fmla="*/ 1912 w 2092"/>
                <a:gd name="connsiteY7" fmla="*/ 116 h 2911"/>
                <a:gd name="connsiteX8" fmla="*/ 2042 w 2092"/>
                <a:gd name="connsiteY8" fmla="*/ 197 h 2911"/>
                <a:gd name="connsiteX9" fmla="*/ 2086 w 2092"/>
                <a:gd name="connsiteY9" fmla="*/ 189 h 2911"/>
                <a:gd name="connsiteX10" fmla="*/ 2063 w 2092"/>
                <a:gd name="connsiteY10" fmla="*/ 109 h 2911"/>
                <a:gd name="connsiteX11" fmla="*/ 1910 w 2092"/>
                <a:gd name="connsiteY11" fmla="*/ 31 h 2911"/>
                <a:gd name="connsiteX12" fmla="*/ 1740 w 2092"/>
                <a:gd name="connsiteY12" fmla="*/ 18 h 2911"/>
                <a:gd name="connsiteX13" fmla="*/ 1493 w 2092"/>
                <a:gd name="connsiteY13" fmla="*/ 138 h 2911"/>
                <a:gd name="connsiteX14" fmla="*/ 1253 w 2092"/>
                <a:gd name="connsiteY14" fmla="*/ 415 h 2911"/>
                <a:gd name="connsiteX15" fmla="*/ 1169 w 2092"/>
                <a:gd name="connsiteY15" fmla="*/ 539 h 2911"/>
                <a:gd name="connsiteX16" fmla="*/ 1122 w 2092"/>
                <a:gd name="connsiteY16" fmla="*/ 510 h 2911"/>
                <a:gd name="connsiteX17" fmla="*/ 1087 w 2092"/>
                <a:gd name="connsiteY17" fmla="*/ 374 h 2911"/>
                <a:gd name="connsiteX18" fmla="*/ 1019 w 2092"/>
                <a:gd name="connsiteY18" fmla="*/ 366 h 2911"/>
                <a:gd name="connsiteX19" fmla="*/ 993 w 2092"/>
                <a:gd name="connsiteY19" fmla="*/ 444 h 2911"/>
                <a:gd name="connsiteX20" fmla="*/ 953 w 2092"/>
                <a:gd name="connsiteY20" fmla="*/ 550 h 2911"/>
                <a:gd name="connsiteX21" fmla="*/ 844 w 2092"/>
                <a:gd name="connsiteY21" fmla="*/ 433 h 2911"/>
                <a:gd name="connsiteX22" fmla="*/ 756 w 2092"/>
                <a:gd name="connsiteY22" fmla="*/ 326 h 2911"/>
                <a:gd name="connsiteX23" fmla="*/ 605 w 2092"/>
                <a:gd name="connsiteY23" fmla="*/ 167 h 2911"/>
                <a:gd name="connsiteX24" fmla="*/ 377 w 2092"/>
                <a:gd name="connsiteY24" fmla="*/ 60 h 2911"/>
                <a:gd name="connsiteX25" fmla="*/ 184 w 2092"/>
                <a:gd name="connsiteY25" fmla="*/ 69 h 2911"/>
                <a:gd name="connsiteX26" fmla="*/ 38 w 2092"/>
                <a:gd name="connsiteY26" fmla="*/ 162 h 2911"/>
                <a:gd name="connsiteX27" fmla="*/ 4 w 2092"/>
                <a:gd name="connsiteY27" fmla="*/ 215 h 2911"/>
                <a:gd name="connsiteX28" fmla="*/ 13 w 2092"/>
                <a:gd name="connsiteY28" fmla="*/ 248 h 2911"/>
                <a:gd name="connsiteX29" fmla="*/ 61 w 2092"/>
                <a:gd name="connsiteY29" fmla="*/ 246 h 2911"/>
                <a:gd name="connsiteX30" fmla="*/ 144 w 2092"/>
                <a:gd name="connsiteY30" fmla="*/ 173 h 2911"/>
                <a:gd name="connsiteX31" fmla="*/ 256 w 2092"/>
                <a:gd name="connsiteY31" fmla="*/ 127 h 2911"/>
                <a:gd name="connsiteX32" fmla="*/ 434 w 2092"/>
                <a:gd name="connsiteY32" fmla="*/ 149 h 2911"/>
                <a:gd name="connsiteX33" fmla="*/ 572 w 2092"/>
                <a:gd name="connsiteY33" fmla="*/ 237 h 2911"/>
                <a:gd name="connsiteX34" fmla="*/ 659 w 2092"/>
                <a:gd name="connsiteY34" fmla="*/ 333 h 2911"/>
                <a:gd name="connsiteX35" fmla="*/ 748 w 2092"/>
                <a:gd name="connsiteY35" fmla="*/ 442 h 2911"/>
                <a:gd name="connsiteX36" fmla="*/ 835 w 2092"/>
                <a:gd name="connsiteY36" fmla="*/ 586 h 2911"/>
                <a:gd name="connsiteX37" fmla="*/ 881 w 2092"/>
                <a:gd name="connsiteY37" fmla="*/ 704 h 2911"/>
                <a:gd name="connsiteX38" fmla="*/ 877 w 2092"/>
                <a:gd name="connsiteY38" fmla="*/ 903 h 2911"/>
                <a:gd name="connsiteX39" fmla="*/ 795 w 2092"/>
                <a:gd name="connsiteY39" fmla="*/ 1349 h 2911"/>
                <a:gd name="connsiteX40" fmla="*/ 770 w 2092"/>
                <a:gd name="connsiteY40" fmla="*/ 1560 h 2911"/>
                <a:gd name="connsiteX41" fmla="*/ 946 w 2092"/>
                <a:gd name="connsiteY41" fmla="*/ 2035 h 2911"/>
                <a:gd name="connsiteX42" fmla="*/ 963 w 2092"/>
                <a:gd name="connsiteY42" fmla="*/ 2595 h 2911"/>
                <a:gd name="connsiteX43" fmla="*/ 906 w 2092"/>
                <a:gd name="connsiteY43" fmla="*/ 2768 h 2911"/>
                <a:gd name="connsiteX44" fmla="*/ 894 w 2092"/>
                <a:gd name="connsiteY44" fmla="*/ 2839 h 2911"/>
                <a:gd name="connsiteX45" fmla="*/ 904 w 2092"/>
                <a:gd name="connsiteY45" fmla="*/ 2874 h 2911"/>
                <a:gd name="connsiteX46" fmla="*/ 941 w 2092"/>
                <a:gd name="connsiteY46" fmla="*/ 2906 h 2911"/>
                <a:gd name="connsiteX47" fmla="*/ 1083 w 2092"/>
                <a:gd name="connsiteY47" fmla="*/ 2906 h 2911"/>
                <a:gd name="connsiteX48" fmla="*/ 1214 w 2092"/>
                <a:gd name="connsiteY48" fmla="*/ 2901 h 2911"/>
                <a:gd name="connsiteX49" fmla="*/ 1240 w 2092"/>
                <a:gd name="connsiteY49" fmla="*/ 2863 h 2911"/>
                <a:gd name="connsiteX50" fmla="*/ 1238 w 2092"/>
                <a:gd name="connsiteY50" fmla="*/ 2799 h 2911"/>
                <a:gd name="connsiteX51" fmla="*/ 1211 w 2092"/>
                <a:gd name="connsiteY51" fmla="*/ 2733 h 2911"/>
                <a:gd name="connsiteX52" fmla="*/ 1166 w 2092"/>
                <a:gd name="connsiteY52" fmla="*/ 2580 h 2911"/>
                <a:gd name="connsiteX53" fmla="*/ 1186 w 2092"/>
                <a:gd name="connsiteY53" fmla="*/ 2045 h 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092" h="2911">
                  <a:moveTo>
                    <a:pt x="1191" y="2034"/>
                  </a:moveTo>
                  <a:cubicBezTo>
                    <a:pt x="1196" y="1990"/>
                    <a:pt x="1360" y="1718"/>
                    <a:pt x="1378" y="1542"/>
                  </a:cubicBezTo>
                  <a:cubicBezTo>
                    <a:pt x="1372" y="1365"/>
                    <a:pt x="1327" y="1285"/>
                    <a:pt x="1305" y="1201"/>
                  </a:cubicBezTo>
                  <a:cubicBezTo>
                    <a:pt x="1288" y="1134"/>
                    <a:pt x="1255" y="1056"/>
                    <a:pt x="1243" y="965"/>
                  </a:cubicBezTo>
                  <a:cubicBezTo>
                    <a:pt x="1232" y="873"/>
                    <a:pt x="1191" y="767"/>
                    <a:pt x="1233" y="648"/>
                  </a:cubicBezTo>
                  <a:cubicBezTo>
                    <a:pt x="1275" y="529"/>
                    <a:pt x="1411" y="340"/>
                    <a:pt x="1495" y="249"/>
                  </a:cubicBezTo>
                  <a:cubicBezTo>
                    <a:pt x="1579" y="158"/>
                    <a:pt x="1666" y="126"/>
                    <a:pt x="1735" y="104"/>
                  </a:cubicBezTo>
                  <a:cubicBezTo>
                    <a:pt x="1805" y="82"/>
                    <a:pt x="1860" y="101"/>
                    <a:pt x="1912" y="116"/>
                  </a:cubicBezTo>
                  <a:cubicBezTo>
                    <a:pt x="1963" y="132"/>
                    <a:pt x="2013" y="185"/>
                    <a:pt x="2042" y="197"/>
                  </a:cubicBezTo>
                  <a:cubicBezTo>
                    <a:pt x="2072" y="208"/>
                    <a:pt x="2083" y="204"/>
                    <a:pt x="2086" y="189"/>
                  </a:cubicBezTo>
                  <a:cubicBezTo>
                    <a:pt x="2089" y="175"/>
                    <a:pt x="2092" y="136"/>
                    <a:pt x="2063" y="109"/>
                  </a:cubicBezTo>
                  <a:cubicBezTo>
                    <a:pt x="2033" y="83"/>
                    <a:pt x="1964" y="46"/>
                    <a:pt x="1910" y="31"/>
                  </a:cubicBezTo>
                  <a:cubicBezTo>
                    <a:pt x="1856" y="15"/>
                    <a:pt x="1810" y="0"/>
                    <a:pt x="1740" y="18"/>
                  </a:cubicBezTo>
                  <a:cubicBezTo>
                    <a:pt x="1671" y="36"/>
                    <a:pt x="1575" y="72"/>
                    <a:pt x="1493" y="138"/>
                  </a:cubicBezTo>
                  <a:cubicBezTo>
                    <a:pt x="1412" y="205"/>
                    <a:pt x="1307" y="349"/>
                    <a:pt x="1253" y="415"/>
                  </a:cubicBezTo>
                  <a:cubicBezTo>
                    <a:pt x="1200" y="481"/>
                    <a:pt x="1191" y="523"/>
                    <a:pt x="1169" y="539"/>
                  </a:cubicBezTo>
                  <a:cubicBezTo>
                    <a:pt x="1148" y="554"/>
                    <a:pt x="1136" y="538"/>
                    <a:pt x="1122" y="510"/>
                  </a:cubicBezTo>
                  <a:cubicBezTo>
                    <a:pt x="1108" y="482"/>
                    <a:pt x="1104" y="398"/>
                    <a:pt x="1087" y="374"/>
                  </a:cubicBezTo>
                  <a:cubicBezTo>
                    <a:pt x="1070" y="350"/>
                    <a:pt x="1035" y="354"/>
                    <a:pt x="1019" y="366"/>
                  </a:cubicBezTo>
                  <a:cubicBezTo>
                    <a:pt x="1003" y="378"/>
                    <a:pt x="1004" y="413"/>
                    <a:pt x="993" y="444"/>
                  </a:cubicBezTo>
                  <a:cubicBezTo>
                    <a:pt x="982" y="475"/>
                    <a:pt x="978" y="551"/>
                    <a:pt x="953" y="550"/>
                  </a:cubicBezTo>
                  <a:cubicBezTo>
                    <a:pt x="928" y="548"/>
                    <a:pt x="876" y="470"/>
                    <a:pt x="844" y="433"/>
                  </a:cubicBezTo>
                  <a:cubicBezTo>
                    <a:pt x="811" y="396"/>
                    <a:pt x="796" y="370"/>
                    <a:pt x="756" y="326"/>
                  </a:cubicBezTo>
                  <a:cubicBezTo>
                    <a:pt x="717" y="281"/>
                    <a:pt x="668" y="212"/>
                    <a:pt x="605" y="167"/>
                  </a:cubicBezTo>
                  <a:cubicBezTo>
                    <a:pt x="542" y="123"/>
                    <a:pt x="447" y="76"/>
                    <a:pt x="377" y="60"/>
                  </a:cubicBezTo>
                  <a:cubicBezTo>
                    <a:pt x="306" y="44"/>
                    <a:pt x="240" y="52"/>
                    <a:pt x="184" y="69"/>
                  </a:cubicBezTo>
                  <a:cubicBezTo>
                    <a:pt x="128" y="86"/>
                    <a:pt x="68" y="137"/>
                    <a:pt x="38" y="162"/>
                  </a:cubicBezTo>
                  <a:cubicBezTo>
                    <a:pt x="8" y="187"/>
                    <a:pt x="8" y="200"/>
                    <a:pt x="4" y="215"/>
                  </a:cubicBezTo>
                  <a:cubicBezTo>
                    <a:pt x="0" y="229"/>
                    <a:pt x="3" y="242"/>
                    <a:pt x="13" y="248"/>
                  </a:cubicBezTo>
                  <a:cubicBezTo>
                    <a:pt x="22" y="253"/>
                    <a:pt x="39" y="258"/>
                    <a:pt x="61" y="246"/>
                  </a:cubicBezTo>
                  <a:cubicBezTo>
                    <a:pt x="83" y="233"/>
                    <a:pt x="111" y="193"/>
                    <a:pt x="144" y="173"/>
                  </a:cubicBezTo>
                  <a:cubicBezTo>
                    <a:pt x="176" y="153"/>
                    <a:pt x="207" y="131"/>
                    <a:pt x="256" y="127"/>
                  </a:cubicBezTo>
                  <a:cubicBezTo>
                    <a:pt x="305" y="124"/>
                    <a:pt x="381" y="131"/>
                    <a:pt x="434" y="149"/>
                  </a:cubicBezTo>
                  <a:cubicBezTo>
                    <a:pt x="487" y="167"/>
                    <a:pt x="535" y="207"/>
                    <a:pt x="572" y="237"/>
                  </a:cubicBezTo>
                  <a:cubicBezTo>
                    <a:pt x="609" y="267"/>
                    <a:pt x="630" y="299"/>
                    <a:pt x="659" y="333"/>
                  </a:cubicBezTo>
                  <a:cubicBezTo>
                    <a:pt x="688" y="367"/>
                    <a:pt x="719" y="400"/>
                    <a:pt x="748" y="442"/>
                  </a:cubicBezTo>
                  <a:cubicBezTo>
                    <a:pt x="777" y="484"/>
                    <a:pt x="813" y="542"/>
                    <a:pt x="835" y="586"/>
                  </a:cubicBezTo>
                  <a:cubicBezTo>
                    <a:pt x="857" y="630"/>
                    <a:pt x="874" y="652"/>
                    <a:pt x="881" y="704"/>
                  </a:cubicBezTo>
                  <a:cubicBezTo>
                    <a:pt x="887" y="757"/>
                    <a:pt x="891" y="796"/>
                    <a:pt x="877" y="903"/>
                  </a:cubicBezTo>
                  <a:cubicBezTo>
                    <a:pt x="863" y="1010"/>
                    <a:pt x="813" y="1239"/>
                    <a:pt x="795" y="1349"/>
                  </a:cubicBezTo>
                  <a:cubicBezTo>
                    <a:pt x="777" y="1458"/>
                    <a:pt x="765" y="1437"/>
                    <a:pt x="770" y="1560"/>
                  </a:cubicBezTo>
                  <a:cubicBezTo>
                    <a:pt x="770" y="1700"/>
                    <a:pt x="929" y="1900"/>
                    <a:pt x="946" y="2035"/>
                  </a:cubicBezTo>
                  <a:cubicBezTo>
                    <a:pt x="973" y="2221"/>
                    <a:pt x="970" y="2473"/>
                    <a:pt x="963" y="2595"/>
                  </a:cubicBezTo>
                  <a:cubicBezTo>
                    <a:pt x="956" y="2717"/>
                    <a:pt x="917" y="2727"/>
                    <a:pt x="906" y="2768"/>
                  </a:cubicBezTo>
                  <a:cubicBezTo>
                    <a:pt x="895" y="2809"/>
                    <a:pt x="894" y="2822"/>
                    <a:pt x="894" y="2839"/>
                  </a:cubicBezTo>
                  <a:cubicBezTo>
                    <a:pt x="894" y="2856"/>
                    <a:pt x="897" y="2863"/>
                    <a:pt x="904" y="2874"/>
                  </a:cubicBezTo>
                  <a:cubicBezTo>
                    <a:pt x="912" y="2885"/>
                    <a:pt x="911" y="2901"/>
                    <a:pt x="941" y="2906"/>
                  </a:cubicBezTo>
                  <a:cubicBezTo>
                    <a:pt x="971" y="2911"/>
                    <a:pt x="1038" y="2907"/>
                    <a:pt x="1083" y="2906"/>
                  </a:cubicBezTo>
                  <a:cubicBezTo>
                    <a:pt x="1128" y="2905"/>
                    <a:pt x="1188" y="2908"/>
                    <a:pt x="1214" y="2901"/>
                  </a:cubicBezTo>
                  <a:cubicBezTo>
                    <a:pt x="1240" y="2894"/>
                    <a:pt x="1236" y="2880"/>
                    <a:pt x="1240" y="2863"/>
                  </a:cubicBezTo>
                  <a:cubicBezTo>
                    <a:pt x="1244" y="2846"/>
                    <a:pt x="1243" y="2821"/>
                    <a:pt x="1238" y="2799"/>
                  </a:cubicBezTo>
                  <a:cubicBezTo>
                    <a:pt x="1233" y="2777"/>
                    <a:pt x="1223" y="2770"/>
                    <a:pt x="1211" y="2733"/>
                  </a:cubicBezTo>
                  <a:cubicBezTo>
                    <a:pt x="1199" y="2697"/>
                    <a:pt x="1170" y="2695"/>
                    <a:pt x="1166" y="2580"/>
                  </a:cubicBezTo>
                  <a:cubicBezTo>
                    <a:pt x="1162" y="2465"/>
                    <a:pt x="1159" y="2158"/>
                    <a:pt x="1186" y="2045"/>
                  </a:cubicBezTo>
                </a:path>
              </a:pathLst>
            </a:custGeom>
            <a:solidFill>
              <a:srgbClr val="FFD171">
                <a:alpha val="91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09"/>
            <p:cNvSpPr>
              <a:spLocks/>
            </p:cNvSpPr>
            <p:nvPr/>
          </p:nvSpPr>
          <p:spPr bwMode="auto">
            <a:xfrm rot="6892081">
              <a:off x="7326725" y="3258652"/>
              <a:ext cx="262348" cy="268966"/>
            </a:xfrm>
            <a:custGeom>
              <a:avLst/>
              <a:gdLst>
                <a:gd name="connsiteX0" fmla="*/ 3222 w 9693"/>
                <a:gd name="connsiteY0" fmla="*/ 7406 h 9710"/>
                <a:gd name="connsiteX1" fmla="*/ 2803 w 9693"/>
                <a:gd name="connsiteY1" fmla="*/ 4803 h 9710"/>
                <a:gd name="connsiteX2" fmla="*/ 2741 w 9693"/>
                <a:gd name="connsiteY2" fmla="*/ 1568 h 9710"/>
                <a:gd name="connsiteX3" fmla="*/ 164 w 9693"/>
                <a:gd name="connsiteY3" fmla="*/ 284 h 9710"/>
                <a:gd name="connsiteX4" fmla="*/ 598 w 9693"/>
                <a:gd name="connsiteY4" fmla="*/ 70 h 9710"/>
                <a:gd name="connsiteX5" fmla="*/ 3611 w 9693"/>
                <a:gd name="connsiteY5" fmla="*/ 1193 h 9710"/>
                <a:gd name="connsiteX6" fmla="*/ 5226 w 9693"/>
                <a:gd name="connsiteY6" fmla="*/ 552 h 9710"/>
                <a:gd name="connsiteX7" fmla="*/ 6592 w 9693"/>
                <a:gd name="connsiteY7" fmla="*/ 1488 h 9710"/>
                <a:gd name="connsiteX8" fmla="*/ 9356 w 9693"/>
                <a:gd name="connsiteY8" fmla="*/ 418 h 9710"/>
                <a:gd name="connsiteX9" fmla="*/ 9449 w 9693"/>
                <a:gd name="connsiteY9" fmla="*/ 792 h 9710"/>
                <a:gd name="connsiteX10" fmla="*/ 7462 w 9693"/>
                <a:gd name="connsiteY10" fmla="*/ 2022 h 9710"/>
                <a:gd name="connsiteX11" fmla="*/ 7213 w 9693"/>
                <a:gd name="connsiteY11" fmla="*/ 3145 h 9710"/>
                <a:gd name="connsiteX12" fmla="*/ 6872 w 9693"/>
                <a:gd name="connsiteY12" fmla="*/ 5498 h 9710"/>
                <a:gd name="connsiteX13" fmla="*/ 6375 w 9693"/>
                <a:gd name="connsiteY13" fmla="*/ 7584 h 9710"/>
                <a:gd name="connsiteX14" fmla="*/ 6188 w 9693"/>
                <a:gd name="connsiteY14" fmla="*/ 9429 h 9710"/>
                <a:gd name="connsiteX15" fmla="*/ 5629 w 9693"/>
                <a:gd name="connsiteY15" fmla="*/ 9509 h 9710"/>
                <a:gd name="connsiteX16" fmla="*/ 4636 w 9693"/>
                <a:gd name="connsiteY16" fmla="*/ 9562 h 9710"/>
                <a:gd name="connsiteX17" fmla="*/ 3222 w 9693"/>
                <a:gd name="connsiteY17" fmla="*/ 7406 h 9710"/>
                <a:gd name="connsiteX0" fmla="*/ 3324 w 10000"/>
                <a:gd name="connsiteY0" fmla="*/ 7627 h 9874"/>
                <a:gd name="connsiteX1" fmla="*/ 2892 w 10000"/>
                <a:gd name="connsiteY1" fmla="*/ 4946 h 9874"/>
                <a:gd name="connsiteX2" fmla="*/ 2828 w 10000"/>
                <a:gd name="connsiteY2" fmla="*/ 1615 h 9874"/>
                <a:gd name="connsiteX3" fmla="*/ 169 w 10000"/>
                <a:gd name="connsiteY3" fmla="*/ 292 h 9874"/>
                <a:gd name="connsiteX4" fmla="*/ 617 w 10000"/>
                <a:gd name="connsiteY4" fmla="*/ 72 h 9874"/>
                <a:gd name="connsiteX5" fmla="*/ 3725 w 10000"/>
                <a:gd name="connsiteY5" fmla="*/ 1229 h 9874"/>
                <a:gd name="connsiteX6" fmla="*/ 5392 w 10000"/>
                <a:gd name="connsiteY6" fmla="*/ 568 h 9874"/>
                <a:gd name="connsiteX7" fmla="*/ 6801 w 10000"/>
                <a:gd name="connsiteY7" fmla="*/ 1532 h 9874"/>
                <a:gd name="connsiteX8" fmla="*/ 9652 w 10000"/>
                <a:gd name="connsiteY8" fmla="*/ 430 h 9874"/>
                <a:gd name="connsiteX9" fmla="*/ 9748 w 10000"/>
                <a:gd name="connsiteY9" fmla="*/ 816 h 9874"/>
                <a:gd name="connsiteX10" fmla="*/ 7698 w 10000"/>
                <a:gd name="connsiteY10" fmla="*/ 2082 h 9874"/>
                <a:gd name="connsiteX11" fmla="*/ 7441 w 10000"/>
                <a:gd name="connsiteY11" fmla="*/ 3239 h 9874"/>
                <a:gd name="connsiteX12" fmla="*/ 7090 w 10000"/>
                <a:gd name="connsiteY12" fmla="*/ 5662 h 9874"/>
                <a:gd name="connsiteX13" fmla="*/ 6577 w 10000"/>
                <a:gd name="connsiteY13" fmla="*/ 7811 h 9874"/>
                <a:gd name="connsiteX14" fmla="*/ 6384 w 10000"/>
                <a:gd name="connsiteY14" fmla="*/ 9711 h 9874"/>
                <a:gd name="connsiteX15" fmla="*/ 5807 w 10000"/>
                <a:gd name="connsiteY15" fmla="*/ 9793 h 9874"/>
                <a:gd name="connsiteX16" fmla="*/ 3700 w 10000"/>
                <a:gd name="connsiteY16" fmla="*/ 9644 h 9874"/>
                <a:gd name="connsiteX17" fmla="*/ 3324 w 10000"/>
                <a:gd name="connsiteY17" fmla="*/ 7627 h 9874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090 w 10000"/>
                <a:gd name="connsiteY12" fmla="*/ 5734 h 10181"/>
                <a:gd name="connsiteX13" fmla="*/ 6577 w 10000"/>
                <a:gd name="connsiteY13" fmla="*/ 7911 h 10181"/>
                <a:gd name="connsiteX14" fmla="*/ 6384 w 10000"/>
                <a:gd name="connsiteY14" fmla="*/ 9835 h 10181"/>
                <a:gd name="connsiteX15" fmla="*/ 5807 w 10000"/>
                <a:gd name="connsiteY15" fmla="*/ 9918 h 10181"/>
                <a:gd name="connsiteX16" fmla="*/ 3700 w 10000"/>
                <a:gd name="connsiteY16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090 w 10000"/>
                <a:gd name="connsiteY12" fmla="*/ 5734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92 w 10000"/>
                <a:gd name="connsiteY6" fmla="*/ 575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748 w 10000"/>
                <a:gd name="connsiteY12" fmla="*/ 5783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  <a:gd name="connsiteX0" fmla="*/ 3700 w 10000"/>
                <a:gd name="connsiteY0" fmla="*/ 9767 h 10181"/>
                <a:gd name="connsiteX1" fmla="*/ 2892 w 10000"/>
                <a:gd name="connsiteY1" fmla="*/ 5009 h 10181"/>
                <a:gd name="connsiteX2" fmla="*/ 2828 w 10000"/>
                <a:gd name="connsiteY2" fmla="*/ 1636 h 10181"/>
                <a:gd name="connsiteX3" fmla="*/ 169 w 10000"/>
                <a:gd name="connsiteY3" fmla="*/ 296 h 10181"/>
                <a:gd name="connsiteX4" fmla="*/ 617 w 10000"/>
                <a:gd name="connsiteY4" fmla="*/ 73 h 10181"/>
                <a:gd name="connsiteX5" fmla="*/ 3725 w 10000"/>
                <a:gd name="connsiteY5" fmla="*/ 1245 h 10181"/>
                <a:gd name="connsiteX6" fmla="*/ 5384 w 10000"/>
                <a:gd name="connsiteY6" fmla="*/ 866 h 10181"/>
                <a:gd name="connsiteX7" fmla="*/ 6801 w 10000"/>
                <a:gd name="connsiteY7" fmla="*/ 1552 h 10181"/>
                <a:gd name="connsiteX8" fmla="*/ 9652 w 10000"/>
                <a:gd name="connsiteY8" fmla="*/ 435 h 10181"/>
                <a:gd name="connsiteX9" fmla="*/ 9748 w 10000"/>
                <a:gd name="connsiteY9" fmla="*/ 826 h 10181"/>
                <a:gd name="connsiteX10" fmla="*/ 7698 w 10000"/>
                <a:gd name="connsiteY10" fmla="*/ 2109 h 10181"/>
                <a:gd name="connsiteX11" fmla="*/ 7441 w 10000"/>
                <a:gd name="connsiteY11" fmla="*/ 3280 h 10181"/>
                <a:gd name="connsiteX12" fmla="*/ 7748 w 10000"/>
                <a:gd name="connsiteY12" fmla="*/ 5783 h 10181"/>
                <a:gd name="connsiteX13" fmla="*/ 6384 w 10000"/>
                <a:gd name="connsiteY13" fmla="*/ 9835 h 10181"/>
                <a:gd name="connsiteX14" fmla="*/ 5807 w 10000"/>
                <a:gd name="connsiteY14" fmla="*/ 9918 h 10181"/>
                <a:gd name="connsiteX15" fmla="*/ 3700 w 10000"/>
                <a:gd name="connsiteY15" fmla="*/ 9767 h 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000" h="10181">
                  <a:moveTo>
                    <a:pt x="3700" y="9767"/>
                  </a:moveTo>
                  <a:cubicBezTo>
                    <a:pt x="3214" y="8949"/>
                    <a:pt x="3037" y="6364"/>
                    <a:pt x="2892" y="5009"/>
                  </a:cubicBezTo>
                  <a:cubicBezTo>
                    <a:pt x="2747" y="3654"/>
                    <a:pt x="3277" y="2415"/>
                    <a:pt x="2828" y="1636"/>
                  </a:cubicBezTo>
                  <a:cubicBezTo>
                    <a:pt x="2379" y="854"/>
                    <a:pt x="521" y="548"/>
                    <a:pt x="169" y="296"/>
                  </a:cubicBezTo>
                  <a:cubicBezTo>
                    <a:pt x="-184" y="46"/>
                    <a:pt x="40" y="-94"/>
                    <a:pt x="617" y="73"/>
                  </a:cubicBezTo>
                  <a:cubicBezTo>
                    <a:pt x="1194" y="241"/>
                    <a:pt x="2931" y="1113"/>
                    <a:pt x="3725" y="1245"/>
                  </a:cubicBezTo>
                  <a:cubicBezTo>
                    <a:pt x="4519" y="1377"/>
                    <a:pt x="4871" y="811"/>
                    <a:pt x="5384" y="866"/>
                  </a:cubicBezTo>
                  <a:cubicBezTo>
                    <a:pt x="5896" y="922"/>
                    <a:pt x="6090" y="1624"/>
                    <a:pt x="6801" y="1552"/>
                  </a:cubicBezTo>
                  <a:cubicBezTo>
                    <a:pt x="7512" y="1480"/>
                    <a:pt x="9172" y="548"/>
                    <a:pt x="9652" y="435"/>
                  </a:cubicBezTo>
                  <a:cubicBezTo>
                    <a:pt x="10133" y="324"/>
                    <a:pt x="10069" y="548"/>
                    <a:pt x="9748" y="826"/>
                  </a:cubicBezTo>
                  <a:cubicBezTo>
                    <a:pt x="9428" y="1106"/>
                    <a:pt x="8082" y="1690"/>
                    <a:pt x="7698" y="2109"/>
                  </a:cubicBezTo>
                  <a:cubicBezTo>
                    <a:pt x="7314" y="2527"/>
                    <a:pt x="7433" y="2668"/>
                    <a:pt x="7441" y="3280"/>
                  </a:cubicBezTo>
                  <a:cubicBezTo>
                    <a:pt x="7449" y="3892"/>
                    <a:pt x="7924" y="4691"/>
                    <a:pt x="7748" y="5783"/>
                  </a:cubicBezTo>
                  <a:cubicBezTo>
                    <a:pt x="7572" y="6875"/>
                    <a:pt x="6708" y="9146"/>
                    <a:pt x="6384" y="9835"/>
                  </a:cubicBezTo>
                  <a:cubicBezTo>
                    <a:pt x="6061" y="10524"/>
                    <a:pt x="6064" y="9890"/>
                    <a:pt x="5807" y="9918"/>
                  </a:cubicBezTo>
                  <a:cubicBezTo>
                    <a:pt x="5551" y="9946"/>
                    <a:pt x="4186" y="10585"/>
                    <a:pt x="3700" y="9767"/>
                  </a:cubicBezTo>
                  <a:close/>
                </a:path>
              </a:pathLst>
            </a:custGeom>
            <a:solidFill>
              <a:srgbClr val="FFD171"/>
            </a:solidFill>
            <a:ln w="9525">
              <a:solidFill>
                <a:srgbClr val="FFD17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61052" y="2573292"/>
            <a:ext cx="1717462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sz="1800" b="0" dirty="0">
                <a:latin typeface="Myriad Pro"/>
                <a:cs typeface="Myriad Pro"/>
              </a:rPr>
              <a:t>REVERTANTS</a:t>
            </a: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7033683" y="1588030"/>
            <a:ext cx="131959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sz="1600" dirty="0">
                <a:latin typeface="Myriad Pro"/>
                <a:cs typeface="Myriad Pro"/>
              </a:rPr>
              <a:t>Swiss Strain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144687" y="3526895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sz="1800" b="0" dirty="0">
                <a:latin typeface="Myriad Pro"/>
                <a:cs typeface="Myriad Pro"/>
              </a:rPr>
              <a:t>36%</a:t>
            </a:r>
          </a:p>
        </p:txBody>
      </p:sp>
      <p:sp>
        <p:nvSpPr>
          <p:cNvPr id="28" name="Pentagon 27"/>
          <p:cNvSpPr/>
          <p:nvPr/>
        </p:nvSpPr>
        <p:spPr bwMode="auto">
          <a:xfrm>
            <a:off x="2656416" y="3433916"/>
            <a:ext cx="2844498" cy="182330"/>
          </a:xfrm>
          <a:prstGeom prst="homePlate">
            <a:avLst/>
          </a:prstGeom>
          <a:solidFill>
            <a:srgbClr val="595959">
              <a:alpha val="2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9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969438" y="1528234"/>
            <a:ext cx="7679267" cy="478366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900">
              <a:solidFill>
                <a:srgbClr val="FFFFFF"/>
              </a:solidFill>
              <a:latin typeface="Arial" pitchFamily="-106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6199236"/>
              </p:ext>
            </p:extLst>
          </p:nvPr>
        </p:nvGraphicFramePr>
        <p:xfrm>
          <a:off x="954567" y="1665817"/>
          <a:ext cx="7296195" cy="460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453372" y="6318748"/>
            <a:ext cx="14423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Lauren Penfield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268384" y="1918760"/>
            <a:ext cx="7601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(n =53)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040034" y="1906060"/>
            <a:ext cx="7601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>
              <a:buSzPct val="100000"/>
            </a:pPr>
            <a:r>
              <a:rPr lang="en-US" b="0" dirty="0">
                <a:latin typeface="Myriad Pro"/>
                <a:cs typeface="Myriad Pro"/>
              </a:rPr>
              <a:t>(n =89)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41400"/>
            <a:ext cx="8066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Myriad Pro"/>
                <a:cs typeface="Myriad Pro"/>
              </a:rPr>
              <a:t>There is a significant delay in testes formation in animals that eventually show reversion</a:t>
            </a: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3111502" y="288722"/>
            <a:ext cx="55414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r>
              <a:rPr lang="en-US" sz="2800" b="0" i="1" dirty="0">
                <a:latin typeface="Myriad Pro"/>
                <a:ea typeface="Arial" charset="0"/>
                <a:cs typeface="Myriad Pro"/>
              </a:rPr>
              <a:t>Hydra </a:t>
            </a:r>
            <a:r>
              <a:rPr lang="en-US" sz="2800" b="0" i="1" dirty="0" err="1">
                <a:latin typeface="Myriad Pro"/>
                <a:ea typeface="Arial" charset="0"/>
                <a:cs typeface="Myriad Pro"/>
              </a:rPr>
              <a:t>oligactis</a:t>
            </a:r>
            <a:r>
              <a:rPr lang="en-US" sz="2800" b="0" i="1" dirty="0">
                <a:latin typeface="Myriad Pro"/>
                <a:ea typeface="Arial" charset="0"/>
                <a:cs typeface="Myriad Pro"/>
              </a:rPr>
              <a:t> </a:t>
            </a:r>
            <a:r>
              <a:rPr lang="en-US" sz="2800" b="0" dirty="0">
                <a:latin typeface="Myriad Pro"/>
                <a:ea typeface="Arial" charset="0"/>
                <a:cs typeface="Myriad Pro"/>
              </a:rPr>
              <a:t>Natural </a:t>
            </a:r>
            <a:r>
              <a:rPr lang="en-US" sz="2800" b="0" dirty="0" err="1">
                <a:latin typeface="Myriad Pro"/>
                <a:ea typeface="Arial" charset="0"/>
                <a:cs typeface="Myriad Pro"/>
              </a:rPr>
              <a:t>Revertants</a:t>
            </a:r>
            <a:endParaRPr lang="en-US" sz="2800" b="0" dirty="0">
              <a:latin typeface="Myriad Pro"/>
              <a:ea typeface="Arial" charset="0"/>
              <a:cs typeface="Myriad Pro"/>
            </a:endParaRPr>
          </a:p>
        </p:txBody>
      </p:sp>
      <p:grpSp>
        <p:nvGrpSpPr>
          <p:cNvPr id="27" name="Group 26"/>
          <p:cNvGrpSpPr/>
          <p:nvPr/>
        </p:nvGrpSpPr>
        <p:grpSpPr>
          <a:xfrm rot="5400000" flipV="1">
            <a:off x="2274360" y="2204511"/>
            <a:ext cx="990600" cy="543981"/>
            <a:chOff x="-1498601" y="186267"/>
            <a:chExt cx="1164260" cy="685800"/>
          </a:xfrm>
        </p:grpSpPr>
        <p:cxnSp>
          <p:nvCxnSpPr>
            <p:cNvPr id="28" name="Straight Connector 27"/>
            <p:cNvCxnSpPr/>
            <p:nvPr/>
          </p:nvCxnSpPr>
          <p:spPr bwMode="auto">
            <a:xfrm rot="5400000" flipV="1">
              <a:off x="-916471" y="-395863"/>
              <a:ext cx="0" cy="11642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/>
            <p:nvPr/>
          </p:nvCxnSpPr>
          <p:spPr bwMode="auto">
            <a:xfrm rot="5400000" flipV="1">
              <a:off x="-1426827" y="800292"/>
              <a:ext cx="0" cy="13507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-1494367" y="186267"/>
              <a:ext cx="0" cy="685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8" name="TextBox 37"/>
          <p:cNvSpPr txBox="1"/>
          <p:nvPr/>
        </p:nvSpPr>
        <p:spPr>
          <a:xfrm>
            <a:off x="2561168" y="1773766"/>
            <a:ext cx="463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>
                <a:solidFill>
                  <a:srgbClr val="0000FF"/>
                </a:solidFill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0" y="2696746"/>
            <a:ext cx="3225800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Myriad Pro"/>
                <a:cs typeface="Myriad Pro"/>
              </a:rPr>
              <a:t>We can anticipate the fate (death or reversion) of an individual based on the </a:t>
            </a:r>
          </a:p>
          <a:p>
            <a:r>
              <a:rPr lang="en-US" sz="2000" b="0" dirty="0">
                <a:latin typeface="Myriad Pro"/>
                <a:cs typeface="Myriad Pro"/>
              </a:rPr>
              <a:t>timing of the peak of testes production.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E70B2-F2A8-4E4B-8BA3-A6F285AA228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1396" y="4642585"/>
            <a:ext cx="1186339" cy="163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6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10"/>
          <p:cNvSpPr>
            <a:spLocks noChangeArrowheads="1"/>
          </p:cNvSpPr>
          <p:nvPr/>
        </p:nvSpPr>
        <p:spPr bwMode="auto">
          <a:xfrm>
            <a:off x="2260602" y="304800"/>
            <a:ext cx="645160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3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Transcriptome of Inducible Aging 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Straight Arrow Connector 2"/>
          <p:cNvCxnSpPr/>
          <p:nvPr/>
        </p:nvCxnSpPr>
        <p:spPr bwMode="auto">
          <a:xfrm>
            <a:off x="1998134" y="2556933"/>
            <a:ext cx="5994400" cy="0"/>
          </a:xfrm>
          <a:prstGeom prst="straightConnector1">
            <a:avLst/>
          </a:prstGeom>
          <a:solidFill>
            <a:schemeClr val="accent1"/>
          </a:solidFill>
          <a:ln w="31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Oval 4"/>
          <p:cNvSpPr/>
          <p:nvPr/>
        </p:nvSpPr>
        <p:spPr bwMode="auto">
          <a:xfrm>
            <a:off x="698154" y="1875368"/>
            <a:ext cx="1365841" cy="1384298"/>
          </a:xfrm>
          <a:prstGeom prst="ellipse">
            <a:avLst/>
          </a:prstGeom>
          <a:solidFill>
            <a:srgbClr val="F07A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itchFamily="-10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568" y="2116667"/>
            <a:ext cx="1218603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0" dirty="0">
                <a:latin typeface="Myriad Pro"/>
                <a:cs typeface="Myriad Pro"/>
              </a:rPr>
              <a:t>400 hydra</a:t>
            </a:r>
          </a:p>
          <a:p>
            <a:pPr algn="ctr">
              <a:lnSpc>
                <a:spcPct val="50000"/>
              </a:lnSpc>
            </a:pPr>
            <a:endParaRPr lang="en-US" b="0" dirty="0">
              <a:latin typeface="Myriad Pro"/>
              <a:cs typeface="Myriad Pro"/>
            </a:endParaRPr>
          </a:p>
          <a:p>
            <a:pPr algn="ctr"/>
            <a:r>
              <a:rPr lang="en-US" sz="1200" b="0" i="1" dirty="0">
                <a:latin typeface="Myriad Pro"/>
                <a:cs typeface="Myriad Pro"/>
              </a:rPr>
              <a:t>Hydra </a:t>
            </a:r>
            <a:r>
              <a:rPr lang="en-US" sz="1200" b="0" i="1" dirty="0" err="1">
                <a:latin typeface="Myriad Pro"/>
                <a:cs typeface="Myriad Pro"/>
              </a:rPr>
              <a:t>oligactis</a:t>
            </a:r>
            <a:r>
              <a:rPr lang="en-US" sz="1200" b="0" i="1" dirty="0">
                <a:latin typeface="Myriad Pro"/>
                <a:cs typeface="Myriad Pro"/>
              </a:rPr>
              <a:t> </a:t>
            </a:r>
          </a:p>
          <a:p>
            <a:pPr algn="ctr"/>
            <a:r>
              <a:rPr lang="en-US" sz="1200" b="0" dirty="0">
                <a:latin typeface="Myriad Pro"/>
                <a:cs typeface="Myriad Pro"/>
              </a:rPr>
              <a:t>Swiss strain</a:t>
            </a:r>
          </a:p>
          <a:p>
            <a:pPr algn="ctr"/>
            <a:r>
              <a:rPr lang="en-US" sz="1200" b="0" dirty="0">
                <a:latin typeface="Myriad Pro"/>
                <a:cs typeface="Myriad Pro"/>
              </a:rPr>
              <a:t>males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0300" y="1274229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>
                <a:latin typeface="Myriad Pro"/>
                <a:cs typeface="Myriad Pro"/>
              </a:rPr>
              <a:t>day 0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3281883" y="3674530"/>
            <a:ext cx="1019831" cy="717956"/>
            <a:chOff x="3281881" y="3471330"/>
            <a:chExt cx="1019831" cy="717956"/>
          </a:xfrm>
        </p:grpSpPr>
        <p:sp>
          <p:nvSpPr>
            <p:cNvPr id="48" name="TextBox 47"/>
            <p:cNvSpPr txBox="1"/>
            <p:nvPr/>
          </p:nvSpPr>
          <p:spPr>
            <a:xfrm>
              <a:off x="3281881" y="3666066"/>
              <a:ext cx="1019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RNA 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extraction </a:t>
              </a:r>
            </a:p>
          </p:txBody>
        </p:sp>
        <p:cxnSp>
          <p:nvCxnSpPr>
            <p:cNvPr id="55" name="Straight Arrow Connector 54"/>
            <p:cNvCxnSpPr/>
            <p:nvPr/>
          </p:nvCxnSpPr>
          <p:spPr bwMode="auto">
            <a:xfrm flipH="1">
              <a:off x="3782484" y="3471330"/>
              <a:ext cx="1" cy="220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9" name="Group 48"/>
          <p:cNvGrpSpPr/>
          <p:nvPr/>
        </p:nvGrpSpPr>
        <p:grpSpPr>
          <a:xfrm>
            <a:off x="2113481" y="3674530"/>
            <a:ext cx="1019831" cy="717956"/>
            <a:chOff x="2113479" y="3471330"/>
            <a:chExt cx="1019831" cy="717956"/>
          </a:xfrm>
        </p:grpSpPr>
        <p:sp>
          <p:nvSpPr>
            <p:cNvPr id="47" name="TextBox 46"/>
            <p:cNvSpPr txBox="1"/>
            <p:nvPr/>
          </p:nvSpPr>
          <p:spPr>
            <a:xfrm>
              <a:off x="2113479" y="3666066"/>
              <a:ext cx="1019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RNA 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extraction 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 bwMode="auto">
            <a:xfrm flipH="1">
              <a:off x="2622550" y="3471330"/>
              <a:ext cx="1" cy="220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3" name="Group 42"/>
          <p:cNvGrpSpPr/>
          <p:nvPr/>
        </p:nvGrpSpPr>
        <p:grpSpPr>
          <a:xfrm>
            <a:off x="3393018" y="1274229"/>
            <a:ext cx="779196" cy="2369246"/>
            <a:chOff x="3393018" y="1071029"/>
            <a:chExt cx="779196" cy="2369246"/>
          </a:xfrm>
        </p:grpSpPr>
        <p:grpSp>
          <p:nvGrpSpPr>
            <p:cNvPr id="16" name="Group 15"/>
            <p:cNvGrpSpPr/>
            <p:nvPr/>
          </p:nvGrpSpPr>
          <p:grpSpPr>
            <a:xfrm>
              <a:off x="3600452" y="2174875"/>
              <a:ext cx="377026" cy="318552"/>
              <a:chOff x="2398184" y="1734611"/>
              <a:chExt cx="377026" cy="318552"/>
            </a:xfrm>
          </p:grpSpPr>
          <p:sp>
            <p:nvSpPr>
              <p:cNvPr id="17" name="Oval 16"/>
              <p:cNvSpPr/>
              <p:nvPr/>
            </p:nvSpPr>
            <p:spPr bwMode="auto">
              <a:xfrm>
                <a:off x="2439097" y="1761064"/>
                <a:ext cx="288204" cy="292099"/>
              </a:xfrm>
              <a:prstGeom prst="ellipse">
                <a:avLst/>
              </a:prstGeom>
              <a:solidFill>
                <a:srgbClr val="008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>
                  <a:latin typeface="Arial" pitchFamily="-106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398184" y="1734611"/>
                <a:ext cx="377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Myriad Pro"/>
                    <a:cs typeface="Myriad Pro"/>
                  </a:rPr>
                  <a:t>16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393018" y="2802805"/>
              <a:ext cx="779196" cy="637470"/>
              <a:chOff x="3371851" y="2275061"/>
              <a:chExt cx="779196" cy="637470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3568703" y="2275061"/>
                <a:ext cx="377026" cy="318552"/>
                <a:chOff x="2398184" y="1734611"/>
                <a:chExt cx="377026" cy="318552"/>
              </a:xfrm>
            </p:grpSpPr>
            <p:sp>
              <p:nvSpPr>
                <p:cNvPr id="20" name="Oval 19"/>
                <p:cNvSpPr/>
                <p:nvPr/>
              </p:nvSpPr>
              <p:spPr bwMode="auto">
                <a:xfrm>
                  <a:off x="2439097" y="1761064"/>
                  <a:ext cx="288204" cy="292099"/>
                </a:xfrm>
                <a:prstGeom prst="ellipse">
                  <a:avLst/>
                </a:prstGeom>
                <a:solidFill>
                  <a:srgbClr val="0080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900">
                    <a:latin typeface="Arial" pitchFamily="-106" charset="0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2398184" y="1734611"/>
                  <a:ext cx="37702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>
                      <a:latin typeface="Myriad Pro"/>
                      <a:cs typeface="Myriad Pro"/>
                    </a:rPr>
                    <a:t>16</a:t>
                  </a:r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3371851" y="2593979"/>
                <a:ext cx="779196" cy="318552"/>
                <a:chOff x="3371851" y="2653241"/>
                <a:chExt cx="779196" cy="318552"/>
              </a:xfrm>
            </p:grpSpPr>
            <p:grpSp>
              <p:nvGrpSpPr>
                <p:cNvPr id="22" name="Group 21"/>
                <p:cNvGrpSpPr/>
                <p:nvPr/>
              </p:nvGrpSpPr>
              <p:grpSpPr>
                <a:xfrm>
                  <a:off x="3371851" y="2653241"/>
                  <a:ext cx="377026" cy="318552"/>
                  <a:chOff x="2398184" y="1734611"/>
                  <a:chExt cx="377026" cy="318552"/>
                </a:xfrm>
              </p:grpSpPr>
              <p:sp>
                <p:nvSpPr>
                  <p:cNvPr id="23" name="Oval 22"/>
                  <p:cNvSpPr/>
                  <p:nvPr/>
                </p:nvSpPr>
                <p:spPr bwMode="auto">
                  <a:xfrm>
                    <a:off x="2439097" y="1761064"/>
                    <a:ext cx="288204" cy="292099"/>
                  </a:xfrm>
                  <a:prstGeom prst="ellipse">
                    <a:avLst/>
                  </a:prstGeom>
                  <a:solidFill>
                    <a:srgbClr val="008000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900">
                      <a:latin typeface="Arial" pitchFamily="-106" charset="0"/>
                    </a:endParaRPr>
                  </a:p>
                </p:txBody>
              </p:sp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398184" y="1734611"/>
                    <a:ext cx="3770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0" dirty="0">
                        <a:latin typeface="Myriad Pro"/>
                        <a:cs typeface="Myriad Pro"/>
                      </a:rPr>
                      <a:t>16</a:t>
                    </a:r>
                  </a:p>
                </p:txBody>
              </p:sp>
            </p:grpSp>
            <p:grpSp>
              <p:nvGrpSpPr>
                <p:cNvPr id="25" name="Group 24"/>
                <p:cNvGrpSpPr/>
                <p:nvPr/>
              </p:nvGrpSpPr>
              <p:grpSpPr>
                <a:xfrm>
                  <a:off x="3774021" y="2653241"/>
                  <a:ext cx="377026" cy="318552"/>
                  <a:chOff x="2398184" y="1734611"/>
                  <a:chExt cx="377026" cy="318552"/>
                </a:xfrm>
              </p:grpSpPr>
              <p:sp>
                <p:nvSpPr>
                  <p:cNvPr id="26" name="Oval 25"/>
                  <p:cNvSpPr/>
                  <p:nvPr/>
                </p:nvSpPr>
                <p:spPr bwMode="auto">
                  <a:xfrm>
                    <a:off x="2439097" y="1761064"/>
                    <a:ext cx="288204" cy="292099"/>
                  </a:xfrm>
                  <a:prstGeom prst="ellipse">
                    <a:avLst/>
                  </a:prstGeom>
                  <a:solidFill>
                    <a:srgbClr val="008000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900">
                      <a:latin typeface="Arial" pitchFamily="-106" charset="0"/>
                    </a:endParaRPr>
                  </a:p>
                </p:txBody>
              </p: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2398184" y="1734611"/>
                    <a:ext cx="3770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0" dirty="0">
                        <a:latin typeface="Myriad Pro"/>
                        <a:cs typeface="Myriad Pro"/>
                      </a:rPr>
                      <a:t>16</a:t>
                    </a:r>
                  </a:p>
                </p:txBody>
              </p:sp>
            </p:grpSp>
          </p:grpSp>
        </p:grpSp>
        <p:sp>
          <p:nvSpPr>
            <p:cNvPr id="44" name="TextBox 43"/>
            <p:cNvSpPr txBox="1"/>
            <p:nvPr/>
          </p:nvSpPr>
          <p:spPr>
            <a:xfrm>
              <a:off x="3530604" y="1071029"/>
              <a:ext cx="5982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0" dirty="0">
                  <a:latin typeface="Myriad Pro"/>
                  <a:cs typeface="Myriad Pro"/>
                </a:rPr>
                <a:t>day 55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 bwMode="auto">
            <a:xfrm flipH="1">
              <a:off x="3782484" y="2539996"/>
              <a:ext cx="1" cy="220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3784597" y="1320800"/>
              <a:ext cx="0" cy="8466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9" name="Group 38"/>
          <p:cNvGrpSpPr/>
          <p:nvPr/>
        </p:nvGrpSpPr>
        <p:grpSpPr>
          <a:xfrm>
            <a:off x="2235204" y="1282698"/>
            <a:ext cx="796127" cy="2360779"/>
            <a:chOff x="2235202" y="1079496"/>
            <a:chExt cx="796127" cy="2360779"/>
          </a:xfrm>
        </p:grpSpPr>
        <p:grpSp>
          <p:nvGrpSpPr>
            <p:cNvPr id="8" name="Group 7"/>
            <p:cNvGrpSpPr/>
            <p:nvPr/>
          </p:nvGrpSpPr>
          <p:grpSpPr>
            <a:xfrm>
              <a:off x="2446869" y="2167466"/>
              <a:ext cx="377026" cy="313260"/>
              <a:chOff x="2404534" y="1739903"/>
              <a:chExt cx="377026" cy="313260"/>
            </a:xfrm>
          </p:grpSpPr>
          <p:sp>
            <p:nvSpPr>
              <p:cNvPr id="13" name="Oval 12"/>
              <p:cNvSpPr/>
              <p:nvPr/>
            </p:nvSpPr>
            <p:spPr bwMode="auto">
              <a:xfrm>
                <a:off x="2439097" y="1761064"/>
                <a:ext cx="288204" cy="292099"/>
              </a:xfrm>
              <a:prstGeom prst="ellipse">
                <a:avLst/>
              </a:prstGeom>
              <a:solidFill>
                <a:srgbClr val="FF6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>
                  <a:latin typeface="Arial" pitchFamily="-106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404534" y="1739903"/>
                <a:ext cx="377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Myriad Pro"/>
                    <a:cs typeface="Myriad Pro"/>
                  </a:rPr>
                  <a:t>25</a:t>
                </a: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235202" y="2785525"/>
              <a:ext cx="796127" cy="654750"/>
              <a:chOff x="2171701" y="2133599"/>
              <a:chExt cx="796127" cy="65475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171701" y="2475089"/>
                <a:ext cx="796127" cy="313260"/>
                <a:chOff x="2171701" y="2475089"/>
                <a:chExt cx="796127" cy="313260"/>
              </a:xfrm>
            </p:grpSpPr>
            <p:grpSp>
              <p:nvGrpSpPr>
                <p:cNvPr id="28" name="Group 27"/>
                <p:cNvGrpSpPr/>
                <p:nvPr/>
              </p:nvGrpSpPr>
              <p:grpSpPr>
                <a:xfrm>
                  <a:off x="2171701" y="2475089"/>
                  <a:ext cx="377026" cy="313260"/>
                  <a:chOff x="2404534" y="1739903"/>
                  <a:chExt cx="377026" cy="313260"/>
                </a:xfrm>
              </p:grpSpPr>
              <p:sp>
                <p:nvSpPr>
                  <p:cNvPr id="29" name="Oval 28"/>
                  <p:cNvSpPr/>
                  <p:nvPr/>
                </p:nvSpPr>
                <p:spPr bwMode="auto">
                  <a:xfrm>
                    <a:off x="2439097" y="1761064"/>
                    <a:ext cx="288204" cy="292099"/>
                  </a:xfrm>
                  <a:prstGeom prst="ellipse">
                    <a:avLst/>
                  </a:prstGeom>
                  <a:solidFill>
                    <a:srgbClr val="FF6600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900">
                      <a:latin typeface="Arial" pitchFamily="-106" charset="0"/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2404534" y="1739903"/>
                    <a:ext cx="3770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0" dirty="0">
                        <a:latin typeface="Myriad Pro"/>
                        <a:cs typeface="Myriad Pro"/>
                      </a:rPr>
                      <a:t>25</a:t>
                    </a:r>
                  </a:p>
                </p:txBody>
              </p:sp>
            </p:grpSp>
            <p:grpSp>
              <p:nvGrpSpPr>
                <p:cNvPr id="31" name="Group 30"/>
                <p:cNvGrpSpPr/>
                <p:nvPr/>
              </p:nvGrpSpPr>
              <p:grpSpPr>
                <a:xfrm>
                  <a:off x="2590802" y="2475089"/>
                  <a:ext cx="377026" cy="313260"/>
                  <a:chOff x="2404534" y="1739903"/>
                  <a:chExt cx="377026" cy="313260"/>
                </a:xfrm>
              </p:grpSpPr>
              <p:sp>
                <p:nvSpPr>
                  <p:cNvPr id="32" name="Oval 31"/>
                  <p:cNvSpPr/>
                  <p:nvPr/>
                </p:nvSpPr>
                <p:spPr bwMode="auto">
                  <a:xfrm>
                    <a:off x="2439097" y="1761064"/>
                    <a:ext cx="288204" cy="292099"/>
                  </a:xfrm>
                  <a:prstGeom prst="ellipse">
                    <a:avLst/>
                  </a:prstGeom>
                  <a:solidFill>
                    <a:srgbClr val="FF6600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900">
                      <a:latin typeface="Arial" pitchFamily="-106" charset="0"/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2404534" y="1739903"/>
                    <a:ext cx="3770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0" dirty="0">
                        <a:latin typeface="Myriad Pro"/>
                        <a:cs typeface="Myriad Pro"/>
                      </a:rPr>
                      <a:t>25</a:t>
                    </a:r>
                  </a:p>
                </p:txBody>
              </p:sp>
            </p:grpSp>
          </p:grpSp>
          <p:grpSp>
            <p:nvGrpSpPr>
              <p:cNvPr id="34" name="Group 33"/>
              <p:cNvGrpSpPr/>
              <p:nvPr/>
            </p:nvGrpSpPr>
            <p:grpSpPr>
              <a:xfrm>
                <a:off x="2381251" y="2133599"/>
                <a:ext cx="377026" cy="313260"/>
                <a:chOff x="2404534" y="1739903"/>
                <a:chExt cx="377026" cy="313260"/>
              </a:xfrm>
            </p:grpSpPr>
            <p:sp>
              <p:nvSpPr>
                <p:cNvPr id="35" name="Oval 34"/>
                <p:cNvSpPr/>
                <p:nvPr/>
              </p:nvSpPr>
              <p:spPr bwMode="auto">
                <a:xfrm>
                  <a:off x="2439097" y="1761064"/>
                  <a:ext cx="288204" cy="292099"/>
                </a:xfrm>
                <a:prstGeom prst="ellipse">
                  <a:avLst/>
                </a:prstGeom>
                <a:solidFill>
                  <a:srgbClr val="FF6600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900">
                    <a:latin typeface="Arial" pitchFamily="-106" charset="0"/>
                  </a:endParaRPr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2404534" y="1739903"/>
                  <a:ext cx="37702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>
                      <a:latin typeface="Myriad Pro"/>
                      <a:cs typeface="Myriad Pro"/>
                    </a:rPr>
                    <a:t>25</a:t>
                  </a:r>
                </a:p>
              </p:txBody>
            </p:sp>
          </p:grpSp>
        </p:grpSp>
        <p:sp>
          <p:nvSpPr>
            <p:cNvPr id="41" name="TextBox 40"/>
            <p:cNvSpPr txBox="1"/>
            <p:nvPr/>
          </p:nvSpPr>
          <p:spPr>
            <a:xfrm>
              <a:off x="2357967" y="1079496"/>
              <a:ext cx="5982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0" dirty="0">
                  <a:latin typeface="Myriad Pro"/>
                  <a:cs typeface="Myriad Pro"/>
                </a:rPr>
                <a:t>day 44</a:t>
              </a:r>
            </a:p>
          </p:txBody>
        </p:sp>
        <p:cxnSp>
          <p:nvCxnSpPr>
            <p:cNvPr id="52" name="Straight Arrow Connector 51"/>
            <p:cNvCxnSpPr/>
            <p:nvPr/>
          </p:nvCxnSpPr>
          <p:spPr bwMode="auto">
            <a:xfrm flipH="1">
              <a:off x="2622550" y="2539996"/>
              <a:ext cx="1" cy="2201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2624664" y="1320800"/>
              <a:ext cx="0" cy="8466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75" name="Straight Connector 74"/>
          <p:cNvCxnSpPr/>
          <p:nvPr/>
        </p:nvCxnSpPr>
        <p:spPr bwMode="auto">
          <a:xfrm>
            <a:off x="1396997" y="1524002"/>
            <a:ext cx="0" cy="2963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6" name="Group 45"/>
          <p:cNvGrpSpPr/>
          <p:nvPr/>
        </p:nvGrpSpPr>
        <p:grpSpPr>
          <a:xfrm>
            <a:off x="6815666" y="1274229"/>
            <a:ext cx="673582" cy="1937614"/>
            <a:chOff x="6815666" y="1071029"/>
            <a:chExt cx="673582" cy="1937614"/>
          </a:xfrm>
        </p:grpSpPr>
        <p:grpSp>
          <p:nvGrpSpPr>
            <p:cNvPr id="57" name="Group 56"/>
            <p:cNvGrpSpPr/>
            <p:nvPr/>
          </p:nvGrpSpPr>
          <p:grpSpPr>
            <a:xfrm>
              <a:off x="7019565" y="2015066"/>
              <a:ext cx="295030" cy="313260"/>
              <a:chOff x="2439097" y="1739903"/>
              <a:chExt cx="295030" cy="313260"/>
            </a:xfrm>
          </p:grpSpPr>
          <p:sp>
            <p:nvSpPr>
              <p:cNvPr id="58" name="Oval 57"/>
              <p:cNvSpPr/>
              <p:nvPr/>
            </p:nvSpPr>
            <p:spPr bwMode="auto">
              <a:xfrm>
                <a:off x="2439097" y="1761064"/>
                <a:ext cx="288204" cy="292099"/>
              </a:xfrm>
              <a:prstGeom prst="ellipse">
                <a:avLst/>
              </a:prstGeom>
              <a:solidFill>
                <a:srgbClr val="FF66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>
                  <a:latin typeface="Arial" pitchFamily="-106" charset="0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446869" y="1739903"/>
                <a:ext cx="2872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Myriad Pro"/>
                    <a:cs typeface="Myriad Pro"/>
                  </a:rPr>
                  <a:t>2</a:t>
                </a: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6978652" y="2369609"/>
              <a:ext cx="377026" cy="318552"/>
              <a:chOff x="2398184" y="1734611"/>
              <a:chExt cx="377026" cy="318552"/>
            </a:xfrm>
          </p:grpSpPr>
          <p:sp>
            <p:nvSpPr>
              <p:cNvPr id="61" name="Oval 60"/>
              <p:cNvSpPr/>
              <p:nvPr/>
            </p:nvSpPr>
            <p:spPr bwMode="auto">
              <a:xfrm>
                <a:off x="2439097" y="1761064"/>
                <a:ext cx="288204" cy="292099"/>
              </a:xfrm>
              <a:prstGeom prst="ellipse">
                <a:avLst/>
              </a:prstGeom>
              <a:solidFill>
                <a:srgbClr val="008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sz="900">
                  <a:latin typeface="Arial" pitchFamily="-106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2398184" y="1734611"/>
                <a:ext cx="377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Myriad Pro"/>
                    <a:cs typeface="Myriad Pro"/>
                  </a:rPr>
                  <a:t>16</a:t>
                </a: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6815666" y="1071029"/>
              <a:ext cx="6735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0" dirty="0">
                  <a:latin typeface="Myriad Pro"/>
                  <a:cs typeface="Myriad Pro"/>
                </a:rPr>
                <a:t>day 140</a:t>
              </a:r>
            </a:p>
          </p:txBody>
        </p:sp>
        <p:cxnSp>
          <p:nvCxnSpPr>
            <p:cNvPr id="72" name="Straight Connector 71"/>
            <p:cNvCxnSpPr/>
            <p:nvPr/>
          </p:nvCxnSpPr>
          <p:spPr bwMode="auto">
            <a:xfrm>
              <a:off x="7162797" y="1320800"/>
              <a:ext cx="0" cy="6561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TextBox 80"/>
            <p:cNvSpPr txBox="1"/>
            <p:nvPr/>
          </p:nvSpPr>
          <p:spPr>
            <a:xfrm>
              <a:off x="6893894" y="270086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alive</a:t>
              </a:r>
            </a:p>
          </p:txBody>
        </p:sp>
      </p:grpSp>
      <p:grpSp>
        <p:nvGrpSpPr>
          <p:cNvPr id="18432" name="Group 18431"/>
          <p:cNvGrpSpPr/>
          <p:nvPr/>
        </p:nvGrpSpPr>
        <p:grpSpPr>
          <a:xfrm>
            <a:off x="2042952" y="4354687"/>
            <a:ext cx="2304449" cy="909411"/>
            <a:chOff x="2042950" y="4202285"/>
            <a:chExt cx="2304449" cy="909411"/>
          </a:xfrm>
        </p:grpSpPr>
        <p:grpSp>
          <p:nvGrpSpPr>
            <p:cNvPr id="65" name="Group 64"/>
            <p:cNvGrpSpPr/>
            <p:nvPr/>
          </p:nvGrpSpPr>
          <p:grpSpPr>
            <a:xfrm>
              <a:off x="2622550" y="4202285"/>
              <a:ext cx="1159935" cy="220136"/>
              <a:chOff x="2607733" y="2539996"/>
              <a:chExt cx="1159935" cy="220136"/>
            </a:xfrm>
          </p:grpSpPr>
          <p:cxnSp>
            <p:nvCxnSpPr>
              <p:cNvPr id="66" name="Straight Arrow Connector 65"/>
              <p:cNvCxnSpPr/>
              <p:nvPr/>
            </p:nvCxnSpPr>
            <p:spPr bwMode="auto">
              <a:xfrm flipH="1">
                <a:off x="3767667" y="2539996"/>
                <a:ext cx="1" cy="2201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68" name="Straight Arrow Connector 67"/>
              <p:cNvCxnSpPr/>
              <p:nvPr/>
            </p:nvCxnSpPr>
            <p:spPr bwMode="auto">
              <a:xfrm flipH="1">
                <a:off x="2607733" y="2539996"/>
                <a:ext cx="1" cy="2201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69" name="Group 68"/>
            <p:cNvGrpSpPr/>
            <p:nvPr/>
          </p:nvGrpSpPr>
          <p:grpSpPr>
            <a:xfrm>
              <a:off x="2042950" y="4373032"/>
              <a:ext cx="2304449" cy="738664"/>
              <a:chOff x="2034482" y="3627966"/>
              <a:chExt cx="2304449" cy="738664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2034482" y="3627966"/>
                <a:ext cx="116089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Illumina 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library +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Sequencing 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3227729" y="3627966"/>
                <a:ext cx="111120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Illumina 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library + 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Sequencing</a:t>
                </a:r>
              </a:p>
            </p:txBody>
          </p:sp>
        </p:grpSp>
      </p:grpSp>
      <p:grpSp>
        <p:nvGrpSpPr>
          <p:cNvPr id="18433" name="Group 18432"/>
          <p:cNvGrpSpPr/>
          <p:nvPr/>
        </p:nvGrpSpPr>
        <p:grpSpPr>
          <a:xfrm>
            <a:off x="2049187" y="5911140"/>
            <a:ext cx="2252993" cy="746178"/>
            <a:chOff x="2049185" y="4933240"/>
            <a:chExt cx="2252993" cy="746178"/>
          </a:xfrm>
        </p:grpSpPr>
        <p:grpSp>
          <p:nvGrpSpPr>
            <p:cNvPr id="74" name="Group 73"/>
            <p:cNvGrpSpPr/>
            <p:nvPr/>
          </p:nvGrpSpPr>
          <p:grpSpPr>
            <a:xfrm>
              <a:off x="2049185" y="5156198"/>
              <a:ext cx="2252993" cy="523220"/>
              <a:chOff x="2070742" y="3666066"/>
              <a:chExt cx="2252993" cy="523220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2070742" y="3666066"/>
                <a:ext cx="10583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Differential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Expression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3265433" y="3666066"/>
                <a:ext cx="10583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Differential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Expression</a:t>
                </a:r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2622550" y="4933240"/>
              <a:ext cx="1159935" cy="220136"/>
              <a:chOff x="2607733" y="2539996"/>
              <a:chExt cx="1159935" cy="220136"/>
            </a:xfrm>
          </p:grpSpPr>
          <p:cxnSp>
            <p:nvCxnSpPr>
              <p:cNvPr id="79" name="Straight Arrow Connector 78"/>
              <p:cNvCxnSpPr/>
              <p:nvPr/>
            </p:nvCxnSpPr>
            <p:spPr bwMode="auto">
              <a:xfrm flipH="1">
                <a:off x="3767667" y="2539996"/>
                <a:ext cx="1" cy="2201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0" name="Straight Arrow Connector 79"/>
              <p:cNvCxnSpPr/>
              <p:nvPr/>
            </p:nvCxnSpPr>
            <p:spPr bwMode="auto">
              <a:xfrm flipH="1">
                <a:off x="2607733" y="2539996"/>
                <a:ext cx="1" cy="2201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15" name="Group 14"/>
          <p:cNvGrpSpPr/>
          <p:nvPr/>
        </p:nvGrpSpPr>
        <p:grpSpPr>
          <a:xfrm>
            <a:off x="2091269" y="1688253"/>
            <a:ext cx="1976967" cy="668855"/>
            <a:chOff x="2091267" y="1485051"/>
            <a:chExt cx="1976967" cy="668855"/>
          </a:xfrm>
        </p:grpSpPr>
        <p:sp>
          <p:nvSpPr>
            <p:cNvPr id="40" name="Freeform 39"/>
            <p:cNvSpPr/>
            <p:nvPr/>
          </p:nvSpPr>
          <p:spPr>
            <a:xfrm>
              <a:off x="2091267" y="1493517"/>
              <a:ext cx="829734" cy="623150"/>
            </a:xfrm>
            <a:custGeom>
              <a:avLst/>
              <a:gdLst>
                <a:gd name="connsiteX0" fmla="*/ 0 w 651934"/>
                <a:gd name="connsiteY0" fmla="*/ 0 h 21167"/>
                <a:gd name="connsiteX1" fmla="*/ 651934 w 651934"/>
                <a:gd name="connsiteY1" fmla="*/ 21167 h 21167"/>
                <a:gd name="connsiteX2" fmla="*/ 651934 w 651934"/>
                <a:gd name="connsiteY2" fmla="*/ 21167 h 21167"/>
                <a:gd name="connsiteX0" fmla="*/ 0 w 639234"/>
                <a:gd name="connsiteY0" fmla="*/ 119949 h 119949"/>
                <a:gd name="connsiteX1" fmla="*/ 639234 w 639234"/>
                <a:gd name="connsiteY1" fmla="*/ 0 h 119949"/>
                <a:gd name="connsiteX2" fmla="*/ 639234 w 639234"/>
                <a:gd name="connsiteY2" fmla="*/ 0 h 119949"/>
                <a:gd name="connsiteX0" fmla="*/ 0 w 639234"/>
                <a:gd name="connsiteY0" fmla="*/ 119949 h 119949"/>
                <a:gd name="connsiteX1" fmla="*/ 639234 w 639234"/>
                <a:gd name="connsiteY1" fmla="*/ 0 h 119949"/>
                <a:gd name="connsiteX2" fmla="*/ 639234 w 639234"/>
                <a:gd name="connsiteY2" fmla="*/ 0 h 119949"/>
                <a:gd name="connsiteX0" fmla="*/ 0 w 639234"/>
                <a:gd name="connsiteY0" fmla="*/ 150328 h 150328"/>
                <a:gd name="connsiteX1" fmla="*/ 639234 w 639234"/>
                <a:gd name="connsiteY1" fmla="*/ 30379 h 150328"/>
                <a:gd name="connsiteX2" fmla="*/ 639234 w 639234"/>
                <a:gd name="connsiteY2" fmla="*/ 30379 h 150328"/>
                <a:gd name="connsiteX0" fmla="*/ 0 w 812801"/>
                <a:gd name="connsiteY0" fmla="*/ 120650 h 139858"/>
                <a:gd name="connsiteX1" fmla="*/ 639234 w 812801"/>
                <a:gd name="connsiteY1" fmla="*/ 701 h 139858"/>
                <a:gd name="connsiteX2" fmla="*/ 812801 w 812801"/>
                <a:gd name="connsiteY2" fmla="*/ 139858 h 139858"/>
                <a:gd name="connsiteX0" fmla="*/ 0 w 812801"/>
                <a:gd name="connsiteY0" fmla="*/ 268955 h 288163"/>
                <a:gd name="connsiteX1" fmla="*/ 431801 w 812801"/>
                <a:gd name="connsiteY1" fmla="*/ 49 h 288163"/>
                <a:gd name="connsiteX2" fmla="*/ 812801 w 812801"/>
                <a:gd name="connsiteY2" fmla="*/ 288163 h 288163"/>
                <a:gd name="connsiteX0" fmla="*/ 0 w 829734"/>
                <a:gd name="connsiteY0" fmla="*/ 272857 h 288146"/>
                <a:gd name="connsiteX1" fmla="*/ 448734 w 829734"/>
                <a:gd name="connsiteY1" fmla="*/ 32 h 288146"/>
                <a:gd name="connsiteX2" fmla="*/ 829734 w 829734"/>
                <a:gd name="connsiteY2" fmla="*/ 288146 h 288146"/>
                <a:gd name="connsiteX0" fmla="*/ 0 w 829734"/>
                <a:gd name="connsiteY0" fmla="*/ 272845 h 288134"/>
                <a:gd name="connsiteX1" fmla="*/ 448734 w 829734"/>
                <a:gd name="connsiteY1" fmla="*/ 20 h 288134"/>
                <a:gd name="connsiteX2" fmla="*/ 829734 w 829734"/>
                <a:gd name="connsiteY2" fmla="*/ 288134 h 288134"/>
                <a:gd name="connsiteX0" fmla="*/ 0 w 829734"/>
                <a:gd name="connsiteY0" fmla="*/ 272845 h 288134"/>
                <a:gd name="connsiteX1" fmla="*/ 448734 w 829734"/>
                <a:gd name="connsiteY1" fmla="*/ 20 h 288134"/>
                <a:gd name="connsiteX2" fmla="*/ 829734 w 829734"/>
                <a:gd name="connsiteY2" fmla="*/ 288134 h 288134"/>
                <a:gd name="connsiteX0" fmla="*/ 0 w 829734"/>
                <a:gd name="connsiteY0" fmla="*/ 288506 h 288506"/>
                <a:gd name="connsiteX1" fmla="*/ 448734 w 829734"/>
                <a:gd name="connsiteY1" fmla="*/ 1 h 288506"/>
                <a:gd name="connsiteX2" fmla="*/ 829734 w 829734"/>
                <a:gd name="connsiteY2" fmla="*/ 288115 h 28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9734" h="288506">
                  <a:moveTo>
                    <a:pt x="0" y="288506"/>
                  </a:moveTo>
                  <a:cubicBezTo>
                    <a:pt x="149578" y="264203"/>
                    <a:pt x="310445" y="66"/>
                    <a:pt x="448734" y="1"/>
                  </a:cubicBezTo>
                  <a:cubicBezTo>
                    <a:pt x="587023" y="-64"/>
                    <a:pt x="632178" y="204490"/>
                    <a:pt x="829734" y="288115"/>
                  </a:cubicBezTo>
                </a:path>
              </a:pathLst>
            </a:custGeom>
            <a:ln w="28575" cmpd="sng">
              <a:solidFill>
                <a:srgbClr val="FF66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>
                  <a:solidFill>
                    <a:srgbClr val="FF6600"/>
                  </a:solidFill>
                </a:ln>
              </a:endParaRPr>
            </a:p>
          </p:txBody>
        </p:sp>
        <p:sp>
          <p:nvSpPr>
            <p:cNvPr id="42" name="Freeform 41"/>
            <p:cNvSpPr/>
            <p:nvPr/>
          </p:nvSpPr>
          <p:spPr>
            <a:xfrm>
              <a:off x="3238500" y="1485051"/>
              <a:ext cx="829734" cy="623150"/>
            </a:xfrm>
            <a:custGeom>
              <a:avLst/>
              <a:gdLst>
                <a:gd name="connsiteX0" fmla="*/ 0 w 651934"/>
                <a:gd name="connsiteY0" fmla="*/ 0 h 21167"/>
                <a:gd name="connsiteX1" fmla="*/ 651934 w 651934"/>
                <a:gd name="connsiteY1" fmla="*/ 21167 h 21167"/>
                <a:gd name="connsiteX2" fmla="*/ 651934 w 651934"/>
                <a:gd name="connsiteY2" fmla="*/ 21167 h 21167"/>
                <a:gd name="connsiteX0" fmla="*/ 0 w 639234"/>
                <a:gd name="connsiteY0" fmla="*/ 119949 h 119949"/>
                <a:gd name="connsiteX1" fmla="*/ 639234 w 639234"/>
                <a:gd name="connsiteY1" fmla="*/ 0 h 119949"/>
                <a:gd name="connsiteX2" fmla="*/ 639234 w 639234"/>
                <a:gd name="connsiteY2" fmla="*/ 0 h 119949"/>
                <a:gd name="connsiteX0" fmla="*/ 0 w 639234"/>
                <a:gd name="connsiteY0" fmla="*/ 119949 h 119949"/>
                <a:gd name="connsiteX1" fmla="*/ 639234 w 639234"/>
                <a:gd name="connsiteY1" fmla="*/ 0 h 119949"/>
                <a:gd name="connsiteX2" fmla="*/ 639234 w 639234"/>
                <a:gd name="connsiteY2" fmla="*/ 0 h 119949"/>
                <a:gd name="connsiteX0" fmla="*/ 0 w 639234"/>
                <a:gd name="connsiteY0" fmla="*/ 150328 h 150328"/>
                <a:gd name="connsiteX1" fmla="*/ 639234 w 639234"/>
                <a:gd name="connsiteY1" fmla="*/ 30379 h 150328"/>
                <a:gd name="connsiteX2" fmla="*/ 639234 w 639234"/>
                <a:gd name="connsiteY2" fmla="*/ 30379 h 150328"/>
                <a:gd name="connsiteX0" fmla="*/ 0 w 812801"/>
                <a:gd name="connsiteY0" fmla="*/ 120650 h 139858"/>
                <a:gd name="connsiteX1" fmla="*/ 639234 w 812801"/>
                <a:gd name="connsiteY1" fmla="*/ 701 h 139858"/>
                <a:gd name="connsiteX2" fmla="*/ 812801 w 812801"/>
                <a:gd name="connsiteY2" fmla="*/ 139858 h 139858"/>
                <a:gd name="connsiteX0" fmla="*/ 0 w 812801"/>
                <a:gd name="connsiteY0" fmla="*/ 268955 h 288163"/>
                <a:gd name="connsiteX1" fmla="*/ 431801 w 812801"/>
                <a:gd name="connsiteY1" fmla="*/ 49 h 288163"/>
                <a:gd name="connsiteX2" fmla="*/ 812801 w 812801"/>
                <a:gd name="connsiteY2" fmla="*/ 288163 h 288163"/>
                <a:gd name="connsiteX0" fmla="*/ 0 w 829734"/>
                <a:gd name="connsiteY0" fmla="*/ 272857 h 288146"/>
                <a:gd name="connsiteX1" fmla="*/ 448734 w 829734"/>
                <a:gd name="connsiteY1" fmla="*/ 32 h 288146"/>
                <a:gd name="connsiteX2" fmla="*/ 829734 w 829734"/>
                <a:gd name="connsiteY2" fmla="*/ 288146 h 288146"/>
                <a:gd name="connsiteX0" fmla="*/ 0 w 829734"/>
                <a:gd name="connsiteY0" fmla="*/ 272845 h 288134"/>
                <a:gd name="connsiteX1" fmla="*/ 448734 w 829734"/>
                <a:gd name="connsiteY1" fmla="*/ 20 h 288134"/>
                <a:gd name="connsiteX2" fmla="*/ 829734 w 829734"/>
                <a:gd name="connsiteY2" fmla="*/ 288134 h 288134"/>
                <a:gd name="connsiteX0" fmla="*/ 0 w 829734"/>
                <a:gd name="connsiteY0" fmla="*/ 272845 h 288134"/>
                <a:gd name="connsiteX1" fmla="*/ 448734 w 829734"/>
                <a:gd name="connsiteY1" fmla="*/ 20 h 288134"/>
                <a:gd name="connsiteX2" fmla="*/ 829734 w 829734"/>
                <a:gd name="connsiteY2" fmla="*/ 288134 h 288134"/>
                <a:gd name="connsiteX0" fmla="*/ 0 w 829734"/>
                <a:gd name="connsiteY0" fmla="*/ 288506 h 288506"/>
                <a:gd name="connsiteX1" fmla="*/ 448734 w 829734"/>
                <a:gd name="connsiteY1" fmla="*/ 1 h 288506"/>
                <a:gd name="connsiteX2" fmla="*/ 829734 w 829734"/>
                <a:gd name="connsiteY2" fmla="*/ 288115 h 28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9734" h="288506">
                  <a:moveTo>
                    <a:pt x="0" y="288506"/>
                  </a:moveTo>
                  <a:cubicBezTo>
                    <a:pt x="149578" y="264203"/>
                    <a:pt x="310445" y="66"/>
                    <a:pt x="448734" y="1"/>
                  </a:cubicBezTo>
                  <a:cubicBezTo>
                    <a:pt x="587023" y="-64"/>
                    <a:pt x="632178" y="204490"/>
                    <a:pt x="829734" y="288115"/>
                  </a:cubicBezTo>
                </a:path>
              </a:pathLst>
            </a:custGeom>
            <a:ln w="28575" cmpd="sng">
              <a:solidFill>
                <a:srgbClr val="008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>
                  <a:solidFill>
                    <a:srgbClr val="FF6600"/>
                  </a:solidFill>
                </a:ln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281768" y="1892296"/>
              <a:ext cx="4283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FF6600"/>
                  </a:solidFill>
                  <a:latin typeface="Myriad Pro"/>
                  <a:cs typeface="Myriad Pro"/>
                </a:rPr>
                <a:t>100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50169" y="1858430"/>
              <a:ext cx="348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rgbClr val="008000"/>
                  </a:solidFill>
                  <a:latin typeface="Myriad Pro"/>
                  <a:cs typeface="Myriad Pro"/>
                </a:rPr>
                <a:t>64</a:t>
              </a:r>
            </a:p>
          </p:txBody>
        </p:sp>
      </p:grpSp>
      <p:grpSp>
        <p:nvGrpSpPr>
          <p:cNvPr id="18434" name="Group 18433"/>
          <p:cNvGrpSpPr/>
          <p:nvPr/>
        </p:nvGrpSpPr>
        <p:grpSpPr>
          <a:xfrm>
            <a:off x="1683958" y="5245095"/>
            <a:ext cx="2997582" cy="696790"/>
            <a:chOff x="1683958" y="5664195"/>
            <a:chExt cx="2997582" cy="696790"/>
          </a:xfrm>
        </p:grpSpPr>
        <p:grpSp>
          <p:nvGrpSpPr>
            <p:cNvPr id="86" name="Group 85"/>
            <p:cNvGrpSpPr/>
            <p:nvPr/>
          </p:nvGrpSpPr>
          <p:grpSpPr>
            <a:xfrm>
              <a:off x="1683958" y="5837765"/>
              <a:ext cx="2997582" cy="523220"/>
              <a:chOff x="1658557" y="3602566"/>
              <a:chExt cx="2997582" cy="523220"/>
            </a:xfrm>
          </p:grpSpPr>
          <p:sp>
            <p:nvSpPr>
              <p:cNvPr id="88" name="TextBox 87"/>
              <p:cNvSpPr txBox="1"/>
              <p:nvPr/>
            </p:nvSpPr>
            <p:spPr>
              <a:xfrm>
                <a:off x="1658557" y="3602566"/>
                <a:ext cx="16417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100 million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paired-end reads  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3113729" y="3602566"/>
                <a:ext cx="154241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100 million</a:t>
                </a:r>
              </a:p>
              <a:p>
                <a:pPr algn="ctr"/>
                <a:r>
                  <a:rPr lang="en-US" b="0" dirty="0">
                    <a:latin typeface="Myriad Pro"/>
                    <a:cs typeface="Myriad Pro"/>
                  </a:rPr>
                  <a:t>paired-end reads</a:t>
                </a:r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2622550" y="5664195"/>
              <a:ext cx="1159935" cy="220136"/>
              <a:chOff x="2607733" y="2539996"/>
              <a:chExt cx="1159935" cy="220136"/>
            </a:xfrm>
          </p:grpSpPr>
          <p:cxnSp>
            <p:nvCxnSpPr>
              <p:cNvPr id="91" name="Straight Arrow Connector 90"/>
              <p:cNvCxnSpPr/>
              <p:nvPr/>
            </p:nvCxnSpPr>
            <p:spPr bwMode="auto">
              <a:xfrm flipH="1">
                <a:off x="3767667" y="2539996"/>
                <a:ext cx="1" cy="2201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92" name="Straight Arrow Connector 91"/>
              <p:cNvCxnSpPr/>
              <p:nvPr/>
            </p:nvCxnSpPr>
            <p:spPr bwMode="auto">
              <a:xfrm flipH="1">
                <a:off x="2607733" y="2539996"/>
                <a:ext cx="1" cy="22013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18436" name="Group 18435"/>
          <p:cNvGrpSpPr/>
          <p:nvPr/>
        </p:nvGrpSpPr>
        <p:grpSpPr>
          <a:xfrm>
            <a:off x="4423834" y="2992966"/>
            <a:ext cx="4462413" cy="2620434"/>
            <a:chOff x="4411132" y="3018366"/>
            <a:chExt cx="4462413" cy="2620434"/>
          </a:xfrm>
        </p:grpSpPr>
        <p:grpSp>
          <p:nvGrpSpPr>
            <p:cNvPr id="53" name="Group 52"/>
            <p:cNvGrpSpPr/>
            <p:nvPr/>
          </p:nvGrpSpPr>
          <p:grpSpPr>
            <a:xfrm>
              <a:off x="4411132" y="3018366"/>
              <a:ext cx="4462413" cy="2620434"/>
              <a:chOff x="4411132" y="3018366"/>
              <a:chExt cx="4462413" cy="2620434"/>
            </a:xfrm>
          </p:grpSpPr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4411132" y="3018366"/>
                <a:ext cx="4462413" cy="2620434"/>
              </a:xfrm>
              <a:prstGeom prst="rect">
                <a:avLst/>
              </a:prstGeom>
            </p:spPr>
          </p:pic>
          <p:cxnSp>
            <p:nvCxnSpPr>
              <p:cNvPr id="83" name="Straight Connector 82"/>
              <p:cNvCxnSpPr/>
              <p:nvPr/>
            </p:nvCxnSpPr>
            <p:spPr bwMode="auto">
              <a:xfrm>
                <a:off x="5933014" y="3476625"/>
                <a:ext cx="0" cy="193675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>
                <a:off x="6320364" y="3473450"/>
                <a:ext cx="0" cy="193675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7" name="TextBox 136"/>
            <p:cNvSpPr txBox="1"/>
            <p:nvPr/>
          </p:nvSpPr>
          <p:spPr>
            <a:xfrm>
              <a:off x="5729817" y="3255429"/>
              <a:ext cx="3642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0" dirty="0">
                  <a:latin typeface="Myriad Pro"/>
                  <a:cs typeface="Myriad Pro"/>
                </a:rPr>
                <a:t> </a:t>
              </a:r>
              <a:r>
                <a:rPr lang="en-US" sz="1050" b="0" dirty="0">
                  <a:latin typeface="Myriad Pro"/>
                  <a:cs typeface="Myriad Pro"/>
                </a:rPr>
                <a:t>44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151034" y="3255429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0" dirty="0">
                  <a:latin typeface="Myriad Pro"/>
                  <a:cs typeface="Myriad Pro"/>
                </a:rPr>
                <a:t>55</a:t>
              </a:r>
            </a:p>
          </p:txBody>
        </p:sp>
      </p:grpSp>
      <p:sp>
        <p:nvSpPr>
          <p:cNvPr id="96" name="Freeform 6"/>
          <p:cNvSpPr>
            <a:spLocks/>
          </p:cNvSpPr>
          <p:nvPr/>
        </p:nvSpPr>
        <p:spPr bwMode="auto">
          <a:xfrm>
            <a:off x="1742633" y="6098880"/>
            <a:ext cx="271264" cy="467019"/>
          </a:xfrm>
          <a:custGeom>
            <a:avLst/>
            <a:gdLst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408 w 2092"/>
              <a:gd name="connsiteY58" fmla="*/ 1535 h 2911"/>
              <a:gd name="connsiteX59" fmla="*/ 1379 w 2092"/>
              <a:gd name="connsiteY59" fmla="*/ 1463 h 2911"/>
              <a:gd name="connsiteX60" fmla="*/ 1344 w 2092"/>
              <a:gd name="connsiteY60" fmla="*/ 1367 h 2911"/>
              <a:gd name="connsiteX61" fmla="*/ 1305 w 2092"/>
              <a:gd name="connsiteY61" fmla="*/ 1201 h 2911"/>
              <a:gd name="connsiteX62" fmla="*/ 1243 w 2092"/>
              <a:gd name="connsiteY62" fmla="*/ 965 h 2911"/>
              <a:gd name="connsiteX63" fmla="*/ 1233 w 2092"/>
              <a:gd name="connsiteY63" fmla="*/ 648 h 2911"/>
              <a:gd name="connsiteX64" fmla="*/ 1495 w 2092"/>
              <a:gd name="connsiteY64" fmla="*/ 249 h 2911"/>
              <a:gd name="connsiteX65" fmla="*/ 1735 w 2092"/>
              <a:gd name="connsiteY65" fmla="*/ 104 h 2911"/>
              <a:gd name="connsiteX66" fmla="*/ 1912 w 2092"/>
              <a:gd name="connsiteY66" fmla="*/ 116 h 2911"/>
              <a:gd name="connsiteX67" fmla="*/ 2042 w 2092"/>
              <a:gd name="connsiteY67" fmla="*/ 197 h 2911"/>
              <a:gd name="connsiteX68" fmla="*/ 2086 w 2092"/>
              <a:gd name="connsiteY68" fmla="*/ 189 h 2911"/>
              <a:gd name="connsiteX69" fmla="*/ 2063 w 2092"/>
              <a:gd name="connsiteY69" fmla="*/ 109 h 2911"/>
              <a:gd name="connsiteX70" fmla="*/ 1910 w 2092"/>
              <a:gd name="connsiteY70" fmla="*/ 31 h 2911"/>
              <a:gd name="connsiteX71" fmla="*/ 1740 w 2092"/>
              <a:gd name="connsiteY71" fmla="*/ 18 h 2911"/>
              <a:gd name="connsiteX72" fmla="*/ 1493 w 2092"/>
              <a:gd name="connsiteY72" fmla="*/ 138 h 2911"/>
              <a:gd name="connsiteX73" fmla="*/ 1253 w 2092"/>
              <a:gd name="connsiteY73" fmla="*/ 415 h 2911"/>
              <a:gd name="connsiteX74" fmla="*/ 1169 w 2092"/>
              <a:gd name="connsiteY74" fmla="*/ 539 h 2911"/>
              <a:gd name="connsiteX75" fmla="*/ 1122 w 2092"/>
              <a:gd name="connsiteY75" fmla="*/ 510 h 2911"/>
              <a:gd name="connsiteX76" fmla="*/ 1087 w 2092"/>
              <a:gd name="connsiteY76" fmla="*/ 374 h 2911"/>
              <a:gd name="connsiteX77" fmla="*/ 1019 w 2092"/>
              <a:gd name="connsiteY77" fmla="*/ 366 h 2911"/>
              <a:gd name="connsiteX78" fmla="*/ 993 w 2092"/>
              <a:gd name="connsiteY78" fmla="*/ 444 h 2911"/>
              <a:gd name="connsiteX79" fmla="*/ 953 w 2092"/>
              <a:gd name="connsiteY79" fmla="*/ 550 h 2911"/>
              <a:gd name="connsiteX80" fmla="*/ 844 w 2092"/>
              <a:gd name="connsiteY80" fmla="*/ 433 h 2911"/>
              <a:gd name="connsiteX81" fmla="*/ 756 w 2092"/>
              <a:gd name="connsiteY81" fmla="*/ 326 h 2911"/>
              <a:gd name="connsiteX82" fmla="*/ 605 w 2092"/>
              <a:gd name="connsiteY82" fmla="*/ 167 h 2911"/>
              <a:gd name="connsiteX83" fmla="*/ 377 w 2092"/>
              <a:gd name="connsiteY83" fmla="*/ 60 h 2911"/>
              <a:gd name="connsiteX84" fmla="*/ 184 w 2092"/>
              <a:gd name="connsiteY84" fmla="*/ 69 h 2911"/>
              <a:gd name="connsiteX85" fmla="*/ 38 w 2092"/>
              <a:gd name="connsiteY85" fmla="*/ 162 h 2911"/>
              <a:gd name="connsiteX86" fmla="*/ 4 w 2092"/>
              <a:gd name="connsiteY86" fmla="*/ 215 h 2911"/>
              <a:gd name="connsiteX87" fmla="*/ 13 w 2092"/>
              <a:gd name="connsiteY87" fmla="*/ 248 h 2911"/>
              <a:gd name="connsiteX88" fmla="*/ 61 w 2092"/>
              <a:gd name="connsiteY88" fmla="*/ 246 h 2911"/>
              <a:gd name="connsiteX89" fmla="*/ 144 w 2092"/>
              <a:gd name="connsiteY89" fmla="*/ 173 h 2911"/>
              <a:gd name="connsiteX90" fmla="*/ 256 w 2092"/>
              <a:gd name="connsiteY90" fmla="*/ 127 h 2911"/>
              <a:gd name="connsiteX91" fmla="*/ 434 w 2092"/>
              <a:gd name="connsiteY91" fmla="*/ 149 h 2911"/>
              <a:gd name="connsiteX92" fmla="*/ 572 w 2092"/>
              <a:gd name="connsiteY92" fmla="*/ 237 h 2911"/>
              <a:gd name="connsiteX93" fmla="*/ 659 w 2092"/>
              <a:gd name="connsiteY93" fmla="*/ 333 h 2911"/>
              <a:gd name="connsiteX94" fmla="*/ 748 w 2092"/>
              <a:gd name="connsiteY94" fmla="*/ 442 h 2911"/>
              <a:gd name="connsiteX95" fmla="*/ 835 w 2092"/>
              <a:gd name="connsiteY95" fmla="*/ 586 h 2911"/>
              <a:gd name="connsiteX96" fmla="*/ 881 w 2092"/>
              <a:gd name="connsiteY96" fmla="*/ 704 h 2911"/>
              <a:gd name="connsiteX97" fmla="*/ 877 w 2092"/>
              <a:gd name="connsiteY97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79 w 2092"/>
              <a:gd name="connsiteY58" fmla="*/ 1463 h 2911"/>
              <a:gd name="connsiteX59" fmla="*/ 1344 w 2092"/>
              <a:gd name="connsiteY59" fmla="*/ 1367 h 2911"/>
              <a:gd name="connsiteX60" fmla="*/ 1305 w 2092"/>
              <a:gd name="connsiteY60" fmla="*/ 1201 h 2911"/>
              <a:gd name="connsiteX61" fmla="*/ 1243 w 2092"/>
              <a:gd name="connsiteY61" fmla="*/ 965 h 2911"/>
              <a:gd name="connsiteX62" fmla="*/ 1233 w 2092"/>
              <a:gd name="connsiteY62" fmla="*/ 648 h 2911"/>
              <a:gd name="connsiteX63" fmla="*/ 1495 w 2092"/>
              <a:gd name="connsiteY63" fmla="*/ 249 h 2911"/>
              <a:gd name="connsiteX64" fmla="*/ 1735 w 2092"/>
              <a:gd name="connsiteY64" fmla="*/ 104 h 2911"/>
              <a:gd name="connsiteX65" fmla="*/ 1912 w 2092"/>
              <a:gd name="connsiteY65" fmla="*/ 116 h 2911"/>
              <a:gd name="connsiteX66" fmla="*/ 2042 w 2092"/>
              <a:gd name="connsiteY66" fmla="*/ 197 h 2911"/>
              <a:gd name="connsiteX67" fmla="*/ 2086 w 2092"/>
              <a:gd name="connsiteY67" fmla="*/ 189 h 2911"/>
              <a:gd name="connsiteX68" fmla="*/ 2063 w 2092"/>
              <a:gd name="connsiteY68" fmla="*/ 109 h 2911"/>
              <a:gd name="connsiteX69" fmla="*/ 1910 w 2092"/>
              <a:gd name="connsiteY69" fmla="*/ 31 h 2911"/>
              <a:gd name="connsiteX70" fmla="*/ 1740 w 2092"/>
              <a:gd name="connsiteY70" fmla="*/ 18 h 2911"/>
              <a:gd name="connsiteX71" fmla="*/ 1493 w 2092"/>
              <a:gd name="connsiteY71" fmla="*/ 138 h 2911"/>
              <a:gd name="connsiteX72" fmla="*/ 1253 w 2092"/>
              <a:gd name="connsiteY72" fmla="*/ 415 h 2911"/>
              <a:gd name="connsiteX73" fmla="*/ 1169 w 2092"/>
              <a:gd name="connsiteY73" fmla="*/ 539 h 2911"/>
              <a:gd name="connsiteX74" fmla="*/ 1122 w 2092"/>
              <a:gd name="connsiteY74" fmla="*/ 510 h 2911"/>
              <a:gd name="connsiteX75" fmla="*/ 1087 w 2092"/>
              <a:gd name="connsiteY75" fmla="*/ 374 h 2911"/>
              <a:gd name="connsiteX76" fmla="*/ 1019 w 2092"/>
              <a:gd name="connsiteY76" fmla="*/ 366 h 2911"/>
              <a:gd name="connsiteX77" fmla="*/ 993 w 2092"/>
              <a:gd name="connsiteY77" fmla="*/ 444 h 2911"/>
              <a:gd name="connsiteX78" fmla="*/ 953 w 2092"/>
              <a:gd name="connsiteY78" fmla="*/ 550 h 2911"/>
              <a:gd name="connsiteX79" fmla="*/ 844 w 2092"/>
              <a:gd name="connsiteY79" fmla="*/ 433 h 2911"/>
              <a:gd name="connsiteX80" fmla="*/ 756 w 2092"/>
              <a:gd name="connsiteY80" fmla="*/ 326 h 2911"/>
              <a:gd name="connsiteX81" fmla="*/ 605 w 2092"/>
              <a:gd name="connsiteY81" fmla="*/ 167 h 2911"/>
              <a:gd name="connsiteX82" fmla="*/ 377 w 2092"/>
              <a:gd name="connsiteY82" fmla="*/ 60 h 2911"/>
              <a:gd name="connsiteX83" fmla="*/ 184 w 2092"/>
              <a:gd name="connsiteY83" fmla="*/ 69 h 2911"/>
              <a:gd name="connsiteX84" fmla="*/ 38 w 2092"/>
              <a:gd name="connsiteY84" fmla="*/ 162 h 2911"/>
              <a:gd name="connsiteX85" fmla="*/ 4 w 2092"/>
              <a:gd name="connsiteY85" fmla="*/ 215 h 2911"/>
              <a:gd name="connsiteX86" fmla="*/ 13 w 2092"/>
              <a:gd name="connsiteY86" fmla="*/ 248 h 2911"/>
              <a:gd name="connsiteX87" fmla="*/ 61 w 2092"/>
              <a:gd name="connsiteY87" fmla="*/ 246 h 2911"/>
              <a:gd name="connsiteX88" fmla="*/ 144 w 2092"/>
              <a:gd name="connsiteY88" fmla="*/ 173 h 2911"/>
              <a:gd name="connsiteX89" fmla="*/ 256 w 2092"/>
              <a:gd name="connsiteY89" fmla="*/ 127 h 2911"/>
              <a:gd name="connsiteX90" fmla="*/ 434 w 2092"/>
              <a:gd name="connsiteY90" fmla="*/ 149 h 2911"/>
              <a:gd name="connsiteX91" fmla="*/ 572 w 2092"/>
              <a:gd name="connsiteY91" fmla="*/ 237 h 2911"/>
              <a:gd name="connsiteX92" fmla="*/ 659 w 2092"/>
              <a:gd name="connsiteY92" fmla="*/ 333 h 2911"/>
              <a:gd name="connsiteX93" fmla="*/ 748 w 2092"/>
              <a:gd name="connsiteY93" fmla="*/ 442 h 2911"/>
              <a:gd name="connsiteX94" fmla="*/ 835 w 2092"/>
              <a:gd name="connsiteY94" fmla="*/ 586 h 2911"/>
              <a:gd name="connsiteX95" fmla="*/ 881 w 2092"/>
              <a:gd name="connsiteY95" fmla="*/ 704 h 2911"/>
              <a:gd name="connsiteX96" fmla="*/ 877 w 2092"/>
              <a:gd name="connsiteY96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44 w 2092"/>
              <a:gd name="connsiteY58" fmla="*/ 1367 h 2911"/>
              <a:gd name="connsiteX59" fmla="*/ 1305 w 2092"/>
              <a:gd name="connsiteY59" fmla="*/ 1201 h 2911"/>
              <a:gd name="connsiteX60" fmla="*/ 1243 w 2092"/>
              <a:gd name="connsiteY60" fmla="*/ 965 h 2911"/>
              <a:gd name="connsiteX61" fmla="*/ 1233 w 2092"/>
              <a:gd name="connsiteY61" fmla="*/ 648 h 2911"/>
              <a:gd name="connsiteX62" fmla="*/ 1495 w 2092"/>
              <a:gd name="connsiteY62" fmla="*/ 249 h 2911"/>
              <a:gd name="connsiteX63" fmla="*/ 1735 w 2092"/>
              <a:gd name="connsiteY63" fmla="*/ 104 h 2911"/>
              <a:gd name="connsiteX64" fmla="*/ 1912 w 2092"/>
              <a:gd name="connsiteY64" fmla="*/ 116 h 2911"/>
              <a:gd name="connsiteX65" fmla="*/ 2042 w 2092"/>
              <a:gd name="connsiteY65" fmla="*/ 197 h 2911"/>
              <a:gd name="connsiteX66" fmla="*/ 2086 w 2092"/>
              <a:gd name="connsiteY66" fmla="*/ 189 h 2911"/>
              <a:gd name="connsiteX67" fmla="*/ 2063 w 2092"/>
              <a:gd name="connsiteY67" fmla="*/ 109 h 2911"/>
              <a:gd name="connsiteX68" fmla="*/ 1910 w 2092"/>
              <a:gd name="connsiteY68" fmla="*/ 31 h 2911"/>
              <a:gd name="connsiteX69" fmla="*/ 1740 w 2092"/>
              <a:gd name="connsiteY69" fmla="*/ 18 h 2911"/>
              <a:gd name="connsiteX70" fmla="*/ 1493 w 2092"/>
              <a:gd name="connsiteY70" fmla="*/ 138 h 2911"/>
              <a:gd name="connsiteX71" fmla="*/ 1253 w 2092"/>
              <a:gd name="connsiteY71" fmla="*/ 415 h 2911"/>
              <a:gd name="connsiteX72" fmla="*/ 1169 w 2092"/>
              <a:gd name="connsiteY72" fmla="*/ 539 h 2911"/>
              <a:gd name="connsiteX73" fmla="*/ 1122 w 2092"/>
              <a:gd name="connsiteY73" fmla="*/ 510 h 2911"/>
              <a:gd name="connsiteX74" fmla="*/ 1087 w 2092"/>
              <a:gd name="connsiteY74" fmla="*/ 374 h 2911"/>
              <a:gd name="connsiteX75" fmla="*/ 1019 w 2092"/>
              <a:gd name="connsiteY75" fmla="*/ 366 h 2911"/>
              <a:gd name="connsiteX76" fmla="*/ 993 w 2092"/>
              <a:gd name="connsiteY76" fmla="*/ 444 h 2911"/>
              <a:gd name="connsiteX77" fmla="*/ 953 w 2092"/>
              <a:gd name="connsiteY77" fmla="*/ 550 h 2911"/>
              <a:gd name="connsiteX78" fmla="*/ 844 w 2092"/>
              <a:gd name="connsiteY78" fmla="*/ 433 h 2911"/>
              <a:gd name="connsiteX79" fmla="*/ 756 w 2092"/>
              <a:gd name="connsiteY79" fmla="*/ 326 h 2911"/>
              <a:gd name="connsiteX80" fmla="*/ 605 w 2092"/>
              <a:gd name="connsiteY80" fmla="*/ 167 h 2911"/>
              <a:gd name="connsiteX81" fmla="*/ 377 w 2092"/>
              <a:gd name="connsiteY81" fmla="*/ 60 h 2911"/>
              <a:gd name="connsiteX82" fmla="*/ 184 w 2092"/>
              <a:gd name="connsiteY82" fmla="*/ 69 h 2911"/>
              <a:gd name="connsiteX83" fmla="*/ 38 w 2092"/>
              <a:gd name="connsiteY83" fmla="*/ 162 h 2911"/>
              <a:gd name="connsiteX84" fmla="*/ 4 w 2092"/>
              <a:gd name="connsiteY84" fmla="*/ 215 h 2911"/>
              <a:gd name="connsiteX85" fmla="*/ 13 w 2092"/>
              <a:gd name="connsiteY85" fmla="*/ 248 h 2911"/>
              <a:gd name="connsiteX86" fmla="*/ 61 w 2092"/>
              <a:gd name="connsiteY86" fmla="*/ 246 h 2911"/>
              <a:gd name="connsiteX87" fmla="*/ 144 w 2092"/>
              <a:gd name="connsiteY87" fmla="*/ 173 h 2911"/>
              <a:gd name="connsiteX88" fmla="*/ 256 w 2092"/>
              <a:gd name="connsiteY88" fmla="*/ 127 h 2911"/>
              <a:gd name="connsiteX89" fmla="*/ 434 w 2092"/>
              <a:gd name="connsiteY89" fmla="*/ 149 h 2911"/>
              <a:gd name="connsiteX90" fmla="*/ 572 w 2092"/>
              <a:gd name="connsiteY90" fmla="*/ 237 h 2911"/>
              <a:gd name="connsiteX91" fmla="*/ 659 w 2092"/>
              <a:gd name="connsiteY91" fmla="*/ 333 h 2911"/>
              <a:gd name="connsiteX92" fmla="*/ 748 w 2092"/>
              <a:gd name="connsiteY92" fmla="*/ 442 h 2911"/>
              <a:gd name="connsiteX93" fmla="*/ 835 w 2092"/>
              <a:gd name="connsiteY93" fmla="*/ 586 h 2911"/>
              <a:gd name="connsiteX94" fmla="*/ 881 w 2092"/>
              <a:gd name="connsiteY94" fmla="*/ 704 h 2911"/>
              <a:gd name="connsiteX95" fmla="*/ 877 w 2092"/>
              <a:gd name="connsiteY95" fmla="*/ 903 h 2911"/>
              <a:gd name="connsiteX0" fmla="*/ 4211 w 9999"/>
              <a:gd name="connsiteY0" fmla="*/ 3069 h 9958"/>
              <a:gd name="connsiteX1" fmla="*/ 3819 w 9999"/>
              <a:gd name="connsiteY1" fmla="*/ 4601 h 9958"/>
              <a:gd name="connsiteX2" fmla="*/ 3700 w 9999"/>
              <a:gd name="connsiteY2" fmla="*/ 5326 h 9958"/>
              <a:gd name="connsiteX3" fmla="*/ 3585 w 9999"/>
              <a:gd name="connsiteY3" fmla="*/ 5656 h 9958"/>
              <a:gd name="connsiteX4" fmla="*/ 3293 w 9999"/>
              <a:gd name="connsiteY4" fmla="*/ 5944 h 9958"/>
              <a:gd name="connsiteX5" fmla="*/ 3145 w 9999"/>
              <a:gd name="connsiteY5" fmla="*/ 6095 h 9958"/>
              <a:gd name="connsiteX6" fmla="*/ 3054 w 9999"/>
              <a:gd name="connsiteY6" fmla="*/ 6243 h 9958"/>
              <a:gd name="connsiteX7" fmla="*/ 3155 w 9999"/>
              <a:gd name="connsiteY7" fmla="*/ 6412 h 9958"/>
              <a:gd name="connsiteX8" fmla="*/ 3408 w 9999"/>
              <a:gd name="connsiteY8" fmla="*/ 6597 h 9958"/>
              <a:gd name="connsiteX9" fmla="*/ 3556 w 9999"/>
              <a:gd name="connsiteY9" fmla="*/ 6937 h 9958"/>
              <a:gd name="connsiteX10" fmla="*/ 3647 w 9999"/>
              <a:gd name="connsiteY10" fmla="*/ 7181 h 9958"/>
              <a:gd name="connsiteX11" fmla="*/ 3829 w 9999"/>
              <a:gd name="connsiteY11" fmla="*/ 7487 h 9958"/>
              <a:gd name="connsiteX12" fmla="*/ 4197 w 9999"/>
              <a:gd name="connsiteY12" fmla="*/ 8102 h 9958"/>
              <a:gd name="connsiteX13" fmla="*/ 4350 w 9999"/>
              <a:gd name="connsiteY13" fmla="*/ 8438 h 9958"/>
              <a:gd name="connsiteX14" fmla="*/ 4436 w 9999"/>
              <a:gd name="connsiteY14" fmla="*/ 8706 h 9958"/>
              <a:gd name="connsiteX15" fmla="*/ 4469 w 9999"/>
              <a:gd name="connsiteY15" fmla="*/ 9163 h 9958"/>
              <a:gd name="connsiteX16" fmla="*/ 4350 w 9999"/>
              <a:gd name="connsiteY16" fmla="*/ 9476 h 9958"/>
              <a:gd name="connsiteX17" fmla="*/ 4292 w 9999"/>
              <a:gd name="connsiteY17" fmla="*/ 9720 h 9958"/>
              <a:gd name="connsiteX18" fmla="*/ 4340 w 9999"/>
              <a:gd name="connsiteY18" fmla="*/ 9840 h 9958"/>
              <a:gd name="connsiteX19" fmla="*/ 4517 w 9999"/>
              <a:gd name="connsiteY19" fmla="*/ 9950 h 9958"/>
              <a:gd name="connsiteX20" fmla="*/ 5196 w 9999"/>
              <a:gd name="connsiteY20" fmla="*/ 9950 h 9958"/>
              <a:gd name="connsiteX21" fmla="*/ 5822 w 9999"/>
              <a:gd name="connsiteY21" fmla="*/ 9933 h 9958"/>
              <a:gd name="connsiteX22" fmla="*/ 5946 w 9999"/>
              <a:gd name="connsiteY22" fmla="*/ 9802 h 9958"/>
              <a:gd name="connsiteX23" fmla="*/ 5937 w 9999"/>
              <a:gd name="connsiteY23" fmla="*/ 9582 h 9958"/>
              <a:gd name="connsiteX24" fmla="*/ 5808 w 9999"/>
              <a:gd name="connsiteY24" fmla="*/ 9356 h 9958"/>
              <a:gd name="connsiteX25" fmla="*/ 5760 w 9999"/>
              <a:gd name="connsiteY25" fmla="*/ 9077 h 9958"/>
              <a:gd name="connsiteX26" fmla="*/ 5755 w 9999"/>
              <a:gd name="connsiteY26" fmla="*/ 8730 h 9958"/>
              <a:gd name="connsiteX27" fmla="*/ 5846 w 9999"/>
              <a:gd name="connsiteY27" fmla="*/ 8383 h 9958"/>
              <a:gd name="connsiteX28" fmla="*/ 6056 w 9999"/>
              <a:gd name="connsiteY28" fmla="*/ 7868 h 9958"/>
              <a:gd name="connsiteX29" fmla="*/ 6171 w 9999"/>
              <a:gd name="connsiteY29" fmla="*/ 7600 h 9958"/>
              <a:gd name="connsiteX30" fmla="*/ 6267 w 9999"/>
              <a:gd name="connsiteY30" fmla="*/ 7483 h 9958"/>
              <a:gd name="connsiteX31" fmla="*/ 6606 w 9999"/>
              <a:gd name="connsiteY31" fmla="*/ 7700 h 9958"/>
              <a:gd name="connsiteX32" fmla="*/ 6974 w 9999"/>
              <a:gd name="connsiteY32" fmla="*/ 7820 h 9958"/>
              <a:gd name="connsiteX33" fmla="*/ 7543 w 9999"/>
              <a:gd name="connsiteY33" fmla="*/ 7920 h 9958"/>
              <a:gd name="connsiteX34" fmla="*/ 7978 w 9999"/>
              <a:gd name="connsiteY34" fmla="*/ 7944 h 9958"/>
              <a:gd name="connsiteX35" fmla="*/ 8375 w 9999"/>
              <a:gd name="connsiteY35" fmla="*/ 8115 h 9958"/>
              <a:gd name="connsiteX36" fmla="*/ 8623 w 9999"/>
              <a:gd name="connsiteY36" fmla="*/ 8260 h 9958"/>
              <a:gd name="connsiteX37" fmla="*/ 8857 w 9999"/>
              <a:gd name="connsiteY37" fmla="*/ 8301 h 9958"/>
              <a:gd name="connsiteX38" fmla="*/ 8834 w 9999"/>
              <a:gd name="connsiteY38" fmla="*/ 8167 h 9958"/>
              <a:gd name="connsiteX39" fmla="*/ 8566 w 9999"/>
              <a:gd name="connsiteY39" fmla="*/ 8026 h 9958"/>
              <a:gd name="connsiteX40" fmla="*/ 8384 w 9999"/>
              <a:gd name="connsiteY40" fmla="*/ 7868 h 9958"/>
              <a:gd name="connsiteX41" fmla="*/ 8360 w 9999"/>
              <a:gd name="connsiteY41" fmla="*/ 7720 h 9958"/>
              <a:gd name="connsiteX42" fmla="*/ 8571 w 9999"/>
              <a:gd name="connsiteY42" fmla="*/ 7569 h 9958"/>
              <a:gd name="connsiteX43" fmla="*/ 8771 w 9999"/>
              <a:gd name="connsiteY43" fmla="*/ 7401 h 9958"/>
              <a:gd name="connsiteX44" fmla="*/ 8480 w 9999"/>
              <a:gd name="connsiteY44" fmla="*/ 7068 h 9958"/>
              <a:gd name="connsiteX45" fmla="*/ 8805 w 9999"/>
              <a:gd name="connsiteY45" fmla="*/ 6758 h 9958"/>
              <a:gd name="connsiteX46" fmla="*/ 8929 w 9999"/>
              <a:gd name="connsiteY46" fmla="*/ 6669 h 9958"/>
              <a:gd name="connsiteX47" fmla="*/ 8877 w 9999"/>
              <a:gd name="connsiteY47" fmla="*/ 6549 h 9958"/>
              <a:gd name="connsiteX48" fmla="*/ 8633 w 9999"/>
              <a:gd name="connsiteY48" fmla="*/ 6638 h 9958"/>
              <a:gd name="connsiteX49" fmla="*/ 8284 w 9999"/>
              <a:gd name="connsiteY49" fmla="*/ 6831 h 9958"/>
              <a:gd name="connsiteX50" fmla="*/ 7983 w 9999"/>
              <a:gd name="connsiteY50" fmla="*/ 6793 h 9958"/>
              <a:gd name="connsiteX51" fmla="*/ 7486 w 9999"/>
              <a:gd name="connsiteY51" fmla="*/ 6683 h 9958"/>
              <a:gd name="connsiteX52" fmla="*/ 6965 w 9999"/>
              <a:gd name="connsiteY52" fmla="*/ 6669 h 9958"/>
              <a:gd name="connsiteX53" fmla="*/ 6558 w 9999"/>
              <a:gd name="connsiteY53" fmla="*/ 6700 h 9958"/>
              <a:gd name="connsiteX54" fmla="*/ 6549 w 9999"/>
              <a:gd name="connsiteY54" fmla="*/ 6549 h 9958"/>
              <a:gd name="connsiteX55" fmla="*/ 6644 w 9999"/>
              <a:gd name="connsiteY55" fmla="*/ 6199 h 9958"/>
              <a:gd name="connsiteX56" fmla="*/ 6702 w 9999"/>
              <a:gd name="connsiteY56" fmla="*/ 5800 h 9958"/>
              <a:gd name="connsiteX57" fmla="*/ 6625 w 9999"/>
              <a:gd name="connsiteY57" fmla="*/ 5305 h 9958"/>
              <a:gd name="connsiteX58" fmla="*/ 6443 w 9999"/>
              <a:gd name="connsiteY58" fmla="*/ 4663 h 9958"/>
              <a:gd name="connsiteX59" fmla="*/ 6257 w 9999"/>
              <a:gd name="connsiteY59" fmla="*/ 4093 h 9958"/>
              <a:gd name="connsiteX60" fmla="*/ 5961 w 9999"/>
              <a:gd name="connsiteY60" fmla="*/ 3282 h 9958"/>
              <a:gd name="connsiteX61" fmla="*/ 5913 w 9999"/>
              <a:gd name="connsiteY61" fmla="*/ 2193 h 9958"/>
              <a:gd name="connsiteX62" fmla="*/ 7165 w 9999"/>
              <a:gd name="connsiteY62" fmla="*/ 822 h 9958"/>
              <a:gd name="connsiteX63" fmla="*/ 8312 w 9999"/>
              <a:gd name="connsiteY63" fmla="*/ 324 h 9958"/>
              <a:gd name="connsiteX64" fmla="*/ 9159 w 9999"/>
              <a:gd name="connsiteY64" fmla="*/ 365 h 9958"/>
              <a:gd name="connsiteX65" fmla="*/ 9780 w 9999"/>
              <a:gd name="connsiteY65" fmla="*/ 644 h 9958"/>
              <a:gd name="connsiteX66" fmla="*/ 9990 w 9999"/>
              <a:gd name="connsiteY66" fmla="*/ 616 h 9958"/>
              <a:gd name="connsiteX67" fmla="*/ 9880 w 9999"/>
              <a:gd name="connsiteY67" fmla="*/ 341 h 9958"/>
              <a:gd name="connsiteX68" fmla="*/ 9149 w 9999"/>
              <a:gd name="connsiteY68" fmla="*/ 73 h 9958"/>
              <a:gd name="connsiteX69" fmla="*/ 8336 w 9999"/>
              <a:gd name="connsiteY69" fmla="*/ 29 h 9958"/>
              <a:gd name="connsiteX70" fmla="*/ 7156 w 9999"/>
              <a:gd name="connsiteY70" fmla="*/ 441 h 9958"/>
              <a:gd name="connsiteX71" fmla="*/ 6008 w 9999"/>
              <a:gd name="connsiteY71" fmla="*/ 1393 h 9958"/>
              <a:gd name="connsiteX72" fmla="*/ 5607 w 9999"/>
              <a:gd name="connsiteY72" fmla="*/ 1819 h 9958"/>
              <a:gd name="connsiteX73" fmla="*/ 5382 w 9999"/>
              <a:gd name="connsiteY73" fmla="*/ 1719 h 9958"/>
              <a:gd name="connsiteX74" fmla="*/ 5215 w 9999"/>
              <a:gd name="connsiteY74" fmla="*/ 1252 h 9958"/>
              <a:gd name="connsiteX75" fmla="*/ 4890 w 9999"/>
              <a:gd name="connsiteY75" fmla="*/ 1224 h 9958"/>
              <a:gd name="connsiteX76" fmla="*/ 4766 w 9999"/>
              <a:gd name="connsiteY76" fmla="*/ 1492 h 9958"/>
              <a:gd name="connsiteX77" fmla="*/ 4574 w 9999"/>
              <a:gd name="connsiteY77" fmla="*/ 1856 h 9958"/>
              <a:gd name="connsiteX78" fmla="*/ 4053 w 9999"/>
              <a:gd name="connsiteY78" fmla="*/ 1454 h 9958"/>
              <a:gd name="connsiteX79" fmla="*/ 3633 w 9999"/>
              <a:gd name="connsiteY79" fmla="*/ 1087 h 9958"/>
              <a:gd name="connsiteX80" fmla="*/ 2911 w 9999"/>
              <a:gd name="connsiteY80" fmla="*/ 541 h 9958"/>
              <a:gd name="connsiteX81" fmla="*/ 1821 w 9999"/>
              <a:gd name="connsiteY81" fmla="*/ 173 h 9958"/>
              <a:gd name="connsiteX82" fmla="*/ 899 w 9999"/>
              <a:gd name="connsiteY82" fmla="*/ 204 h 9958"/>
              <a:gd name="connsiteX83" fmla="*/ 201 w 9999"/>
              <a:gd name="connsiteY83" fmla="*/ 524 h 9958"/>
              <a:gd name="connsiteX84" fmla="*/ 38 w 9999"/>
              <a:gd name="connsiteY84" fmla="*/ 706 h 9958"/>
              <a:gd name="connsiteX85" fmla="*/ 21 w 9999"/>
              <a:gd name="connsiteY85" fmla="*/ 5367 h 9958"/>
              <a:gd name="connsiteX86" fmla="*/ 311 w 9999"/>
              <a:gd name="connsiteY86" fmla="*/ 812 h 9958"/>
              <a:gd name="connsiteX87" fmla="*/ 707 w 9999"/>
              <a:gd name="connsiteY87" fmla="*/ 561 h 9958"/>
              <a:gd name="connsiteX88" fmla="*/ 1243 w 9999"/>
              <a:gd name="connsiteY88" fmla="*/ 403 h 9958"/>
              <a:gd name="connsiteX89" fmla="*/ 2094 w 9999"/>
              <a:gd name="connsiteY89" fmla="*/ 479 h 9958"/>
              <a:gd name="connsiteX90" fmla="*/ 2753 w 9999"/>
              <a:gd name="connsiteY90" fmla="*/ 781 h 9958"/>
              <a:gd name="connsiteX91" fmla="*/ 3169 w 9999"/>
              <a:gd name="connsiteY91" fmla="*/ 1111 h 9958"/>
              <a:gd name="connsiteX92" fmla="*/ 3595 w 9999"/>
              <a:gd name="connsiteY92" fmla="*/ 1485 h 9958"/>
              <a:gd name="connsiteX93" fmla="*/ 4010 w 9999"/>
              <a:gd name="connsiteY93" fmla="*/ 1980 h 9958"/>
              <a:gd name="connsiteX94" fmla="*/ 4230 w 9999"/>
              <a:gd name="connsiteY94" fmla="*/ 2385 h 9958"/>
              <a:gd name="connsiteX95" fmla="*/ 4211 w 9999"/>
              <a:gd name="connsiteY95" fmla="*/ 3069 h 9958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707 w 10000"/>
              <a:gd name="connsiteY87" fmla="*/ 563 h 10000"/>
              <a:gd name="connsiteX88" fmla="*/ 1243 w 10000"/>
              <a:gd name="connsiteY88" fmla="*/ 405 h 10000"/>
              <a:gd name="connsiteX89" fmla="*/ 2094 w 10000"/>
              <a:gd name="connsiteY89" fmla="*/ 481 h 10000"/>
              <a:gd name="connsiteX90" fmla="*/ 2753 w 10000"/>
              <a:gd name="connsiteY90" fmla="*/ 784 h 10000"/>
              <a:gd name="connsiteX91" fmla="*/ 3169 w 10000"/>
              <a:gd name="connsiteY91" fmla="*/ 1116 h 10000"/>
              <a:gd name="connsiteX92" fmla="*/ 3595 w 10000"/>
              <a:gd name="connsiteY92" fmla="*/ 1491 h 10000"/>
              <a:gd name="connsiteX93" fmla="*/ 4010 w 10000"/>
              <a:gd name="connsiteY93" fmla="*/ 1988 h 10000"/>
              <a:gd name="connsiteX94" fmla="*/ 4230 w 10000"/>
              <a:gd name="connsiteY94" fmla="*/ 2395 h 10000"/>
              <a:gd name="connsiteX95" fmla="*/ 4211 w 10000"/>
              <a:gd name="connsiteY95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707 w 10000"/>
              <a:gd name="connsiteY87" fmla="*/ 563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595 w 10000"/>
              <a:gd name="connsiteY93" fmla="*/ 149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595 w 10000"/>
              <a:gd name="connsiteY93" fmla="*/ 149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293 w 10000"/>
              <a:gd name="connsiteY93" fmla="*/ 173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3690 w 10000"/>
              <a:gd name="connsiteY78" fmla="*/ 1482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293 w 10000"/>
              <a:gd name="connsiteY93" fmla="*/ 173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3690 w 10000"/>
              <a:gd name="connsiteY78" fmla="*/ 1482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1027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293 w 10000"/>
              <a:gd name="connsiteY93" fmla="*/ 173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3690 w 10000"/>
              <a:gd name="connsiteY78" fmla="*/ 1482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2176 w 10000"/>
              <a:gd name="connsiteY81" fmla="*/ 681 h 10000"/>
              <a:gd name="connsiteX82" fmla="*/ 1821 w 10000"/>
              <a:gd name="connsiteY82" fmla="*/ 174 h 10000"/>
              <a:gd name="connsiteX83" fmla="*/ 899 w 10000"/>
              <a:gd name="connsiteY83" fmla="*/ 205 h 10000"/>
              <a:gd name="connsiteX84" fmla="*/ 201 w 10000"/>
              <a:gd name="connsiteY84" fmla="*/ 526 h 10000"/>
              <a:gd name="connsiteX85" fmla="*/ 38 w 10000"/>
              <a:gd name="connsiteY85" fmla="*/ 709 h 10000"/>
              <a:gd name="connsiteX86" fmla="*/ 21 w 10000"/>
              <a:gd name="connsiteY86" fmla="*/ 5390 h 10000"/>
              <a:gd name="connsiteX87" fmla="*/ 190 w 10000"/>
              <a:gd name="connsiteY87" fmla="*/ 3131 h 10000"/>
              <a:gd name="connsiteX88" fmla="*/ 314 w 10000"/>
              <a:gd name="connsiteY88" fmla="*/ 1809 h 10000"/>
              <a:gd name="connsiteX89" fmla="*/ 936 w 10000"/>
              <a:gd name="connsiteY89" fmla="*/ 484 h 10000"/>
              <a:gd name="connsiteX90" fmla="*/ 1243 w 10000"/>
              <a:gd name="connsiteY90" fmla="*/ 405 h 10000"/>
              <a:gd name="connsiteX91" fmla="*/ 2094 w 10000"/>
              <a:gd name="connsiteY91" fmla="*/ 1027 h 10000"/>
              <a:gd name="connsiteX92" fmla="*/ 2753 w 10000"/>
              <a:gd name="connsiteY92" fmla="*/ 784 h 10000"/>
              <a:gd name="connsiteX93" fmla="*/ 3169 w 10000"/>
              <a:gd name="connsiteY93" fmla="*/ 1116 h 10000"/>
              <a:gd name="connsiteX94" fmla="*/ 3293 w 10000"/>
              <a:gd name="connsiteY94" fmla="*/ 1731 h 10000"/>
              <a:gd name="connsiteX95" fmla="*/ 4010 w 10000"/>
              <a:gd name="connsiteY95" fmla="*/ 1988 h 10000"/>
              <a:gd name="connsiteX96" fmla="*/ 4230 w 10000"/>
              <a:gd name="connsiteY96" fmla="*/ 2395 h 10000"/>
              <a:gd name="connsiteX97" fmla="*/ 4211 w 10000"/>
              <a:gd name="connsiteY97" fmla="*/ 3082 h 10000"/>
              <a:gd name="connsiteX0" fmla="*/ 4241 w 10030"/>
              <a:gd name="connsiteY0" fmla="*/ 3082 h 10000"/>
              <a:gd name="connsiteX1" fmla="*/ 3849 w 10030"/>
              <a:gd name="connsiteY1" fmla="*/ 4620 h 10000"/>
              <a:gd name="connsiteX2" fmla="*/ 3730 w 10030"/>
              <a:gd name="connsiteY2" fmla="*/ 5348 h 10000"/>
              <a:gd name="connsiteX3" fmla="*/ 3615 w 10030"/>
              <a:gd name="connsiteY3" fmla="*/ 5680 h 10000"/>
              <a:gd name="connsiteX4" fmla="*/ 3323 w 10030"/>
              <a:gd name="connsiteY4" fmla="*/ 5969 h 10000"/>
              <a:gd name="connsiteX5" fmla="*/ 3175 w 10030"/>
              <a:gd name="connsiteY5" fmla="*/ 6121 h 10000"/>
              <a:gd name="connsiteX6" fmla="*/ 3084 w 10030"/>
              <a:gd name="connsiteY6" fmla="*/ 6269 h 10000"/>
              <a:gd name="connsiteX7" fmla="*/ 3185 w 10030"/>
              <a:gd name="connsiteY7" fmla="*/ 6439 h 10000"/>
              <a:gd name="connsiteX8" fmla="*/ 3438 w 10030"/>
              <a:gd name="connsiteY8" fmla="*/ 6625 h 10000"/>
              <a:gd name="connsiteX9" fmla="*/ 3586 w 10030"/>
              <a:gd name="connsiteY9" fmla="*/ 6966 h 10000"/>
              <a:gd name="connsiteX10" fmla="*/ 3677 w 10030"/>
              <a:gd name="connsiteY10" fmla="*/ 7211 h 10000"/>
              <a:gd name="connsiteX11" fmla="*/ 3859 w 10030"/>
              <a:gd name="connsiteY11" fmla="*/ 7519 h 10000"/>
              <a:gd name="connsiteX12" fmla="*/ 4227 w 10030"/>
              <a:gd name="connsiteY12" fmla="*/ 8136 h 10000"/>
              <a:gd name="connsiteX13" fmla="*/ 4380 w 10030"/>
              <a:gd name="connsiteY13" fmla="*/ 8474 h 10000"/>
              <a:gd name="connsiteX14" fmla="*/ 4466 w 10030"/>
              <a:gd name="connsiteY14" fmla="*/ 8743 h 10000"/>
              <a:gd name="connsiteX15" fmla="*/ 4499 w 10030"/>
              <a:gd name="connsiteY15" fmla="*/ 9202 h 10000"/>
              <a:gd name="connsiteX16" fmla="*/ 4380 w 10030"/>
              <a:gd name="connsiteY16" fmla="*/ 9516 h 10000"/>
              <a:gd name="connsiteX17" fmla="*/ 4322 w 10030"/>
              <a:gd name="connsiteY17" fmla="*/ 9761 h 10000"/>
              <a:gd name="connsiteX18" fmla="*/ 4370 w 10030"/>
              <a:gd name="connsiteY18" fmla="*/ 9882 h 10000"/>
              <a:gd name="connsiteX19" fmla="*/ 4547 w 10030"/>
              <a:gd name="connsiteY19" fmla="*/ 9992 h 10000"/>
              <a:gd name="connsiteX20" fmla="*/ 5227 w 10030"/>
              <a:gd name="connsiteY20" fmla="*/ 9992 h 10000"/>
              <a:gd name="connsiteX21" fmla="*/ 5853 w 10030"/>
              <a:gd name="connsiteY21" fmla="*/ 9975 h 10000"/>
              <a:gd name="connsiteX22" fmla="*/ 5977 w 10030"/>
              <a:gd name="connsiteY22" fmla="*/ 9843 h 10000"/>
              <a:gd name="connsiteX23" fmla="*/ 5968 w 10030"/>
              <a:gd name="connsiteY23" fmla="*/ 9622 h 10000"/>
              <a:gd name="connsiteX24" fmla="*/ 5839 w 10030"/>
              <a:gd name="connsiteY24" fmla="*/ 9395 h 10000"/>
              <a:gd name="connsiteX25" fmla="*/ 5791 w 10030"/>
              <a:gd name="connsiteY25" fmla="*/ 9115 h 10000"/>
              <a:gd name="connsiteX26" fmla="*/ 5786 w 10030"/>
              <a:gd name="connsiteY26" fmla="*/ 8767 h 10000"/>
              <a:gd name="connsiteX27" fmla="*/ 5877 w 10030"/>
              <a:gd name="connsiteY27" fmla="*/ 8418 h 10000"/>
              <a:gd name="connsiteX28" fmla="*/ 6087 w 10030"/>
              <a:gd name="connsiteY28" fmla="*/ 7901 h 10000"/>
              <a:gd name="connsiteX29" fmla="*/ 6202 w 10030"/>
              <a:gd name="connsiteY29" fmla="*/ 7632 h 10000"/>
              <a:gd name="connsiteX30" fmla="*/ 6298 w 10030"/>
              <a:gd name="connsiteY30" fmla="*/ 7515 h 10000"/>
              <a:gd name="connsiteX31" fmla="*/ 6637 w 10030"/>
              <a:gd name="connsiteY31" fmla="*/ 7732 h 10000"/>
              <a:gd name="connsiteX32" fmla="*/ 7005 w 10030"/>
              <a:gd name="connsiteY32" fmla="*/ 7853 h 10000"/>
              <a:gd name="connsiteX33" fmla="*/ 7574 w 10030"/>
              <a:gd name="connsiteY33" fmla="*/ 7953 h 10000"/>
              <a:gd name="connsiteX34" fmla="*/ 8009 w 10030"/>
              <a:gd name="connsiteY34" fmla="*/ 7978 h 10000"/>
              <a:gd name="connsiteX35" fmla="*/ 8406 w 10030"/>
              <a:gd name="connsiteY35" fmla="*/ 8149 h 10000"/>
              <a:gd name="connsiteX36" fmla="*/ 8654 w 10030"/>
              <a:gd name="connsiteY36" fmla="*/ 8295 h 10000"/>
              <a:gd name="connsiteX37" fmla="*/ 8888 w 10030"/>
              <a:gd name="connsiteY37" fmla="*/ 8336 h 10000"/>
              <a:gd name="connsiteX38" fmla="*/ 8865 w 10030"/>
              <a:gd name="connsiteY38" fmla="*/ 8201 h 10000"/>
              <a:gd name="connsiteX39" fmla="*/ 8597 w 10030"/>
              <a:gd name="connsiteY39" fmla="*/ 8060 h 10000"/>
              <a:gd name="connsiteX40" fmla="*/ 8415 w 10030"/>
              <a:gd name="connsiteY40" fmla="*/ 7901 h 10000"/>
              <a:gd name="connsiteX41" fmla="*/ 8391 w 10030"/>
              <a:gd name="connsiteY41" fmla="*/ 7753 h 10000"/>
              <a:gd name="connsiteX42" fmla="*/ 8602 w 10030"/>
              <a:gd name="connsiteY42" fmla="*/ 7601 h 10000"/>
              <a:gd name="connsiteX43" fmla="*/ 8802 w 10030"/>
              <a:gd name="connsiteY43" fmla="*/ 7432 h 10000"/>
              <a:gd name="connsiteX44" fmla="*/ 8511 w 10030"/>
              <a:gd name="connsiteY44" fmla="*/ 7098 h 10000"/>
              <a:gd name="connsiteX45" fmla="*/ 8836 w 10030"/>
              <a:gd name="connsiteY45" fmla="*/ 6787 h 10000"/>
              <a:gd name="connsiteX46" fmla="*/ 8960 w 10030"/>
              <a:gd name="connsiteY46" fmla="*/ 6697 h 10000"/>
              <a:gd name="connsiteX47" fmla="*/ 8908 w 10030"/>
              <a:gd name="connsiteY47" fmla="*/ 6577 h 10000"/>
              <a:gd name="connsiteX48" fmla="*/ 8664 w 10030"/>
              <a:gd name="connsiteY48" fmla="*/ 6666 h 10000"/>
              <a:gd name="connsiteX49" fmla="*/ 8315 w 10030"/>
              <a:gd name="connsiteY49" fmla="*/ 6860 h 10000"/>
              <a:gd name="connsiteX50" fmla="*/ 8014 w 10030"/>
              <a:gd name="connsiteY50" fmla="*/ 6822 h 10000"/>
              <a:gd name="connsiteX51" fmla="*/ 7517 w 10030"/>
              <a:gd name="connsiteY51" fmla="*/ 6711 h 10000"/>
              <a:gd name="connsiteX52" fmla="*/ 6996 w 10030"/>
              <a:gd name="connsiteY52" fmla="*/ 6697 h 10000"/>
              <a:gd name="connsiteX53" fmla="*/ 6589 w 10030"/>
              <a:gd name="connsiteY53" fmla="*/ 6728 h 10000"/>
              <a:gd name="connsiteX54" fmla="*/ 6580 w 10030"/>
              <a:gd name="connsiteY54" fmla="*/ 6577 h 10000"/>
              <a:gd name="connsiteX55" fmla="*/ 6675 w 10030"/>
              <a:gd name="connsiteY55" fmla="*/ 6225 h 10000"/>
              <a:gd name="connsiteX56" fmla="*/ 6733 w 10030"/>
              <a:gd name="connsiteY56" fmla="*/ 5824 h 10000"/>
              <a:gd name="connsiteX57" fmla="*/ 6656 w 10030"/>
              <a:gd name="connsiteY57" fmla="*/ 5327 h 10000"/>
              <a:gd name="connsiteX58" fmla="*/ 6474 w 10030"/>
              <a:gd name="connsiteY58" fmla="*/ 4683 h 10000"/>
              <a:gd name="connsiteX59" fmla="*/ 6288 w 10030"/>
              <a:gd name="connsiteY59" fmla="*/ 4110 h 10000"/>
              <a:gd name="connsiteX60" fmla="*/ 5992 w 10030"/>
              <a:gd name="connsiteY60" fmla="*/ 3296 h 10000"/>
              <a:gd name="connsiteX61" fmla="*/ 5944 w 10030"/>
              <a:gd name="connsiteY61" fmla="*/ 2202 h 10000"/>
              <a:gd name="connsiteX62" fmla="*/ 7196 w 10030"/>
              <a:gd name="connsiteY62" fmla="*/ 825 h 10000"/>
              <a:gd name="connsiteX63" fmla="*/ 8343 w 10030"/>
              <a:gd name="connsiteY63" fmla="*/ 325 h 10000"/>
              <a:gd name="connsiteX64" fmla="*/ 9190 w 10030"/>
              <a:gd name="connsiteY64" fmla="*/ 367 h 10000"/>
              <a:gd name="connsiteX65" fmla="*/ 9811 w 10030"/>
              <a:gd name="connsiteY65" fmla="*/ 647 h 10000"/>
              <a:gd name="connsiteX66" fmla="*/ 10021 w 10030"/>
              <a:gd name="connsiteY66" fmla="*/ 619 h 10000"/>
              <a:gd name="connsiteX67" fmla="*/ 9911 w 10030"/>
              <a:gd name="connsiteY67" fmla="*/ 342 h 10000"/>
              <a:gd name="connsiteX68" fmla="*/ 9180 w 10030"/>
              <a:gd name="connsiteY68" fmla="*/ 73 h 10000"/>
              <a:gd name="connsiteX69" fmla="*/ 8367 w 10030"/>
              <a:gd name="connsiteY69" fmla="*/ 29 h 10000"/>
              <a:gd name="connsiteX70" fmla="*/ 7187 w 10030"/>
              <a:gd name="connsiteY70" fmla="*/ 443 h 10000"/>
              <a:gd name="connsiteX71" fmla="*/ 6039 w 10030"/>
              <a:gd name="connsiteY71" fmla="*/ 1399 h 10000"/>
              <a:gd name="connsiteX72" fmla="*/ 5638 w 10030"/>
              <a:gd name="connsiteY72" fmla="*/ 1827 h 10000"/>
              <a:gd name="connsiteX73" fmla="*/ 5413 w 10030"/>
              <a:gd name="connsiteY73" fmla="*/ 1726 h 10000"/>
              <a:gd name="connsiteX74" fmla="*/ 5246 w 10030"/>
              <a:gd name="connsiteY74" fmla="*/ 1257 h 10000"/>
              <a:gd name="connsiteX75" fmla="*/ 4920 w 10030"/>
              <a:gd name="connsiteY75" fmla="*/ 1229 h 10000"/>
              <a:gd name="connsiteX76" fmla="*/ 4796 w 10030"/>
              <a:gd name="connsiteY76" fmla="*/ 1498 h 10000"/>
              <a:gd name="connsiteX77" fmla="*/ 4604 w 10030"/>
              <a:gd name="connsiteY77" fmla="*/ 1864 h 10000"/>
              <a:gd name="connsiteX78" fmla="*/ 3720 w 10030"/>
              <a:gd name="connsiteY78" fmla="*/ 1482 h 10000"/>
              <a:gd name="connsiteX79" fmla="*/ 3663 w 10030"/>
              <a:gd name="connsiteY79" fmla="*/ 1092 h 10000"/>
              <a:gd name="connsiteX80" fmla="*/ 2941 w 10030"/>
              <a:gd name="connsiteY80" fmla="*/ 543 h 10000"/>
              <a:gd name="connsiteX81" fmla="*/ 2206 w 10030"/>
              <a:gd name="connsiteY81" fmla="*/ 681 h 10000"/>
              <a:gd name="connsiteX82" fmla="*/ 1851 w 10030"/>
              <a:gd name="connsiteY82" fmla="*/ 174 h 10000"/>
              <a:gd name="connsiteX83" fmla="*/ 929 w 10030"/>
              <a:gd name="connsiteY83" fmla="*/ 205 h 10000"/>
              <a:gd name="connsiteX84" fmla="*/ 231 w 10030"/>
              <a:gd name="connsiteY84" fmla="*/ 526 h 10000"/>
              <a:gd name="connsiteX85" fmla="*/ 8 w 10030"/>
              <a:gd name="connsiteY85" fmla="*/ 1146 h 10000"/>
              <a:gd name="connsiteX86" fmla="*/ 51 w 10030"/>
              <a:gd name="connsiteY86" fmla="*/ 5390 h 10000"/>
              <a:gd name="connsiteX87" fmla="*/ 220 w 10030"/>
              <a:gd name="connsiteY87" fmla="*/ 3131 h 10000"/>
              <a:gd name="connsiteX88" fmla="*/ 344 w 10030"/>
              <a:gd name="connsiteY88" fmla="*/ 1809 h 10000"/>
              <a:gd name="connsiteX89" fmla="*/ 966 w 10030"/>
              <a:gd name="connsiteY89" fmla="*/ 484 h 10000"/>
              <a:gd name="connsiteX90" fmla="*/ 1273 w 10030"/>
              <a:gd name="connsiteY90" fmla="*/ 405 h 10000"/>
              <a:gd name="connsiteX91" fmla="*/ 2124 w 10030"/>
              <a:gd name="connsiteY91" fmla="*/ 1027 h 10000"/>
              <a:gd name="connsiteX92" fmla="*/ 2783 w 10030"/>
              <a:gd name="connsiteY92" fmla="*/ 784 h 10000"/>
              <a:gd name="connsiteX93" fmla="*/ 3199 w 10030"/>
              <a:gd name="connsiteY93" fmla="*/ 1116 h 10000"/>
              <a:gd name="connsiteX94" fmla="*/ 3323 w 10030"/>
              <a:gd name="connsiteY94" fmla="*/ 1731 h 10000"/>
              <a:gd name="connsiteX95" fmla="*/ 4040 w 10030"/>
              <a:gd name="connsiteY95" fmla="*/ 1988 h 10000"/>
              <a:gd name="connsiteX96" fmla="*/ 4260 w 10030"/>
              <a:gd name="connsiteY96" fmla="*/ 2395 h 10000"/>
              <a:gd name="connsiteX97" fmla="*/ 4241 w 10030"/>
              <a:gd name="connsiteY97" fmla="*/ 3082 h 10000"/>
              <a:gd name="connsiteX0" fmla="*/ 4267 w 10056"/>
              <a:gd name="connsiteY0" fmla="*/ 3082 h 10000"/>
              <a:gd name="connsiteX1" fmla="*/ 3875 w 10056"/>
              <a:gd name="connsiteY1" fmla="*/ 4620 h 10000"/>
              <a:gd name="connsiteX2" fmla="*/ 3756 w 10056"/>
              <a:gd name="connsiteY2" fmla="*/ 5348 h 10000"/>
              <a:gd name="connsiteX3" fmla="*/ 3641 w 10056"/>
              <a:gd name="connsiteY3" fmla="*/ 5680 h 10000"/>
              <a:gd name="connsiteX4" fmla="*/ 3349 w 10056"/>
              <a:gd name="connsiteY4" fmla="*/ 5969 h 10000"/>
              <a:gd name="connsiteX5" fmla="*/ 3201 w 10056"/>
              <a:gd name="connsiteY5" fmla="*/ 6121 h 10000"/>
              <a:gd name="connsiteX6" fmla="*/ 3110 w 10056"/>
              <a:gd name="connsiteY6" fmla="*/ 6269 h 10000"/>
              <a:gd name="connsiteX7" fmla="*/ 3211 w 10056"/>
              <a:gd name="connsiteY7" fmla="*/ 6439 h 10000"/>
              <a:gd name="connsiteX8" fmla="*/ 3464 w 10056"/>
              <a:gd name="connsiteY8" fmla="*/ 6625 h 10000"/>
              <a:gd name="connsiteX9" fmla="*/ 3612 w 10056"/>
              <a:gd name="connsiteY9" fmla="*/ 6966 h 10000"/>
              <a:gd name="connsiteX10" fmla="*/ 3703 w 10056"/>
              <a:gd name="connsiteY10" fmla="*/ 7211 h 10000"/>
              <a:gd name="connsiteX11" fmla="*/ 3885 w 10056"/>
              <a:gd name="connsiteY11" fmla="*/ 7519 h 10000"/>
              <a:gd name="connsiteX12" fmla="*/ 4253 w 10056"/>
              <a:gd name="connsiteY12" fmla="*/ 8136 h 10000"/>
              <a:gd name="connsiteX13" fmla="*/ 4406 w 10056"/>
              <a:gd name="connsiteY13" fmla="*/ 8474 h 10000"/>
              <a:gd name="connsiteX14" fmla="*/ 4492 w 10056"/>
              <a:gd name="connsiteY14" fmla="*/ 8743 h 10000"/>
              <a:gd name="connsiteX15" fmla="*/ 4525 w 10056"/>
              <a:gd name="connsiteY15" fmla="*/ 9202 h 10000"/>
              <a:gd name="connsiteX16" fmla="*/ 4406 w 10056"/>
              <a:gd name="connsiteY16" fmla="*/ 9516 h 10000"/>
              <a:gd name="connsiteX17" fmla="*/ 4348 w 10056"/>
              <a:gd name="connsiteY17" fmla="*/ 9761 h 10000"/>
              <a:gd name="connsiteX18" fmla="*/ 4396 w 10056"/>
              <a:gd name="connsiteY18" fmla="*/ 9882 h 10000"/>
              <a:gd name="connsiteX19" fmla="*/ 4573 w 10056"/>
              <a:gd name="connsiteY19" fmla="*/ 9992 h 10000"/>
              <a:gd name="connsiteX20" fmla="*/ 5253 w 10056"/>
              <a:gd name="connsiteY20" fmla="*/ 9992 h 10000"/>
              <a:gd name="connsiteX21" fmla="*/ 5879 w 10056"/>
              <a:gd name="connsiteY21" fmla="*/ 9975 h 10000"/>
              <a:gd name="connsiteX22" fmla="*/ 6003 w 10056"/>
              <a:gd name="connsiteY22" fmla="*/ 9843 h 10000"/>
              <a:gd name="connsiteX23" fmla="*/ 5994 w 10056"/>
              <a:gd name="connsiteY23" fmla="*/ 9622 h 10000"/>
              <a:gd name="connsiteX24" fmla="*/ 5865 w 10056"/>
              <a:gd name="connsiteY24" fmla="*/ 9395 h 10000"/>
              <a:gd name="connsiteX25" fmla="*/ 5817 w 10056"/>
              <a:gd name="connsiteY25" fmla="*/ 9115 h 10000"/>
              <a:gd name="connsiteX26" fmla="*/ 5812 w 10056"/>
              <a:gd name="connsiteY26" fmla="*/ 8767 h 10000"/>
              <a:gd name="connsiteX27" fmla="*/ 5903 w 10056"/>
              <a:gd name="connsiteY27" fmla="*/ 8418 h 10000"/>
              <a:gd name="connsiteX28" fmla="*/ 6113 w 10056"/>
              <a:gd name="connsiteY28" fmla="*/ 7901 h 10000"/>
              <a:gd name="connsiteX29" fmla="*/ 6228 w 10056"/>
              <a:gd name="connsiteY29" fmla="*/ 7632 h 10000"/>
              <a:gd name="connsiteX30" fmla="*/ 6324 w 10056"/>
              <a:gd name="connsiteY30" fmla="*/ 7515 h 10000"/>
              <a:gd name="connsiteX31" fmla="*/ 6663 w 10056"/>
              <a:gd name="connsiteY31" fmla="*/ 7732 h 10000"/>
              <a:gd name="connsiteX32" fmla="*/ 7031 w 10056"/>
              <a:gd name="connsiteY32" fmla="*/ 7853 h 10000"/>
              <a:gd name="connsiteX33" fmla="*/ 7600 w 10056"/>
              <a:gd name="connsiteY33" fmla="*/ 7953 h 10000"/>
              <a:gd name="connsiteX34" fmla="*/ 8035 w 10056"/>
              <a:gd name="connsiteY34" fmla="*/ 7978 h 10000"/>
              <a:gd name="connsiteX35" fmla="*/ 8432 w 10056"/>
              <a:gd name="connsiteY35" fmla="*/ 8149 h 10000"/>
              <a:gd name="connsiteX36" fmla="*/ 8680 w 10056"/>
              <a:gd name="connsiteY36" fmla="*/ 8295 h 10000"/>
              <a:gd name="connsiteX37" fmla="*/ 8914 w 10056"/>
              <a:gd name="connsiteY37" fmla="*/ 8336 h 10000"/>
              <a:gd name="connsiteX38" fmla="*/ 8891 w 10056"/>
              <a:gd name="connsiteY38" fmla="*/ 8201 h 10000"/>
              <a:gd name="connsiteX39" fmla="*/ 8623 w 10056"/>
              <a:gd name="connsiteY39" fmla="*/ 8060 h 10000"/>
              <a:gd name="connsiteX40" fmla="*/ 8441 w 10056"/>
              <a:gd name="connsiteY40" fmla="*/ 7901 h 10000"/>
              <a:gd name="connsiteX41" fmla="*/ 8417 w 10056"/>
              <a:gd name="connsiteY41" fmla="*/ 7753 h 10000"/>
              <a:gd name="connsiteX42" fmla="*/ 8628 w 10056"/>
              <a:gd name="connsiteY42" fmla="*/ 7601 h 10000"/>
              <a:gd name="connsiteX43" fmla="*/ 8828 w 10056"/>
              <a:gd name="connsiteY43" fmla="*/ 7432 h 10000"/>
              <a:gd name="connsiteX44" fmla="*/ 8537 w 10056"/>
              <a:gd name="connsiteY44" fmla="*/ 7098 h 10000"/>
              <a:gd name="connsiteX45" fmla="*/ 8862 w 10056"/>
              <a:gd name="connsiteY45" fmla="*/ 6787 h 10000"/>
              <a:gd name="connsiteX46" fmla="*/ 8986 w 10056"/>
              <a:gd name="connsiteY46" fmla="*/ 6697 h 10000"/>
              <a:gd name="connsiteX47" fmla="*/ 8934 w 10056"/>
              <a:gd name="connsiteY47" fmla="*/ 6577 h 10000"/>
              <a:gd name="connsiteX48" fmla="*/ 8690 w 10056"/>
              <a:gd name="connsiteY48" fmla="*/ 6666 h 10000"/>
              <a:gd name="connsiteX49" fmla="*/ 8341 w 10056"/>
              <a:gd name="connsiteY49" fmla="*/ 6860 h 10000"/>
              <a:gd name="connsiteX50" fmla="*/ 8040 w 10056"/>
              <a:gd name="connsiteY50" fmla="*/ 6822 h 10000"/>
              <a:gd name="connsiteX51" fmla="*/ 7543 w 10056"/>
              <a:gd name="connsiteY51" fmla="*/ 6711 h 10000"/>
              <a:gd name="connsiteX52" fmla="*/ 7022 w 10056"/>
              <a:gd name="connsiteY52" fmla="*/ 6697 h 10000"/>
              <a:gd name="connsiteX53" fmla="*/ 6615 w 10056"/>
              <a:gd name="connsiteY53" fmla="*/ 6728 h 10000"/>
              <a:gd name="connsiteX54" fmla="*/ 6606 w 10056"/>
              <a:gd name="connsiteY54" fmla="*/ 6577 h 10000"/>
              <a:gd name="connsiteX55" fmla="*/ 6701 w 10056"/>
              <a:gd name="connsiteY55" fmla="*/ 6225 h 10000"/>
              <a:gd name="connsiteX56" fmla="*/ 6759 w 10056"/>
              <a:gd name="connsiteY56" fmla="*/ 5824 h 10000"/>
              <a:gd name="connsiteX57" fmla="*/ 6682 w 10056"/>
              <a:gd name="connsiteY57" fmla="*/ 5327 h 10000"/>
              <a:gd name="connsiteX58" fmla="*/ 6500 w 10056"/>
              <a:gd name="connsiteY58" fmla="*/ 4683 h 10000"/>
              <a:gd name="connsiteX59" fmla="*/ 6314 w 10056"/>
              <a:gd name="connsiteY59" fmla="*/ 4110 h 10000"/>
              <a:gd name="connsiteX60" fmla="*/ 6018 w 10056"/>
              <a:gd name="connsiteY60" fmla="*/ 3296 h 10000"/>
              <a:gd name="connsiteX61" fmla="*/ 5970 w 10056"/>
              <a:gd name="connsiteY61" fmla="*/ 2202 h 10000"/>
              <a:gd name="connsiteX62" fmla="*/ 7222 w 10056"/>
              <a:gd name="connsiteY62" fmla="*/ 825 h 10000"/>
              <a:gd name="connsiteX63" fmla="*/ 8369 w 10056"/>
              <a:gd name="connsiteY63" fmla="*/ 325 h 10000"/>
              <a:gd name="connsiteX64" fmla="*/ 9216 w 10056"/>
              <a:gd name="connsiteY64" fmla="*/ 367 h 10000"/>
              <a:gd name="connsiteX65" fmla="*/ 9837 w 10056"/>
              <a:gd name="connsiteY65" fmla="*/ 647 h 10000"/>
              <a:gd name="connsiteX66" fmla="*/ 10047 w 10056"/>
              <a:gd name="connsiteY66" fmla="*/ 619 h 10000"/>
              <a:gd name="connsiteX67" fmla="*/ 9937 w 10056"/>
              <a:gd name="connsiteY67" fmla="*/ 342 h 10000"/>
              <a:gd name="connsiteX68" fmla="*/ 9206 w 10056"/>
              <a:gd name="connsiteY68" fmla="*/ 73 h 10000"/>
              <a:gd name="connsiteX69" fmla="*/ 8393 w 10056"/>
              <a:gd name="connsiteY69" fmla="*/ 29 h 10000"/>
              <a:gd name="connsiteX70" fmla="*/ 7213 w 10056"/>
              <a:gd name="connsiteY70" fmla="*/ 443 h 10000"/>
              <a:gd name="connsiteX71" fmla="*/ 6065 w 10056"/>
              <a:gd name="connsiteY71" fmla="*/ 1399 h 10000"/>
              <a:gd name="connsiteX72" fmla="*/ 5664 w 10056"/>
              <a:gd name="connsiteY72" fmla="*/ 1827 h 10000"/>
              <a:gd name="connsiteX73" fmla="*/ 5439 w 10056"/>
              <a:gd name="connsiteY73" fmla="*/ 1726 h 10000"/>
              <a:gd name="connsiteX74" fmla="*/ 5272 w 10056"/>
              <a:gd name="connsiteY74" fmla="*/ 1257 h 10000"/>
              <a:gd name="connsiteX75" fmla="*/ 4946 w 10056"/>
              <a:gd name="connsiteY75" fmla="*/ 1229 h 10000"/>
              <a:gd name="connsiteX76" fmla="*/ 4822 w 10056"/>
              <a:gd name="connsiteY76" fmla="*/ 1498 h 10000"/>
              <a:gd name="connsiteX77" fmla="*/ 4630 w 10056"/>
              <a:gd name="connsiteY77" fmla="*/ 1864 h 10000"/>
              <a:gd name="connsiteX78" fmla="*/ 3746 w 10056"/>
              <a:gd name="connsiteY78" fmla="*/ 1482 h 10000"/>
              <a:gd name="connsiteX79" fmla="*/ 3689 w 10056"/>
              <a:gd name="connsiteY79" fmla="*/ 1092 h 10000"/>
              <a:gd name="connsiteX80" fmla="*/ 2967 w 10056"/>
              <a:gd name="connsiteY80" fmla="*/ 543 h 10000"/>
              <a:gd name="connsiteX81" fmla="*/ 2232 w 10056"/>
              <a:gd name="connsiteY81" fmla="*/ 681 h 10000"/>
              <a:gd name="connsiteX82" fmla="*/ 1877 w 10056"/>
              <a:gd name="connsiteY82" fmla="*/ 174 h 10000"/>
              <a:gd name="connsiteX83" fmla="*/ 955 w 10056"/>
              <a:gd name="connsiteY83" fmla="*/ 205 h 10000"/>
              <a:gd name="connsiteX84" fmla="*/ 257 w 10056"/>
              <a:gd name="connsiteY84" fmla="*/ 526 h 10000"/>
              <a:gd name="connsiteX85" fmla="*/ 4 w 10056"/>
              <a:gd name="connsiteY85" fmla="*/ 1627 h 10000"/>
              <a:gd name="connsiteX86" fmla="*/ 77 w 10056"/>
              <a:gd name="connsiteY86" fmla="*/ 5390 h 10000"/>
              <a:gd name="connsiteX87" fmla="*/ 246 w 10056"/>
              <a:gd name="connsiteY87" fmla="*/ 3131 h 10000"/>
              <a:gd name="connsiteX88" fmla="*/ 370 w 10056"/>
              <a:gd name="connsiteY88" fmla="*/ 1809 h 10000"/>
              <a:gd name="connsiteX89" fmla="*/ 992 w 10056"/>
              <a:gd name="connsiteY89" fmla="*/ 484 h 10000"/>
              <a:gd name="connsiteX90" fmla="*/ 1299 w 10056"/>
              <a:gd name="connsiteY90" fmla="*/ 405 h 10000"/>
              <a:gd name="connsiteX91" fmla="*/ 2150 w 10056"/>
              <a:gd name="connsiteY91" fmla="*/ 1027 h 10000"/>
              <a:gd name="connsiteX92" fmla="*/ 2809 w 10056"/>
              <a:gd name="connsiteY92" fmla="*/ 784 h 10000"/>
              <a:gd name="connsiteX93" fmla="*/ 3225 w 10056"/>
              <a:gd name="connsiteY93" fmla="*/ 1116 h 10000"/>
              <a:gd name="connsiteX94" fmla="*/ 3349 w 10056"/>
              <a:gd name="connsiteY94" fmla="*/ 1731 h 10000"/>
              <a:gd name="connsiteX95" fmla="*/ 4066 w 10056"/>
              <a:gd name="connsiteY95" fmla="*/ 1988 h 10000"/>
              <a:gd name="connsiteX96" fmla="*/ 4286 w 10056"/>
              <a:gd name="connsiteY96" fmla="*/ 2395 h 10000"/>
              <a:gd name="connsiteX97" fmla="*/ 4267 w 10056"/>
              <a:gd name="connsiteY97" fmla="*/ 3082 h 10000"/>
              <a:gd name="connsiteX0" fmla="*/ 4267 w 10056"/>
              <a:gd name="connsiteY0" fmla="*/ 3082 h 10000"/>
              <a:gd name="connsiteX1" fmla="*/ 3875 w 10056"/>
              <a:gd name="connsiteY1" fmla="*/ 4620 h 10000"/>
              <a:gd name="connsiteX2" fmla="*/ 3756 w 10056"/>
              <a:gd name="connsiteY2" fmla="*/ 5348 h 10000"/>
              <a:gd name="connsiteX3" fmla="*/ 3641 w 10056"/>
              <a:gd name="connsiteY3" fmla="*/ 5680 h 10000"/>
              <a:gd name="connsiteX4" fmla="*/ 3349 w 10056"/>
              <a:gd name="connsiteY4" fmla="*/ 5969 h 10000"/>
              <a:gd name="connsiteX5" fmla="*/ 3201 w 10056"/>
              <a:gd name="connsiteY5" fmla="*/ 6121 h 10000"/>
              <a:gd name="connsiteX6" fmla="*/ 3110 w 10056"/>
              <a:gd name="connsiteY6" fmla="*/ 6269 h 10000"/>
              <a:gd name="connsiteX7" fmla="*/ 3211 w 10056"/>
              <a:gd name="connsiteY7" fmla="*/ 6439 h 10000"/>
              <a:gd name="connsiteX8" fmla="*/ 3464 w 10056"/>
              <a:gd name="connsiteY8" fmla="*/ 6625 h 10000"/>
              <a:gd name="connsiteX9" fmla="*/ 3612 w 10056"/>
              <a:gd name="connsiteY9" fmla="*/ 6966 h 10000"/>
              <a:gd name="connsiteX10" fmla="*/ 3703 w 10056"/>
              <a:gd name="connsiteY10" fmla="*/ 7211 h 10000"/>
              <a:gd name="connsiteX11" fmla="*/ 3885 w 10056"/>
              <a:gd name="connsiteY11" fmla="*/ 7519 h 10000"/>
              <a:gd name="connsiteX12" fmla="*/ 4253 w 10056"/>
              <a:gd name="connsiteY12" fmla="*/ 8136 h 10000"/>
              <a:gd name="connsiteX13" fmla="*/ 4406 w 10056"/>
              <a:gd name="connsiteY13" fmla="*/ 8474 h 10000"/>
              <a:gd name="connsiteX14" fmla="*/ 4492 w 10056"/>
              <a:gd name="connsiteY14" fmla="*/ 8743 h 10000"/>
              <a:gd name="connsiteX15" fmla="*/ 4525 w 10056"/>
              <a:gd name="connsiteY15" fmla="*/ 9202 h 10000"/>
              <a:gd name="connsiteX16" fmla="*/ 4406 w 10056"/>
              <a:gd name="connsiteY16" fmla="*/ 9516 h 10000"/>
              <a:gd name="connsiteX17" fmla="*/ 4348 w 10056"/>
              <a:gd name="connsiteY17" fmla="*/ 9761 h 10000"/>
              <a:gd name="connsiteX18" fmla="*/ 4396 w 10056"/>
              <a:gd name="connsiteY18" fmla="*/ 9882 h 10000"/>
              <a:gd name="connsiteX19" fmla="*/ 4573 w 10056"/>
              <a:gd name="connsiteY19" fmla="*/ 9992 h 10000"/>
              <a:gd name="connsiteX20" fmla="*/ 5253 w 10056"/>
              <a:gd name="connsiteY20" fmla="*/ 9992 h 10000"/>
              <a:gd name="connsiteX21" fmla="*/ 5879 w 10056"/>
              <a:gd name="connsiteY21" fmla="*/ 9975 h 10000"/>
              <a:gd name="connsiteX22" fmla="*/ 6003 w 10056"/>
              <a:gd name="connsiteY22" fmla="*/ 9843 h 10000"/>
              <a:gd name="connsiteX23" fmla="*/ 5994 w 10056"/>
              <a:gd name="connsiteY23" fmla="*/ 9622 h 10000"/>
              <a:gd name="connsiteX24" fmla="*/ 5865 w 10056"/>
              <a:gd name="connsiteY24" fmla="*/ 9395 h 10000"/>
              <a:gd name="connsiteX25" fmla="*/ 5817 w 10056"/>
              <a:gd name="connsiteY25" fmla="*/ 9115 h 10000"/>
              <a:gd name="connsiteX26" fmla="*/ 5812 w 10056"/>
              <a:gd name="connsiteY26" fmla="*/ 8767 h 10000"/>
              <a:gd name="connsiteX27" fmla="*/ 5903 w 10056"/>
              <a:gd name="connsiteY27" fmla="*/ 8418 h 10000"/>
              <a:gd name="connsiteX28" fmla="*/ 6113 w 10056"/>
              <a:gd name="connsiteY28" fmla="*/ 7901 h 10000"/>
              <a:gd name="connsiteX29" fmla="*/ 6228 w 10056"/>
              <a:gd name="connsiteY29" fmla="*/ 7632 h 10000"/>
              <a:gd name="connsiteX30" fmla="*/ 6324 w 10056"/>
              <a:gd name="connsiteY30" fmla="*/ 7515 h 10000"/>
              <a:gd name="connsiteX31" fmla="*/ 6663 w 10056"/>
              <a:gd name="connsiteY31" fmla="*/ 7732 h 10000"/>
              <a:gd name="connsiteX32" fmla="*/ 7031 w 10056"/>
              <a:gd name="connsiteY32" fmla="*/ 7853 h 10000"/>
              <a:gd name="connsiteX33" fmla="*/ 7600 w 10056"/>
              <a:gd name="connsiteY33" fmla="*/ 7953 h 10000"/>
              <a:gd name="connsiteX34" fmla="*/ 8035 w 10056"/>
              <a:gd name="connsiteY34" fmla="*/ 7978 h 10000"/>
              <a:gd name="connsiteX35" fmla="*/ 8432 w 10056"/>
              <a:gd name="connsiteY35" fmla="*/ 8149 h 10000"/>
              <a:gd name="connsiteX36" fmla="*/ 8680 w 10056"/>
              <a:gd name="connsiteY36" fmla="*/ 8295 h 10000"/>
              <a:gd name="connsiteX37" fmla="*/ 8914 w 10056"/>
              <a:gd name="connsiteY37" fmla="*/ 8336 h 10000"/>
              <a:gd name="connsiteX38" fmla="*/ 8891 w 10056"/>
              <a:gd name="connsiteY38" fmla="*/ 8201 h 10000"/>
              <a:gd name="connsiteX39" fmla="*/ 8623 w 10056"/>
              <a:gd name="connsiteY39" fmla="*/ 8060 h 10000"/>
              <a:gd name="connsiteX40" fmla="*/ 8441 w 10056"/>
              <a:gd name="connsiteY40" fmla="*/ 7901 h 10000"/>
              <a:gd name="connsiteX41" fmla="*/ 8417 w 10056"/>
              <a:gd name="connsiteY41" fmla="*/ 7753 h 10000"/>
              <a:gd name="connsiteX42" fmla="*/ 8628 w 10056"/>
              <a:gd name="connsiteY42" fmla="*/ 7601 h 10000"/>
              <a:gd name="connsiteX43" fmla="*/ 8828 w 10056"/>
              <a:gd name="connsiteY43" fmla="*/ 7432 h 10000"/>
              <a:gd name="connsiteX44" fmla="*/ 8537 w 10056"/>
              <a:gd name="connsiteY44" fmla="*/ 7098 h 10000"/>
              <a:gd name="connsiteX45" fmla="*/ 8862 w 10056"/>
              <a:gd name="connsiteY45" fmla="*/ 6787 h 10000"/>
              <a:gd name="connsiteX46" fmla="*/ 8986 w 10056"/>
              <a:gd name="connsiteY46" fmla="*/ 6697 h 10000"/>
              <a:gd name="connsiteX47" fmla="*/ 8934 w 10056"/>
              <a:gd name="connsiteY47" fmla="*/ 6577 h 10000"/>
              <a:gd name="connsiteX48" fmla="*/ 8690 w 10056"/>
              <a:gd name="connsiteY48" fmla="*/ 6666 h 10000"/>
              <a:gd name="connsiteX49" fmla="*/ 8341 w 10056"/>
              <a:gd name="connsiteY49" fmla="*/ 6860 h 10000"/>
              <a:gd name="connsiteX50" fmla="*/ 8040 w 10056"/>
              <a:gd name="connsiteY50" fmla="*/ 6822 h 10000"/>
              <a:gd name="connsiteX51" fmla="*/ 7543 w 10056"/>
              <a:gd name="connsiteY51" fmla="*/ 6711 h 10000"/>
              <a:gd name="connsiteX52" fmla="*/ 7022 w 10056"/>
              <a:gd name="connsiteY52" fmla="*/ 6697 h 10000"/>
              <a:gd name="connsiteX53" fmla="*/ 6615 w 10056"/>
              <a:gd name="connsiteY53" fmla="*/ 6728 h 10000"/>
              <a:gd name="connsiteX54" fmla="*/ 6606 w 10056"/>
              <a:gd name="connsiteY54" fmla="*/ 6577 h 10000"/>
              <a:gd name="connsiteX55" fmla="*/ 6701 w 10056"/>
              <a:gd name="connsiteY55" fmla="*/ 6225 h 10000"/>
              <a:gd name="connsiteX56" fmla="*/ 6759 w 10056"/>
              <a:gd name="connsiteY56" fmla="*/ 5824 h 10000"/>
              <a:gd name="connsiteX57" fmla="*/ 6682 w 10056"/>
              <a:gd name="connsiteY57" fmla="*/ 5327 h 10000"/>
              <a:gd name="connsiteX58" fmla="*/ 6500 w 10056"/>
              <a:gd name="connsiteY58" fmla="*/ 4683 h 10000"/>
              <a:gd name="connsiteX59" fmla="*/ 6314 w 10056"/>
              <a:gd name="connsiteY59" fmla="*/ 4110 h 10000"/>
              <a:gd name="connsiteX60" fmla="*/ 6018 w 10056"/>
              <a:gd name="connsiteY60" fmla="*/ 3296 h 10000"/>
              <a:gd name="connsiteX61" fmla="*/ 5970 w 10056"/>
              <a:gd name="connsiteY61" fmla="*/ 2202 h 10000"/>
              <a:gd name="connsiteX62" fmla="*/ 7222 w 10056"/>
              <a:gd name="connsiteY62" fmla="*/ 825 h 10000"/>
              <a:gd name="connsiteX63" fmla="*/ 8369 w 10056"/>
              <a:gd name="connsiteY63" fmla="*/ 325 h 10000"/>
              <a:gd name="connsiteX64" fmla="*/ 9216 w 10056"/>
              <a:gd name="connsiteY64" fmla="*/ 367 h 10000"/>
              <a:gd name="connsiteX65" fmla="*/ 9837 w 10056"/>
              <a:gd name="connsiteY65" fmla="*/ 647 h 10000"/>
              <a:gd name="connsiteX66" fmla="*/ 10047 w 10056"/>
              <a:gd name="connsiteY66" fmla="*/ 619 h 10000"/>
              <a:gd name="connsiteX67" fmla="*/ 9937 w 10056"/>
              <a:gd name="connsiteY67" fmla="*/ 342 h 10000"/>
              <a:gd name="connsiteX68" fmla="*/ 9206 w 10056"/>
              <a:gd name="connsiteY68" fmla="*/ 73 h 10000"/>
              <a:gd name="connsiteX69" fmla="*/ 8393 w 10056"/>
              <a:gd name="connsiteY69" fmla="*/ 29 h 10000"/>
              <a:gd name="connsiteX70" fmla="*/ 7213 w 10056"/>
              <a:gd name="connsiteY70" fmla="*/ 443 h 10000"/>
              <a:gd name="connsiteX71" fmla="*/ 6065 w 10056"/>
              <a:gd name="connsiteY71" fmla="*/ 1399 h 10000"/>
              <a:gd name="connsiteX72" fmla="*/ 5664 w 10056"/>
              <a:gd name="connsiteY72" fmla="*/ 1827 h 10000"/>
              <a:gd name="connsiteX73" fmla="*/ 5439 w 10056"/>
              <a:gd name="connsiteY73" fmla="*/ 1726 h 10000"/>
              <a:gd name="connsiteX74" fmla="*/ 5272 w 10056"/>
              <a:gd name="connsiteY74" fmla="*/ 1257 h 10000"/>
              <a:gd name="connsiteX75" fmla="*/ 4946 w 10056"/>
              <a:gd name="connsiteY75" fmla="*/ 1229 h 10000"/>
              <a:gd name="connsiteX76" fmla="*/ 4822 w 10056"/>
              <a:gd name="connsiteY76" fmla="*/ 1498 h 10000"/>
              <a:gd name="connsiteX77" fmla="*/ 4630 w 10056"/>
              <a:gd name="connsiteY77" fmla="*/ 1864 h 10000"/>
              <a:gd name="connsiteX78" fmla="*/ 3746 w 10056"/>
              <a:gd name="connsiteY78" fmla="*/ 1482 h 10000"/>
              <a:gd name="connsiteX79" fmla="*/ 3689 w 10056"/>
              <a:gd name="connsiteY79" fmla="*/ 1092 h 10000"/>
              <a:gd name="connsiteX80" fmla="*/ 2967 w 10056"/>
              <a:gd name="connsiteY80" fmla="*/ 543 h 10000"/>
              <a:gd name="connsiteX81" fmla="*/ 2232 w 10056"/>
              <a:gd name="connsiteY81" fmla="*/ 681 h 10000"/>
              <a:gd name="connsiteX82" fmla="*/ 1877 w 10056"/>
              <a:gd name="connsiteY82" fmla="*/ 174 h 10000"/>
              <a:gd name="connsiteX83" fmla="*/ 955 w 10056"/>
              <a:gd name="connsiteY83" fmla="*/ 205 h 10000"/>
              <a:gd name="connsiteX84" fmla="*/ 287 w 10056"/>
              <a:gd name="connsiteY84" fmla="*/ 876 h 10000"/>
              <a:gd name="connsiteX85" fmla="*/ 4 w 10056"/>
              <a:gd name="connsiteY85" fmla="*/ 1627 h 10000"/>
              <a:gd name="connsiteX86" fmla="*/ 77 w 10056"/>
              <a:gd name="connsiteY86" fmla="*/ 5390 h 10000"/>
              <a:gd name="connsiteX87" fmla="*/ 246 w 10056"/>
              <a:gd name="connsiteY87" fmla="*/ 3131 h 10000"/>
              <a:gd name="connsiteX88" fmla="*/ 370 w 10056"/>
              <a:gd name="connsiteY88" fmla="*/ 1809 h 10000"/>
              <a:gd name="connsiteX89" fmla="*/ 992 w 10056"/>
              <a:gd name="connsiteY89" fmla="*/ 484 h 10000"/>
              <a:gd name="connsiteX90" fmla="*/ 1299 w 10056"/>
              <a:gd name="connsiteY90" fmla="*/ 405 h 10000"/>
              <a:gd name="connsiteX91" fmla="*/ 2150 w 10056"/>
              <a:gd name="connsiteY91" fmla="*/ 1027 h 10000"/>
              <a:gd name="connsiteX92" fmla="*/ 2809 w 10056"/>
              <a:gd name="connsiteY92" fmla="*/ 784 h 10000"/>
              <a:gd name="connsiteX93" fmla="*/ 3225 w 10056"/>
              <a:gd name="connsiteY93" fmla="*/ 1116 h 10000"/>
              <a:gd name="connsiteX94" fmla="*/ 3349 w 10056"/>
              <a:gd name="connsiteY94" fmla="*/ 1731 h 10000"/>
              <a:gd name="connsiteX95" fmla="*/ 4066 w 10056"/>
              <a:gd name="connsiteY95" fmla="*/ 1988 h 10000"/>
              <a:gd name="connsiteX96" fmla="*/ 4286 w 10056"/>
              <a:gd name="connsiteY96" fmla="*/ 2395 h 10000"/>
              <a:gd name="connsiteX97" fmla="*/ 4267 w 10056"/>
              <a:gd name="connsiteY97" fmla="*/ 3082 h 10000"/>
              <a:gd name="connsiteX0" fmla="*/ 4267 w 10056"/>
              <a:gd name="connsiteY0" fmla="*/ 3082 h 10000"/>
              <a:gd name="connsiteX1" fmla="*/ 3875 w 10056"/>
              <a:gd name="connsiteY1" fmla="*/ 4620 h 10000"/>
              <a:gd name="connsiteX2" fmla="*/ 3756 w 10056"/>
              <a:gd name="connsiteY2" fmla="*/ 5348 h 10000"/>
              <a:gd name="connsiteX3" fmla="*/ 3641 w 10056"/>
              <a:gd name="connsiteY3" fmla="*/ 5680 h 10000"/>
              <a:gd name="connsiteX4" fmla="*/ 3349 w 10056"/>
              <a:gd name="connsiteY4" fmla="*/ 5969 h 10000"/>
              <a:gd name="connsiteX5" fmla="*/ 3201 w 10056"/>
              <a:gd name="connsiteY5" fmla="*/ 6121 h 10000"/>
              <a:gd name="connsiteX6" fmla="*/ 3110 w 10056"/>
              <a:gd name="connsiteY6" fmla="*/ 6269 h 10000"/>
              <a:gd name="connsiteX7" fmla="*/ 3211 w 10056"/>
              <a:gd name="connsiteY7" fmla="*/ 6439 h 10000"/>
              <a:gd name="connsiteX8" fmla="*/ 3464 w 10056"/>
              <a:gd name="connsiteY8" fmla="*/ 6625 h 10000"/>
              <a:gd name="connsiteX9" fmla="*/ 3612 w 10056"/>
              <a:gd name="connsiteY9" fmla="*/ 6966 h 10000"/>
              <a:gd name="connsiteX10" fmla="*/ 3703 w 10056"/>
              <a:gd name="connsiteY10" fmla="*/ 7211 h 10000"/>
              <a:gd name="connsiteX11" fmla="*/ 3885 w 10056"/>
              <a:gd name="connsiteY11" fmla="*/ 7519 h 10000"/>
              <a:gd name="connsiteX12" fmla="*/ 4253 w 10056"/>
              <a:gd name="connsiteY12" fmla="*/ 8136 h 10000"/>
              <a:gd name="connsiteX13" fmla="*/ 4406 w 10056"/>
              <a:gd name="connsiteY13" fmla="*/ 8474 h 10000"/>
              <a:gd name="connsiteX14" fmla="*/ 4492 w 10056"/>
              <a:gd name="connsiteY14" fmla="*/ 8743 h 10000"/>
              <a:gd name="connsiteX15" fmla="*/ 4525 w 10056"/>
              <a:gd name="connsiteY15" fmla="*/ 9202 h 10000"/>
              <a:gd name="connsiteX16" fmla="*/ 4406 w 10056"/>
              <a:gd name="connsiteY16" fmla="*/ 9516 h 10000"/>
              <a:gd name="connsiteX17" fmla="*/ 4348 w 10056"/>
              <a:gd name="connsiteY17" fmla="*/ 9761 h 10000"/>
              <a:gd name="connsiteX18" fmla="*/ 4396 w 10056"/>
              <a:gd name="connsiteY18" fmla="*/ 9882 h 10000"/>
              <a:gd name="connsiteX19" fmla="*/ 4573 w 10056"/>
              <a:gd name="connsiteY19" fmla="*/ 9992 h 10000"/>
              <a:gd name="connsiteX20" fmla="*/ 5253 w 10056"/>
              <a:gd name="connsiteY20" fmla="*/ 9992 h 10000"/>
              <a:gd name="connsiteX21" fmla="*/ 5879 w 10056"/>
              <a:gd name="connsiteY21" fmla="*/ 9975 h 10000"/>
              <a:gd name="connsiteX22" fmla="*/ 6003 w 10056"/>
              <a:gd name="connsiteY22" fmla="*/ 9843 h 10000"/>
              <a:gd name="connsiteX23" fmla="*/ 5994 w 10056"/>
              <a:gd name="connsiteY23" fmla="*/ 9622 h 10000"/>
              <a:gd name="connsiteX24" fmla="*/ 5865 w 10056"/>
              <a:gd name="connsiteY24" fmla="*/ 9395 h 10000"/>
              <a:gd name="connsiteX25" fmla="*/ 5817 w 10056"/>
              <a:gd name="connsiteY25" fmla="*/ 9115 h 10000"/>
              <a:gd name="connsiteX26" fmla="*/ 5812 w 10056"/>
              <a:gd name="connsiteY26" fmla="*/ 8767 h 10000"/>
              <a:gd name="connsiteX27" fmla="*/ 5903 w 10056"/>
              <a:gd name="connsiteY27" fmla="*/ 8418 h 10000"/>
              <a:gd name="connsiteX28" fmla="*/ 6113 w 10056"/>
              <a:gd name="connsiteY28" fmla="*/ 7901 h 10000"/>
              <a:gd name="connsiteX29" fmla="*/ 6228 w 10056"/>
              <a:gd name="connsiteY29" fmla="*/ 7632 h 10000"/>
              <a:gd name="connsiteX30" fmla="*/ 6324 w 10056"/>
              <a:gd name="connsiteY30" fmla="*/ 7515 h 10000"/>
              <a:gd name="connsiteX31" fmla="*/ 6663 w 10056"/>
              <a:gd name="connsiteY31" fmla="*/ 7732 h 10000"/>
              <a:gd name="connsiteX32" fmla="*/ 7031 w 10056"/>
              <a:gd name="connsiteY32" fmla="*/ 7853 h 10000"/>
              <a:gd name="connsiteX33" fmla="*/ 7600 w 10056"/>
              <a:gd name="connsiteY33" fmla="*/ 7953 h 10000"/>
              <a:gd name="connsiteX34" fmla="*/ 8035 w 10056"/>
              <a:gd name="connsiteY34" fmla="*/ 7978 h 10000"/>
              <a:gd name="connsiteX35" fmla="*/ 8432 w 10056"/>
              <a:gd name="connsiteY35" fmla="*/ 8149 h 10000"/>
              <a:gd name="connsiteX36" fmla="*/ 8680 w 10056"/>
              <a:gd name="connsiteY36" fmla="*/ 8295 h 10000"/>
              <a:gd name="connsiteX37" fmla="*/ 8914 w 10056"/>
              <a:gd name="connsiteY37" fmla="*/ 8336 h 10000"/>
              <a:gd name="connsiteX38" fmla="*/ 8891 w 10056"/>
              <a:gd name="connsiteY38" fmla="*/ 8201 h 10000"/>
              <a:gd name="connsiteX39" fmla="*/ 8623 w 10056"/>
              <a:gd name="connsiteY39" fmla="*/ 8060 h 10000"/>
              <a:gd name="connsiteX40" fmla="*/ 8441 w 10056"/>
              <a:gd name="connsiteY40" fmla="*/ 7901 h 10000"/>
              <a:gd name="connsiteX41" fmla="*/ 8417 w 10056"/>
              <a:gd name="connsiteY41" fmla="*/ 7753 h 10000"/>
              <a:gd name="connsiteX42" fmla="*/ 8628 w 10056"/>
              <a:gd name="connsiteY42" fmla="*/ 7601 h 10000"/>
              <a:gd name="connsiteX43" fmla="*/ 8828 w 10056"/>
              <a:gd name="connsiteY43" fmla="*/ 7432 h 10000"/>
              <a:gd name="connsiteX44" fmla="*/ 8537 w 10056"/>
              <a:gd name="connsiteY44" fmla="*/ 7098 h 10000"/>
              <a:gd name="connsiteX45" fmla="*/ 8862 w 10056"/>
              <a:gd name="connsiteY45" fmla="*/ 6787 h 10000"/>
              <a:gd name="connsiteX46" fmla="*/ 8986 w 10056"/>
              <a:gd name="connsiteY46" fmla="*/ 6697 h 10000"/>
              <a:gd name="connsiteX47" fmla="*/ 8934 w 10056"/>
              <a:gd name="connsiteY47" fmla="*/ 6577 h 10000"/>
              <a:gd name="connsiteX48" fmla="*/ 8690 w 10056"/>
              <a:gd name="connsiteY48" fmla="*/ 6666 h 10000"/>
              <a:gd name="connsiteX49" fmla="*/ 8341 w 10056"/>
              <a:gd name="connsiteY49" fmla="*/ 6860 h 10000"/>
              <a:gd name="connsiteX50" fmla="*/ 8040 w 10056"/>
              <a:gd name="connsiteY50" fmla="*/ 6822 h 10000"/>
              <a:gd name="connsiteX51" fmla="*/ 7543 w 10056"/>
              <a:gd name="connsiteY51" fmla="*/ 6711 h 10000"/>
              <a:gd name="connsiteX52" fmla="*/ 7022 w 10056"/>
              <a:gd name="connsiteY52" fmla="*/ 6697 h 10000"/>
              <a:gd name="connsiteX53" fmla="*/ 6615 w 10056"/>
              <a:gd name="connsiteY53" fmla="*/ 6728 h 10000"/>
              <a:gd name="connsiteX54" fmla="*/ 6606 w 10056"/>
              <a:gd name="connsiteY54" fmla="*/ 6577 h 10000"/>
              <a:gd name="connsiteX55" fmla="*/ 6701 w 10056"/>
              <a:gd name="connsiteY55" fmla="*/ 6225 h 10000"/>
              <a:gd name="connsiteX56" fmla="*/ 6759 w 10056"/>
              <a:gd name="connsiteY56" fmla="*/ 5824 h 10000"/>
              <a:gd name="connsiteX57" fmla="*/ 6682 w 10056"/>
              <a:gd name="connsiteY57" fmla="*/ 5327 h 10000"/>
              <a:gd name="connsiteX58" fmla="*/ 6500 w 10056"/>
              <a:gd name="connsiteY58" fmla="*/ 4683 h 10000"/>
              <a:gd name="connsiteX59" fmla="*/ 6314 w 10056"/>
              <a:gd name="connsiteY59" fmla="*/ 4110 h 10000"/>
              <a:gd name="connsiteX60" fmla="*/ 6018 w 10056"/>
              <a:gd name="connsiteY60" fmla="*/ 3296 h 10000"/>
              <a:gd name="connsiteX61" fmla="*/ 5970 w 10056"/>
              <a:gd name="connsiteY61" fmla="*/ 2202 h 10000"/>
              <a:gd name="connsiteX62" fmla="*/ 7222 w 10056"/>
              <a:gd name="connsiteY62" fmla="*/ 825 h 10000"/>
              <a:gd name="connsiteX63" fmla="*/ 8369 w 10056"/>
              <a:gd name="connsiteY63" fmla="*/ 325 h 10000"/>
              <a:gd name="connsiteX64" fmla="*/ 9216 w 10056"/>
              <a:gd name="connsiteY64" fmla="*/ 367 h 10000"/>
              <a:gd name="connsiteX65" fmla="*/ 9837 w 10056"/>
              <a:gd name="connsiteY65" fmla="*/ 647 h 10000"/>
              <a:gd name="connsiteX66" fmla="*/ 10047 w 10056"/>
              <a:gd name="connsiteY66" fmla="*/ 619 h 10000"/>
              <a:gd name="connsiteX67" fmla="*/ 9937 w 10056"/>
              <a:gd name="connsiteY67" fmla="*/ 342 h 10000"/>
              <a:gd name="connsiteX68" fmla="*/ 9206 w 10056"/>
              <a:gd name="connsiteY68" fmla="*/ 73 h 10000"/>
              <a:gd name="connsiteX69" fmla="*/ 8393 w 10056"/>
              <a:gd name="connsiteY69" fmla="*/ 29 h 10000"/>
              <a:gd name="connsiteX70" fmla="*/ 7213 w 10056"/>
              <a:gd name="connsiteY70" fmla="*/ 443 h 10000"/>
              <a:gd name="connsiteX71" fmla="*/ 6065 w 10056"/>
              <a:gd name="connsiteY71" fmla="*/ 1399 h 10000"/>
              <a:gd name="connsiteX72" fmla="*/ 5664 w 10056"/>
              <a:gd name="connsiteY72" fmla="*/ 1827 h 10000"/>
              <a:gd name="connsiteX73" fmla="*/ 5439 w 10056"/>
              <a:gd name="connsiteY73" fmla="*/ 1726 h 10000"/>
              <a:gd name="connsiteX74" fmla="*/ 5272 w 10056"/>
              <a:gd name="connsiteY74" fmla="*/ 1257 h 10000"/>
              <a:gd name="connsiteX75" fmla="*/ 4946 w 10056"/>
              <a:gd name="connsiteY75" fmla="*/ 1229 h 10000"/>
              <a:gd name="connsiteX76" fmla="*/ 4822 w 10056"/>
              <a:gd name="connsiteY76" fmla="*/ 1498 h 10000"/>
              <a:gd name="connsiteX77" fmla="*/ 4630 w 10056"/>
              <a:gd name="connsiteY77" fmla="*/ 1864 h 10000"/>
              <a:gd name="connsiteX78" fmla="*/ 3746 w 10056"/>
              <a:gd name="connsiteY78" fmla="*/ 1482 h 10000"/>
              <a:gd name="connsiteX79" fmla="*/ 3689 w 10056"/>
              <a:gd name="connsiteY79" fmla="*/ 1092 h 10000"/>
              <a:gd name="connsiteX80" fmla="*/ 2967 w 10056"/>
              <a:gd name="connsiteY80" fmla="*/ 543 h 10000"/>
              <a:gd name="connsiteX81" fmla="*/ 2232 w 10056"/>
              <a:gd name="connsiteY81" fmla="*/ 681 h 10000"/>
              <a:gd name="connsiteX82" fmla="*/ 1877 w 10056"/>
              <a:gd name="connsiteY82" fmla="*/ 174 h 10000"/>
              <a:gd name="connsiteX83" fmla="*/ 955 w 10056"/>
              <a:gd name="connsiteY83" fmla="*/ 205 h 10000"/>
              <a:gd name="connsiteX84" fmla="*/ 287 w 10056"/>
              <a:gd name="connsiteY84" fmla="*/ 876 h 10000"/>
              <a:gd name="connsiteX85" fmla="*/ 4 w 10056"/>
              <a:gd name="connsiteY85" fmla="*/ 1627 h 10000"/>
              <a:gd name="connsiteX86" fmla="*/ 77 w 10056"/>
              <a:gd name="connsiteY86" fmla="*/ 5390 h 10000"/>
              <a:gd name="connsiteX87" fmla="*/ 246 w 10056"/>
              <a:gd name="connsiteY87" fmla="*/ 3131 h 10000"/>
              <a:gd name="connsiteX88" fmla="*/ 370 w 10056"/>
              <a:gd name="connsiteY88" fmla="*/ 1809 h 10000"/>
              <a:gd name="connsiteX89" fmla="*/ 992 w 10056"/>
              <a:gd name="connsiteY89" fmla="*/ 484 h 10000"/>
              <a:gd name="connsiteX90" fmla="*/ 1511 w 10056"/>
              <a:gd name="connsiteY90" fmla="*/ 405 h 10000"/>
              <a:gd name="connsiteX91" fmla="*/ 2150 w 10056"/>
              <a:gd name="connsiteY91" fmla="*/ 1027 h 10000"/>
              <a:gd name="connsiteX92" fmla="*/ 2809 w 10056"/>
              <a:gd name="connsiteY92" fmla="*/ 784 h 10000"/>
              <a:gd name="connsiteX93" fmla="*/ 3225 w 10056"/>
              <a:gd name="connsiteY93" fmla="*/ 1116 h 10000"/>
              <a:gd name="connsiteX94" fmla="*/ 3349 w 10056"/>
              <a:gd name="connsiteY94" fmla="*/ 1731 h 10000"/>
              <a:gd name="connsiteX95" fmla="*/ 4066 w 10056"/>
              <a:gd name="connsiteY95" fmla="*/ 1988 h 10000"/>
              <a:gd name="connsiteX96" fmla="*/ 4286 w 10056"/>
              <a:gd name="connsiteY96" fmla="*/ 2395 h 10000"/>
              <a:gd name="connsiteX97" fmla="*/ 4267 w 10056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222 w 10954"/>
              <a:gd name="connsiteY62" fmla="*/ 825 h 10000"/>
              <a:gd name="connsiteX63" fmla="*/ 8369 w 10954"/>
              <a:gd name="connsiteY63" fmla="*/ 325 h 10000"/>
              <a:gd name="connsiteX64" fmla="*/ 9216 w 10954"/>
              <a:gd name="connsiteY64" fmla="*/ 367 h 10000"/>
              <a:gd name="connsiteX65" fmla="*/ 9837 w 10954"/>
              <a:gd name="connsiteY65" fmla="*/ 647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222 w 10954"/>
              <a:gd name="connsiteY62" fmla="*/ 825 h 10000"/>
              <a:gd name="connsiteX63" fmla="*/ 8369 w 10954"/>
              <a:gd name="connsiteY63" fmla="*/ 325 h 10000"/>
              <a:gd name="connsiteX64" fmla="*/ 9216 w 10954"/>
              <a:gd name="connsiteY64" fmla="*/ 367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369 w 10954"/>
              <a:gd name="connsiteY63" fmla="*/ 325 h 10000"/>
              <a:gd name="connsiteX64" fmla="*/ 9216 w 10954"/>
              <a:gd name="connsiteY64" fmla="*/ 367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702 w 10954"/>
              <a:gd name="connsiteY63" fmla="*/ 1658 h 10000"/>
              <a:gd name="connsiteX64" fmla="*/ 9216 w 10954"/>
              <a:gd name="connsiteY64" fmla="*/ 367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702 w 10954"/>
              <a:gd name="connsiteY63" fmla="*/ 1658 h 10000"/>
              <a:gd name="connsiteX64" fmla="*/ 9549 w 10954"/>
              <a:gd name="connsiteY64" fmla="*/ 2071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702 w 10954"/>
              <a:gd name="connsiteY63" fmla="*/ 1658 h 10000"/>
              <a:gd name="connsiteX64" fmla="*/ 9549 w 10954"/>
              <a:gd name="connsiteY64" fmla="*/ 2071 h 10000"/>
              <a:gd name="connsiteX65" fmla="*/ 10290 w 10954"/>
              <a:gd name="connsiteY65" fmla="*/ 2964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1529"/>
              <a:gd name="connsiteY0" fmla="*/ 3082 h 10000"/>
              <a:gd name="connsiteX1" fmla="*/ 3875 w 11529"/>
              <a:gd name="connsiteY1" fmla="*/ 4620 h 10000"/>
              <a:gd name="connsiteX2" fmla="*/ 3756 w 11529"/>
              <a:gd name="connsiteY2" fmla="*/ 5348 h 10000"/>
              <a:gd name="connsiteX3" fmla="*/ 3641 w 11529"/>
              <a:gd name="connsiteY3" fmla="*/ 5680 h 10000"/>
              <a:gd name="connsiteX4" fmla="*/ 3349 w 11529"/>
              <a:gd name="connsiteY4" fmla="*/ 5969 h 10000"/>
              <a:gd name="connsiteX5" fmla="*/ 3201 w 11529"/>
              <a:gd name="connsiteY5" fmla="*/ 6121 h 10000"/>
              <a:gd name="connsiteX6" fmla="*/ 3110 w 11529"/>
              <a:gd name="connsiteY6" fmla="*/ 6269 h 10000"/>
              <a:gd name="connsiteX7" fmla="*/ 3211 w 11529"/>
              <a:gd name="connsiteY7" fmla="*/ 6439 h 10000"/>
              <a:gd name="connsiteX8" fmla="*/ 3464 w 11529"/>
              <a:gd name="connsiteY8" fmla="*/ 6625 h 10000"/>
              <a:gd name="connsiteX9" fmla="*/ 3612 w 11529"/>
              <a:gd name="connsiteY9" fmla="*/ 6966 h 10000"/>
              <a:gd name="connsiteX10" fmla="*/ 3703 w 11529"/>
              <a:gd name="connsiteY10" fmla="*/ 7211 h 10000"/>
              <a:gd name="connsiteX11" fmla="*/ 3885 w 11529"/>
              <a:gd name="connsiteY11" fmla="*/ 7519 h 10000"/>
              <a:gd name="connsiteX12" fmla="*/ 4253 w 11529"/>
              <a:gd name="connsiteY12" fmla="*/ 8136 h 10000"/>
              <a:gd name="connsiteX13" fmla="*/ 4406 w 11529"/>
              <a:gd name="connsiteY13" fmla="*/ 8474 h 10000"/>
              <a:gd name="connsiteX14" fmla="*/ 4492 w 11529"/>
              <a:gd name="connsiteY14" fmla="*/ 8743 h 10000"/>
              <a:gd name="connsiteX15" fmla="*/ 4525 w 11529"/>
              <a:gd name="connsiteY15" fmla="*/ 9202 h 10000"/>
              <a:gd name="connsiteX16" fmla="*/ 4406 w 11529"/>
              <a:gd name="connsiteY16" fmla="*/ 9516 h 10000"/>
              <a:gd name="connsiteX17" fmla="*/ 4348 w 11529"/>
              <a:gd name="connsiteY17" fmla="*/ 9761 h 10000"/>
              <a:gd name="connsiteX18" fmla="*/ 4396 w 11529"/>
              <a:gd name="connsiteY18" fmla="*/ 9882 h 10000"/>
              <a:gd name="connsiteX19" fmla="*/ 4573 w 11529"/>
              <a:gd name="connsiteY19" fmla="*/ 9992 h 10000"/>
              <a:gd name="connsiteX20" fmla="*/ 5253 w 11529"/>
              <a:gd name="connsiteY20" fmla="*/ 9992 h 10000"/>
              <a:gd name="connsiteX21" fmla="*/ 5879 w 11529"/>
              <a:gd name="connsiteY21" fmla="*/ 9975 h 10000"/>
              <a:gd name="connsiteX22" fmla="*/ 6003 w 11529"/>
              <a:gd name="connsiteY22" fmla="*/ 9843 h 10000"/>
              <a:gd name="connsiteX23" fmla="*/ 5994 w 11529"/>
              <a:gd name="connsiteY23" fmla="*/ 9622 h 10000"/>
              <a:gd name="connsiteX24" fmla="*/ 5865 w 11529"/>
              <a:gd name="connsiteY24" fmla="*/ 9395 h 10000"/>
              <a:gd name="connsiteX25" fmla="*/ 5817 w 11529"/>
              <a:gd name="connsiteY25" fmla="*/ 9115 h 10000"/>
              <a:gd name="connsiteX26" fmla="*/ 5812 w 11529"/>
              <a:gd name="connsiteY26" fmla="*/ 8767 h 10000"/>
              <a:gd name="connsiteX27" fmla="*/ 5903 w 11529"/>
              <a:gd name="connsiteY27" fmla="*/ 8418 h 10000"/>
              <a:gd name="connsiteX28" fmla="*/ 6113 w 11529"/>
              <a:gd name="connsiteY28" fmla="*/ 7901 h 10000"/>
              <a:gd name="connsiteX29" fmla="*/ 6228 w 11529"/>
              <a:gd name="connsiteY29" fmla="*/ 7632 h 10000"/>
              <a:gd name="connsiteX30" fmla="*/ 6324 w 11529"/>
              <a:gd name="connsiteY30" fmla="*/ 7515 h 10000"/>
              <a:gd name="connsiteX31" fmla="*/ 6663 w 11529"/>
              <a:gd name="connsiteY31" fmla="*/ 7732 h 10000"/>
              <a:gd name="connsiteX32" fmla="*/ 7031 w 11529"/>
              <a:gd name="connsiteY32" fmla="*/ 7853 h 10000"/>
              <a:gd name="connsiteX33" fmla="*/ 7600 w 11529"/>
              <a:gd name="connsiteY33" fmla="*/ 7953 h 10000"/>
              <a:gd name="connsiteX34" fmla="*/ 8035 w 11529"/>
              <a:gd name="connsiteY34" fmla="*/ 7978 h 10000"/>
              <a:gd name="connsiteX35" fmla="*/ 8432 w 11529"/>
              <a:gd name="connsiteY35" fmla="*/ 8149 h 10000"/>
              <a:gd name="connsiteX36" fmla="*/ 8680 w 11529"/>
              <a:gd name="connsiteY36" fmla="*/ 8295 h 10000"/>
              <a:gd name="connsiteX37" fmla="*/ 8914 w 11529"/>
              <a:gd name="connsiteY37" fmla="*/ 8336 h 10000"/>
              <a:gd name="connsiteX38" fmla="*/ 8891 w 11529"/>
              <a:gd name="connsiteY38" fmla="*/ 8201 h 10000"/>
              <a:gd name="connsiteX39" fmla="*/ 8623 w 11529"/>
              <a:gd name="connsiteY39" fmla="*/ 8060 h 10000"/>
              <a:gd name="connsiteX40" fmla="*/ 8441 w 11529"/>
              <a:gd name="connsiteY40" fmla="*/ 7901 h 10000"/>
              <a:gd name="connsiteX41" fmla="*/ 8417 w 11529"/>
              <a:gd name="connsiteY41" fmla="*/ 7753 h 10000"/>
              <a:gd name="connsiteX42" fmla="*/ 8628 w 11529"/>
              <a:gd name="connsiteY42" fmla="*/ 7601 h 10000"/>
              <a:gd name="connsiteX43" fmla="*/ 8828 w 11529"/>
              <a:gd name="connsiteY43" fmla="*/ 7432 h 10000"/>
              <a:gd name="connsiteX44" fmla="*/ 8537 w 11529"/>
              <a:gd name="connsiteY44" fmla="*/ 7098 h 10000"/>
              <a:gd name="connsiteX45" fmla="*/ 8862 w 11529"/>
              <a:gd name="connsiteY45" fmla="*/ 6787 h 10000"/>
              <a:gd name="connsiteX46" fmla="*/ 8986 w 11529"/>
              <a:gd name="connsiteY46" fmla="*/ 6697 h 10000"/>
              <a:gd name="connsiteX47" fmla="*/ 8934 w 11529"/>
              <a:gd name="connsiteY47" fmla="*/ 6577 h 10000"/>
              <a:gd name="connsiteX48" fmla="*/ 8690 w 11529"/>
              <a:gd name="connsiteY48" fmla="*/ 6666 h 10000"/>
              <a:gd name="connsiteX49" fmla="*/ 8341 w 11529"/>
              <a:gd name="connsiteY49" fmla="*/ 6860 h 10000"/>
              <a:gd name="connsiteX50" fmla="*/ 8040 w 11529"/>
              <a:gd name="connsiteY50" fmla="*/ 6822 h 10000"/>
              <a:gd name="connsiteX51" fmla="*/ 7543 w 11529"/>
              <a:gd name="connsiteY51" fmla="*/ 6711 h 10000"/>
              <a:gd name="connsiteX52" fmla="*/ 7022 w 11529"/>
              <a:gd name="connsiteY52" fmla="*/ 6697 h 10000"/>
              <a:gd name="connsiteX53" fmla="*/ 6615 w 11529"/>
              <a:gd name="connsiteY53" fmla="*/ 6728 h 10000"/>
              <a:gd name="connsiteX54" fmla="*/ 6606 w 11529"/>
              <a:gd name="connsiteY54" fmla="*/ 6577 h 10000"/>
              <a:gd name="connsiteX55" fmla="*/ 6701 w 11529"/>
              <a:gd name="connsiteY55" fmla="*/ 6225 h 10000"/>
              <a:gd name="connsiteX56" fmla="*/ 6759 w 11529"/>
              <a:gd name="connsiteY56" fmla="*/ 5824 h 10000"/>
              <a:gd name="connsiteX57" fmla="*/ 6682 w 11529"/>
              <a:gd name="connsiteY57" fmla="*/ 5327 h 10000"/>
              <a:gd name="connsiteX58" fmla="*/ 6500 w 11529"/>
              <a:gd name="connsiteY58" fmla="*/ 4683 h 10000"/>
              <a:gd name="connsiteX59" fmla="*/ 6314 w 11529"/>
              <a:gd name="connsiteY59" fmla="*/ 4110 h 10000"/>
              <a:gd name="connsiteX60" fmla="*/ 6018 w 11529"/>
              <a:gd name="connsiteY60" fmla="*/ 3296 h 10000"/>
              <a:gd name="connsiteX61" fmla="*/ 5970 w 11529"/>
              <a:gd name="connsiteY61" fmla="*/ 2202 h 10000"/>
              <a:gd name="connsiteX62" fmla="*/ 7585 w 11529"/>
              <a:gd name="connsiteY62" fmla="*/ 1786 h 10000"/>
              <a:gd name="connsiteX63" fmla="*/ 8702 w 11529"/>
              <a:gd name="connsiteY63" fmla="*/ 1658 h 10000"/>
              <a:gd name="connsiteX64" fmla="*/ 9549 w 11529"/>
              <a:gd name="connsiteY64" fmla="*/ 2071 h 10000"/>
              <a:gd name="connsiteX65" fmla="*/ 10290 w 11529"/>
              <a:gd name="connsiteY65" fmla="*/ 2964 h 10000"/>
              <a:gd name="connsiteX66" fmla="*/ 11529 w 11529"/>
              <a:gd name="connsiteY66" fmla="*/ 5011 h 10000"/>
              <a:gd name="connsiteX67" fmla="*/ 9937 w 11529"/>
              <a:gd name="connsiteY67" fmla="*/ 342 h 10000"/>
              <a:gd name="connsiteX68" fmla="*/ 9206 w 11529"/>
              <a:gd name="connsiteY68" fmla="*/ 73 h 10000"/>
              <a:gd name="connsiteX69" fmla="*/ 8393 w 11529"/>
              <a:gd name="connsiteY69" fmla="*/ 29 h 10000"/>
              <a:gd name="connsiteX70" fmla="*/ 7213 w 11529"/>
              <a:gd name="connsiteY70" fmla="*/ 443 h 10000"/>
              <a:gd name="connsiteX71" fmla="*/ 6065 w 11529"/>
              <a:gd name="connsiteY71" fmla="*/ 1399 h 10000"/>
              <a:gd name="connsiteX72" fmla="*/ 5664 w 11529"/>
              <a:gd name="connsiteY72" fmla="*/ 1827 h 10000"/>
              <a:gd name="connsiteX73" fmla="*/ 5439 w 11529"/>
              <a:gd name="connsiteY73" fmla="*/ 1726 h 10000"/>
              <a:gd name="connsiteX74" fmla="*/ 5272 w 11529"/>
              <a:gd name="connsiteY74" fmla="*/ 1257 h 10000"/>
              <a:gd name="connsiteX75" fmla="*/ 4946 w 11529"/>
              <a:gd name="connsiteY75" fmla="*/ 1229 h 10000"/>
              <a:gd name="connsiteX76" fmla="*/ 4822 w 11529"/>
              <a:gd name="connsiteY76" fmla="*/ 1498 h 10000"/>
              <a:gd name="connsiteX77" fmla="*/ 4630 w 11529"/>
              <a:gd name="connsiteY77" fmla="*/ 1864 h 10000"/>
              <a:gd name="connsiteX78" fmla="*/ 3746 w 11529"/>
              <a:gd name="connsiteY78" fmla="*/ 1482 h 10000"/>
              <a:gd name="connsiteX79" fmla="*/ 3689 w 11529"/>
              <a:gd name="connsiteY79" fmla="*/ 1092 h 10000"/>
              <a:gd name="connsiteX80" fmla="*/ 2967 w 11529"/>
              <a:gd name="connsiteY80" fmla="*/ 543 h 10000"/>
              <a:gd name="connsiteX81" fmla="*/ 2232 w 11529"/>
              <a:gd name="connsiteY81" fmla="*/ 681 h 10000"/>
              <a:gd name="connsiteX82" fmla="*/ 1877 w 11529"/>
              <a:gd name="connsiteY82" fmla="*/ 174 h 10000"/>
              <a:gd name="connsiteX83" fmla="*/ 955 w 11529"/>
              <a:gd name="connsiteY83" fmla="*/ 205 h 10000"/>
              <a:gd name="connsiteX84" fmla="*/ 287 w 11529"/>
              <a:gd name="connsiteY84" fmla="*/ 876 h 10000"/>
              <a:gd name="connsiteX85" fmla="*/ 4 w 11529"/>
              <a:gd name="connsiteY85" fmla="*/ 1627 h 10000"/>
              <a:gd name="connsiteX86" fmla="*/ 77 w 11529"/>
              <a:gd name="connsiteY86" fmla="*/ 5390 h 10000"/>
              <a:gd name="connsiteX87" fmla="*/ 246 w 11529"/>
              <a:gd name="connsiteY87" fmla="*/ 3131 h 10000"/>
              <a:gd name="connsiteX88" fmla="*/ 370 w 11529"/>
              <a:gd name="connsiteY88" fmla="*/ 1809 h 10000"/>
              <a:gd name="connsiteX89" fmla="*/ 992 w 11529"/>
              <a:gd name="connsiteY89" fmla="*/ 484 h 10000"/>
              <a:gd name="connsiteX90" fmla="*/ 1511 w 11529"/>
              <a:gd name="connsiteY90" fmla="*/ 405 h 10000"/>
              <a:gd name="connsiteX91" fmla="*/ 2150 w 11529"/>
              <a:gd name="connsiteY91" fmla="*/ 1027 h 10000"/>
              <a:gd name="connsiteX92" fmla="*/ 2809 w 11529"/>
              <a:gd name="connsiteY92" fmla="*/ 784 h 10000"/>
              <a:gd name="connsiteX93" fmla="*/ 3225 w 11529"/>
              <a:gd name="connsiteY93" fmla="*/ 1116 h 10000"/>
              <a:gd name="connsiteX94" fmla="*/ 3349 w 11529"/>
              <a:gd name="connsiteY94" fmla="*/ 1731 h 10000"/>
              <a:gd name="connsiteX95" fmla="*/ 4066 w 11529"/>
              <a:gd name="connsiteY95" fmla="*/ 1988 h 10000"/>
              <a:gd name="connsiteX96" fmla="*/ 4286 w 11529"/>
              <a:gd name="connsiteY96" fmla="*/ 2395 h 10000"/>
              <a:gd name="connsiteX97" fmla="*/ 4267 w 11529"/>
              <a:gd name="connsiteY97" fmla="*/ 3082 h 10000"/>
              <a:gd name="connsiteX0" fmla="*/ 4267 w 11529"/>
              <a:gd name="connsiteY0" fmla="*/ 3244 h 10162"/>
              <a:gd name="connsiteX1" fmla="*/ 3875 w 11529"/>
              <a:gd name="connsiteY1" fmla="*/ 4782 h 10162"/>
              <a:gd name="connsiteX2" fmla="*/ 3756 w 11529"/>
              <a:gd name="connsiteY2" fmla="*/ 5510 h 10162"/>
              <a:gd name="connsiteX3" fmla="*/ 3641 w 11529"/>
              <a:gd name="connsiteY3" fmla="*/ 5842 h 10162"/>
              <a:gd name="connsiteX4" fmla="*/ 3349 w 11529"/>
              <a:gd name="connsiteY4" fmla="*/ 6131 h 10162"/>
              <a:gd name="connsiteX5" fmla="*/ 3201 w 11529"/>
              <a:gd name="connsiteY5" fmla="*/ 6283 h 10162"/>
              <a:gd name="connsiteX6" fmla="*/ 3110 w 11529"/>
              <a:gd name="connsiteY6" fmla="*/ 6431 h 10162"/>
              <a:gd name="connsiteX7" fmla="*/ 3211 w 11529"/>
              <a:gd name="connsiteY7" fmla="*/ 6601 h 10162"/>
              <a:gd name="connsiteX8" fmla="*/ 3464 w 11529"/>
              <a:gd name="connsiteY8" fmla="*/ 6787 h 10162"/>
              <a:gd name="connsiteX9" fmla="*/ 3612 w 11529"/>
              <a:gd name="connsiteY9" fmla="*/ 7128 h 10162"/>
              <a:gd name="connsiteX10" fmla="*/ 3703 w 11529"/>
              <a:gd name="connsiteY10" fmla="*/ 7373 h 10162"/>
              <a:gd name="connsiteX11" fmla="*/ 3885 w 11529"/>
              <a:gd name="connsiteY11" fmla="*/ 7681 h 10162"/>
              <a:gd name="connsiteX12" fmla="*/ 4253 w 11529"/>
              <a:gd name="connsiteY12" fmla="*/ 8298 h 10162"/>
              <a:gd name="connsiteX13" fmla="*/ 4406 w 11529"/>
              <a:gd name="connsiteY13" fmla="*/ 8636 h 10162"/>
              <a:gd name="connsiteX14" fmla="*/ 4492 w 11529"/>
              <a:gd name="connsiteY14" fmla="*/ 8905 h 10162"/>
              <a:gd name="connsiteX15" fmla="*/ 4525 w 11529"/>
              <a:gd name="connsiteY15" fmla="*/ 9364 h 10162"/>
              <a:gd name="connsiteX16" fmla="*/ 4406 w 11529"/>
              <a:gd name="connsiteY16" fmla="*/ 9678 h 10162"/>
              <a:gd name="connsiteX17" fmla="*/ 4348 w 11529"/>
              <a:gd name="connsiteY17" fmla="*/ 9923 h 10162"/>
              <a:gd name="connsiteX18" fmla="*/ 4396 w 11529"/>
              <a:gd name="connsiteY18" fmla="*/ 10044 h 10162"/>
              <a:gd name="connsiteX19" fmla="*/ 4573 w 11529"/>
              <a:gd name="connsiteY19" fmla="*/ 10154 h 10162"/>
              <a:gd name="connsiteX20" fmla="*/ 5253 w 11529"/>
              <a:gd name="connsiteY20" fmla="*/ 10154 h 10162"/>
              <a:gd name="connsiteX21" fmla="*/ 5879 w 11529"/>
              <a:gd name="connsiteY21" fmla="*/ 10137 h 10162"/>
              <a:gd name="connsiteX22" fmla="*/ 6003 w 11529"/>
              <a:gd name="connsiteY22" fmla="*/ 10005 h 10162"/>
              <a:gd name="connsiteX23" fmla="*/ 5994 w 11529"/>
              <a:gd name="connsiteY23" fmla="*/ 9784 h 10162"/>
              <a:gd name="connsiteX24" fmla="*/ 5865 w 11529"/>
              <a:gd name="connsiteY24" fmla="*/ 9557 h 10162"/>
              <a:gd name="connsiteX25" fmla="*/ 5817 w 11529"/>
              <a:gd name="connsiteY25" fmla="*/ 9277 h 10162"/>
              <a:gd name="connsiteX26" fmla="*/ 5812 w 11529"/>
              <a:gd name="connsiteY26" fmla="*/ 8929 h 10162"/>
              <a:gd name="connsiteX27" fmla="*/ 5903 w 11529"/>
              <a:gd name="connsiteY27" fmla="*/ 8580 h 10162"/>
              <a:gd name="connsiteX28" fmla="*/ 6113 w 11529"/>
              <a:gd name="connsiteY28" fmla="*/ 8063 h 10162"/>
              <a:gd name="connsiteX29" fmla="*/ 6228 w 11529"/>
              <a:gd name="connsiteY29" fmla="*/ 7794 h 10162"/>
              <a:gd name="connsiteX30" fmla="*/ 6324 w 11529"/>
              <a:gd name="connsiteY30" fmla="*/ 7677 h 10162"/>
              <a:gd name="connsiteX31" fmla="*/ 6663 w 11529"/>
              <a:gd name="connsiteY31" fmla="*/ 7894 h 10162"/>
              <a:gd name="connsiteX32" fmla="*/ 7031 w 11529"/>
              <a:gd name="connsiteY32" fmla="*/ 8015 h 10162"/>
              <a:gd name="connsiteX33" fmla="*/ 7600 w 11529"/>
              <a:gd name="connsiteY33" fmla="*/ 8115 h 10162"/>
              <a:gd name="connsiteX34" fmla="*/ 8035 w 11529"/>
              <a:gd name="connsiteY34" fmla="*/ 8140 h 10162"/>
              <a:gd name="connsiteX35" fmla="*/ 8432 w 11529"/>
              <a:gd name="connsiteY35" fmla="*/ 8311 h 10162"/>
              <a:gd name="connsiteX36" fmla="*/ 8680 w 11529"/>
              <a:gd name="connsiteY36" fmla="*/ 8457 h 10162"/>
              <a:gd name="connsiteX37" fmla="*/ 8914 w 11529"/>
              <a:gd name="connsiteY37" fmla="*/ 8498 h 10162"/>
              <a:gd name="connsiteX38" fmla="*/ 8891 w 11529"/>
              <a:gd name="connsiteY38" fmla="*/ 8363 h 10162"/>
              <a:gd name="connsiteX39" fmla="*/ 8623 w 11529"/>
              <a:gd name="connsiteY39" fmla="*/ 8222 h 10162"/>
              <a:gd name="connsiteX40" fmla="*/ 8441 w 11529"/>
              <a:gd name="connsiteY40" fmla="*/ 8063 h 10162"/>
              <a:gd name="connsiteX41" fmla="*/ 8417 w 11529"/>
              <a:gd name="connsiteY41" fmla="*/ 7915 h 10162"/>
              <a:gd name="connsiteX42" fmla="*/ 8628 w 11529"/>
              <a:gd name="connsiteY42" fmla="*/ 7763 h 10162"/>
              <a:gd name="connsiteX43" fmla="*/ 8828 w 11529"/>
              <a:gd name="connsiteY43" fmla="*/ 7594 h 10162"/>
              <a:gd name="connsiteX44" fmla="*/ 8537 w 11529"/>
              <a:gd name="connsiteY44" fmla="*/ 7260 h 10162"/>
              <a:gd name="connsiteX45" fmla="*/ 8862 w 11529"/>
              <a:gd name="connsiteY45" fmla="*/ 6949 h 10162"/>
              <a:gd name="connsiteX46" fmla="*/ 8986 w 11529"/>
              <a:gd name="connsiteY46" fmla="*/ 6859 h 10162"/>
              <a:gd name="connsiteX47" fmla="*/ 8934 w 11529"/>
              <a:gd name="connsiteY47" fmla="*/ 6739 h 10162"/>
              <a:gd name="connsiteX48" fmla="*/ 8690 w 11529"/>
              <a:gd name="connsiteY48" fmla="*/ 6828 h 10162"/>
              <a:gd name="connsiteX49" fmla="*/ 8341 w 11529"/>
              <a:gd name="connsiteY49" fmla="*/ 7022 h 10162"/>
              <a:gd name="connsiteX50" fmla="*/ 8040 w 11529"/>
              <a:gd name="connsiteY50" fmla="*/ 6984 h 10162"/>
              <a:gd name="connsiteX51" fmla="*/ 7543 w 11529"/>
              <a:gd name="connsiteY51" fmla="*/ 6873 h 10162"/>
              <a:gd name="connsiteX52" fmla="*/ 7022 w 11529"/>
              <a:gd name="connsiteY52" fmla="*/ 6859 h 10162"/>
              <a:gd name="connsiteX53" fmla="*/ 6615 w 11529"/>
              <a:gd name="connsiteY53" fmla="*/ 6890 h 10162"/>
              <a:gd name="connsiteX54" fmla="*/ 6606 w 11529"/>
              <a:gd name="connsiteY54" fmla="*/ 6739 h 10162"/>
              <a:gd name="connsiteX55" fmla="*/ 6701 w 11529"/>
              <a:gd name="connsiteY55" fmla="*/ 6387 h 10162"/>
              <a:gd name="connsiteX56" fmla="*/ 6759 w 11529"/>
              <a:gd name="connsiteY56" fmla="*/ 5986 h 10162"/>
              <a:gd name="connsiteX57" fmla="*/ 6682 w 11529"/>
              <a:gd name="connsiteY57" fmla="*/ 5489 h 10162"/>
              <a:gd name="connsiteX58" fmla="*/ 6500 w 11529"/>
              <a:gd name="connsiteY58" fmla="*/ 4845 h 10162"/>
              <a:gd name="connsiteX59" fmla="*/ 6314 w 11529"/>
              <a:gd name="connsiteY59" fmla="*/ 4272 h 10162"/>
              <a:gd name="connsiteX60" fmla="*/ 6018 w 11529"/>
              <a:gd name="connsiteY60" fmla="*/ 3458 h 10162"/>
              <a:gd name="connsiteX61" fmla="*/ 5970 w 11529"/>
              <a:gd name="connsiteY61" fmla="*/ 2364 h 10162"/>
              <a:gd name="connsiteX62" fmla="*/ 7585 w 11529"/>
              <a:gd name="connsiteY62" fmla="*/ 1948 h 10162"/>
              <a:gd name="connsiteX63" fmla="*/ 8702 w 11529"/>
              <a:gd name="connsiteY63" fmla="*/ 1820 h 10162"/>
              <a:gd name="connsiteX64" fmla="*/ 9549 w 11529"/>
              <a:gd name="connsiteY64" fmla="*/ 2233 h 10162"/>
              <a:gd name="connsiteX65" fmla="*/ 10290 w 11529"/>
              <a:gd name="connsiteY65" fmla="*/ 3126 h 10162"/>
              <a:gd name="connsiteX66" fmla="*/ 11529 w 11529"/>
              <a:gd name="connsiteY66" fmla="*/ 5173 h 10162"/>
              <a:gd name="connsiteX67" fmla="*/ 10602 w 11529"/>
              <a:gd name="connsiteY67" fmla="*/ 2995 h 10162"/>
              <a:gd name="connsiteX68" fmla="*/ 9206 w 11529"/>
              <a:gd name="connsiteY68" fmla="*/ 235 h 10162"/>
              <a:gd name="connsiteX69" fmla="*/ 8393 w 11529"/>
              <a:gd name="connsiteY69" fmla="*/ 191 h 10162"/>
              <a:gd name="connsiteX70" fmla="*/ 7213 w 11529"/>
              <a:gd name="connsiteY70" fmla="*/ 605 h 10162"/>
              <a:gd name="connsiteX71" fmla="*/ 6065 w 11529"/>
              <a:gd name="connsiteY71" fmla="*/ 1561 h 10162"/>
              <a:gd name="connsiteX72" fmla="*/ 5664 w 11529"/>
              <a:gd name="connsiteY72" fmla="*/ 1989 h 10162"/>
              <a:gd name="connsiteX73" fmla="*/ 5439 w 11529"/>
              <a:gd name="connsiteY73" fmla="*/ 1888 h 10162"/>
              <a:gd name="connsiteX74" fmla="*/ 5272 w 11529"/>
              <a:gd name="connsiteY74" fmla="*/ 1419 h 10162"/>
              <a:gd name="connsiteX75" fmla="*/ 4946 w 11529"/>
              <a:gd name="connsiteY75" fmla="*/ 1391 h 10162"/>
              <a:gd name="connsiteX76" fmla="*/ 4822 w 11529"/>
              <a:gd name="connsiteY76" fmla="*/ 1660 h 10162"/>
              <a:gd name="connsiteX77" fmla="*/ 4630 w 11529"/>
              <a:gd name="connsiteY77" fmla="*/ 2026 h 10162"/>
              <a:gd name="connsiteX78" fmla="*/ 3746 w 11529"/>
              <a:gd name="connsiteY78" fmla="*/ 1644 h 10162"/>
              <a:gd name="connsiteX79" fmla="*/ 3689 w 11529"/>
              <a:gd name="connsiteY79" fmla="*/ 1254 h 10162"/>
              <a:gd name="connsiteX80" fmla="*/ 2967 w 11529"/>
              <a:gd name="connsiteY80" fmla="*/ 705 h 10162"/>
              <a:gd name="connsiteX81" fmla="*/ 2232 w 11529"/>
              <a:gd name="connsiteY81" fmla="*/ 843 h 10162"/>
              <a:gd name="connsiteX82" fmla="*/ 1877 w 11529"/>
              <a:gd name="connsiteY82" fmla="*/ 336 h 10162"/>
              <a:gd name="connsiteX83" fmla="*/ 955 w 11529"/>
              <a:gd name="connsiteY83" fmla="*/ 367 h 10162"/>
              <a:gd name="connsiteX84" fmla="*/ 287 w 11529"/>
              <a:gd name="connsiteY84" fmla="*/ 1038 h 10162"/>
              <a:gd name="connsiteX85" fmla="*/ 4 w 11529"/>
              <a:gd name="connsiteY85" fmla="*/ 1789 h 10162"/>
              <a:gd name="connsiteX86" fmla="*/ 77 w 11529"/>
              <a:gd name="connsiteY86" fmla="*/ 5552 h 10162"/>
              <a:gd name="connsiteX87" fmla="*/ 246 w 11529"/>
              <a:gd name="connsiteY87" fmla="*/ 3293 h 10162"/>
              <a:gd name="connsiteX88" fmla="*/ 370 w 11529"/>
              <a:gd name="connsiteY88" fmla="*/ 1971 h 10162"/>
              <a:gd name="connsiteX89" fmla="*/ 992 w 11529"/>
              <a:gd name="connsiteY89" fmla="*/ 646 h 10162"/>
              <a:gd name="connsiteX90" fmla="*/ 1511 w 11529"/>
              <a:gd name="connsiteY90" fmla="*/ 567 h 10162"/>
              <a:gd name="connsiteX91" fmla="*/ 2150 w 11529"/>
              <a:gd name="connsiteY91" fmla="*/ 1189 h 10162"/>
              <a:gd name="connsiteX92" fmla="*/ 2809 w 11529"/>
              <a:gd name="connsiteY92" fmla="*/ 946 h 10162"/>
              <a:gd name="connsiteX93" fmla="*/ 3225 w 11529"/>
              <a:gd name="connsiteY93" fmla="*/ 1278 h 10162"/>
              <a:gd name="connsiteX94" fmla="*/ 3349 w 11529"/>
              <a:gd name="connsiteY94" fmla="*/ 1893 h 10162"/>
              <a:gd name="connsiteX95" fmla="*/ 4066 w 11529"/>
              <a:gd name="connsiteY95" fmla="*/ 2150 h 10162"/>
              <a:gd name="connsiteX96" fmla="*/ 4286 w 11529"/>
              <a:gd name="connsiteY96" fmla="*/ 2557 h 10162"/>
              <a:gd name="connsiteX97" fmla="*/ 4267 w 11529"/>
              <a:gd name="connsiteY97" fmla="*/ 3244 h 10162"/>
              <a:gd name="connsiteX0" fmla="*/ 4267 w 11529"/>
              <a:gd name="connsiteY0" fmla="*/ 3128 h 10046"/>
              <a:gd name="connsiteX1" fmla="*/ 3875 w 11529"/>
              <a:gd name="connsiteY1" fmla="*/ 4666 h 10046"/>
              <a:gd name="connsiteX2" fmla="*/ 3756 w 11529"/>
              <a:gd name="connsiteY2" fmla="*/ 5394 h 10046"/>
              <a:gd name="connsiteX3" fmla="*/ 3641 w 11529"/>
              <a:gd name="connsiteY3" fmla="*/ 5726 h 10046"/>
              <a:gd name="connsiteX4" fmla="*/ 3349 w 11529"/>
              <a:gd name="connsiteY4" fmla="*/ 6015 h 10046"/>
              <a:gd name="connsiteX5" fmla="*/ 3201 w 11529"/>
              <a:gd name="connsiteY5" fmla="*/ 6167 h 10046"/>
              <a:gd name="connsiteX6" fmla="*/ 3110 w 11529"/>
              <a:gd name="connsiteY6" fmla="*/ 6315 h 10046"/>
              <a:gd name="connsiteX7" fmla="*/ 3211 w 11529"/>
              <a:gd name="connsiteY7" fmla="*/ 6485 h 10046"/>
              <a:gd name="connsiteX8" fmla="*/ 3464 w 11529"/>
              <a:gd name="connsiteY8" fmla="*/ 6671 h 10046"/>
              <a:gd name="connsiteX9" fmla="*/ 3612 w 11529"/>
              <a:gd name="connsiteY9" fmla="*/ 7012 h 10046"/>
              <a:gd name="connsiteX10" fmla="*/ 3703 w 11529"/>
              <a:gd name="connsiteY10" fmla="*/ 7257 h 10046"/>
              <a:gd name="connsiteX11" fmla="*/ 3885 w 11529"/>
              <a:gd name="connsiteY11" fmla="*/ 7565 h 10046"/>
              <a:gd name="connsiteX12" fmla="*/ 4253 w 11529"/>
              <a:gd name="connsiteY12" fmla="*/ 8182 h 10046"/>
              <a:gd name="connsiteX13" fmla="*/ 4406 w 11529"/>
              <a:gd name="connsiteY13" fmla="*/ 8520 h 10046"/>
              <a:gd name="connsiteX14" fmla="*/ 4492 w 11529"/>
              <a:gd name="connsiteY14" fmla="*/ 8789 h 10046"/>
              <a:gd name="connsiteX15" fmla="*/ 4525 w 11529"/>
              <a:gd name="connsiteY15" fmla="*/ 9248 h 10046"/>
              <a:gd name="connsiteX16" fmla="*/ 4406 w 11529"/>
              <a:gd name="connsiteY16" fmla="*/ 9562 h 10046"/>
              <a:gd name="connsiteX17" fmla="*/ 4348 w 11529"/>
              <a:gd name="connsiteY17" fmla="*/ 9807 h 10046"/>
              <a:gd name="connsiteX18" fmla="*/ 4396 w 11529"/>
              <a:gd name="connsiteY18" fmla="*/ 9928 h 10046"/>
              <a:gd name="connsiteX19" fmla="*/ 4573 w 11529"/>
              <a:gd name="connsiteY19" fmla="*/ 10038 h 10046"/>
              <a:gd name="connsiteX20" fmla="*/ 5253 w 11529"/>
              <a:gd name="connsiteY20" fmla="*/ 10038 h 10046"/>
              <a:gd name="connsiteX21" fmla="*/ 5879 w 11529"/>
              <a:gd name="connsiteY21" fmla="*/ 10021 h 10046"/>
              <a:gd name="connsiteX22" fmla="*/ 6003 w 11529"/>
              <a:gd name="connsiteY22" fmla="*/ 9889 h 10046"/>
              <a:gd name="connsiteX23" fmla="*/ 5994 w 11529"/>
              <a:gd name="connsiteY23" fmla="*/ 9668 h 10046"/>
              <a:gd name="connsiteX24" fmla="*/ 5865 w 11529"/>
              <a:gd name="connsiteY24" fmla="*/ 9441 h 10046"/>
              <a:gd name="connsiteX25" fmla="*/ 5817 w 11529"/>
              <a:gd name="connsiteY25" fmla="*/ 9161 h 10046"/>
              <a:gd name="connsiteX26" fmla="*/ 5812 w 11529"/>
              <a:gd name="connsiteY26" fmla="*/ 8813 h 10046"/>
              <a:gd name="connsiteX27" fmla="*/ 5903 w 11529"/>
              <a:gd name="connsiteY27" fmla="*/ 8464 h 10046"/>
              <a:gd name="connsiteX28" fmla="*/ 6113 w 11529"/>
              <a:gd name="connsiteY28" fmla="*/ 7947 h 10046"/>
              <a:gd name="connsiteX29" fmla="*/ 6228 w 11529"/>
              <a:gd name="connsiteY29" fmla="*/ 7678 h 10046"/>
              <a:gd name="connsiteX30" fmla="*/ 6324 w 11529"/>
              <a:gd name="connsiteY30" fmla="*/ 7561 h 10046"/>
              <a:gd name="connsiteX31" fmla="*/ 6663 w 11529"/>
              <a:gd name="connsiteY31" fmla="*/ 7778 h 10046"/>
              <a:gd name="connsiteX32" fmla="*/ 7031 w 11529"/>
              <a:gd name="connsiteY32" fmla="*/ 7899 h 10046"/>
              <a:gd name="connsiteX33" fmla="*/ 7600 w 11529"/>
              <a:gd name="connsiteY33" fmla="*/ 7999 h 10046"/>
              <a:gd name="connsiteX34" fmla="*/ 8035 w 11529"/>
              <a:gd name="connsiteY34" fmla="*/ 8024 h 10046"/>
              <a:gd name="connsiteX35" fmla="*/ 8432 w 11529"/>
              <a:gd name="connsiteY35" fmla="*/ 8195 h 10046"/>
              <a:gd name="connsiteX36" fmla="*/ 8680 w 11529"/>
              <a:gd name="connsiteY36" fmla="*/ 8341 h 10046"/>
              <a:gd name="connsiteX37" fmla="*/ 8914 w 11529"/>
              <a:gd name="connsiteY37" fmla="*/ 8382 h 10046"/>
              <a:gd name="connsiteX38" fmla="*/ 8891 w 11529"/>
              <a:gd name="connsiteY38" fmla="*/ 8247 h 10046"/>
              <a:gd name="connsiteX39" fmla="*/ 8623 w 11529"/>
              <a:gd name="connsiteY39" fmla="*/ 8106 h 10046"/>
              <a:gd name="connsiteX40" fmla="*/ 8441 w 11529"/>
              <a:gd name="connsiteY40" fmla="*/ 7947 h 10046"/>
              <a:gd name="connsiteX41" fmla="*/ 8417 w 11529"/>
              <a:gd name="connsiteY41" fmla="*/ 7799 h 10046"/>
              <a:gd name="connsiteX42" fmla="*/ 8628 w 11529"/>
              <a:gd name="connsiteY42" fmla="*/ 7647 h 10046"/>
              <a:gd name="connsiteX43" fmla="*/ 8828 w 11529"/>
              <a:gd name="connsiteY43" fmla="*/ 7478 h 10046"/>
              <a:gd name="connsiteX44" fmla="*/ 8537 w 11529"/>
              <a:gd name="connsiteY44" fmla="*/ 7144 h 10046"/>
              <a:gd name="connsiteX45" fmla="*/ 8862 w 11529"/>
              <a:gd name="connsiteY45" fmla="*/ 6833 h 10046"/>
              <a:gd name="connsiteX46" fmla="*/ 8986 w 11529"/>
              <a:gd name="connsiteY46" fmla="*/ 6743 h 10046"/>
              <a:gd name="connsiteX47" fmla="*/ 8934 w 11529"/>
              <a:gd name="connsiteY47" fmla="*/ 6623 h 10046"/>
              <a:gd name="connsiteX48" fmla="*/ 8690 w 11529"/>
              <a:gd name="connsiteY48" fmla="*/ 6712 h 10046"/>
              <a:gd name="connsiteX49" fmla="*/ 8341 w 11529"/>
              <a:gd name="connsiteY49" fmla="*/ 6906 h 10046"/>
              <a:gd name="connsiteX50" fmla="*/ 8040 w 11529"/>
              <a:gd name="connsiteY50" fmla="*/ 6868 h 10046"/>
              <a:gd name="connsiteX51" fmla="*/ 7543 w 11529"/>
              <a:gd name="connsiteY51" fmla="*/ 6757 h 10046"/>
              <a:gd name="connsiteX52" fmla="*/ 7022 w 11529"/>
              <a:gd name="connsiteY52" fmla="*/ 6743 h 10046"/>
              <a:gd name="connsiteX53" fmla="*/ 6615 w 11529"/>
              <a:gd name="connsiteY53" fmla="*/ 6774 h 10046"/>
              <a:gd name="connsiteX54" fmla="*/ 6606 w 11529"/>
              <a:gd name="connsiteY54" fmla="*/ 6623 h 10046"/>
              <a:gd name="connsiteX55" fmla="*/ 6701 w 11529"/>
              <a:gd name="connsiteY55" fmla="*/ 6271 h 10046"/>
              <a:gd name="connsiteX56" fmla="*/ 6759 w 11529"/>
              <a:gd name="connsiteY56" fmla="*/ 5870 h 10046"/>
              <a:gd name="connsiteX57" fmla="*/ 6682 w 11529"/>
              <a:gd name="connsiteY57" fmla="*/ 5373 h 10046"/>
              <a:gd name="connsiteX58" fmla="*/ 6500 w 11529"/>
              <a:gd name="connsiteY58" fmla="*/ 4729 h 10046"/>
              <a:gd name="connsiteX59" fmla="*/ 6314 w 11529"/>
              <a:gd name="connsiteY59" fmla="*/ 4156 h 10046"/>
              <a:gd name="connsiteX60" fmla="*/ 6018 w 11529"/>
              <a:gd name="connsiteY60" fmla="*/ 3342 h 10046"/>
              <a:gd name="connsiteX61" fmla="*/ 5970 w 11529"/>
              <a:gd name="connsiteY61" fmla="*/ 2248 h 10046"/>
              <a:gd name="connsiteX62" fmla="*/ 7585 w 11529"/>
              <a:gd name="connsiteY62" fmla="*/ 1832 h 10046"/>
              <a:gd name="connsiteX63" fmla="*/ 8702 w 11529"/>
              <a:gd name="connsiteY63" fmla="*/ 1704 h 10046"/>
              <a:gd name="connsiteX64" fmla="*/ 9549 w 11529"/>
              <a:gd name="connsiteY64" fmla="*/ 2117 h 10046"/>
              <a:gd name="connsiteX65" fmla="*/ 10290 w 11529"/>
              <a:gd name="connsiteY65" fmla="*/ 3010 h 10046"/>
              <a:gd name="connsiteX66" fmla="*/ 11529 w 11529"/>
              <a:gd name="connsiteY66" fmla="*/ 5057 h 10046"/>
              <a:gd name="connsiteX67" fmla="*/ 10602 w 11529"/>
              <a:gd name="connsiteY67" fmla="*/ 2879 h 10046"/>
              <a:gd name="connsiteX68" fmla="*/ 9962 w 11529"/>
              <a:gd name="connsiteY68" fmla="*/ 1976 h 10046"/>
              <a:gd name="connsiteX69" fmla="*/ 8393 w 11529"/>
              <a:gd name="connsiteY69" fmla="*/ 75 h 10046"/>
              <a:gd name="connsiteX70" fmla="*/ 7213 w 11529"/>
              <a:gd name="connsiteY70" fmla="*/ 489 h 10046"/>
              <a:gd name="connsiteX71" fmla="*/ 6065 w 11529"/>
              <a:gd name="connsiteY71" fmla="*/ 1445 h 10046"/>
              <a:gd name="connsiteX72" fmla="*/ 5664 w 11529"/>
              <a:gd name="connsiteY72" fmla="*/ 1873 h 10046"/>
              <a:gd name="connsiteX73" fmla="*/ 5439 w 11529"/>
              <a:gd name="connsiteY73" fmla="*/ 1772 h 10046"/>
              <a:gd name="connsiteX74" fmla="*/ 5272 w 11529"/>
              <a:gd name="connsiteY74" fmla="*/ 1303 h 10046"/>
              <a:gd name="connsiteX75" fmla="*/ 4946 w 11529"/>
              <a:gd name="connsiteY75" fmla="*/ 1275 h 10046"/>
              <a:gd name="connsiteX76" fmla="*/ 4822 w 11529"/>
              <a:gd name="connsiteY76" fmla="*/ 1544 h 10046"/>
              <a:gd name="connsiteX77" fmla="*/ 4630 w 11529"/>
              <a:gd name="connsiteY77" fmla="*/ 1910 h 10046"/>
              <a:gd name="connsiteX78" fmla="*/ 3746 w 11529"/>
              <a:gd name="connsiteY78" fmla="*/ 1528 h 10046"/>
              <a:gd name="connsiteX79" fmla="*/ 3689 w 11529"/>
              <a:gd name="connsiteY79" fmla="*/ 1138 h 10046"/>
              <a:gd name="connsiteX80" fmla="*/ 2967 w 11529"/>
              <a:gd name="connsiteY80" fmla="*/ 589 h 10046"/>
              <a:gd name="connsiteX81" fmla="*/ 2232 w 11529"/>
              <a:gd name="connsiteY81" fmla="*/ 727 h 10046"/>
              <a:gd name="connsiteX82" fmla="*/ 1877 w 11529"/>
              <a:gd name="connsiteY82" fmla="*/ 220 h 10046"/>
              <a:gd name="connsiteX83" fmla="*/ 955 w 11529"/>
              <a:gd name="connsiteY83" fmla="*/ 251 h 10046"/>
              <a:gd name="connsiteX84" fmla="*/ 287 w 11529"/>
              <a:gd name="connsiteY84" fmla="*/ 922 h 10046"/>
              <a:gd name="connsiteX85" fmla="*/ 4 w 11529"/>
              <a:gd name="connsiteY85" fmla="*/ 1673 h 10046"/>
              <a:gd name="connsiteX86" fmla="*/ 77 w 11529"/>
              <a:gd name="connsiteY86" fmla="*/ 5436 h 10046"/>
              <a:gd name="connsiteX87" fmla="*/ 246 w 11529"/>
              <a:gd name="connsiteY87" fmla="*/ 3177 h 10046"/>
              <a:gd name="connsiteX88" fmla="*/ 370 w 11529"/>
              <a:gd name="connsiteY88" fmla="*/ 1855 h 10046"/>
              <a:gd name="connsiteX89" fmla="*/ 992 w 11529"/>
              <a:gd name="connsiteY89" fmla="*/ 530 h 10046"/>
              <a:gd name="connsiteX90" fmla="*/ 1511 w 11529"/>
              <a:gd name="connsiteY90" fmla="*/ 451 h 10046"/>
              <a:gd name="connsiteX91" fmla="*/ 2150 w 11529"/>
              <a:gd name="connsiteY91" fmla="*/ 1073 h 10046"/>
              <a:gd name="connsiteX92" fmla="*/ 2809 w 11529"/>
              <a:gd name="connsiteY92" fmla="*/ 830 h 10046"/>
              <a:gd name="connsiteX93" fmla="*/ 3225 w 11529"/>
              <a:gd name="connsiteY93" fmla="*/ 1162 h 10046"/>
              <a:gd name="connsiteX94" fmla="*/ 3349 w 11529"/>
              <a:gd name="connsiteY94" fmla="*/ 1777 h 10046"/>
              <a:gd name="connsiteX95" fmla="*/ 4066 w 11529"/>
              <a:gd name="connsiteY95" fmla="*/ 2034 h 10046"/>
              <a:gd name="connsiteX96" fmla="*/ 4286 w 11529"/>
              <a:gd name="connsiteY96" fmla="*/ 2441 h 10046"/>
              <a:gd name="connsiteX97" fmla="*/ 4267 w 11529"/>
              <a:gd name="connsiteY97" fmla="*/ 3128 h 10046"/>
              <a:gd name="connsiteX0" fmla="*/ 4267 w 11529"/>
              <a:gd name="connsiteY0" fmla="*/ 2967 h 9885"/>
              <a:gd name="connsiteX1" fmla="*/ 3875 w 11529"/>
              <a:gd name="connsiteY1" fmla="*/ 4505 h 9885"/>
              <a:gd name="connsiteX2" fmla="*/ 3756 w 11529"/>
              <a:gd name="connsiteY2" fmla="*/ 5233 h 9885"/>
              <a:gd name="connsiteX3" fmla="*/ 3641 w 11529"/>
              <a:gd name="connsiteY3" fmla="*/ 5565 h 9885"/>
              <a:gd name="connsiteX4" fmla="*/ 3349 w 11529"/>
              <a:gd name="connsiteY4" fmla="*/ 5854 h 9885"/>
              <a:gd name="connsiteX5" fmla="*/ 3201 w 11529"/>
              <a:gd name="connsiteY5" fmla="*/ 6006 h 9885"/>
              <a:gd name="connsiteX6" fmla="*/ 3110 w 11529"/>
              <a:gd name="connsiteY6" fmla="*/ 6154 h 9885"/>
              <a:gd name="connsiteX7" fmla="*/ 3211 w 11529"/>
              <a:gd name="connsiteY7" fmla="*/ 6324 h 9885"/>
              <a:gd name="connsiteX8" fmla="*/ 3464 w 11529"/>
              <a:gd name="connsiteY8" fmla="*/ 6510 h 9885"/>
              <a:gd name="connsiteX9" fmla="*/ 3612 w 11529"/>
              <a:gd name="connsiteY9" fmla="*/ 6851 h 9885"/>
              <a:gd name="connsiteX10" fmla="*/ 3703 w 11529"/>
              <a:gd name="connsiteY10" fmla="*/ 7096 h 9885"/>
              <a:gd name="connsiteX11" fmla="*/ 3885 w 11529"/>
              <a:gd name="connsiteY11" fmla="*/ 7404 h 9885"/>
              <a:gd name="connsiteX12" fmla="*/ 4253 w 11529"/>
              <a:gd name="connsiteY12" fmla="*/ 8021 h 9885"/>
              <a:gd name="connsiteX13" fmla="*/ 4406 w 11529"/>
              <a:gd name="connsiteY13" fmla="*/ 8359 h 9885"/>
              <a:gd name="connsiteX14" fmla="*/ 4492 w 11529"/>
              <a:gd name="connsiteY14" fmla="*/ 8628 h 9885"/>
              <a:gd name="connsiteX15" fmla="*/ 4525 w 11529"/>
              <a:gd name="connsiteY15" fmla="*/ 9087 h 9885"/>
              <a:gd name="connsiteX16" fmla="*/ 4406 w 11529"/>
              <a:gd name="connsiteY16" fmla="*/ 9401 h 9885"/>
              <a:gd name="connsiteX17" fmla="*/ 4348 w 11529"/>
              <a:gd name="connsiteY17" fmla="*/ 9646 h 9885"/>
              <a:gd name="connsiteX18" fmla="*/ 4396 w 11529"/>
              <a:gd name="connsiteY18" fmla="*/ 9767 h 9885"/>
              <a:gd name="connsiteX19" fmla="*/ 4573 w 11529"/>
              <a:gd name="connsiteY19" fmla="*/ 9877 h 9885"/>
              <a:gd name="connsiteX20" fmla="*/ 5253 w 11529"/>
              <a:gd name="connsiteY20" fmla="*/ 9877 h 9885"/>
              <a:gd name="connsiteX21" fmla="*/ 5879 w 11529"/>
              <a:gd name="connsiteY21" fmla="*/ 9860 h 9885"/>
              <a:gd name="connsiteX22" fmla="*/ 6003 w 11529"/>
              <a:gd name="connsiteY22" fmla="*/ 9728 h 9885"/>
              <a:gd name="connsiteX23" fmla="*/ 5994 w 11529"/>
              <a:gd name="connsiteY23" fmla="*/ 9507 h 9885"/>
              <a:gd name="connsiteX24" fmla="*/ 5865 w 11529"/>
              <a:gd name="connsiteY24" fmla="*/ 9280 h 9885"/>
              <a:gd name="connsiteX25" fmla="*/ 5817 w 11529"/>
              <a:gd name="connsiteY25" fmla="*/ 9000 h 9885"/>
              <a:gd name="connsiteX26" fmla="*/ 5812 w 11529"/>
              <a:gd name="connsiteY26" fmla="*/ 8652 h 9885"/>
              <a:gd name="connsiteX27" fmla="*/ 5903 w 11529"/>
              <a:gd name="connsiteY27" fmla="*/ 8303 h 9885"/>
              <a:gd name="connsiteX28" fmla="*/ 6113 w 11529"/>
              <a:gd name="connsiteY28" fmla="*/ 7786 h 9885"/>
              <a:gd name="connsiteX29" fmla="*/ 6228 w 11529"/>
              <a:gd name="connsiteY29" fmla="*/ 7517 h 9885"/>
              <a:gd name="connsiteX30" fmla="*/ 6324 w 11529"/>
              <a:gd name="connsiteY30" fmla="*/ 7400 h 9885"/>
              <a:gd name="connsiteX31" fmla="*/ 6663 w 11529"/>
              <a:gd name="connsiteY31" fmla="*/ 7617 h 9885"/>
              <a:gd name="connsiteX32" fmla="*/ 7031 w 11529"/>
              <a:gd name="connsiteY32" fmla="*/ 7738 h 9885"/>
              <a:gd name="connsiteX33" fmla="*/ 7600 w 11529"/>
              <a:gd name="connsiteY33" fmla="*/ 7838 h 9885"/>
              <a:gd name="connsiteX34" fmla="*/ 8035 w 11529"/>
              <a:gd name="connsiteY34" fmla="*/ 7863 h 9885"/>
              <a:gd name="connsiteX35" fmla="*/ 8432 w 11529"/>
              <a:gd name="connsiteY35" fmla="*/ 8034 h 9885"/>
              <a:gd name="connsiteX36" fmla="*/ 8680 w 11529"/>
              <a:gd name="connsiteY36" fmla="*/ 8180 h 9885"/>
              <a:gd name="connsiteX37" fmla="*/ 8914 w 11529"/>
              <a:gd name="connsiteY37" fmla="*/ 8221 h 9885"/>
              <a:gd name="connsiteX38" fmla="*/ 8891 w 11529"/>
              <a:gd name="connsiteY38" fmla="*/ 8086 h 9885"/>
              <a:gd name="connsiteX39" fmla="*/ 8623 w 11529"/>
              <a:gd name="connsiteY39" fmla="*/ 7945 h 9885"/>
              <a:gd name="connsiteX40" fmla="*/ 8441 w 11529"/>
              <a:gd name="connsiteY40" fmla="*/ 7786 h 9885"/>
              <a:gd name="connsiteX41" fmla="*/ 8417 w 11529"/>
              <a:gd name="connsiteY41" fmla="*/ 7638 h 9885"/>
              <a:gd name="connsiteX42" fmla="*/ 8628 w 11529"/>
              <a:gd name="connsiteY42" fmla="*/ 7486 h 9885"/>
              <a:gd name="connsiteX43" fmla="*/ 8828 w 11529"/>
              <a:gd name="connsiteY43" fmla="*/ 7317 h 9885"/>
              <a:gd name="connsiteX44" fmla="*/ 8537 w 11529"/>
              <a:gd name="connsiteY44" fmla="*/ 6983 h 9885"/>
              <a:gd name="connsiteX45" fmla="*/ 8862 w 11529"/>
              <a:gd name="connsiteY45" fmla="*/ 6672 h 9885"/>
              <a:gd name="connsiteX46" fmla="*/ 8986 w 11529"/>
              <a:gd name="connsiteY46" fmla="*/ 6582 h 9885"/>
              <a:gd name="connsiteX47" fmla="*/ 8934 w 11529"/>
              <a:gd name="connsiteY47" fmla="*/ 6462 h 9885"/>
              <a:gd name="connsiteX48" fmla="*/ 8690 w 11529"/>
              <a:gd name="connsiteY48" fmla="*/ 6551 h 9885"/>
              <a:gd name="connsiteX49" fmla="*/ 8341 w 11529"/>
              <a:gd name="connsiteY49" fmla="*/ 6745 h 9885"/>
              <a:gd name="connsiteX50" fmla="*/ 8040 w 11529"/>
              <a:gd name="connsiteY50" fmla="*/ 6707 h 9885"/>
              <a:gd name="connsiteX51" fmla="*/ 7543 w 11529"/>
              <a:gd name="connsiteY51" fmla="*/ 6596 h 9885"/>
              <a:gd name="connsiteX52" fmla="*/ 7022 w 11529"/>
              <a:gd name="connsiteY52" fmla="*/ 6582 h 9885"/>
              <a:gd name="connsiteX53" fmla="*/ 6615 w 11529"/>
              <a:gd name="connsiteY53" fmla="*/ 6613 h 9885"/>
              <a:gd name="connsiteX54" fmla="*/ 6606 w 11529"/>
              <a:gd name="connsiteY54" fmla="*/ 6462 h 9885"/>
              <a:gd name="connsiteX55" fmla="*/ 6701 w 11529"/>
              <a:gd name="connsiteY55" fmla="*/ 6110 h 9885"/>
              <a:gd name="connsiteX56" fmla="*/ 6759 w 11529"/>
              <a:gd name="connsiteY56" fmla="*/ 5709 h 9885"/>
              <a:gd name="connsiteX57" fmla="*/ 6682 w 11529"/>
              <a:gd name="connsiteY57" fmla="*/ 5212 h 9885"/>
              <a:gd name="connsiteX58" fmla="*/ 6500 w 11529"/>
              <a:gd name="connsiteY58" fmla="*/ 4568 h 9885"/>
              <a:gd name="connsiteX59" fmla="*/ 6314 w 11529"/>
              <a:gd name="connsiteY59" fmla="*/ 3995 h 9885"/>
              <a:gd name="connsiteX60" fmla="*/ 6018 w 11529"/>
              <a:gd name="connsiteY60" fmla="*/ 3181 h 9885"/>
              <a:gd name="connsiteX61" fmla="*/ 5970 w 11529"/>
              <a:gd name="connsiteY61" fmla="*/ 2087 h 9885"/>
              <a:gd name="connsiteX62" fmla="*/ 7585 w 11529"/>
              <a:gd name="connsiteY62" fmla="*/ 1671 h 9885"/>
              <a:gd name="connsiteX63" fmla="*/ 8702 w 11529"/>
              <a:gd name="connsiteY63" fmla="*/ 1543 h 9885"/>
              <a:gd name="connsiteX64" fmla="*/ 9549 w 11529"/>
              <a:gd name="connsiteY64" fmla="*/ 1956 h 9885"/>
              <a:gd name="connsiteX65" fmla="*/ 10290 w 11529"/>
              <a:gd name="connsiteY65" fmla="*/ 2849 h 9885"/>
              <a:gd name="connsiteX66" fmla="*/ 11529 w 11529"/>
              <a:gd name="connsiteY66" fmla="*/ 4896 h 9885"/>
              <a:gd name="connsiteX67" fmla="*/ 10602 w 11529"/>
              <a:gd name="connsiteY67" fmla="*/ 2718 h 9885"/>
              <a:gd name="connsiteX68" fmla="*/ 9962 w 11529"/>
              <a:gd name="connsiteY68" fmla="*/ 1815 h 9885"/>
              <a:gd name="connsiteX69" fmla="*/ 8937 w 11529"/>
              <a:gd name="connsiteY69" fmla="*/ 1203 h 9885"/>
              <a:gd name="connsiteX70" fmla="*/ 7213 w 11529"/>
              <a:gd name="connsiteY70" fmla="*/ 328 h 9885"/>
              <a:gd name="connsiteX71" fmla="*/ 6065 w 11529"/>
              <a:gd name="connsiteY71" fmla="*/ 1284 h 9885"/>
              <a:gd name="connsiteX72" fmla="*/ 5664 w 11529"/>
              <a:gd name="connsiteY72" fmla="*/ 1712 h 9885"/>
              <a:gd name="connsiteX73" fmla="*/ 5439 w 11529"/>
              <a:gd name="connsiteY73" fmla="*/ 1611 h 9885"/>
              <a:gd name="connsiteX74" fmla="*/ 5272 w 11529"/>
              <a:gd name="connsiteY74" fmla="*/ 1142 h 9885"/>
              <a:gd name="connsiteX75" fmla="*/ 4946 w 11529"/>
              <a:gd name="connsiteY75" fmla="*/ 1114 h 9885"/>
              <a:gd name="connsiteX76" fmla="*/ 4822 w 11529"/>
              <a:gd name="connsiteY76" fmla="*/ 1383 h 9885"/>
              <a:gd name="connsiteX77" fmla="*/ 4630 w 11529"/>
              <a:gd name="connsiteY77" fmla="*/ 1749 h 9885"/>
              <a:gd name="connsiteX78" fmla="*/ 3746 w 11529"/>
              <a:gd name="connsiteY78" fmla="*/ 1367 h 9885"/>
              <a:gd name="connsiteX79" fmla="*/ 3689 w 11529"/>
              <a:gd name="connsiteY79" fmla="*/ 977 h 9885"/>
              <a:gd name="connsiteX80" fmla="*/ 2967 w 11529"/>
              <a:gd name="connsiteY80" fmla="*/ 428 h 9885"/>
              <a:gd name="connsiteX81" fmla="*/ 2232 w 11529"/>
              <a:gd name="connsiteY81" fmla="*/ 566 h 9885"/>
              <a:gd name="connsiteX82" fmla="*/ 1877 w 11529"/>
              <a:gd name="connsiteY82" fmla="*/ 59 h 9885"/>
              <a:gd name="connsiteX83" fmla="*/ 955 w 11529"/>
              <a:gd name="connsiteY83" fmla="*/ 90 h 9885"/>
              <a:gd name="connsiteX84" fmla="*/ 287 w 11529"/>
              <a:gd name="connsiteY84" fmla="*/ 761 h 9885"/>
              <a:gd name="connsiteX85" fmla="*/ 4 w 11529"/>
              <a:gd name="connsiteY85" fmla="*/ 1512 h 9885"/>
              <a:gd name="connsiteX86" fmla="*/ 77 w 11529"/>
              <a:gd name="connsiteY86" fmla="*/ 5275 h 9885"/>
              <a:gd name="connsiteX87" fmla="*/ 246 w 11529"/>
              <a:gd name="connsiteY87" fmla="*/ 3016 h 9885"/>
              <a:gd name="connsiteX88" fmla="*/ 370 w 11529"/>
              <a:gd name="connsiteY88" fmla="*/ 1694 h 9885"/>
              <a:gd name="connsiteX89" fmla="*/ 992 w 11529"/>
              <a:gd name="connsiteY89" fmla="*/ 369 h 9885"/>
              <a:gd name="connsiteX90" fmla="*/ 1511 w 11529"/>
              <a:gd name="connsiteY90" fmla="*/ 290 h 9885"/>
              <a:gd name="connsiteX91" fmla="*/ 2150 w 11529"/>
              <a:gd name="connsiteY91" fmla="*/ 912 h 9885"/>
              <a:gd name="connsiteX92" fmla="*/ 2809 w 11529"/>
              <a:gd name="connsiteY92" fmla="*/ 669 h 9885"/>
              <a:gd name="connsiteX93" fmla="*/ 3225 w 11529"/>
              <a:gd name="connsiteY93" fmla="*/ 1001 h 9885"/>
              <a:gd name="connsiteX94" fmla="*/ 3349 w 11529"/>
              <a:gd name="connsiteY94" fmla="*/ 1616 h 9885"/>
              <a:gd name="connsiteX95" fmla="*/ 4066 w 11529"/>
              <a:gd name="connsiteY95" fmla="*/ 1873 h 9885"/>
              <a:gd name="connsiteX96" fmla="*/ 4286 w 11529"/>
              <a:gd name="connsiteY96" fmla="*/ 2280 h 9885"/>
              <a:gd name="connsiteX97" fmla="*/ 4267 w 11529"/>
              <a:gd name="connsiteY97" fmla="*/ 2967 h 9885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261 w 10000"/>
              <a:gd name="connsiteY71" fmla="*/ 1299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605 w 10000"/>
              <a:gd name="connsiteY62" fmla="*/ 1602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9423"/>
              <a:gd name="connsiteY0" fmla="*/ 3002 h 10000"/>
              <a:gd name="connsiteX1" fmla="*/ 3361 w 9423"/>
              <a:gd name="connsiteY1" fmla="*/ 4557 h 10000"/>
              <a:gd name="connsiteX2" fmla="*/ 3258 w 9423"/>
              <a:gd name="connsiteY2" fmla="*/ 5294 h 10000"/>
              <a:gd name="connsiteX3" fmla="*/ 3158 w 9423"/>
              <a:gd name="connsiteY3" fmla="*/ 5630 h 10000"/>
              <a:gd name="connsiteX4" fmla="*/ 2905 w 9423"/>
              <a:gd name="connsiteY4" fmla="*/ 5922 h 10000"/>
              <a:gd name="connsiteX5" fmla="*/ 2776 w 9423"/>
              <a:gd name="connsiteY5" fmla="*/ 6076 h 10000"/>
              <a:gd name="connsiteX6" fmla="*/ 2698 w 9423"/>
              <a:gd name="connsiteY6" fmla="*/ 6226 h 10000"/>
              <a:gd name="connsiteX7" fmla="*/ 2785 w 9423"/>
              <a:gd name="connsiteY7" fmla="*/ 6398 h 10000"/>
              <a:gd name="connsiteX8" fmla="*/ 3005 w 9423"/>
              <a:gd name="connsiteY8" fmla="*/ 6586 h 10000"/>
              <a:gd name="connsiteX9" fmla="*/ 3133 w 9423"/>
              <a:gd name="connsiteY9" fmla="*/ 6931 h 10000"/>
              <a:gd name="connsiteX10" fmla="*/ 3212 w 9423"/>
              <a:gd name="connsiteY10" fmla="*/ 7179 h 10000"/>
              <a:gd name="connsiteX11" fmla="*/ 3370 w 9423"/>
              <a:gd name="connsiteY11" fmla="*/ 7490 h 10000"/>
              <a:gd name="connsiteX12" fmla="*/ 3689 w 9423"/>
              <a:gd name="connsiteY12" fmla="*/ 8114 h 10000"/>
              <a:gd name="connsiteX13" fmla="*/ 3822 w 9423"/>
              <a:gd name="connsiteY13" fmla="*/ 8456 h 10000"/>
              <a:gd name="connsiteX14" fmla="*/ 3896 w 9423"/>
              <a:gd name="connsiteY14" fmla="*/ 8728 h 10000"/>
              <a:gd name="connsiteX15" fmla="*/ 3925 w 9423"/>
              <a:gd name="connsiteY15" fmla="*/ 9193 h 10000"/>
              <a:gd name="connsiteX16" fmla="*/ 3822 w 9423"/>
              <a:gd name="connsiteY16" fmla="*/ 9510 h 10000"/>
              <a:gd name="connsiteX17" fmla="*/ 3771 w 9423"/>
              <a:gd name="connsiteY17" fmla="*/ 9758 h 10000"/>
              <a:gd name="connsiteX18" fmla="*/ 3813 w 9423"/>
              <a:gd name="connsiteY18" fmla="*/ 9881 h 10000"/>
              <a:gd name="connsiteX19" fmla="*/ 3967 w 9423"/>
              <a:gd name="connsiteY19" fmla="*/ 9992 h 10000"/>
              <a:gd name="connsiteX20" fmla="*/ 4556 w 9423"/>
              <a:gd name="connsiteY20" fmla="*/ 9992 h 10000"/>
              <a:gd name="connsiteX21" fmla="*/ 5099 w 9423"/>
              <a:gd name="connsiteY21" fmla="*/ 9975 h 10000"/>
              <a:gd name="connsiteX22" fmla="*/ 5207 w 9423"/>
              <a:gd name="connsiteY22" fmla="*/ 9841 h 10000"/>
              <a:gd name="connsiteX23" fmla="*/ 5199 w 9423"/>
              <a:gd name="connsiteY23" fmla="*/ 9618 h 10000"/>
              <a:gd name="connsiteX24" fmla="*/ 5087 w 9423"/>
              <a:gd name="connsiteY24" fmla="*/ 9388 h 10000"/>
              <a:gd name="connsiteX25" fmla="*/ 5046 w 9423"/>
              <a:gd name="connsiteY25" fmla="*/ 9105 h 10000"/>
              <a:gd name="connsiteX26" fmla="*/ 5041 w 9423"/>
              <a:gd name="connsiteY26" fmla="*/ 8753 h 10000"/>
              <a:gd name="connsiteX27" fmla="*/ 5120 w 9423"/>
              <a:gd name="connsiteY27" fmla="*/ 8400 h 10000"/>
              <a:gd name="connsiteX28" fmla="*/ 5302 w 9423"/>
              <a:gd name="connsiteY28" fmla="*/ 7877 h 10000"/>
              <a:gd name="connsiteX29" fmla="*/ 5402 w 9423"/>
              <a:gd name="connsiteY29" fmla="*/ 7604 h 10000"/>
              <a:gd name="connsiteX30" fmla="*/ 5485 w 9423"/>
              <a:gd name="connsiteY30" fmla="*/ 7486 h 10000"/>
              <a:gd name="connsiteX31" fmla="*/ 5779 w 9423"/>
              <a:gd name="connsiteY31" fmla="*/ 7706 h 10000"/>
              <a:gd name="connsiteX32" fmla="*/ 6099 w 9423"/>
              <a:gd name="connsiteY32" fmla="*/ 7828 h 10000"/>
              <a:gd name="connsiteX33" fmla="*/ 6592 w 9423"/>
              <a:gd name="connsiteY33" fmla="*/ 7929 h 10000"/>
              <a:gd name="connsiteX34" fmla="*/ 6969 w 9423"/>
              <a:gd name="connsiteY34" fmla="*/ 7954 h 10000"/>
              <a:gd name="connsiteX35" fmla="*/ 7314 w 9423"/>
              <a:gd name="connsiteY35" fmla="*/ 8127 h 10000"/>
              <a:gd name="connsiteX36" fmla="*/ 7529 w 9423"/>
              <a:gd name="connsiteY36" fmla="*/ 8275 h 10000"/>
              <a:gd name="connsiteX37" fmla="*/ 7732 w 9423"/>
              <a:gd name="connsiteY37" fmla="*/ 8317 h 10000"/>
              <a:gd name="connsiteX38" fmla="*/ 7712 w 9423"/>
              <a:gd name="connsiteY38" fmla="*/ 8180 h 10000"/>
              <a:gd name="connsiteX39" fmla="*/ 7479 w 9423"/>
              <a:gd name="connsiteY39" fmla="*/ 8037 h 10000"/>
              <a:gd name="connsiteX40" fmla="*/ 7322 w 9423"/>
              <a:gd name="connsiteY40" fmla="*/ 7877 h 10000"/>
              <a:gd name="connsiteX41" fmla="*/ 7301 w 9423"/>
              <a:gd name="connsiteY41" fmla="*/ 7727 h 10000"/>
              <a:gd name="connsiteX42" fmla="*/ 7484 w 9423"/>
              <a:gd name="connsiteY42" fmla="*/ 7573 h 10000"/>
              <a:gd name="connsiteX43" fmla="*/ 7657 w 9423"/>
              <a:gd name="connsiteY43" fmla="*/ 7402 h 10000"/>
              <a:gd name="connsiteX44" fmla="*/ 7405 w 9423"/>
              <a:gd name="connsiteY44" fmla="*/ 7064 h 10000"/>
              <a:gd name="connsiteX45" fmla="*/ 7687 w 9423"/>
              <a:gd name="connsiteY45" fmla="*/ 6750 h 10000"/>
              <a:gd name="connsiteX46" fmla="*/ 7794 w 9423"/>
              <a:gd name="connsiteY46" fmla="*/ 6659 h 10000"/>
              <a:gd name="connsiteX47" fmla="*/ 7749 w 9423"/>
              <a:gd name="connsiteY47" fmla="*/ 6537 h 10000"/>
              <a:gd name="connsiteX48" fmla="*/ 7538 w 9423"/>
              <a:gd name="connsiteY48" fmla="*/ 6627 h 10000"/>
              <a:gd name="connsiteX49" fmla="*/ 7235 w 9423"/>
              <a:gd name="connsiteY49" fmla="*/ 6823 h 10000"/>
              <a:gd name="connsiteX50" fmla="*/ 6974 w 9423"/>
              <a:gd name="connsiteY50" fmla="*/ 6785 h 10000"/>
              <a:gd name="connsiteX51" fmla="*/ 6543 w 9423"/>
              <a:gd name="connsiteY51" fmla="*/ 6673 h 10000"/>
              <a:gd name="connsiteX52" fmla="*/ 6091 w 9423"/>
              <a:gd name="connsiteY52" fmla="*/ 6659 h 10000"/>
              <a:gd name="connsiteX53" fmla="*/ 5738 w 9423"/>
              <a:gd name="connsiteY53" fmla="*/ 6690 h 10000"/>
              <a:gd name="connsiteX54" fmla="*/ 5730 w 9423"/>
              <a:gd name="connsiteY54" fmla="*/ 6537 h 10000"/>
              <a:gd name="connsiteX55" fmla="*/ 5812 w 9423"/>
              <a:gd name="connsiteY55" fmla="*/ 6181 h 10000"/>
              <a:gd name="connsiteX56" fmla="*/ 5863 w 9423"/>
              <a:gd name="connsiteY56" fmla="*/ 5775 h 10000"/>
              <a:gd name="connsiteX57" fmla="*/ 5796 w 9423"/>
              <a:gd name="connsiteY57" fmla="*/ 5273 h 10000"/>
              <a:gd name="connsiteX58" fmla="*/ 5638 w 9423"/>
              <a:gd name="connsiteY58" fmla="*/ 4621 h 10000"/>
              <a:gd name="connsiteX59" fmla="*/ 5477 w 9423"/>
              <a:gd name="connsiteY59" fmla="*/ 4041 h 10000"/>
              <a:gd name="connsiteX60" fmla="*/ 5220 w 9423"/>
              <a:gd name="connsiteY60" fmla="*/ 3218 h 10000"/>
              <a:gd name="connsiteX61" fmla="*/ 5178 w 9423"/>
              <a:gd name="connsiteY61" fmla="*/ 2111 h 10000"/>
              <a:gd name="connsiteX62" fmla="*/ 6605 w 9423"/>
              <a:gd name="connsiteY62" fmla="*/ 1602 h 10000"/>
              <a:gd name="connsiteX63" fmla="*/ 7548 w 9423"/>
              <a:gd name="connsiteY63" fmla="*/ 1561 h 10000"/>
              <a:gd name="connsiteX64" fmla="*/ 8283 w 9423"/>
              <a:gd name="connsiteY64" fmla="*/ 1979 h 10000"/>
              <a:gd name="connsiteX65" fmla="*/ 8925 w 9423"/>
              <a:gd name="connsiteY65" fmla="*/ 2882 h 10000"/>
              <a:gd name="connsiteX66" fmla="*/ 9423 w 9423"/>
              <a:gd name="connsiteY66" fmla="*/ 5285 h 10000"/>
              <a:gd name="connsiteX67" fmla="*/ 9196 w 9423"/>
              <a:gd name="connsiteY67" fmla="*/ 2750 h 10000"/>
              <a:gd name="connsiteX68" fmla="*/ 8641 w 9423"/>
              <a:gd name="connsiteY68" fmla="*/ 1836 h 10000"/>
              <a:gd name="connsiteX69" fmla="*/ 7988 w 9423"/>
              <a:gd name="connsiteY69" fmla="*/ 1372 h 10000"/>
              <a:gd name="connsiteX70" fmla="*/ 6518 w 9423"/>
              <a:gd name="connsiteY70" fmla="*/ 1305 h 10000"/>
              <a:gd name="connsiteX71" fmla="*/ 5550 w 9423"/>
              <a:gd name="connsiteY71" fmla="*/ 1586 h 10000"/>
              <a:gd name="connsiteX72" fmla="*/ 4913 w 9423"/>
              <a:gd name="connsiteY72" fmla="*/ 1732 h 10000"/>
              <a:gd name="connsiteX73" fmla="*/ 4718 w 9423"/>
              <a:gd name="connsiteY73" fmla="*/ 1630 h 10000"/>
              <a:gd name="connsiteX74" fmla="*/ 4573 w 9423"/>
              <a:gd name="connsiteY74" fmla="*/ 1155 h 10000"/>
              <a:gd name="connsiteX75" fmla="*/ 4290 w 9423"/>
              <a:gd name="connsiteY75" fmla="*/ 1127 h 10000"/>
              <a:gd name="connsiteX76" fmla="*/ 4182 w 9423"/>
              <a:gd name="connsiteY76" fmla="*/ 1399 h 10000"/>
              <a:gd name="connsiteX77" fmla="*/ 4016 w 9423"/>
              <a:gd name="connsiteY77" fmla="*/ 1769 h 10000"/>
              <a:gd name="connsiteX78" fmla="*/ 3249 w 9423"/>
              <a:gd name="connsiteY78" fmla="*/ 1383 h 10000"/>
              <a:gd name="connsiteX79" fmla="*/ 3200 w 9423"/>
              <a:gd name="connsiteY79" fmla="*/ 988 h 10000"/>
              <a:gd name="connsiteX80" fmla="*/ 2574 w 9423"/>
              <a:gd name="connsiteY80" fmla="*/ 433 h 10000"/>
              <a:gd name="connsiteX81" fmla="*/ 1936 w 9423"/>
              <a:gd name="connsiteY81" fmla="*/ 573 h 10000"/>
              <a:gd name="connsiteX82" fmla="*/ 1628 w 9423"/>
              <a:gd name="connsiteY82" fmla="*/ 60 h 10000"/>
              <a:gd name="connsiteX83" fmla="*/ 828 w 9423"/>
              <a:gd name="connsiteY83" fmla="*/ 91 h 10000"/>
              <a:gd name="connsiteX84" fmla="*/ 249 w 9423"/>
              <a:gd name="connsiteY84" fmla="*/ 770 h 10000"/>
              <a:gd name="connsiteX85" fmla="*/ 3 w 9423"/>
              <a:gd name="connsiteY85" fmla="*/ 1530 h 10000"/>
              <a:gd name="connsiteX86" fmla="*/ 67 w 9423"/>
              <a:gd name="connsiteY86" fmla="*/ 5336 h 10000"/>
              <a:gd name="connsiteX87" fmla="*/ 213 w 9423"/>
              <a:gd name="connsiteY87" fmla="*/ 3051 h 10000"/>
              <a:gd name="connsiteX88" fmla="*/ 321 w 9423"/>
              <a:gd name="connsiteY88" fmla="*/ 1714 h 10000"/>
              <a:gd name="connsiteX89" fmla="*/ 860 w 9423"/>
              <a:gd name="connsiteY89" fmla="*/ 373 h 10000"/>
              <a:gd name="connsiteX90" fmla="*/ 1311 w 9423"/>
              <a:gd name="connsiteY90" fmla="*/ 293 h 10000"/>
              <a:gd name="connsiteX91" fmla="*/ 1865 w 9423"/>
              <a:gd name="connsiteY91" fmla="*/ 923 h 10000"/>
              <a:gd name="connsiteX92" fmla="*/ 2436 w 9423"/>
              <a:gd name="connsiteY92" fmla="*/ 677 h 10000"/>
              <a:gd name="connsiteX93" fmla="*/ 2797 w 9423"/>
              <a:gd name="connsiteY93" fmla="*/ 1013 h 10000"/>
              <a:gd name="connsiteX94" fmla="*/ 2905 w 9423"/>
              <a:gd name="connsiteY94" fmla="*/ 1635 h 10000"/>
              <a:gd name="connsiteX95" fmla="*/ 3527 w 9423"/>
              <a:gd name="connsiteY95" fmla="*/ 1895 h 10000"/>
              <a:gd name="connsiteX96" fmla="*/ 3718 w 9423"/>
              <a:gd name="connsiteY96" fmla="*/ 2307 h 10000"/>
              <a:gd name="connsiteX97" fmla="*/ 3701 w 9423"/>
              <a:gd name="connsiteY97" fmla="*/ 3002 h 10000"/>
              <a:gd name="connsiteX0" fmla="*/ 3928 w 10001"/>
              <a:gd name="connsiteY0" fmla="*/ 3002 h 10000"/>
              <a:gd name="connsiteX1" fmla="*/ 3567 w 10001"/>
              <a:gd name="connsiteY1" fmla="*/ 4557 h 10000"/>
              <a:gd name="connsiteX2" fmla="*/ 3457 w 10001"/>
              <a:gd name="connsiteY2" fmla="*/ 5294 h 10000"/>
              <a:gd name="connsiteX3" fmla="*/ 3351 w 10001"/>
              <a:gd name="connsiteY3" fmla="*/ 5630 h 10000"/>
              <a:gd name="connsiteX4" fmla="*/ 3083 w 10001"/>
              <a:gd name="connsiteY4" fmla="*/ 5922 h 10000"/>
              <a:gd name="connsiteX5" fmla="*/ 2946 w 10001"/>
              <a:gd name="connsiteY5" fmla="*/ 6076 h 10000"/>
              <a:gd name="connsiteX6" fmla="*/ 2863 w 10001"/>
              <a:gd name="connsiteY6" fmla="*/ 6226 h 10000"/>
              <a:gd name="connsiteX7" fmla="*/ 2956 w 10001"/>
              <a:gd name="connsiteY7" fmla="*/ 6398 h 10000"/>
              <a:gd name="connsiteX8" fmla="*/ 3189 w 10001"/>
              <a:gd name="connsiteY8" fmla="*/ 6586 h 10000"/>
              <a:gd name="connsiteX9" fmla="*/ 3325 w 10001"/>
              <a:gd name="connsiteY9" fmla="*/ 6931 h 10000"/>
              <a:gd name="connsiteX10" fmla="*/ 3409 w 10001"/>
              <a:gd name="connsiteY10" fmla="*/ 7179 h 10000"/>
              <a:gd name="connsiteX11" fmla="*/ 3576 w 10001"/>
              <a:gd name="connsiteY11" fmla="*/ 7490 h 10000"/>
              <a:gd name="connsiteX12" fmla="*/ 3915 w 10001"/>
              <a:gd name="connsiteY12" fmla="*/ 8114 h 10000"/>
              <a:gd name="connsiteX13" fmla="*/ 4056 w 10001"/>
              <a:gd name="connsiteY13" fmla="*/ 8456 h 10000"/>
              <a:gd name="connsiteX14" fmla="*/ 4135 w 10001"/>
              <a:gd name="connsiteY14" fmla="*/ 8728 h 10000"/>
              <a:gd name="connsiteX15" fmla="*/ 4165 w 10001"/>
              <a:gd name="connsiteY15" fmla="*/ 9193 h 10000"/>
              <a:gd name="connsiteX16" fmla="*/ 4056 w 10001"/>
              <a:gd name="connsiteY16" fmla="*/ 9510 h 10000"/>
              <a:gd name="connsiteX17" fmla="*/ 4002 w 10001"/>
              <a:gd name="connsiteY17" fmla="*/ 9758 h 10000"/>
              <a:gd name="connsiteX18" fmla="*/ 4046 w 10001"/>
              <a:gd name="connsiteY18" fmla="*/ 9881 h 10000"/>
              <a:gd name="connsiteX19" fmla="*/ 4210 w 10001"/>
              <a:gd name="connsiteY19" fmla="*/ 9992 h 10000"/>
              <a:gd name="connsiteX20" fmla="*/ 4835 w 10001"/>
              <a:gd name="connsiteY20" fmla="*/ 9992 h 10000"/>
              <a:gd name="connsiteX21" fmla="*/ 5411 w 10001"/>
              <a:gd name="connsiteY21" fmla="*/ 9975 h 10000"/>
              <a:gd name="connsiteX22" fmla="*/ 5526 w 10001"/>
              <a:gd name="connsiteY22" fmla="*/ 9841 h 10000"/>
              <a:gd name="connsiteX23" fmla="*/ 5517 w 10001"/>
              <a:gd name="connsiteY23" fmla="*/ 9618 h 10000"/>
              <a:gd name="connsiteX24" fmla="*/ 5398 w 10001"/>
              <a:gd name="connsiteY24" fmla="*/ 9388 h 10000"/>
              <a:gd name="connsiteX25" fmla="*/ 5355 w 10001"/>
              <a:gd name="connsiteY25" fmla="*/ 9105 h 10000"/>
              <a:gd name="connsiteX26" fmla="*/ 5350 w 10001"/>
              <a:gd name="connsiteY26" fmla="*/ 8753 h 10000"/>
              <a:gd name="connsiteX27" fmla="*/ 5434 w 10001"/>
              <a:gd name="connsiteY27" fmla="*/ 8400 h 10000"/>
              <a:gd name="connsiteX28" fmla="*/ 5627 w 10001"/>
              <a:gd name="connsiteY28" fmla="*/ 7877 h 10000"/>
              <a:gd name="connsiteX29" fmla="*/ 5733 w 10001"/>
              <a:gd name="connsiteY29" fmla="*/ 7604 h 10000"/>
              <a:gd name="connsiteX30" fmla="*/ 5821 w 10001"/>
              <a:gd name="connsiteY30" fmla="*/ 7486 h 10000"/>
              <a:gd name="connsiteX31" fmla="*/ 6133 w 10001"/>
              <a:gd name="connsiteY31" fmla="*/ 7706 h 10000"/>
              <a:gd name="connsiteX32" fmla="*/ 6472 w 10001"/>
              <a:gd name="connsiteY32" fmla="*/ 7828 h 10000"/>
              <a:gd name="connsiteX33" fmla="*/ 6996 w 10001"/>
              <a:gd name="connsiteY33" fmla="*/ 7929 h 10000"/>
              <a:gd name="connsiteX34" fmla="*/ 7396 w 10001"/>
              <a:gd name="connsiteY34" fmla="*/ 7954 h 10000"/>
              <a:gd name="connsiteX35" fmla="*/ 7762 w 10001"/>
              <a:gd name="connsiteY35" fmla="*/ 8127 h 10000"/>
              <a:gd name="connsiteX36" fmla="*/ 7990 w 10001"/>
              <a:gd name="connsiteY36" fmla="*/ 8275 h 10000"/>
              <a:gd name="connsiteX37" fmla="*/ 8205 w 10001"/>
              <a:gd name="connsiteY37" fmla="*/ 8317 h 10000"/>
              <a:gd name="connsiteX38" fmla="*/ 8184 w 10001"/>
              <a:gd name="connsiteY38" fmla="*/ 8180 h 10000"/>
              <a:gd name="connsiteX39" fmla="*/ 7937 w 10001"/>
              <a:gd name="connsiteY39" fmla="*/ 8037 h 10000"/>
              <a:gd name="connsiteX40" fmla="*/ 7770 w 10001"/>
              <a:gd name="connsiteY40" fmla="*/ 7877 h 10000"/>
              <a:gd name="connsiteX41" fmla="*/ 7748 w 10001"/>
              <a:gd name="connsiteY41" fmla="*/ 7727 h 10000"/>
              <a:gd name="connsiteX42" fmla="*/ 7942 w 10001"/>
              <a:gd name="connsiteY42" fmla="*/ 7573 h 10000"/>
              <a:gd name="connsiteX43" fmla="*/ 8126 w 10001"/>
              <a:gd name="connsiteY43" fmla="*/ 7402 h 10000"/>
              <a:gd name="connsiteX44" fmla="*/ 7858 w 10001"/>
              <a:gd name="connsiteY44" fmla="*/ 7064 h 10000"/>
              <a:gd name="connsiteX45" fmla="*/ 8158 w 10001"/>
              <a:gd name="connsiteY45" fmla="*/ 6750 h 10000"/>
              <a:gd name="connsiteX46" fmla="*/ 8271 w 10001"/>
              <a:gd name="connsiteY46" fmla="*/ 6659 h 10000"/>
              <a:gd name="connsiteX47" fmla="*/ 8223 w 10001"/>
              <a:gd name="connsiteY47" fmla="*/ 6537 h 10000"/>
              <a:gd name="connsiteX48" fmla="*/ 8000 w 10001"/>
              <a:gd name="connsiteY48" fmla="*/ 6627 h 10000"/>
              <a:gd name="connsiteX49" fmla="*/ 7678 w 10001"/>
              <a:gd name="connsiteY49" fmla="*/ 6823 h 10000"/>
              <a:gd name="connsiteX50" fmla="*/ 7401 w 10001"/>
              <a:gd name="connsiteY50" fmla="*/ 6785 h 10000"/>
              <a:gd name="connsiteX51" fmla="*/ 6944 w 10001"/>
              <a:gd name="connsiteY51" fmla="*/ 6673 h 10000"/>
              <a:gd name="connsiteX52" fmla="*/ 6464 w 10001"/>
              <a:gd name="connsiteY52" fmla="*/ 6659 h 10000"/>
              <a:gd name="connsiteX53" fmla="*/ 6089 w 10001"/>
              <a:gd name="connsiteY53" fmla="*/ 6690 h 10000"/>
              <a:gd name="connsiteX54" fmla="*/ 6081 w 10001"/>
              <a:gd name="connsiteY54" fmla="*/ 6537 h 10000"/>
              <a:gd name="connsiteX55" fmla="*/ 6168 w 10001"/>
              <a:gd name="connsiteY55" fmla="*/ 6181 h 10000"/>
              <a:gd name="connsiteX56" fmla="*/ 6222 w 10001"/>
              <a:gd name="connsiteY56" fmla="*/ 5775 h 10000"/>
              <a:gd name="connsiteX57" fmla="*/ 6151 w 10001"/>
              <a:gd name="connsiteY57" fmla="*/ 5273 h 10000"/>
              <a:gd name="connsiteX58" fmla="*/ 5983 w 10001"/>
              <a:gd name="connsiteY58" fmla="*/ 4621 h 10000"/>
              <a:gd name="connsiteX59" fmla="*/ 5812 w 10001"/>
              <a:gd name="connsiteY59" fmla="*/ 4041 h 10000"/>
              <a:gd name="connsiteX60" fmla="*/ 5540 w 10001"/>
              <a:gd name="connsiteY60" fmla="*/ 3218 h 10000"/>
              <a:gd name="connsiteX61" fmla="*/ 5495 w 10001"/>
              <a:gd name="connsiteY61" fmla="*/ 2111 h 10000"/>
              <a:gd name="connsiteX62" fmla="*/ 7009 w 10001"/>
              <a:gd name="connsiteY62" fmla="*/ 1602 h 10000"/>
              <a:gd name="connsiteX63" fmla="*/ 8010 w 10001"/>
              <a:gd name="connsiteY63" fmla="*/ 1561 h 10000"/>
              <a:gd name="connsiteX64" fmla="*/ 8790 w 10001"/>
              <a:gd name="connsiteY64" fmla="*/ 1979 h 10000"/>
              <a:gd name="connsiteX65" fmla="*/ 9054 w 10001"/>
              <a:gd name="connsiteY65" fmla="*/ 3258 h 10000"/>
              <a:gd name="connsiteX66" fmla="*/ 10000 w 10001"/>
              <a:gd name="connsiteY66" fmla="*/ 5285 h 10000"/>
              <a:gd name="connsiteX67" fmla="*/ 9759 w 10001"/>
              <a:gd name="connsiteY67" fmla="*/ 2750 h 10000"/>
              <a:gd name="connsiteX68" fmla="*/ 9170 w 10001"/>
              <a:gd name="connsiteY68" fmla="*/ 1836 h 10000"/>
              <a:gd name="connsiteX69" fmla="*/ 8477 w 10001"/>
              <a:gd name="connsiteY69" fmla="*/ 1372 h 10000"/>
              <a:gd name="connsiteX70" fmla="*/ 6917 w 10001"/>
              <a:gd name="connsiteY70" fmla="*/ 1305 h 10000"/>
              <a:gd name="connsiteX71" fmla="*/ 5890 w 10001"/>
              <a:gd name="connsiteY71" fmla="*/ 1586 h 10000"/>
              <a:gd name="connsiteX72" fmla="*/ 5214 w 10001"/>
              <a:gd name="connsiteY72" fmla="*/ 1732 h 10000"/>
              <a:gd name="connsiteX73" fmla="*/ 5007 w 10001"/>
              <a:gd name="connsiteY73" fmla="*/ 1630 h 10000"/>
              <a:gd name="connsiteX74" fmla="*/ 4853 w 10001"/>
              <a:gd name="connsiteY74" fmla="*/ 1155 h 10000"/>
              <a:gd name="connsiteX75" fmla="*/ 4553 w 10001"/>
              <a:gd name="connsiteY75" fmla="*/ 1127 h 10000"/>
              <a:gd name="connsiteX76" fmla="*/ 4438 w 10001"/>
              <a:gd name="connsiteY76" fmla="*/ 1399 h 10000"/>
              <a:gd name="connsiteX77" fmla="*/ 4262 w 10001"/>
              <a:gd name="connsiteY77" fmla="*/ 1769 h 10000"/>
              <a:gd name="connsiteX78" fmla="*/ 3448 w 10001"/>
              <a:gd name="connsiteY78" fmla="*/ 1383 h 10000"/>
              <a:gd name="connsiteX79" fmla="*/ 3396 w 10001"/>
              <a:gd name="connsiteY79" fmla="*/ 988 h 10000"/>
              <a:gd name="connsiteX80" fmla="*/ 2732 w 10001"/>
              <a:gd name="connsiteY80" fmla="*/ 433 h 10000"/>
              <a:gd name="connsiteX81" fmla="*/ 2055 w 10001"/>
              <a:gd name="connsiteY81" fmla="*/ 573 h 10000"/>
              <a:gd name="connsiteX82" fmla="*/ 1728 w 10001"/>
              <a:gd name="connsiteY82" fmla="*/ 60 h 10000"/>
              <a:gd name="connsiteX83" fmla="*/ 879 w 10001"/>
              <a:gd name="connsiteY83" fmla="*/ 91 h 10000"/>
              <a:gd name="connsiteX84" fmla="*/ 264 w 10001"/>
              <a:gd name="connsiteY84" fmla="*/ 770 h 10000"/>
              <a:gd name="connsiteX85" fmla="*/ 3 w 10001"/>
              <a:gd name="connsiteY85" fmla="*/ 1530 h 10000"/>
              <a:gd name="connsiteX86" fmla="*/ 71 w 10001"/>
              <a:gd name="connsiteY86" fmla="*/ 5336 h 10000"/>
              <a:gd name="connsiteX87" fmla="*/ 226 w 10001"/>
              <a:gd name="connsiteY87" fmla="*/ 3051 h 10000"/>
              <a:gd name="connsiteX88" fmla="*/ 341 w 10001"/>
              <a:gd name="connsiteY88" fmla="*/ 1714 h 10000"/>
              <a:gd name="connsiteX89" fmla="*/ 913 w 10001"/>
              <a:gd name="connsiteY89" fmla="*/ 373 h 10000"/>
              <a:gd name="connsiteX90" fmla="*/ 1391 w 10001"/>
              <a:gd name="connsiteY90" fmla="*/ 293 h 10000"/>
              <a:gd name="connsiteX91" fmla="*/ 1979 w 10001"/>
              <a:gd name="connsiteY91" fmla="*/ 923 h 10000"/>
              <a:gd name="connsiteX92" fmla="*/ 2585 w 10001"/>
              <a:gd name="connsiteY92" fmla="*/ 677 h 10000"/>
              <a:gd name="connsiteX93" fmla="*/ 2968 w 10001"/>
              <a:gd name="connsiteY93" fmla="*/ 1013 h 10000"/>
              <a:gd name="connsiteX94" fmla="*/ 3083 w 10001"/>
              <a:gd name="connsiteY94" fmla="*/ 1635 h 10000"/>
              <a:gd name="connsiteX95" fmla="*/ 3743 w 10001"/>
              <a:gd name="connsiteY95" fmla="*/ 1895 h 10000"/>
              <a:gd name="connsiteX96" fmla="*/ 3946 w 10001"/>
              <a:gd name="connsiteY96" fmla="*/ 2307 h 10000"/>
              <a:gd name="connsiteX97" fmla="*/ 3928 w 10001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90 w 10000"/>
              <a:gd name="connsiteY64" fmla="*/ 1979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90 w 10000"/>
              <a:gd name="connsiteY64" fmla="*/ 1979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90 w 10000"/>
              <a:gd name="connsiteY64" fmla="*/ 1979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896 w 10000"/>
              <a:gd name="connsiteY64" fmla="*/ 2056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9419"/>
              <a:gd name="connsiteY0" fmla="*/ 3002 h 10000"/>
              <a:gd name="connsiteX1" fmla="*/ 3567 w 9419"/>
              <a:gd name="connsiteY1" fmla="*/ 4557 h 10000"/>
              <a:gd name="connsiteX2" fmla="*/ 3457 w 9419"/>
              <a:gd name="connsiteY2" fmla="*/ 5294 h 10000"/>
              <a:gd name="connsiteX3" fmla="*/ 3351 w 9419"/>
              <a:gd name="connsiteY3" fmla="*/ 5630 h 10000"/>
              <a:gd name="connsiteX4" fmla="*/ 3083 w 9419"/>
              <a:gd name="connsiteY4" fmla="*/ 5922 h 10000"/>
              <a:gd name="connsiteX5" fmla="*/ 2946 w 9419"/>
              <a:gd name="connsiteY5" fmla="*/ 6076 h 10000"/>
              <a:gd name="connsiteX6" fmla="*/ 2863 w 9419"/>
              <a:gd name="connsiteY6" fmla="*/ 6226 h 10000"/>
              <a:gd name="connsiteX7" fmla="*/ 2956 w 9419"/>
              <a:gd name="connsiteY7" fmla="*/ 6398 h 10000"/>
              <a:gd name="connsiteX8" fmla="*/ 3189 w 9419"/>
              <a:gd name="connsiteY8" fmla="*/ 6586 h 10000"/>
              <a:gd name="connsiteX9" fmla="*/ 3325 w 9419"/>
              <a:gd name="connsiteY9" fmla="*/ 6931 h 10000"/>
              <a:gd name="connsiteX10" fmla="*/ 3409 w 9419"/>
              <a:gd name="connsiteY10" fmla="*/ 7179 h 10000"/>
              <a:gd name="connsiteX11" fmla="*/ 3576 w 9419"/>
              <a:gd name="connsiteY11" fmla="*/ 7490 h 10000"/>
              <a:gd name="connsiteX12" fmla="*/ 3915 w 9419"/>
              <a:gd name="connsiteY12" fmla="*/ 8114 h 10000"/>
              <a:gd name="connsiteX13" fmla="*/ 4056 w 9419"/>
              <a:gd name="connsiteY13" fmla="*/ 8456 h 10000"/>
              <a:gd name="connsiteX14" fmla="*/ 4135 w 9419"/>
              <a:gd name="connsiteY14" fmla="*/ 8728 h 10000"/>
              <a:gd name="connsiteX15" fmla="*/ 4165 w 9419"/>
              <a:gd name="connsiteY15" fmla="*/ 9193 h 10000"/>
              <a:gd name="connsiteX16" fmla="*/ 4056 w 9419"/>
              <a:gd name="connsiteY16" fmla="*/ 9510 h 10000"/>
              <a:gd name="connsiteX17" fmla="*/ 4002 w 9419"/>
              <a:gd name="connsiteY17" fmla="*/ 9758 h 10000"/>
              <a:gd name="connsiteX18" fmla="*/ 4046 w 9419"/>
              <a:gd name="connsiteY18" fmla="*/ 9881 h 10000"/>
              <a:gd name="connsiteX19" fmla="*/ 4210 w 9419"/>
              <a:gd name="connsiteY19" fmla="*/ 9992 h 10000"/>
              <a:gd name="connsiteX20" fmla="*/ 4835 w 9419"/>
              <a:gd name="connsiteY20" fmla="*/ 9992 h 10000"/>
              <a:gd name="connsiteX21" fmla="*/ 5411 w 9419"/>
              <a:gd name="connsiteY21" fmla="*/ 9975 h 10000"/>
              <a:gd name="connsiteX22" fmla="*/ 5526 w 9419"/>
              <a:gd name="connsiteY22" fmla="*/ 9841 h 10000"/>
              <a:gd name="connsiteX23" fmla="*/ 5517 w 9419"/>
              <a:gd name="connsiteY23" fmla="*/ 9618 h 10000"/>
              <a:gd name="connsiteX24" fmla="*/ 5398 w 9419"/>
              <a:gd name="connsiteY24" fmla="*/ 9388 h 10000"/>
              <a:gd name="connsiteX25" fmla="*/ 5355 w 9419"/>
              <a:gd name="connsiteY25" fmla="*/ 9105 h 10000"/>
              <a:gd name="connsiteX26" fmla="*/ 5350 w 9419"/>
              <a:gd name="connsiteY26" fmla="*/ 8753 h 10000"/>
              <a:gd name="connsiteX27" fmla="*/ 5434 w 9419"/>
              <a:gd name="connsiteY27" fmla="*/ 8400 h 10000"/>
              <a:gd name="connsiteX28" fmla="*/ 5627 w 9419"/>
              <a:gd name="connsiteY28" fmla="*/ 7877 h 10000"/>
              <a:gd name="connsiteX29" fmla="*/ 5733 w 9419"/>
              <a:gd name="connsiteY29" fmla="*/ 7604 h 10000"/>
              <a:gd name="connsiteX30" fmla="*/ 5821 w 9419"/>
              <a:gd name="connsiteY30" fmla="*/ 7486 h 10000"/>
              <a:gd name="connsiteX31" fmla="*/ 6133 w 9419"/>
              <a:gd name="connsiteY31" fmla="*/ 7706 h 10000"/>
              <a:gd name="connsiteX32" fmla="*/ 6472 w 9419"/>
              <a:gd name="connsiteY32" fmla="*/ 7828 h 10000"/>
              <a:gd name="connsiteX33" fmla="*/ 6996 w 9419"/>
              <a:gd name="connsiteY33" fmla="*/ 7929 h 10000"/>
              <a:gd name="connsiteX34" fmla="*/ 7396 w 9419"/>
              <a:gd name="connsiteY34" fmla="*/ 7954 h 10000"/>
              <a:gd name="connsiteX35" fmla="*/ 7762 w 9419"/>
              <a:gd name="connsiteY35" fmla="*/ 8127 h 10000"/>
              <a:gd name="connsiteX36" fmla="*/ 7990 w 9419"/>
              <a:gd name="connsiteY36" fmla="*/ 8275 h 10000"/>
              <a:gd name="connsiteX37" fmla="*/ 8205 w 9419"/>
              <a:gd name="connsiteY37" fmla="*/ 8317 h 10000"/>
              <a:gd name="connsiteX38" fmla="*/ 8184 w 9419"/>
              <a:gd name="connsiteY38" fmla="*/ 8180 h 10000"/>
              <a:gd name="connsiteX39" fmla="*/ 7937 w 9419"/>
              <a:gd name="connsiteY39" fmla="*/ 8037 h 10000"/>
              <a:gd name="connsiteX40" fmla="*/ 7770 w 9419"/>
              <a:gd name="connsiteY40" fmla="*/ 7877 h 10000"/>
              <a:gd name="connsiteX41" fmla="*/ 7748 w 9419"/>
              <a:gd name="connsiteY41" fmla="*/ 7727 h 10000"/>
              <a:gd name="connsiteX42" fmla="*/ 7942 w 9419"/>
              <a:gd name="connsiteY42" fmla="*/ 7573 h 10000"/>
              <a:gd name="connsiteX43" fmla="*/ 8126 w 9419"/>
              <a:gd name="connsiteY43" fmla="*/ 7402 h 10000"/>
              <a:gd name="connsiteX44" fmla="*/ 7858 w 9419"/>
              <a:gd name="connsiteY44" fmla="*/ 7064 h 10000"/>
              <a:gd name="connsiteX45" fmla="*/ 8158 w 9419"/>
              <a:gd name="connsiteY45" fmla="*/ 6750 h 10000"/>
              <a:gd name="connsiteX46" fmla="*/ 8271 w 9419"/>
              <a:gd name="connsiteY46" fmla="*/ 6659 h 10000"/>
              <a:gd name="connsiteX47" fmla="*/ 8223 w 9419"/>
              <a:gd name="connsiteY47" fmla="*/ 6537 h 10000"/>
              <a:gd name="connsiteX48" fmla="*/ 8000 w 9419"/>
              <a:gd name="connsiteY48" fmla="*/ 6627 h 10000"/>
              <a:gd name="connsiteX49" fmla="*/ 7678 w 9419"/>
              <a:gd name="connsiteY49" fmla="*/ 6823 h 10000"/>
              <a:gd name="connsiteX50" fmla="*/ 7401 w 9419"/>
              <a:gd name="connsiteY50" fmla="*/ 6785 h 10000"/>
              <a:gd name="connsiteX51" fmla="*/ 6944 w 9419"/>
              <a:gd name="connsiteY51" fmla="*/ 6673 h 10000"/>
              <a:gd name="connsiteX52" fmla="*/ 6464 w 9419"/>
              <a:gd name="connsiteY52" fmla="*/ 6659 h 10000"/>
              <a:gd name="connsiteX53" fmla="*/ 6089 w 9419"/>
              <a:gd name="connsiteY53" fmla="*/ 6690 h 10000"/>
              <a:gd name="connsiteX54" fmla="*/ 6081 w 9419"/>
              <a:gd name="connsiteY54" fmla="*/ 6537 h 10000"/>
              <a:gd name="connsiteX55" fmla="*/ 6168 w 9419"/>
              <a:gd name="connsiteY55" fmla="*/ 6181 h 10000"/>
              <a:gd name="connsiteX56" fmla="*/ 6222 w 9419"/>
              <a:gd name="connsiteY56" fmla="*/ 5775 h 10000"/>
              <a:gd name="connsiteX57" fmla="*/ 6151 w 9419"/>
              <a:gd name="connsiteY57" fmla="*/ 5273 h 10000"/>
              <a:gd name="connsiteX58" fmla="*/ 5983 w 9419"/>
              <a:gd name="connsiteY58" fmla="*/ 4621 h 10000"/>
              <a:gd name="connsiteX59" fmla="*/ 5812 w 9419"/>
              <a:gd name="connsiteY59" fmla="*/ 4041 h 10000"/>
              <a:gd name="connsiteX60" fmla="*/ 5540 w 9419"/>
              <a:gd name="connsiteY60" fmla="*/ 3218 h 10000"/>
              <a:gd name="connsiteX61" fmla="*/ 5495 w 9419"/>
              <a:gd name="connsiteY61" fmla="*/ 2111 h 10000"/>
              <a:gd name="connsiteX62" fmla="*/ 7009 w 9419"/>
              <a:gd name="connsiteY62" fmla="*/ 1602 h 10000"/>
              <a:gd name="connsiteX63" fmla="*/ 8010 w 9419"/>
              <a:gd name="connsiteY63" fmla="*/ 1561 h 10000"/>
              <a:gd name="connsiteX64" fmla="*/ 8896 w 9419"/>
              <a:gd name="connsiteY64" fmla="*/ 2056 h 10000"/>
              <a:gd name="connsiteX65" fmla="*/ 9054 w 9419"/>
              <a:gd name="connsiteY65" fmla="*/ 3258 h 10000"/>
              <a:gd name="connsiteX66" fmla="*/ 9329 w 9419"/>
              <a:gd name="connsiteY66" fmla="*/ 6421 h 10000"/>
              <a:gd name="connsiteX67" fmla="*/ 9369 w 9419"/>
              <a:gd name="connsiteY67" fmla="*/ 3170 h 10000"/>
              <a:gd name="connsiteX68" fmla="*/ 9170 w 9419"/>
              <a:gd name="connsiteY68" fmla="*/ 1836 h 10000"/>
              <a:gd name="connsiteX69" fmla="*/ 8477 w 9419"/>
              <a:gd name="connsiteY69" fmla="*/ 1372 h 10000"/>
              <a:gd name="connsiteX70" fmla="*/ 6917 w 9419"/>
              <a:gd name="connsiteY70" fmla="*/ 1305 h 10000"/>
              <a:gd name="connsiteX71" fmla="*/ 5890 w 9419"/>
              <a:gd name="connsiteY71" fmla="*/ 1586 h 10000"/>
              <a:gd name="connsiteX72" fmla="*/ 5214 w 9419"/>
              <a:gd name="connsiteY72" fmla="*/ 1732 h 10000"/>
              <a:gd name="connsiteX73" fmla="*/ 5007 w 9419"/>
              <a:gd name="connsiteY73" fmla="*/ 1630 h 10000"/>
              <a:gd name="connsiteX74" fmla="*/ 4853 w 9419"/>
              <a:gd name="connsiteY74" fmla="*/ 1155 h 10000"/>
              <a:gd name="connsiteX75" fmla="*/ 4553 w 9419"/>
              <a:gd name="connsiteY75" fmla="*/ 1127 h 10000"/>
              <a:gd name="connsiteX76" fmla="*/ 4438 w 9419"/>
              <a:gd name="connsiteY76" fmla="*/ 1399 h 10000"/>
              <a:gd name="connsiteX77" fmla="*/ 4262 w 9419"/>
              <a:gd name="connsiteY77" fmla="*/ 1769 h 10000"/>
              <a:gd name="connsiteX78" fmla="*/ 3448 w 9419"/>
              <a:gd name="connsiteY78" fmla="*/ 1383 h 10000"/>
              <a:gd name="connsiteX79" fmla="*/ 3396 w 9419"/>
              <a:gd name="connsiteY79" fmla="*/ 988 h 10000"/>
              <a:gd name="connsiteX80" fmla="*/ 2732 w 9419"/>
              <a:gd name="connsiteY80" fmla="*/ 433 h 10000"/>
              <a:gd name="connsiteX81" fmla="*/ 2055 w 9419"/>
              <a:gd name="connsiteY81" fmla="*/ 573 h 10000"/>
              <a:gd name="connsiteX82" fmla="*/ 1728 w 9419"/>
              <a:gd name="connsiteY82" fmla="*/ 60 h 10000"/>
              <a:gd name="connsiteX83" fmla="*/ 879 w 9419"/>
              <a:gd name="connsiteY83" fmla="*/ 91 h 10000"/>
              <a:gd name="connsiteX84" fmla="*/ 264 w 9419"/>
              <a:gd name="connsiteY84" fmla="*/ 770 h 10000"/>
              <a:gd name="connsiteX85" fmla="*/ 3 w 9419"/>
              <a:gd name="connsiteY85" fmla="*/ 1530 h 10000"/>
              <a:gd name="connsiteX86" fmla="*/ 71 w 9419"/>
              <a:gd name="connsiteY86" fmla="*/ 5336 h 10000"/>
              <a:gd name="connsiteX87" fmla="*/ 226 w 9419"/>
              <a:gd name="connsiteY87" fmla="*/ 3051 h 10000"/>
              <a:gd name="connsiteX88" fmla="*/ 341 w 9419"/>
              <a:gd name="connsiteY88" fmla="*/ 1714 h 10000"/>
              <a:gd name="connsiteX89" fmla="*/ 913 w 9419"/>
              <a:gd name="connsiteY89" fmla="*/ 373 h 10000"/>
              <a:gd name="connsiteX90" fmla="*/ 1391 w 9419"/>
              <a:gd name="connsiteY90" fmla="*/ 293 h 10000"/>
              <a:gd name="connsiteX91" fmla="*/ 1979 w 9419"/>
              <a:gd name="connsiteY91" fmla="*/ 923 h 10000"/>
              <a:gd name="connsiteX92" fmla="*/ 2585 w 9419"/>
              <a:gd name="connsiteY92" fmla="*/ 677 h 10000"/>
              <a:gd name="connsiteX93" fmla="*/ 2968 w 9419"/>
              <a:gd name="connsiteY93" fmla="*/ 1013 h 10000"/>
              <a:gd name="connsiteX94" fmla="*/ 3083 w 9419"/>
              <a:gd name="connsiteY94" fmla="*/ 1635 h 10000"/>
              <a:gd name="connsiteX95" fmla="*/ 3743 w 9419"/>
              <a:gd name="connsiteY95" fmla="*/ 1895 h 10000"/>
              <a:gd name="connsiteX96" fmla="*/ 3946 w 9419"/>
              <a:gd name="connsiteY96" fmla="*/ 2307 h 10000"/>
              <a:gd name="connsiteX97" fmla="*/ 3928 w 9419"/>
              <a:gd name="connsiteY97" fmla="*/ 3002 h 10000"/>
              <a:gd name="connsiteX0" fmla="*/ 4171 w 10002"/>
              <a:gd name="connsiteY0" fmla="*/ 3002 h 10000"/>
              <a:gd name="connsiteX1" fmla="*/ 3788 w 10002"/>
              <a:gd name="connsiteY1" fmla="*/ 4557 h 10000"/>
              <a:gd name="connsiteX2" fmla="*/ 3671 w 10002"/>
              <a:gd name="connsiteY2" fmla="*/ 5294 h 10000"/>
              <a:gd name="connsiteX3" fmla="*/ 3559 w 10002"/>
              <a:gd name="connsiteY3" fmla="*/ 5630 h 10000"/>
              <a:gd name="connsiteX4" fmla="*/ 3274 w 10002"/>
              <a:gd name="connsiteY4" fmla="*/ 5922 h 10000"/>
              <a:gd name="connsiteX5" fmla="*/ 3129 w 10002"/>
              <a:gd name="connsiteY5" fmla="*/ 6076 h 10000"/>
              <a:gd name="connsiteX6" fmla="*/ 3041 w 10002"/>
              <a:gd name="connsiteY6" fmla="*/ 6226 h 10000"/>
              <a:gd name="connsiteX7" fmla="*/ 3139 w 10002"/>
              <a:gd name="connsiteY7" fmla="*/ 6398 h 10000"/>
              <a:gd name="connsiteX8" fmla="*/ 3387 w 10002"/>
              <a:gd name="connsiteY8" fmla="*/ 6586 h 10000"/>
              <a:gd name="connsiteX9" fmla="*/ 3531 w 10002"/>
              <a:gd name="connsiteY9" fmla="*/ 6931 h 10000"/>
              <a:gd name="connsiteX10" fmla="*/ 3620 w 10002"/>
              <a:gd name="connsiteY10" fmla="*/ 7179 h 10000"/>
              <a:gd name="connsiteX11" fmla="*/ 3798 w 10002"/>
              <a:gd name="connsiteY11" fmla="*/ 7490 h 10000"/>
              <a:gd name="connsiteX12" fmla="*/ 4157 w 10002"/>
              <a:gd name="connsiteY12" fmla="*/ 8114 h 10000"/>
              <a:gd name="connsiteX13" fmla="*/ 4307 w 10002"/>
              <a:gd name="connsiteY13" fmla="*/ 8456 h 10000"/>
              <a:gd name="connsiteX14" fmla="*/ 4391 w 10002"/>
              <a:gd name="connsiteY14" fmla="*/ 8728 h 10000"/>
              <a:gd name="connsiteX15" fmla="*/ 4423 w 10002"/>
              <a:gd name="connsiteY15" fmla="*/ 9193 h 10000"/>
              <a:gd name="connsiteX16" fmla="*/ 4307 w 10002"/>
              <a:gd name="connsiteY16" fmla="*/ 9510 h 10000"/>
              <a:gd name="connsiteX17" fmla="*/ 4250 w 10002"/>
              <a:gd name="connsiteY17" fmla="*/ 9758 h 10000"/>
              <a:gd name="connsiteX18" fmla="*/ 4297 w 10002"/>
              <a:gd name="connsiteY18" fmla="*/ 9881 h 10000"/>
              <a:gd name="connsiteX19" fmla="*/ 4471 w 10002"/>
              <a:gd name="connsiteY19" fmla="*/ 9992 h 10000"/>
              <a:gd name="connsiteX20" fmla="*/ 5134 w 10002"/>
              <a:gd name="connsiteY20" fmla="*/ 9992 h 10000"/>
              <a:gd name="connsiteX21" fmla="*/ 5746 w 10002"/>
              <a:gd name="connsiteY21" fmla="*/ 9975 h 10000"/>
              <a:gd name="connsiteX22" fmla="*/ 5868 w 10002"/>
              <a:gd name="connsiteY22" fmla="*/ 9841 h 10000"/>
              <a:gd name="connsiteX23" fmla="*/ 5858 w 10002"/>
              <a:gd name="connsiteY23" fmla="*/ 9618 h 10000"/>
              <a:gd name="connsiteX24" fmla="*/ 5732 w 10002"/>
              <a:gd name="connsiteY24" fmla="*/ 9388 h 10000"/>
              <a:gd name="connsiteX25" fmla="*/ 5686 w 10002"/>
              <a:gd name="connsiteY25" fmla="*/ 9105 h 10000"/>
              <a:gd name="connsiteX26" fmla="*/ 5681 w 10002"/>
              <a:gd name="connsiteY26" fmla="*/ 8753 h 10000"/>
              <a:gd name="connsiteX27" fmla="*/ 5770 w 10002"/>
              <a:gd name="connsiteY27" fmla="*/ 8400 h 10000"/>
              <a:gd name="connsiteX28" fmla="*/ 5975 w 10002"/>
              <a:gd name="connsiteY28" fmla="*/ 7877 h 10000"/>
              <a:gd name="connsiteX29" fmla="*/ 6088 w 10002"/>
              <a:gd name="connsiteY29" fmla="*/ 7604 h 10000"/>
              <a:gd name="connsiteX30" fmla="*/ 6181 w 10002"/>
              <a:gd name="connsiteY30" fmla="*/ 7486 h 10000"/>
              <a:gd name="connsiteX31" fmla="*/ 6512 w 10002"/>
              <a:gd name="connsiteY31" fmla="*/ 7706 h 10000"/>
              <a:gd name="connsiteX32" fmla="*/ 6872 w 10002"/>
              <a:gd name="connsiteY32" fmla="*/ 7828 h 10000"/>
              <a:gd name="connsiteX33" fmla="*/ 7429 w 10002"/>
              <a:gd name="connsiteY33" fmla="*/ 7929 h 10000"/>
              <a:gd name="connsiteX34" fmla="*/ 7853 w 10002"/>
              <a:gd name="connsiteY34" fmla="*/ 7954 h 10000"/>
              <a:gd name="connsiteX35" fmla="*/ 8242 w 10002"/>
              <a:gd name="connsiteY35" fmla="*/ 8127 h 10000"/>
              <a:gd name="connsiteX36" fmla="*/ 8484 w 10002"/>
              <a:gd name="connsiteY36" fmla="*/ 8275 h 10000"/>
              <a:gd name="connsiteX37" fmla="*/ 8712 w 10002"/>
              <a:gd name="connsiteY37" fmla="*/ 8317 h 10000"/>
              <a:gd name="connsiteX38" fmla="*/ 8690 w 10002"/>
              <a:gd name="connsiteY38" fmla="*/ 8180 h 10000"/>
              <a:gd name="connsiteX39" fmla="*/ 8428 w 10002"/>
              <a:gd name="connsiteY39" fmla="*/ 8037 h 10000"/>
              <a:gd name="connsiteX40" fmla="*/ 8250 w 10002"/>
              <a:gd name="connsiteY40" fmla="*/ 7877 h 10000"/>
              <a:gd name="connsiteX41" fmla="*/ 8227 w 10002"/>
              <a:gd name="connsiteY41" fmla="*/ 7727 h 10000"/>
              <a:gd name="connsiteX42" fmla="*/ 8433 w 10002"/>
              <a:gd name="connsiteY42" fmla="*/ 7573 h 10000"/>
              <a:gd name="connsiteX43" fmla="*/ 8628 w 10002"/>
              <a:gd name="connsiteY43" fmla="*/ 7402 h 10000"/>
              <a:gd name="connsiteX44" fmla="*/ 8344 w 10002"/>
              <a:gd name="connsiteY44" fmla="*/ 7064 h 10000"/>
              <a:gd name="connsiteX45" fmla="*/ 8662 w 10002"/>
              <a:gd name="connsiteY45" fmla="*/ 6750 h 10000"/>
              <a:gd name="connsiteX46" fmla="*/ 8782 w 10002"/>
              <a:gd name="connsiteY46" fmla="*/ 6659 h 10000"/>
              <a:gd name="connsiteX47" fmla="*/ 8731 w 10002"/>
              <a:gd name="connsiteY47" fmla="*/ 6537 h 10000"/>
              <a:gd name="connsiteX48" fmla="*/ 8494 w 10002"/>
              <a:gd name="connsiteY48" fmla="*/ 6627 h 10000"/>
              <a:gd name="connsiteX49" fmla="*/ 8153 w 10002"/>
              <a:gd name="connsiteY49" fmla="*/ 6823 h 10000"/>
              <a:gd name="connsiteX50" fmla="*/ 7859 w 10002"/>
              <a:gd name="connsiteY50" fmla="*/ 6785 h 10000"/>
              <a:gd name="connsiteX51" fmla="*/ 7373 w 10002"/>
              <a:gd name="connsiteY51" fmla="*/ 6673 h 10000"/>
              <a:gd name="connsiteX52" fmla="*/ 6864 w 10002"/>
              <a:gd name="connsiteY52" fmla="*/ 6659 h 10000"/>
              <a:gd name="connsiteX53" fmla="*/ 6466 w 10002"/>
              <a:gd name="connsiteY53" fmla="*/ 6690 h 10000"/>
              <a:gd name="connsiteX54" fmla="*/ 6457 w 10002"/>
              <a:gd name="connsiteY54" fmla="*/ 6537 h 10000"/>
              <a:gd name="connsiteX55" fmla="*/ 6549 w 10002"/>
              <a:gd name="connsiteY55" fmla="*/ 6181 h 10000"/>
              <a:gd name="connsiteX56" fmla="*/ 6607 w 10002"/>
              <a:gd name="connsiteY56" fmla="*/ 5775 h 10000"/>
              <a:gd name="connsiteX57" fmla="*/ 6531 w 10002"/>
              <a:gd name="connsiteY57" fmla="*/ 5273 h 10000"/>
              <a:gd name="connsiteX58" fmla="*/ 6353 w 10002"/>
              <a:gd name="connsiteY58" fmla="*/ 4621 h 10000"/>
              <a:gd name="connsiteX59" fmla="*/ 6172 w 10002"/>
              <a:gd name="connsiteY59" fmla="*/ 4041 h 10000"/>
              <a:gd name="connsiteX60" fmla="*/ 5883 w 10002"/>
              <a:gd name="connsiteY60" fmla="*/ 3218 h 10000"/>
              <a:gd name="connsiteX61" fmla="*/ 5835 w 10002"/>
              <a:gd name="connsiteY61" fmla="*/ 2111 h 10000"/>
              <a:gd name="connsiteX62" fmla="*/ 7442 w 10002"/>
              <a:gd name="connsiteY62" fmla="*/ 1602 h 10000"/>
              <a:gd name="connsiteX63" fmla="*/ 8505 w 10002"/>
              <a:gd name="connsiteY63" fmla="*/ 1561 h 10000"/>
              <a:gd name="connsiteX64" fmla="*/ 9446 w 10002"/>
              <a:gd name="connsiteY64" fmla="*/ 2056 h 10000"/>
              <a:gd name="connsiteX65" fmla="*/ 9613 w 10002"/>
              <a:gd name="connsiteY65" fmla="*/ 3258 h 10000"/>
              <a:gd name="connsiteX66" fmla="*/ 9742 w 10002"/>
              <a:gd name="connsiteY66" fmla="*/ 4656 h 10000"/>
              <a:gd name="connsiteX67" fmla="*/ 9905 w 10002"/>
              <a:gd name="connsiteY67" fmla="*/ 6421 h 10000"/>
              <a:gd name="connsiteX68" fmla="*/ 9948 w 10002"/>
              <a:gd name="connsiteY68" fmla="*/ 3170 h 10000"/>
              <a:gd name="connsiteX69" fmla="*/ 9737 w 10002"/>
              <a:gd name="connsiteY69" fmla="*/ 1836 h 10000"/>
              <a:gd name="connsiteX70" fmla="*/ 9001 w 10002"/>
              <a:gd name="connsiteY70" fmla="*/ 1372 h 10000"/>
              <a:gd name="connsiteX71" fmla="*/ 7345 w 10002"/>
              <a:gd name="connsiteY71" fmla="*/ 1305 h 10000"/>
              <a:gd name="connsiteX72" fmla="*/ 6254 w 10002"/>
              <a:gd name="connsiteY72" fmla="*/ 1586 h 10000"/>
              <a:gd name="connsiteX73" fmla="*/ 5537 w 10002"/>
              <a:gd name="connsiteY73" fmla="*/ 1732 h 10000"/>
              <a:gd name="connsiteX74" fmla="*/ 5317 w 10002"/>
              <a:gd name="connsiteY74" fmla="*/ 1630 h 10000"/>
              <a:gd name="connsiteX75" fmla="*/ 5153 w 10002"/>
              <a:gd name="connsiteY75" fmla="*/ 1155 h 10000"/>
              <a:gd name="connsiteX76" fmla="*/ 4835 w 10002"/>
              <a:gd name="connsiteY76" fmla="*/ 1127 h 10000"/>
              <a:gd name="connsiteX77" fmla="*/ 4713 w 10002"/>
              <a:gd name="connsiteY77" fmla="*/ 1399 h 10000"/>
              <a:gd name="connsiteX78" fmla="*/ 4526 w 10002"/>
              <a:gd name="connsiteY78" fmla="*/ 1769 h 10000"/>
              <a:gd name="connsiteX79" fmla="*/ 3662 w 10002"/>
              <a:gd name="connsiteY79" fmla="*/ 1383 h 10000"/>
              <a:gd name="connsiteX80" fmla="*/ 3606 w 10002"/>
              <a:gd name="connsiteY80" fmla="*/ 988 h 10000"/>
              <a:gd name="connsiteX81" fmla="*/ 2902 w 10002"/>
              <a:gd name="connsiteY81" fmla="*/ 433 h 10000"/>
              <a:gd name="connsiteX82" fmla="*/ 2183 w 10002"/>
              <a:gd name="connsiteY82" fmla="*/ 573 h 10000"/>
              <a:gd name="connsiteX83" fmla="*/ 1836 w 10002"/>
              <a:gd name="connsiteY83" fmla="*/ 60 h 10000"/>
              <a:gd name="connsiteX84" fmla="*/ 934 w 10002"/>
              <a:gd name="connsiteY84" fmla="*/ 91 h 10000"/>
              <a:gd name="connsiteX85" fmla="*/ 281 w 10002"/>
              <a:gd name="connsiteY85" fmla="*/ 770 h 10000"/>
              <a:gd name="connsiteX86" fmla="*/ 4 w 10002"/>
              <a:gd name="connsiteY86" fmla="*/ 1530 h 10000"/>
              <a:gd name="connsiteX87" fmla="*/ 76 w 10002"/>
              <a:gd name="connsiteY87" fmla="*/ 5336 h 10000"/>
              <a:gd name="connsiteX88" fmla="*/ 241 w 10002"/>
              <a:gd name="connsiteY88" fmla="*/ 3051 h 10000"/>
              <a:gd name="connsiteX89" fmla="*/ 363 w 10002"/>
              <a:gd name="connsiteY89" fmla="*/ 1714 h 10000"/>
              <a:gd name="connsiteX90" fmla="*/ 970 w 10002"/>
              <a:gd name="connsiteY90" fmla="*/ 373 h 10000"/>
              <a:gd name="connsiteX91" fmla="*/ 1478 w 10002"/>
              <a:gd name="connsiteY91" fmla="*/ 293 h 10000"/>
              <a:gd name="connsiteX92" fmla="*/ 2102 w 10002"/>
              <a:gd name="connsiteY92" fmla="*/ 923 h 10000"/>
              <a:gd name="connsiteX93" fmla="*/ 2745 w 10002"/>
              <a:gd name="connsiteY93" fmla="*/ 677 h 10000"/>
              <a:gd name="connsiteX94" fmla="*/ 3152 w 10002"/>
              <a:gd name="connsiteY94" fmla="*/ 1013 h 10000"/>
              <a:gd name="connsiteX95" fmla="*/ 3274 w 10002"/>
              <a:gd name="connsiteY95" fmla="*/ 1635 h 10000"/>
              <a:gd name="connsiteX96" fmla="*/ 3975 w 10002"/>
              <a:gd name="connsiteY96" fmla="*/ 1895 h 10000"/>
              <a:gd name="connsiteX97" fmla="*/ 4190 w 10002"/>
              <a:gd name="connsiteY97" fmla="*/ 2307 h 10000"/>
              <a:gd name="connsiteX98" fmla="*/ 4171 w 10002"/>
              <a:gd name="connsiteY98" fmla="*/ 3002 h 10000"/>
              <a:gd name="connsiteX0" fmla="*/ 4171 w 9994"/>
              <a:gd name="connsiteY0" fmla="*/ 3002 h 10000"/>
              <a:gd name="connsiteX1" fmla="*/ 3788 w 9994"/>
              <a:gd name="connsiteY1" fmla="*/ 4557 h 10000"/>
              <a:gd name="connsiteX2" fmla="*/ 3671 w 9994"/>
              <a:gd name="connsiteY2" fmla="*/ 5294 h 10000"/>
              <a:gd name="connsiteX3" fmla="*/ 3559 w 9994"/>
              <a:gd name="connsiteY3" fmla="*/ 5630 h 10000"/>
              <a:gd name="connsiteX4" fmla="*/ 3274 w 9994"/>
              <a:gd name="connsiteY4" fmla="*/ 5922 h 10000"/>
              <a:gd name="connsiteX5" fmla="*/ 3129 w 9994"/>
              <a:gd name="connsiteY5" fmla="*/ 6076 h 10000"/>
              <a:gd name="connsiteX6" fmla="*/ 3041 w 9994"/>
              <a:gd name="connsiteY6" fmla="*/ 6226 h 10000"/>
              <a:gd name="connsiteX7" fmla="*/ 3139 w 9994"/>
              <a:gd name="connsiteY7" fmla="*/ 6398 h 10000"/>
              <a:gd name="connsiteX8" fmla="*/ 3387 w 9994"/>
              <a:gd name="connsiteY8" fmla="*/ 6586 h 10000"/>
              <a:gd name="connsiteX9" fmla="*/ 3531 w 9994"/>
              <a:gd name="connsiteY9" fmla="*/ 6931 h 10000"/>
              <a:gd name="connsiteX10" fmla="*/ 3620 w 9994"/>
              <a:gd name="connsiteY10" fmla="*/ 7179 h 10000"/>
              <a:gd name="connsiteX11" fmla="*/ 3798 w 9994"/>
              <a:gd name="connsiteY11" fmla="*/ 7490 h 10000"/>
              <a:gd name="connsiteX12" fmla="*/ 4157 w 9994"/>
              <a:gd name="connsiteY12" fmla="*/ 8114 h 10000"/>
              <a:gd name="connsiteX13" fmla="*/ 4307 w 9994"/>
              <a:gd name="connsiteY13" fmla="*/ 8456 h 10000"/>
              <a:gd name="connsiteX14" fmla="*/ 4391 w 9994"/>
              <a:gd name="connsiteY14" fmla="*/ 8728 h 10000"/>
              <a:gd name="connsiteX15" fmla="*/ 4423 w 9994"/>
              <a:gd name="connsiteY15" fmla="*/ 9193 h 10000"/>
              <a:gd name="connsiteX16" fmla="*/ 4307 w 9994"/>
              <a:gd name="connsiteY16" fmla="*/ 9510 h 10000"/>
              <a:gd name="connsiteX17" fmla="*/ 4250 w 9994"/>
              <a:gd name="connsiteY17" fmla="*/ 9758 h 10000"/>
              <a:gd name="connsiteX18" fmla="*/ 4297 w 9994"/>
              <a:gd name="connsiteY18" fmla="*/ 9881 h 10000"/>
              <a:gd name="connsiteX19" fmla="*/ 4471 w 9994"/>
              <a:gd name="connsiteY19" fmla="*/ 9992 h 10000"/>
              <a:gd name="connsiteX20" fmla="*/ 5134 w 9994"/>
              <a:gd name="connsiteY20" fmla="*/ 9992 h 10000"/>
              <a:gd name="connsiteX21" fmla="*/ 5746 w 9994"/>
              <a:gd name="connsiteY21" fmla="*/ 9975 h 10000"/>
              <a:gd name="connsiteX22" fmla="*/ 5868 w 9994"/>
              <a:gd name="connsiteY22" fmla="*/ 9841 h 10000"/>
              <a:gd name="connsiteX23" fmla="*/ 5858 w 9994"/>
              <a:gd name="connsiteY23" fmla="*/ 9618 h 10000"/>
              <a:gd name="connsiteX24" fmla="*/ 5732 w 9994"/>
              <a:gd name="connsiteY24" fmla="*/ 9388 h 10000"/>
              <a:gd name="connsiteX25" fmla="*/ 5686 w 9994"/>
              <a:gd name="connsiteY25" fmla="*/ 9105 h 10000"/>
              <a:gd name="connsiteX26" fmla="*/ 5681 w 9994"/>
              <a:gd name="connsiteY26" fmla="*/ 8753 h 10000"/>
              <a:gd name="connsiteX27" fmla="*/ 5770 w 9994"/>
              <a:gd name="connsiteY27" fmla="*/ 8400 h 10000"/>
              <a:gd name="connsiteX28" fmla="*/ 5975 w 9994"/>
              <a:gd name="connsiteY28" fmla="*/ 7877 h 10000"/>
              <a:gd name="connsiteX29" fmla="*/ 6088 w 9994"/>
              <a:gd name="connsiteY29" fmla="*/ 7604 h 10000"/>
              <a:gd name="connsiteX30" fmla="*/ 6181 w 9994"/>
              <a:gd name="connsiteY30" fmla="*/ 7486 h 10000"/>
              <a:gd name="connsiteX31" fmla="*/ 6512 w 9994"/>
              <a:gd name="connsiteY31" fmla="*/ 7706 h 10000"/>
              <a:gd name="connsiteX32" fmla="*/ 6872 w 9994"/>
              <a:gd name="connsiteY32" fmla="*/ 7828 h 10000"/>
              <a:gd name="connsiteX33" fmla="*/ 7429 w 9994"/>
              <a:gd name="connsiteY33" fmla="*/ 7929 h 10000"/>
              <a:gd name="connsiteX34" fmla="*/ 7853 w 9994"/>
              <a:gd name="connsiteY34" fmla="*/ 7954 h 10000"/>
              <a:gd name="connsiteX35" fmla="*/ 8242 w 9994"/>
              <a:gd name="connsiteY35" fmla="*/ 8127 h 10000"/>
              <a:gd name="connsiteX36" fmla="*/ 8484 w 9994"/>
              <a:gd name="connsiteY36" fmla="*/ 8275 h 10000"/>
              <a:gd name="connsiteX37" fmla="*/ 8712 w 9994"/>
              <a:gd name="connsiteY37" fmla="*/ 8317 h 10000"/>
              <a:gd name="connsiteX38" fmla="*/ 8690 w 9994"/>
              <a:gd name="connsiteY38" fmla="*/ 8180 h 10000"/>
              <a:gd name="connsiteX39" fmla="*/ 8428 w 9994"/>
              <a:gd name="connsiteY39" fmla="*/ 8037 h 10000"/>
              <a:gd name="connsiteX40" fmla="*/ 8250 w 9994"/>
              <a:gd name="connsiteY40" fmla="*/ 7877 h 10000"/>
              <a:gd name="connsiteX41" fmla="*/ 8227 w 9994"/>
              <a:gd name="connsiteY41" fmla="*/ 7727 h 10000"/>
              <a:gd name="connsiteX42" fmla="*/ 8433 w 9994"/>
              <a:gd name="connsiteY42" fmla="*/ 7573 h 10000"/>
              <a:gd name="connsiteX43" fmla="*/ 8628 w 9994"/>
              <a:gd name="connsiteY43" fmla="*/ 7402 h 10000"/>
              <a:gd name="connsiteX44" fmla="*/ 8344 w 9994"/>
              <a:gd name="connsiteY44" fmla="*/ 7064 h 10000"/>
              <a:gd name="connsiteX45" fmla="*/ 8662 w 9994"/>
              <a:gd name="connsiteY45" fmla="*/ 6750 h 10000"/>
              <a:gd name="connsiteX46" fmla="*/ 8782 w 9994"/>
              <a:gd name="connsiteY46" fmla="*/ 6659 h 10000"/>
              <a:gd name="connsiteX47" fmla="*/ 8731 w 9994"/>
              <a:gd name="connsiteY47" fmla="*/ 6537 h 10000"/>
              <a:gd name="connsiteX48" fmla="*/ 8494 w 9994"/>
              <a:gd name="connsiteY48" fmla="*/ 6627 h 10000"/>
              <a:gd name="connsiteX49" fmla="*/ 8153 w 9994"/>
              <a:gd name="connsiteY49" fmla="*/ 6823 h 10000"/>
              <a:gd name="connsiteX50" fmla="*/ 7859 w 9994"/>
              <a:gd name="connsiteY50" fmla="*/ 6785 h 10000"/>
              <a:gd name="connsiteX51" fmla="*/ 7373 w 9994"/>
              <a:gd name="connsiteY51" fmla="*/ 6673 h 10000"/>
              <a:gd name="connsiteX52" fmla="*/ 6864 w 9994"/>
              <a:gd name="connsiteY52" fmla="*/ 6659 h 10000"/>
              <a:gd name="connsiteX53" fmla="*/ 6466 w 9994"/>
              <a:gd name="connsiteY53" fmla="*/ 6690 h 10000"/>
              <a:gd name="connsiteX54" fmla="*/ 6457 w 9994"/>
              <a:gd name="connsiteY54" fmla="*/ 6537 h 10000"/>
              <a:gd name="connsiteX55" fmla="*/ 6549 w 9994"/>
              <a:gd name="connsiteY55" fmla="*/ 6181 h 10000"/>
              <a:gd name="connsiteX56" fmla="*/ 6607 w 9994"/>
              <a:gd name="connsiteY56" fmla="*/ 5775 h 10000"/>
              <a:gd name="connsiteX57" fmla="*/ 6531 w 9994"/>
              <a:gd name="connsiteY57" fmla="*/ 5273 h 10000"/>
              <a:gd name="connsiteX58" fmla="*/ 6353 w 9994"/>
              <a:gd name="connsiteY58" fmla="*/ 4621 h 10000"/>
              <a:gd name="connsiteX59" fmla="*/ 6172 w 9994"/>
              <a:gd name="connsiteY59" fmla="*/ 4041 h 10000"/>
              <a:gd name="connsiteX60" fmla="*/ 5883 w 9994"/>
              <a:gd name="connsiteY60" fmla="*/ 3218 h 10000"/>
              <a:gd name="connsiteX61" fmla="*/ 5835 w 9994"/>
              <a:gd name="connsiteY61" fmla="*/ 2111 h 10000"/>
              <a:gd name="connsiteX62" fmla="*/ 7442 w 9994"/>
              <a:gd name="connsiteY62" fmla="*/ 1602 h 10000"/>
              <a:gd name="connsiteX63" fmla="*/ 8505 w 9994"/>
              <a:gd name="connsiteY63" fmla="*/ 1561 h 10000"/>
              <a:gd name="connsiteX64" fmla="*/ 9446 w 9994"/>
              <a:gd name="connsiteY64" fmla="*/ 2056 h 10000"/>
              <a:gd name="connsiteX65" fmla="*/ 9613 w 9994"/>
              <a:gd name="connsiteY65" fmla="*/ 3258 h 10000"/>
              <a:gd name="connsiteX66" fmla="*/ 9742 w 9994"/>
              <a:gd name="connsiteY66" fmla="*/ 4656 h 10000"/>
              <a:gd name="connsiteX67" fmla="*/ 9905 w 9994"/>
              <a:gd name="connsiteY67" fmla="*/ 6421 h 10000"/>
              <a:gd name="connsiteX68" fmla="*/ 9939 w 9994"/>
              <a:gd name="connsiteY68" fmla="*/ 4594 h 10000"/>
              <a:gd name="connsiteX69" fmla="*/ 9737 w 9994"/>
              <a:gd name="connsiteY69" fmla="*/ 1836 h 10000"/>
              <a:gd name="connsiteX70" fmla="*/ 9001 w 9994"/>
              <a:gd name="connsiteY70" fmla="*/ 1372 h 10000"/>
              <a:gd name="connsiteX71" fmla="*/ 7345 w 9994"/>
              <a:gd name="connsiteY71" fmla="*/ 1305 h 10000"/>
              <a:gd name="connsiteX72" fmla="*/ 6254 w 9994"/>
              <a:gd name="connsiteY72" fmla="*/ 1586 h 10000"/>
              <a:gd name="connsiteX73" fmla="*/ 5537 w 9994"/>
              <a:gd name="connsiteY73" fmla="*/ 1732 h 10000"/>
              <a:gd name="connsiteX74" fmla="*/ 5317 w 9994"/>
              <a:gd name="connsiteY74" fmla="*/ 1630 h 10000"/>
              <a:gd name="connsiteX75" fmla="*/ 5153 w 9994"/>
              <a:gd name="connsiteY75" fmla="*/ 1155 h 10000"/>
              <a:gd name="connsiteX76" fmla="*/ 4835 w 9994"/>
              <a:gd name="connsiteY76" fmla="*/ 1127 h 10000"/>
              <a:gd name="connsiteX77" fmla="*/ 4713 w 9994"/>
              <a:gd name="connsiteY77" fmla="*/ 1399 h 10000"/>
              <a:gd name="connsiteX78" fmla="*/ 4526 w 9994"/>
              <a:gd name="connsiteY78" fmla="*/ 1769 h 10000"/>
              <a:gd name="connsiteX79" fmla="*/ 3662 w 9994"/>
              <a:gd name="connsiteY79" fmla="*/ 1383 h 10000"/>
              <a:gd name="connsiteX80" fmla="*/ 3606 w 9994"/>
              <a:gd name="connsiteY80" fmla="*/ 988 h 10000"/>
              <a:gd name="connsiteX81" fmla="*/ 2902 w 9994"/>
              <a:gd name="connsiteY81" fmla="*/ 433 h 10000"/>
              <a:gd name="connsiteX82" fmla="*/ 2183 w 9994"/>
              <a:gd name="connsiteY82" fmla="*/ 573 h 10000"/>
              <a:gd name="connsiteX83" fmla="*/ 1836 w 9994"/>
              <a:gd name="connsiteY83" fmla="*/ 60 h 10000"/>
              <a:gd name="connsiteX84" fmla="*/ 934 w 9994"/>
              <a:gd name="connsiteY84" fmla="*/ 91 h 10000"/>
              <a:gd name="connsiteX85" fmla="*/ 281 w 9994"/>
              <a:gd name="connsiteY85" fmla="*/ 770 h 10000"/>
              <a:gd name="connsiteX86" fmla="*/ 4 w 9994"/>
              <a:gd name="connsiteY86" fmla="*/ 1530 h 10000"/>
              <a:gd name="connsiteX87" fmla="*/ 76 w 9994"/>
              <a:gd name="connsiteY87" fmla="*/ 5336 h 10000"/>
              <a:gd name="connsiteX88" fmla="*/ 241 w 9994"/>
              <a:gd name="connsiteY88" fmla="*/ 3051 h 10000"/>
              <a:gd name="connsiteX89" fmla="*/ 363 w 9994"/>
              <a:gd name="connsiteY89" fmla="*/ 1714 h 10000"/>
              <a:gd name="connsiteX90" fmla="*/ 970 w 9994"/>
              <a:gd name="connsiteY90" fmla="*/ 373 h 10000"/>
              <a:gd name="connsiteX91" fmla="*/ 1478 w 9994"/>
              <a:gd name="connsiteY91" fmla="*/ 293 h 10000"/>
              <a:gd name="connsiteX92" fmla="*/ 2102 w 9994"/>
              <a:gd name="connsiteY92" fmla="*/ 923 h 10000"/>
              <a:gd name="connsiteX93" fmla="*/ 2745 w 9994"/>
              <a:gd name="connsiteY93" fmla="*/ 677 h 10000"/>
              <a:gd name="connsiteX94" fmla="*/ 3152 w 9994"/>
              <a:gd name="connsiteY94" fmla="*/ 1013 h 10000"/>
              <a:gd name="connsiteX95" fmla="*/ 3274 w 9994"/>
              <a:gd name="connsiteY95" fmla="*/ 1635 h 10000"/>
              <a:gd name="connsiteX96" fmla="*/ 3975 w 9994"/>
              <a:gd name="connsiteY96" fmla="*/ 1895 h 10000"/>
              <a:gd name="connsiteX97" fmla="*/ 4190 w 9994"/>
              <a:gd name="connsiteY97" fmla="*/ 2307 h 10000"/>
              <a:gd name="connsiteX98" fmla="*/ 4171 w 9994"/>
              <a:gd name="connsiteY98" fmla="*/ 3002 h 10000"/>
              <a:gd name="connsiteX0" fmla="*/ 4174 w 9948"/>
              <a:gd name="connsiteY0" fmla="*/ 3002 h 10000"/>
              <a:gd name="connsiteX1" fmla="*/ 3790 w 9948"/>
              <a:gd name="connsiteY1" fmla="*/ 4557 h 10000"/>
              <a:gd name="connsiteX2" fmla="*/ 3673 w 9948"/>
              <a:gd name="connsiteY2" fmla="*/ 5294 h 10000"/>
              <a:gd name="connsiteX3" fmla="*/ 3561 w 9948"/>
              <a:gd name="connsiteY3" fmla="*/ 5630 h 10000"/>
              <a:gd name="connsiteX4" fmla="*/ 3276 w 9948"/>
              <a:gd name="connsiteY4" fmla="*/ 5922 h 10000"/>
              <a:gd name="connsiteX5" fmla="*/ 3131 w 9948"/>
              <a:gd name="connsiteY5" fmla="*/ 6076 h 10000"/>
              <a:gd name="connsiteX6" fmla="*/ 3043 w 9948"/>
              <a:gd name="connsiteY6" fmla="*/ 6226 h 10000"/>
              <a:gd name="connsiteX7" fmla="*/ 3141 w 9948"/>
              <a:gd name="connsiteY7" fmla="*/ 6398 h 10000"/>
              <a:gd name="connsiteX8" fmla="*/ 3389 w 9948"/>
              <a:gd name="connsiteY8" fmla="*/ 6586 h 10000"/>
              <a:gd name="connsiteX9" fmla="*/ 3533 w 9948"/>
              <a:gd name="connsiteY9" fmla="*/ 6931 h 10000"/>
              <a:gd name="connsiteX10" fmla="*/ 3622 w 9948"/>
              <a:gd name="connsiteY10" fmla="*/ 7179 h 10000"/>
              <a:gd name="connsiteX11" fmla="*/ 3800 w 9948"/>
              <a:gd name="connsiteY11" fmla="*/ 7490 h 10000"/>
              <a:gd name="connsiteX12" fmla="*/ 4159 w 9948"/>
              <a:gd name="connsiteY12" fmla="*/ 8114 h 10000"/>
              <a:gd name="connsiteX13" fmla="*/ 4310 w 9948"/>
              <a:gd name="connsiteY13" fmla="*/ 8456 h 10000"/>
              <a:gd name="connsiteX14" fmla="*/ 4394 w 9948"/>
              <a:gd name="connsiteY14" fmla="*/ 8728 h 10000"/>
              <a:gd name="connsiteX15" fmla="*/ 4426 w 9948"/>
              <a:gd name="connsiteY15" fmla="*/ 9193 h 10000"/>
              <a:gd name="connsiteX16" fmla="*/ 4310 w 9948"/>
              <a:gd name="connsiteY16" fmla="*/ 9510 h 10000"/>
              <a:gd name="connsiteX17" fmla="*/ 4253 w 9948"/>
              <a:gd name="connsiteY17" fmla="*/ 9758 h 10000"/>
              <a:gd name="connsiteX18" fmla="*/ 4300 w 9948"/>
              <a:gd name="connsiteY18" fmla="*/ 9881 h 10000"/>
              <a:gd name="connsiteX19" fmla="*/ 4474 w 9948"/>
              <a:gd name="connsiteY19" fmla="*/ 9992 h 10000"/>
              <a:gd name="connsiteX20" fmla="*/ 5137 w 9948"/>
              <a:gd name="connsiteY20" fmla="*/ 9992 h 10000"/>
              <a:gd name="connsiteX21" fmla="*/ 5749 w 9948"/>
              <a:gd name="connsiteY21" fmla="*/ 9975 h 10000"/>
              <a:gd name="connsiteX22" fmla="*/ 5872 w 9948"/>
              <a:gd name="connsiteY22" fmla="*/ 9841 h 10000"/>
              <a:gd name="connsiteX23" fmla="*/ 5862 w 9948"/>
              <a:gd name="connsiteY23" fmla="*/ 9618 h 10000"/>
              <a:gd name="connsiteX24" fmla="*/ 5735 w 9948"/>
              <a:gd name="connsiteY24" fmla="*/ 9388 h 10000"/>
              <a:gd name="connsiteX25" fmla="*/ 5689 w 9948"/>
              <a:gd name="connsiteY25" fmla="*/ 9105 h 10000"/>
              <a:gd name="connsiteX26" fmla="*/ 5684 w 9948"/>
              <a:gd name="connsiteY26" fmla="*/ 8753 h 10000"/>
              <a:gd name="connsiteX27" fmla="*/ 5773 w 9948"/>
              <a:gd name="connsiteY27" fmla="*/ 8400 h 10000"/>
              <a:gd name="connsiteX28" fmla="*/ 5979 w 9948"/>
              <a:gd name="connsiteY28" fmla="*/ 7877 h 10000"/>
              <a:gd name="connsiteX29" fmla="*/ 6092 w 9948"/>
              <a:gd name="connsiteY29" fmla="*/ 7604 h 10000"/>
              <a:gd name="connsiteX30" fmla="*/ 6185 w 9948"/>
              <a:gd name="connsiteY30" fmla="*/ 7486 h 10000"/>
              <a:gd name="connsiteX31" fmla="*/ 6516 w 9948"/>
              <a:gd name="connsiteY31" fmla="*/ 7706 h 10000"/>
              <a:gd name="connsiteX32" fmla="*/ 6876 w 9948"/>
              <a:gd name="connsiteY32" fmla="*/ 7828 h 10000"/>
              <a:gd name="connsiteX33" fmla="*/ 7433 w 9948"/>
              <a:gd name="connsiteY33" fmla="*/ 7929 h 10000"/>
              <a:gd name="connsiteX34" fmla="*/ 7858 w 9948"/>
              <a:gd name="connsiteY34" fmla="*/ 7954 h 10000"/>
              <a:gd name="connsiteX35" fmla="*/ 8247 w 9948"/>
              <a:gd name="connsiteY35" fmla="*/ 8127 h 10000"/>
              <a:gd name="connsiteX36" fmla="*/ 8489 w 9948"/>
              <a:gd name="connsiteY36" fmla="*/ 8275 h 10000"/>
              <a:gd name="connsiteX37" fmla="*/ 8717 w 9948"/>
              <a:gd name="connsiteY37" fmla="*/ 8317 h 10000"/>
              <a:gd name="connsiteX38" fmla="*/ 8695 w 9948"/>
              <a:gd name="connsiteY38" fmla="*/ 8180 h 10000"/>
              <a:gd name="connsiteX39" fmla="*/ 8433 w 9948"/>
              <a:gd name="connsiteY39" fmla="*/ 8037 h 10000"/>
              <a:gd name="connsiteX40" fmla="*/ 8255 w 9948"/>
              <a:gd name="connsiteY40" fmla="*/ 7877 h 10000"/>
              <a:gd name="connsiteX41" fmla="*/ 8232 w 9948"/>
              <a:gd name="connsiteY41" fmla="*/ 7727 h 10000"/>
              <a:gd name="connsiteX42" fmla="*/ 8438 w 9948"/>
              <a:gd name="connsiteY42" fmla="*/ 7573 h 10000"/>
              <a:gd name="connsiteX43" fmla="*/ 8633 w 9948"/>
              <a:gd name="connsiteY43" fmla="*/ 7402 h 10000"/>
              <a:gd name="connsiteX44" fmla="*/ 8349 w 9948"/>
              <a:gd name="connsiteY44" fmla="*/ 7064 h 10000"/>
              <a:gd name="connsiteX45" fmla="*/ 8667 w 9948"/>
              <a:gd name="connsiteY45" fmla="*/ 6750 h 10000"/>
              <a:gd name="connsiteX46" fmla="*/ 8787 w 9948"/>
              <a:gd name="connsiteY46" fmla="*/ 6659 h 10000"/>
              <a:gd name="connsiteX47" fmla="*/ 8736 w 9948"/>
              <a:gd name="connsiteY47" fmla="*/ 6537 h 10000"/>
              <a:gd name="connsiteX48" fmla="*/ 8499 w 9948"/>
              <a:gd name="connsiteY48" fmla="*/ 6627 h 10000"/>
              <a:gd name="connsiteX49" fmla="*/ 8158 w 9948"/>
              <a:gd name="connsiteY49" fmla="*/ 6823 h 10000"/>
              <a:gd name="connsiteX50" fmla="*/ 7864 w 9948"/>
              <a:gd name="connsiteY50" fmla="*/ 6785 h 10000"/>
              <a:gd name="connsiteX51" fmla="*/ 7377 w 9948"/>
              <a:gd name="connsiteY51" fmla="*/ 6673 h 10000"/>
              <a:gd name="connsiteX52" fmla="*/ 6868 w 9948"/>
              <a:gd name="connsiteY52" fmla="*/ 6659 h 10000"/>
              <a:gd name="connsiteX53" fmla="*/ 6470 w 9948"/>
              <a:gd name="connsiteY53" fmla="*/ 6690 h 10000"/>
              <a:gd name="connsiteX54" fmla="*/ 6461 w 9948"/>
              <a:gd name="connsiteY54" fmla="*/ 6537 h 10000"/>
              <a:gd name="connsiteX55" fmla="*/ 6553 w 9948"/>
              <a:gd name="connsiteY55" fmla="*/ 6181 h 10000"/>
              <a:gd name="connsiteX56" fmla="*/ 6611 w 9948"/>
              <a:gd name="connsiteY56" fmla="*/ 5775 h 10000"/>
              <a:gd name="connsiteX57" fmla="*/ 6535 w 9948"/>
              <a:gd name="connsiteY57" fmla="*/ 5273 h 10000"/>
              <a:gd name="connsiteX58" fmla="*/ 6357 w 9948"/>
              <a:gd name="connsiteY58" fmla="*/ 4621 h 10000"/>
              <a:gd name="connsiteX59" fmla="*/ 6176 w 9948"/>
              <a:gd name="connsiteY59" fmla="*/ 4041 h 10000"/>
              <a:gd name="connsiteX60" fmla="*/ 5887 w 9948"/>
              <a:gd name="connsiteY60" fmla="*/ 3218 h 10000"/>
              <a:gd name="connsiteX61" fmla="*/ 5839 w 9948"/>
              <a:gd name="connsiteY61" fmla="*/ 2111 h 10000"/>
              <a:gd name="connsiteX62" fmla="*/ 7446 w 9948"/>
              <a:gd name="connsiteY62" fmla="*/ 1602 h 10000"/>
              <a:gd name="connsiteX63" fmla="*/ 8510 w 9948"/>
              <a:gd name="connsiteY63" fmla="*/ 1561 h 10000"/>
              <a:gd name="connsiteX64" fmla="*/ 9452 w 9948"/>
              <a:gd name="connsiteY64" fmla="*/ 2056 h 10000"/>
              <a:gd name="connsiteX65" fmla="*/ 9619 w 9948"/>
              <a:gd name="connsiteY65" fmla="*/ 3258 h 10000"/>
              <a:gd name="connsiteX66" fmla="*/ 9748 w 9948"/>
              <a:gd name="connsiteY66" fmla="*/ 4656 h 10000"/>
              <a:gd name="connsiteX67" fmla="*/ 9911 w 9948"/>
              <a:gd name="connsiteY67" fmla="*/ 6421 h 10000"/>
              <a:gd name="connsiteX68" fmla="*/ 9945 w 9948"/>
              <a:gd name="connsiteY68" fmla="*/ 4594 h 10000"/>
              <a:gd name="connsiteX69" fmla="*/ 9743 w 9948"/>
              <a:gd name="connsiteY69" fmla="*/ 1836 h 10000"/>
              <a:gd name="connsiteX70" fmla="*/ 9006 w 9948"/>
              <a:gd name="connsiteY70" fmla="*/ 1372 h 10000"/>
              <a:gd name="connsiteX71" fmla="*/ 7349 w 9948"/>
              <a:gd name="connsiteY71" fmla="*/ 1305 h 10000"/>
              <a:gd name="connsiteX72" fmla="*/ 6258 w 9948"/>
              <a:gd name="connsiteY72" fmla="*/ 1586 h 10000"/>
              <a:gd name="connsiteX73" fmla="*/ 5540 w 9948"/>
              <a:gd name="connsiteY73" fmla="*/ 1732 h 10000"/>
              <a:gd name="connsiteX74" fmla="*/ 5320 w 9948"/>
              <a:gd name="connsiteY74" fmla="*/ 1630 h 10000"/>
              <a:gd name="connsiteX75" fmla="*/ 5156 w 9948"/>
              <a:gd name="connsiteY75" fmla="*/ 1155 h 10000"/>
              <a:gd name="connsiteX76" fmla="*/ 4838 w 9948"/>
              <a:gd name="connsiteY76" fmla="*/ 1127 h 10000"/>
              <a:gd name="connsiteX77" fmla="*/ 4716 w 9948"/>
              <a:gd name="connsiteY77" fmla="*/ 1399 h 10000"/>
              <a:gd name="connsiteX78" fmla="*/ 4529 w 9948"/>
              <a:gd name="connsiteY78" fmla="*/ 1769 h 10000"/>
              <a:gd name="connsiteX79" fmla="*/ 3664 w 9948"/>
              <a:gd name="connsiteY79" fmla="*/ 1383 h 10000"/>
              <a:gd name="connsiteX80" fmla="*/ 3608 w 9948"/>
              <a:gd name="connsiteY80" fmla="*/ 988 h 10000"/>
              <a:gd name="connsiteX81" fmla="*/ 2904 w 9948"/>
              <a:gd name="connsiteY81" fmla="*/ 433 h 10000"/>
              <a:gd name="connsiteX82" fmla="*/ 2184 w 9948"/>
              <a:gd name="connsiteY82" fmla="*/ 573 h 10000"/>
              <a:gd name="connsiteX83" fmla="*/ 1837 w 9948"/>
              <a:gd name="connsiteY83" fmla="*/ 60 h 10000"/>
              <a:gd name="connsiteX84" fmla="*/ 935 w 9948"/>
              <a:gd name="connsiteY84" fmla="*/ 91 h 10000"/>
              <a:gd name="connsiteX85" fmla="*/ 281 w 9948"/>
              <a:gd name="connsiteY85" fmla="*/ 770 h 10000"/>
              <a:gd name="connsiteX86" fmla="*/ 4 w 9948"/>
              <a:gd name="connsiteY86" fmla="*/ 1530 h 10000"/>
              <a:gd name="connsiteX87" fmla="*/ 76 w 9948"/>
              <a:gd name="connsiteY87" fmla="*/ 5336 h 10000"/>
              <a:gd name="connsiteX88" fmla="*/ 241 w 9948"/>
              <a:gd name="connsiteY88" fmla="*/ 3051 h 10000"/>
              <a:gd name="connsiteX89" fmla="*/ 363 w 9948"/>
              <a:gd name="connsiteY89" fmla="*/ 1714 h 10000"/>
              <a:gd name="connsiteX90" fmla="*/ 971 w 9948"/>
              <a:gd name="connsiteY90" fmla="*/ 373 h 10000"/>
              <a:gd name="connsiteX91" fmla="*/ 1479 w 9948"/>
              <a:gd name="connsiteY91" fmla="*/ 293 h 10000"/>
              <a:gd name="connsiteX92" fmla="*/ 2103 w 9948"/>
              <a:gd name="connsiteY92" fmla="*/ 923 h 10000"/>
              <a:gd name="connsiteX93" fmla="*/ 2747 w 9948"/>
              <a:gd name="connsiteY93" fmla="*/ 677 h 10000"/>
              <a:gd name="connsiteX94" fmla="*/ 3154 w 9948"/>
              <a:gd name="connsiteY94" fmla="*/ 1013 h 10000"/>
              <a:gd name="connsiteX95" fmla="*/ 3276 w 9948"/>
              <a:gd name="connsiteY95" fmla="*/ 1635 h 10000"/>
              <a:gd name="connsiteX96" fmla="*/ 3977 w 9948"/>
              <a:gd name="connsiteY96" fmla="*/ 1895 h 10000"/>
              <a:gd name="connsiteX97" fmla="*/ 4193 w 9948"/>
              <a:gd name="connsiteY97" fmla="*/ 2307 h 10000"/>
              <a:gd name="connsiteX98" fmla="*/ 4174 w 9948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485 w 10000"/>
              <a:gd name="connsiteY62" fmla="*/ 1602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69 w 10000"/>
              <a:gd name="connsiteY65" fmla="*/ 3258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87 w 10000"/>
              <a:gd name="connsiteY71" fmla="*/ 1305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485 w 10000"/>
              <a:gd name="connsiteY62" fmla="*/ 1602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87 w 10000"/>
              <a:gd name="connsiteY71" fmla="*/ 1305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87 w 10000"/>
              <a:gd name="connsiteY71" fmla="*/ 1305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36 w 10000"/>
              <a:gd name="connsiteY72" fmla="*/ 172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36 w 10000"/>
              <a:gd name="connsiteY72" fmla="*/ 172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36 w 10000"/>
              <a:gd name="connsiteY72" fmla="*/ 172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45 w 10000"/>
              <a:gd name="connsiteY72" fmla="*/ 1859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45 w 10000"/>
              <a:gd name="connsiteY72" fmla="*/ 1859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40 w 10000"/>
              <a:gd name="connsiteY71" fmla="*/ 1908 h 10000"/>
              <a:gd name="connsiteX72" fmla="*/ 6545 w 10000"/>
              <a:gd name="connsiteY72" fmla="*/ 1859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40 w 10000"/>
              <a:gd name="connsiteY71" fmla="*/ 1908 h 10000"/>
              <a:gd name="connsiteX72" fmla="*/ 6536 w 10000"/>
              <a:gd name="connsiteY72" fmla="*/ 1775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536 w 10000"/>
              <a:gd name="connsiteY72" fmla="*/ 1775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536 w 10000"/>
              <a:gd name="connsiteY72" fmla="*/ 1775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58 w 10000"/>
              <a:gd name="connsiteY63" fmla="*/ 1862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5"/>
              <a:gd name="connsiteY0" fmla="*/ 3002 h 10000"/>
              <a:gd name="connsiteX1" fmla="*/ 3810 w 10005"/>
              <a:gd name="connsiteY1" fmla="*/ 4557 h 10000"/>
              <a:gd name="connsiteX2" fmla="*/ 3692 w 10005"/>
              <a:gd name="connsiteY2" fmla="*/ 5294 h 10000"/>
              <a:gd name="connsiteX3" fmla="*/ 3580 w 10005"/>
              <a:gd name="connsiteY3" fmla="*/ 5630 h 10000"/>
              <a:gd name="connsiteX4" fmla="*/ 3293 w 10005"/>
              <a:gd name="connsiteY4" fmla="*/ 5922 h 10000"/>
              <a:gd name="connsiteX5" fmla="*/ 3147 w 10005"/>
              <a:gd name="connsiteY5" fmla="*/ 6076 h 10000"/>
              <a:gd name="connsiteX6" fmla="*/ 3059 w 10005"/>
              <a:gd name="connsiteY6" fmla="*/ 6226 h 10000"/>
              <a:gd name="connsiteX7" fmla="*/ 3157 w 10005"/>
              <a:gd name="connsiteY7" fmla="*/ 6398 h 10000"/>
              <a:gd name="connsiteX8" fmla="*/ 3407 w 10005"/>
              <a:gd name="connsiteY8" fmla="*/ 6586 h 10000"/>
              <a:gd name="connsiteX9" fmla="*/ 3551 w 10005"/>
              <a:gd name="connsiteY9" fmla="*/ 6931 h 10000"/>
              <a:gd name="connsiteX10" fmla="*/ 3641 w 10005"/>
              <a:gd name="connsiteY10" fmla="*/ 7179 h 10000"/>
              <a:gd name="connsiteX11" fmla="*/ 3820 w 10005"/>
              <a:gd name="connsiteY11" fmla="*/ 7490 h 10000"/>
              <a:gd name="connsiteX12" fmla="*/ 4181 w 10005"/>
              <a:gd name="connsiteY12" fmla="*/ 8114 h 10000"/>
              <a:gd name="connsiteX13" fmla="*/ 4333 w 10005"/>
              <a:gd name="connsiteY13" fmla="*/ 8456 h 10000"/>
              <a:gd name="connsiteX14" fmla="*/ 4417 w 10005"/>
              <a:gd name="connsiteY14" fmla="*/ 8728 h 10000"/>
              <a:gd name="connsiteX15" fmla="*/ 4449 w 10005"/>
              <a:gd name="connsiteY15" fmla="*/ 9193 h 10000"/>
              <a:gd name="connsiteX16" fmla="*/ 4333 w 10005"/>
              <a:gd name="connsiteY16" fmla="*/ 9510 h 10000"/>
              <a:gd name="connsiteX17" fmla="*/ 4275 w 10005"/>
              <a:gd name="connsiteY17" fmla="*/ 9758 h 10000"/>
              <a:gd name="connsiteX18" fmla="*/ 4322 w 10005"/>
              <a:gd name="connsiteY18" fmla="*/ 9881 h 10000"/>
              <a:gd name="connsiteX19" fmla="*/ 4497 w 10005"/>
              <a:gd name="connsiteY19" fmla="*/ 9992 h 10000"/>
              <a:gd name="connsiteX20" fmla="*/ 5164 w 10005"/>
              <a:gd name="connsiteY20" fmla="*/ 9992 h 10000"/>
              <a:gd name="connsiteX21" fmla="*/ 5779 w 10005"/>
              <a:gd name="connsiteY21" fmla="*/ 9975 h 10000"/>
              <a:gd name="connsiteX22" fmla="*/ 5903 w 10005"/>
              <a:gd name="connsiteY22" fmla="*/ 9841 h 10000"/>
              <a:gd name="connsiteX23" fmla="*/ 5893 w 10005"/>
              <a:gd name="connsiteY23" fmla="*/ 9618 h 10000"/>
              <a:gd name="connsiteX24" fmla="*/ 5765 w 10005"/>
              <a:gd name="connsiteY24" fmla="*/ 9388 h 10000"/>
              <a:gd name="connsiteX25" fmla="*/ 5719 w 10005"/>
              <a:gd name="connsiteY25" fmla="*/ 9105 h 10000"/>
              <a:gd name="connsiteX26" fmla="*/ 5714 w 10005"/>
              <a:gd name="connsiteY26" fmla="*/ 8753 h 10000"/>
              <a:gd name="connsiteX27" fmla="*/ 5803 w 10005"/>
              <a:gd name="connsiteY27" fmla="*/ 8400 h 10000"/>
              <a:gd name="connsiteX28" fmla="*/ 6010 w 10005"/>
              <a:gd name="connsiteY28" fmla="*/ 7877 h 10000"/>
              <a:gd name="connsiteX29" fmla="*/ 6124 w 10005"/>
              <a:gd name="connsiteY29" fmla="*/ 7604 h 10000"/>
              <a:gd name="connsiteX30" fmla="*/ 6217 w 10005"/>
              <a:gd name="connsiteY30" fmla="*/ 7486 h 10000"/>
              <a:gd name="connsiteX31" fmla="*/ 6550 w 10005"/>
              <a:gd name="connsiteY31" fmla="*/ 7706 h 10000"/>
              <a:gd name="connsiteX32" fmla="*/ 6912 w 10005"/>
              <a:gd name="connsiteY32" fmla="*/ 7828 h 10000"/>
              <a:gd name="connsiteX33" fmla="*/ 7472 w 10005"/>
              <a:gd name="connsiteY33" fmla="*/ 7929 h 10000"/>
              <a:gd name="connsiteX34" fmla="*/ 7899 w 10005"/>
              <a:gd name="connsiteY34" fmla="*/ 7954 h 10000"/>
              <a:gd name="connsiteX35" fmla="*/ 8290 w 10005"/>
              <a:gd name="connsiteY35" fmla="*/ 8127 h 10000"/>
              <a:gd name="connsiteX36" fmla="*/ 8533 w 10005"/>
              <a:gd name="connsiteY36" fmla="*/ 8275 h 10000"/>
              <a:gd name="connsiteX37" fmla="*/ 8763 w 10005"/>
              <a:gd name="connsiteY37" fmla="*/ 8317 h 10000"/>
              <a:gd name="connsiteX38" fmla="*/ 8740 w 10005"/>
              <a:gd name="connsiteY38" fmla="*/ 8180 h 10000"/>
              <a:gd name="connsiteX39" fmla="*/ 8477 w 10005"/>
              <a:gd name="connsiteY39" fmla="*/ 8037 h 10000"/>
              <a:gd name="connsiteX40" fmla="*/ 8298 w 10005"/>
              <a:gd name="connsiteY40" fmla="*/ 7877 h 10000"/>
              <a:gd name="connsiteX41" fmla="*/ 8275 w 10005"/>
              <a:gd name="connsiteY41" fmla="*/ 7727 h 10000"/>
              <a:gd name="connsiteX42" fmla="*/ 8482 w 10005"/>
              <a:gd name="connsiteY42" fmla="*/ 7573 h 10000"/>
              <a:gd name="connsiteX43" fmla="*/ 8678 w 10005"/>
              <a:gd name="connsiteY43" fmla="*/ 7402 h 10000"/>
              <a:gd name="connsiteX44" fmla="*/ 8393 w 10005"/>
              <a:gd name="connsiteY44" fmla="*/ 7064 h 10000"/>
              <a:gd name="connsiteX45" fmla="*/ 8712 w 10005"/>
              <a:gd name="connsiteY45" fmla="*/ 6750 h 10000"/>
              <a:gd name="connsiteX46" fmla="*/ 8833 w 10005"/>
              <a:gd name="connsiteY46" fmla="*/ 6659 h 10000"/>
              <a:gd name="connsiteX47" fmla="*/ 8782 w 10005"/>
              <a:gd name="connsiteY47" fmla="*/ 6537 h 10000"/>
              <a:gd name="connsiteX48" fmla="*/ 8543 w 10005"/>
              <a:gd name="connsiteY48" fmla="*/ 6627 h 10000"/>
              <a:gd name="connsiteX49" fmla="*/ 8201 w 10005"/>
              <a:gd name="connsiteY49" fmla="*/ 6823 h 10000"/>
              <a:gd name="connsiteX50" fmla="*/ 7905 w 10005"/>
              <a:gd name="connsiteY50" fmla="*/ 6785 h 10000"/>
              <a:gd name="connsiteX51" fmla="*/ 7416 w 10005"/>
              <a:gd name="connsiteY51" fmla="*/ 6673 h 10000"/>
              <a:gd name="connsiteX52" fmla="*/ 6904 w 10005"/>
              <a:gd name="connsiteY52" fmla="*/ 6659 h 10000"/>
              <a:gd name="connsiteX53" fmla="*/ 6504 w 10005"/>
              <a:gd name="connsiteY53" fmla="*/ 6690 h 10000"/>
              <a:gd name="connsiteX54" fmla="*/ 6495 w 10005"/>
              <a:gd name="connsiteY54" fmla="*/ 6537 h 10000"/>
              <a:gd name="connsiteX55" fmla="*/ 6587 w 10005"/>
              <a:gd name="connsiteY55" fmla="*/ 6181 h 10000"/>
              <a:gd name="connsiteX56" fmla="*/ 6646 w 10005"/>
              <a:gd name="connsiteY56" fmla="*/ 5775 h 10000"/>
              <a:gd name="connsiteX57" fmla="*/ 6569 w 10005"/>
              <a:gd name="connsiteY57" fmla="*/ 5273 h 10000"/>
              <a:gd name="connsiteX58" fmla="*/ 6390 w 10005"/>
              <a:gd name="connsiteY58" fmla="*/ 4621 h 10000"/>
              <a:gd name="connsiteX59" fmla="*/ 6208 w 10005"/>
              <a:gd name="connsiteY59" fmla="*/ 4041 h 10000"/>
              <a:gd name="connsiteX60" fmla="*/ 5918 w 10005"/>
              <a:gd name="connsiteY60" fmla="*/ 3218 h 10000"/>
              <a:gd name="connsiteX61" fmla="*/ 5870 w 10005"/>
              <a:gd name="connsiteY61" fmla="*/ 2111 h 10000"/>
              <a:gd name="connsiteX62" fmla="*/ 7344 w 10005"/>
              <a:gd name="connsiteY62" fmla="*/ 2121 h 10000"/>
              <a:gd name="connsiteX63" fmla="*/ 8111 w 10005"/>
              <a:gd name="connsiteY63" fmla="*/ 2809 h 10000"/>
              <a:gd name="connsiteX64" fmla="*/ 9501 w 10005"/>
              <a:gd name="connsiteY64" fmla="*/ 2056 h 10000"/>
              <a:gd name="connsiteX65" fmla="*/ 9641 w 10005"/>
              <a:gd name="connsiteY65" fmla="*/ 3889 h 10000"/>
              <a:gd name="connsiteX66" fmla="*/ 9799 w 10005"/>
              <a:gd name="connsiteY66" fmla="*/ 4656 h 10000"/>
              <a:gd name="connsiteX67" fmla="*/ 9963 w 10005"/>
              <a:gd name="connsiteY67" fmla="*/ 6421 h 10000"/>
              <a:gd name="connsiteX68" fmla="*/ 9997 w 10005"/>
              <a:gd name="connsiteY68" fmla="*/ 4594 h 10000"/>
              <a:gd name="connsiteX69" fmla="*/ 9794 w 10005"/>
              <a:gd name="connsiteY69" fmla="*/ 1836 h 10000"/>
              <a:gd name="connsiteX70" fmla="*/ 8139 w 10005"/>
              <a:gd name="connsiteY70" fmla="*/ 2438 h 10000"/>
              <a:gd name="connsiteX71" fmla="*/ 7387 w 10005"/>
              <a:gd name="connsiteY71" fmla="*/ 1831 h 10000"/>
              <a:gd name="connsiteX72" fmla="*/ 6498 w 10005"/>
              <a:gd name="connsiteY72" fmla="*/ 1803 h 10000"/>
              <a:gd name="connsiteX73" fmla="*/ 5569 w 10005"/>
              <a:gd name="connsiteY73" fmla="*/ 1732 h 10000"/>
              <a:gd name="connsiteX74" fmla="*/ 5348 w 10005"/>
              <a:gd name="connsiteY74" fmla="*/ 1630 h 10000"/>
              <a:gd name="connsiteX75" fmla="*/ 5183 w 10005"/>
              <a:gd name="connsiteY75" fmla="*/ 1155 h 10000"/>
              <a:gd name="connsiteX76" fmla="*/ 4863 w 10005"/>
              <a:gd name="connsiteY76" fmla="*/ 1127 h 10000"/>
              <a:gd name="connsiteX77" fmla="*/ 4741 w 10005"/>
              <a:gd name="connsiteY77" fmla="*/ 1399 h 10000"/>
              <a:gd name="connsiteX78" fmla="*/ 4553 w 10005"/>
              <a:gd name="connsiteY78" fmla="*/ 1769 h 10000"/>
              <a:gd name="connsiteX79" fmla="*/ 3683 w 10005"/>
              <a:gd name="connsiteY79" fmla="*/ 1383 h 10000"/>
              <a:gd name="connsiteX80" fmla="*/ 3627 w 10005"/>
              <a:gd name="connsiteY80" fmla="*/ 988 h 10000"/>
              <a:gd name="connsiteX81" fmla="*/ 2919 w 10005"/>
              <a:gd name="connsiteY81" fmla="*/ 433 h 10000"/>
              <a:gd name="connsiteX82" fmla="*/ 2195 w 10005"/>
              <a:gd name="connsiteY82" fmla="*/ 573 h 10000"/>
              <a:gd name="connsiteX83" fmla="*/ 1847 w 10005"/>
              <a:gd name="connsiteY83" fmla="*/ 60 h 10000"/>
              <a:gd name="connsiteX84" fmla="*/ 940 w 10005"/>
              <a:gd name="connsiteY84" fmla="*/ 91 h 10000"/>
              <a:gd name="connsiteX85" fmla="*/ 282 w 10005"/>
              <a:gd name="connsiteY85" fmla="*/ 770 h 10000"/>
              <a:gd name="connsiteX86" fmla="*/ 4 w 10005"/>
              <a:gd name="connsiteY86" fmla="*/ 1530 h 10000"/>
              <a:gd name="connsiteX87" fmla="*/ 76 w 10005"/>
              <a:gd name="connsiteY87" fmla="*/ 5336 h 10000"/>
              <a:gd name="connsiteX88" fmla="*/ 242 w 10005"/>
              <a:gd name="connsiteY88" fmla="*/ 3051 h 10000"/>
              <a:gd name="connsiteX89" fmla="*/ 365 w 10005"/>
              <a:gd name="connsiteY89" fmla="*/ 1714 h 10000"/>
              <a:gd name="connsiteX90" fmla="*/ 976 w 10005"/>
              <a:gd name="connsiteY90" fmla="*/ 373 h 10000"/>
              <a:gd name="connsiteX91" fmla="*/ 1487 w 10005"/>
              <a:gd name="connsiteY91" fmla="*/ 293 h 10000"/>
              <a:gd name="connsiteX92" fmla="*/ 2114 w 10005"/>
              <a:gd name="connsiteY92" fmla="*/ 923 h 10000"/>
              <a:gd name="connsiteX93" fmla="*/ 2761 w 10005"/>
              <a:gd name="connsiteY93" fmla="*/ 677 h 10000"/>
              <a:gd name="connsiteX94" fmla="*/ 3170 w 10005"/>
              <a:gd name="connsiteY94" fmla="*/ 1013 h 10000"/>
              <a:gd name="connsiteX95" fmla="*/ 3293 w 10005"/>
              <a:gd name="connsiteY95" fmla="*/ 1635 h 10000"/>
              <a:gd name="connsiteX96" fmla="*/ 3998 w 10005"/>
              <a:gd name="connsiteY96" fmla="*/ 1895 h 10000"/>
              <a:gd name="connsiteX97" fmla="*/ 4215 w 10005"/>
              <a:gd name="connsiteY97" fmla="*/ 2307 h 10000"/>
              <a:gd name="connsiteX98" fmla="*/ 4196 w 10005"/>
              <a:gd name="connsiteY98" fmla="*/ 3002 h 10000"/>
              <a:gd name="connsiteX0" fmla="*/ 4196 w 10005"/>
              <a:gd name="connsiteY0" fmla="*/ 3002 h 10000"/>
              <a:gd name="connsiteX1" fmla="*/ 3810 w 10005"/>
              <a:gd name="connsiteY1" fmla="*/ 4557 h 10000"/>
              <a:gd name="connsiteX2" fmla="*/ 3692 w 10005"/>
              <a:gd name="connsiteY2" fmla="*/ 5294 h 10000"/>
              <a:gd name="connsiteX3" fmla="*/ 3580 w 10005"/>
              <a:gd name="connsiteY3" fmla="*/ 5630 h 10000"/>
              <a:gd name="connsiteX4" fmla="*/ 3293 w 10005"/>
              <a:gd name="connsiteY4" fmla="*/ 5922 h 10000"/>
              <a:gd name="connsiteX5" fmla="*/ 3147 w 10005"/>
              <a:gd name="connsiteY5" fmla="*/ 6076 h 10000"/>
              <a:gd name="connsiteX6" fmla="*/ 3059 w 10005"/>
              <a:gd name="connsiteY6" fmla="*/ 6226 h 10000"/>
              <a:gd name="connsiteX7" fmla="*/ 3157 w 10005"/>
              <a:gd name="connsiteY7" fmla="*/ 6398 h 10000"/>
              <a:gd name="connsiteX8" fmla="*/ 3407 w 10005"/>
              <a:gd name="connsiteY8" fmla="*/ 6586 h 10000"/>
              <a:gd name="connsiteX9" fmla="*/ 3551 w 10005"/>
              <a:gd name="connsiteY9" fmla="*/ 6931 h 10000"/>
              <a:gd name="connsiteX10" fmla="*/ 3641 w 10005"/>
              <a:gd name="connsiteY10" fmla="*/ 7179 h 10000"/>
              <a:gd name="connsiteX11" fmla="*/ 3820 w 10005"/>
              <a:gd name="connsiteY11" fmla="*/ 7490 h 10000"/>
              <a:gd name="connsiteX12" fmla="*/ 4181 w 10005"/>
              <a:gd name="connsiteY12" fmla="*/ 8114 h 10000"/>
              <a:gd name="connsiteX13" fmla="*/ 4333 w 10005"/>
              <a:gd name="connsiteY13" fmla="*/ 8456 h 10000"/>
              <a:gd name="connsiteX14" fmla="*/ 4417 w 10005"/>
              <a:gd name="connsiteY14" fmla="*/ 8728 h 10000"/>
              <a:gd name="connsiteX15" fmla="*/ 4449 w 10005"/>
              <a:gd name="connsiteY15" fmla="*/ 9193 h 10000"/>
              <a:gd name="connsiteX16" fmla="*/ 4333 w 10005"/>
              <a:gd name="connsiteY16" fmla="*/ 9510 h 10000"/>
              <a:gd name="connsiteX17" fmla="*/ 4275 w 10005"/>
              <a:gd name="connsiteY17" fmla="*/ 9758 h 10000"/>
              <a:gd name="connsiteX18" fmla="*/ 4322 w 10005"/>
              <a:gd name="connsiteY18" fmla="*/ 9881 h 10000"/>
              <a:gd name="connsiteX19" fmla="*/ 4497 w 10005"/>
              <a:gd name="connsiteY19" fmla="*/ 9992 h 10000"/>
              <a:gd name="connsiteX20" fmla="*/ 5164 w 10005"/>
              <a:gd name="connsiteY20" fmla="*/ 9992 h 10000"/>
              <a:gd name="connsiteX21" fmla="*/ 5779 w 10005"/>
              <a:gd name="connsiteY21" fmla="*/ 9975 h 10000"/>
              <a:gd name="connsiteX22" fmla="*/ 5903 w 10005"/>
              <a:gd name="connsiteY22" fmla="*/ 9841 h 10000"/>
              <a:gd name="connsiteX23" fmla="*/ 5893 w 10005"/>
              <a:gd name="connsiteY23" fmla="*/ 9618 h 10000"/>
              <a:gd name="connsiteX24" fmla="*/ 5765 w 10005"/>
              <a:gd name="connsiteY24" fmla="*/ 9388 h 10000"/>
              <a:gd name="connsiteX25" fmla="*/ 5719 w 10005"/>
              <a:gd name="connsiteY25" fmla="*/ 9105 h 10000"/>
              <a:gd name="connsiteX26" fmla="*/ 5714 w 10005"/>
              <a:gd name="connsiteY26" fmla="*/ 8753 h 10000"/>
              <a:gd name="connsiteX27" fmla="*/ 5803 w 10005"/>
              <a:gd name="connsiteY27" fmla="*/ 8400 h 10000"/>
              <a:gd name="connsiteX28" fmla="*/ 6010 w 10005"/>
              <a:gd name="connsiteY28" fmla="*/ 7877 h 10000"/>
              <a:gd name="connsiteX29" fmla="*/ 6124 w 10005"/>
              <a:gd name="connsiteY29" fmla="*/ 7604 h 10000"/>
              <a:gd name="connsiteX30" fmla="*/ 6217 w 10005"/>
              <a:gd name="connsiteY30" fmla="*/ 7486 h 10000"/>
              <a:gd name="connsiteX31" fmla="*/ 6550 w 10005"/>
              <a:gd name="connsiteY31" fmla="*/ 7706 h 10000"/>
              <a:gd name="connsiteX32" fmla="*/ 6912 w 10005"/>
              <a:gd name="connsiteY32" fmla="*/ 7828 h 10000"/>
              <a:gd name="connsiteX33" fmla="*/ 7472 w 10005"/>
              <a:gd name="connsiteY33" fmla="*/ 7929 h 10000"/>
              <a:gd name="connsiteX34" fmla="*/ 7899 w 10005"/>
              <a:gd name="connsiteY34" fmla="*/ 7954 h 10000"/>
              <a:gd name="connsiteX35" fmla="*/ 8290 w 10005"/>
              <a:gd name="connsiteY35" fmla="*/ 8127 h 10000"/>
              <a:gd name="connsiteX36" fmla="*/ 8533 w 10005"/>
              <a:gd name="connsiteY36" fmla="*/ 8275 h 10000"/>
              <a:gd name="connsiteX37" fmla="*/ 8763 w 10005"/>
              <a:gd name="connsiteY37" fmla="*/ 8317 h 10000"/>
              <a:gd name="connsiteX38" fmla="*/ 8740 w 10005"/>
              <a:gd name="connsiteY38" fmla="*/ 8180 h 10000"/>
              <a:gd name="connsiteX39" fmla="*/ 8477 w 10005"/>
              <a:gd name="connsiteY39" fmla="*/ 8037 h 10000"/>
              <a:gd name="connsiteX40" fmla="*/ 8298 w 10005"/>
              <a:gd name="connsiteY40" fmla="*/ 7877 h 10000"/>
              <a:gd name="connsiteX41" fmla="*/ 8275 w 10005"/>
              <a:gd name="connsiteY41" fmla="*/ 7727 h 10000"/>
              <a:gd name="connsiteX42" fmla="*/ 8482 w 10005"/>
              <a:gd name="connsiteY42" fmla="*/ 7573 h 10000"/>
              <a:gd name="connsiteX43" fmla="*/ 8678 w 10005"/>
              <a:gd name="connsiteY43" fmla="*/ 7402 h 10000"/>
              <a:gd name="connsiteX44" fmla="*/ 8393 w 10005"/>
              <a:gd name="connsiteY44" fmla="*/ 7064 h 10000"/>
              <a:gd name="connsiteX45" fmla="*/ 8712 w 10005"/>
              <a:gd name="connsiteY45" fmla="*/ 6750 h 10000"/>
              <a:gd name="connsiteX46" fmla="*/ 8833 w 10005"/>
              <a:gd name="connsiteY46" fmla="*/ 6659 h 10000"/>
              <a:gd name="connsiteX47" fmla="*/ 8782 w 10005"/>
              <a:gd name="connsiteY47" fmla="*/ 6537 h 10000"/>
              <a:gd name="connsiteX48" fmla="*/ 8543 w 10005"/>
              <a:gd name="connsiteY48" fmla="*/ 6627 h 10000"/>
              <a:gd name="connsiteX49" fmla="*/ 8201 w 10005"/>
              <a:gd name="connsiteY49" fmla="*/ 6823 h 10000"/>
              <a:gd name="connsiteX50" fmla="*/ 7905 w 10005"/>
              <a:gd name="connsiteY50" fmla="*/ 6785 h 10000"/>
              <a:gd name="connsiteX51" fmla="*/ 7416 w 10005"/>
              <a:gd name="connsiteY51" fmla="*/ 6673 h 10000"/>
              <a:gd name="connsiteX52" fmla="*/ 6904 w 10005"/>
              <a:gd name="connsiteY52" fmla="*/ 6659 h 10000"/>
              <a:gd name="connsiteX53" fmla="*/ 6504 w 10005"/>
              <a:gd name="connsiteY53" fmla="*/ 6690 h 10000"/>
              <a:gd name="connsiteX54" fmla="*/ 6495 w 10005"/>
              <a:gd name="connsiteY54" fmla="*/ 6537 h 10000"/>
              <a:gd name="connsiteX55" fmla="*/ 6587 w 10005"/>
              <a:gd name="connsiteY55" fmla="*/ 6181 h 10000"/>
              <a:gd name="connsiteX56" fmla="*/ 6646 w 10005"/>
              <a:gd name="connsiteY56" fmla="*/ 5775 h 10000"/>
              <a:gd name="connsiteX57" fmla="*/ 6569 w 10005"/>
              <a:gd name="connsiteY57" fmla="*/ 5273 h 10000"/>
              <a:gd name="connsiteX58" fmla="*/ 6390 w 10005"/>
              <a:gd name="connsiteY58" fmla="*/ 4621 h 10000"/>
              <a:gd name="connsiteX59" fmla="*/ 6208 w 10005"/>
              <a:gd name="connsiteY59" fmla="*/ 4041 h 10000"/>
              <a:gd name="connsiteX60" fmla="*/ 5918 w 10005"/>
              <a:gd name="connsiteY60" fmla="*/ 3218 h 10000"/>
              <a:gd name="connsiteX61" fmla="*/ 5870 w 10005"/>
              <a:gd name="connsiteY61" fmla="*/ 2111 h 10000"/>
              <a:gd name="connsiteX62" fmla="*/ 7344 w 10005"/>
              <a:gd name="connsiteY62" fmla="*/ 2121 h 10000"/>
              <a:gd name="connsiteX63" fmla="*/ 8111 w 10005"/>
              <a:gd name="connsiteY63" fmla="*/ 2809 h 10000"/>
              <a:gd name="connsiteX64" fmla="*/ 8067 w 10005"/>
              <a:gd name="connsiteY64" fmla="*/ 3431 h 10000"/>
              <a:gd name="connsiteX65" fmla="*/ 9641 w 10005"/>
              <a:gd name="connsiteY65" fmla="*/ 3889 h 10000"/>
              <a:gd name="connsiteX66" fmla="*/ 9799 w 10005"/>
              <a:gd name="connsiteY66" fmla="*/ 4656 h 10000"/>
              <a:gd name="connsiteX67" fmla="*/ 9963 w 10005"/>
              <a:gd name="connsiteY67" fmla="*/ 6421 h 10000"/>
              <a:gd name="connsiteX68" fmla="*/ 9997 w 10005"/>
              <a:gd name="connsiteY68" fmla="*/ 4594 h 10000"/>
              <a:gd name="connsiteX69" fmla="*/ 9794 w 10005"/>
              <a:gd name="connsiteY69" fmla="*/ 1836 h 10000"/>
              <a:gd name="connsiteX70" fmla="*/ 8139 w 10005"/>
              <a:gd name="connsiteY70" fmla="*/ 2438 h 10000"/>
              <a:gd name="connsiteX71" fmla="*/ 7387 w 10005"/>
              <a:gd name="connsiteY71" fmla="*/ 1831 h 10000"/>
              <a:gd name="connsiteX72" fmla="*/ 6498 w 10005"/>
              <a:gd name="connsiteY72" fmla="*/ 1803 h 10000"/>
              <a:gd name="connsiteX73" fmla="*/ 5569 w 10005"/>
              <a:gd name="connsiteY73" fmla="*/ 1732 h 10000"/>
              <a:gd name="connsiteX74" fmla="*/ 5348 w 10005"/>
              <a:gd name="connsiteY74" fmla="*/ 1630 h 10000"/>
              <a:gd name="connsiteX75" fmla="*/ 5183 w 10005"/>
              <a:gd name="connsiteY75" fmla="*/ 1155 h 10000"/>
              <a:gd name="connsiteX76" fmla="*/ 4863 w 10005"/>
              <a:gd name="connsiteY76" fmla="*/ 1127 h 10000"/>
              <a:gd name="connsiteX77" fmla="*/ 4741 w 10005"/>
              <a:gd name="connsiteY77" fmla="*/ 1399 h 10000"/>
              <a:gd name="connsiteX78" fmla="*/ 4553 w 10005"/>
              <a:gd name="connsiteY78" fmla="*/ 1769 h 10000"/>
              <a:gd name="connsiteX79" fmla="*/ 3683 w 10005"/>
              <a:gd name="connsiteY79" fmla="*/ 1383 h 10000"/>
              <a:gd name="connsiteX80" fmla="*/ 3627 w 10005"/>
              <a:gd name="connsiteY80" fmla="*/ 988 h 10000"/>
              <a:gd name="connsiteX81" fmla="*/ 2919 w 10005"/>
              <a:gd name="connsiteY81" fmla="*/ 433 h 10000"/>
              <a:gd name="connsiteX82" fmla="*/ 2195 w 10005"/>
              <a:gd name="connsiteY82" fmla="*/ 573 h 10000"/>
              <a:gd name="connsiteX83" fmla="*/ 1847 w 10005"/>
              <a:gd name="connsiteY83" fmla="*/ 60 h 10000"/>
              <a:gd name="connsiteX84" fmla="*/ 940 w 10005"/>
              <a:gd name="connsiteY84" fmla="*/ 91 h 10000"/>
              <a:gd name="connsiteX85" fmla="*/ 282 w 10005"/>
              <a:gd name="connsiteY85" fmla="*/ 770 h 10000"/>
              <a:gd name="connsiteX86" fmla="*/ 4 w 10005"/>
              <a:gd name="connsiteY86" fmla="*/ 1530 h 10000"/>
              <a:gd name="connsiteX87" fmla="*/ 76 w 10005"/>
              <a:gd name="connsiteY87" fmla="*/ 5336 h 10000"/>
              <a:gd name="connsiteX88" fmla="*/ 242 w 10005"/>
              <a:gd name="connsiteY88" fmla="*/ 3051 h 10000"/>
              <a:gd name="connsiteX89" fmla="*/ 365 w 10005"/>
              <a:gd name="connsiteY89" fmla="*/ 1714 h 10000"/>
              <a:gd name="connsiteX90" fmla="*/ 976 w 10005"/>
              <a:gd name="connsiteY90" fmla="*/ 373 h 10000"/>
              <a:gd name="connsiteX91" fmla="*/ 1487 w 10005"/>
              <a:gd name="connsiteY91" fmla="*/ 293 h 10000"/>
              <a:gd name="connsiteX92" fmla="*/ 2114 w 10005"/>
              <a:gd name="connsiteY92" fmla="*/ 923 h 10000"/>
              <a:gd name="connsiteX93" fmla="*/ 2761 w 10005"/>
              <a:gd name="connsiteY93" fmla="*/ 677 h 10000"/>
              <a:gd name="connsiteX94" fmla="*/ 3170 w 10005"/>
              <a:gd name="connsiteY94" fmla="*/ 1013 h 10000"/>
              <a:gd name="connsiteX95" fmla="*/ 3293 w 10005"/>
              <a:gd name="connsiteY95" fmla="*/ 1635 h 10000"/>
              <a:gd name="connsiteX96" fmla="*/ 3998 w 10005"/>
              <a:gd name="connsiteY96" fmla="*/ 1895 h 10000"/>
              <a:gd name="connsiteX97" fmla="*/ 4215 w 10005"/>
              <a:gd name="connsiteY97" fmla="*/ 2307 h 10000"/>
              <a:gd name="connsiteX98" fmla="*/ 4196 w 10005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8067 w 10000"/>
              <a:gd name="connsiteY64" fmla="*/ 3431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8624 w 10000"/>
              <a:gd name="connsiteY69" fmla="*/ 3337 h 10000"/>
              <a:gd name="connsiteX70" fmla="*/ 8139 w 10000"/>
              <a:gd name="connsiteY70" fmla="*/ 2438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8067 w 10000"/>
              <a:gd name="connsiteY64" fmla="*/ 3431 h 10000"/>
              <a:gd name="connsiteX65" fmla="*/ 9122 w 10000"/>
              <a:gd name="connsiteY65" fmla="*/ 4191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8624 w 10000"/>
              <a:gd name="connsiteY69" fmla="*/ 3337 h 10000"/>
              <a:gd name="connsiteX70" fmla="*/ 8139 w 10000"/>
              <a:gd name="connsiteY70" fmla="*/ 2438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8067 w 10000"/>
              <a:gd name="connsiteY64" fmla="*/ 3431 h 10000"/>
              <a:gd name="connsiteX65" fmla="*/ 9122 w 10000"/>
              <a:gd name="connsiteY65" fmla="*/ 4191 h 10000"/>
              <a:gd name="connsiteX66" fmla="*/ 9412 w 10000"/>
              <a:gd name="connsiteY66" fmla="*/ 4923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8624 w 10000"/>
              <a:gd name="connsiteY69" fmla="*/ 3337 h 10000"/>
              <a:gd name="connsiteX70" fmla="*/ 8139 w 10000"/>
              <a:gd name="connsiteY70" fmla="*/ 2438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9963"/>
              <a:gd name="connsiteY0" fmla="*/ 3002 h 10000"/>
              <a:gd name="connsiteX1" fmla="*/ 3810 w 9963"/>
              <a:gd name="connsiteY1" fmla="*/ 4557 h 10000"/>
              <a:gd name="connsiteX2" fmla="*/ 3692 w 9963"/>
              <a:gd name="connsiteY2" fmla="*/ 5294 h 10000"/>
              <a:gd name="connsiteX3" fmla="*/ 3580 w 9963"/>
              <a:gd name="connsiteY3" fmla="*/ 5630 h 10000"/>
              <a:gd name="connsiteX4" fmla="*/ 3293 w 9963"/>
              <a:gd name="connsiteY4" fmla="*/ 5922 h 10000"/>
              <a:gd name="connsiteX5" fmla="*/ 3147 w 9963"/>
              <a:gd name="connsiteY5" fmla="*/ 6076 h 10000"/>
              <a:gd name="connsiteX6" fmla="*/ 3059 w 9963"/>
              <a:gd name="connsiteY6" fmla="*/ 6226 h 10000"/>
              <a:gd name="connsiteX7" fmla="*/ 3157 w 9963"/>
              <a:gd name="connsiteY7" fmla="*/ 6398 h 10000"/>
              <a:gd name="connsiteX8" fmla="*/ 3407 w 9963"/>
              <a:gd name="connsiteY8" fmla="*/ 6586 h 10000"/>
              <a:gd name="connsiteX9" fmla="*/ 3551 w 9963"/>
              <a:gd name="connsiteY9" fmla="*/ 6931 h 10000"/>
              <a:gd name="connsiteX10" fmla="*/ 3641 w 9963"/>
              <a:gd name="connsiteY10" fmla="*/ 7179 h 10000"/>
              <a:gd name="connsiteX11" fmla="*/ 3820 w 9963"/>
              <a:gd name="connsiteY11" fmla="*/ 7490 h 10000"/>
              <a:gd name="connsiteX12" fmla="*/ 4181 w 9963"/>
              <a:gd name="connsiteY12" fmla="*/ 8114 h 10000"/>
              <a:gd name="connsiteX13" fmla="*/ 4333 w 9963"/>
              <a:gd name="connsiteY13" fmla="*/ 8456 h 10000"/>
              <a:gd name="connsiteX14" fmla="*/ 4417 w 9963"/>
              <a:gd name="connsiteY14" fmla="*/ 8728 h 10000"/>
              <a:gd name="connsiteX15" fmla="*/ 4449 w 9963"/>
              <a:gd name="connsiteY15" fmla="*/ 9193 h 10000"/>
              <a:gd name="connsiteX16" fmla="*/ 4333 w 9963"/>
              <a:gd name="connsiteY16" fmla="*/ 9510 h 10000"/>
              <a:gd name="connsiteX17" fmla="*/ 4275 w 9963"/>
              <a:gd name="connsiteY17" fmla="*/ 9758 h 10000"/>
              <a:gd name="connsiteX18" fmla="*/ 4322 w 9963"/>
              <a:gd name="connsiteY18" fmla="*/ 9881 h 10000"/>
              <a:gd name="connsiteX19" fmla="*/ 4497 w 9963"/>
              <a:gd name="connsiteY19" fmla="*/ 9992 h 10000"/>
              <a:gd name="connsiteX20" fmla="*/ 5164 w 9963"/>
              <a:gd name="connsiteY20" fmla="*/ 9992 h 10000"/>
              <a:gd name="connsiteX21" fmla="*/ 5779 w 9963"/>
              <a:gd name="connsiteY21" fmla="*/ 9975 h 10000"/>
              <a:gd name="connsiteX22" fmla="*/ 5903 w 9963"/>
              <a:gd name="connsiteY22" fmla="*/ 9841 h 10000"/>
              <a:gd name="connsiteX23" fmla="*/ 5893 w 9963"/>
              <a:gd name="connsiteY23" fmla="*/ 9618 h 10000"/>
              <a:gd name="connsiteX24" fmla="*/ 5765 w 9963"/>
              <a:gd name="connsiteY24" fmla="*/ 9388 h 10000"/>
              <a:gd name="connsiteX25" fmla="*/ 5719 w 9963"/>
              <a:gd name="connsiteY25" fmla="*/ 9105 h 10000"/>
              <a:gd name="connsiteX26" fmla="*/ 5714 w 9963"/>
              <a:gd name="connsiteY26" fmla="*/ 8753 h 10000"/>
              <a:gd name="connsiteX27" fmla="*/ 5803 w 9963"/>
              <a:gd name="connsiteY27" fmla="*/ 8400 h 10000"/>
              <a:gd name="connsiteX28" fmla="*/ 6010 w 9963"/>
              <a:gd name="connsiteY28" fmla="*/ 7877 h 10000"/>
              <a:gd name="connsiteX29" fmla="*/ 6124 w 9963"/>
              <a:gd name="connsiteY29" fmla="*/ 7604 h 10000"/>
              <a:gd name="connsiteX30" fmla="*/ 6217 w 9963"/>
              <a:gd name="connsiteY30" fmla="*/ 7486 h 10000"/>
              <a:gd name="connsiteX31" fmla="*/ 6550 w 9963"/>
              <a:gd name="connsiteY31" fmla="*/ 7706 h 10000"/>
              <a:gd name="connsiteX32" fmla="*/ 6912 w 9963"/>
              <a:gd name="connsiteY32" fmla="*/ 7828 h 10000"/>
              <a:gd name="connsiteX33" fmla="*/ 7472 w 9963"/>
              <a:gd name="connsiteY33" fmla="*/ 7929 h 10000"/>
              <a:gd name="connsiteX34" fmla="*/ 7899 w 9963"/>
              <a:gd name="connsiteY34" fmla="*/ 7954 h 10000"/>
              <a:gd name="connsiteX35" fmla="*/ 8290 w 9963"/>
              <a:gd name="connsiteY35" fmla="*/ 8127 h 10000"/>
              <a:gd name="connsiteX36" fmla="*/ 8533 w 9963"/>
              <a:gd name="connsiteY36" fmla="*/ 8275 h 10000"/>
              <a:gd name="connsiteX37" fmla="*/ 8763 w 9963"/>
              <a:gd name="connsiteY37" fmla="*/ 8317 h 10000"/>
              <a:gd name="connsiteX38" fmla="*/ 8740 w 9963"/>
              <a:gd name="connsiteY38" fmla="*/ 8180 h 10000"/>
              <a:gd name="connsiteX39" fmla="*/ 8477 w 9963"/>
              <a:gd name="connsiteY39" fmla="*/ 8037 h 10000"/>
              <a:gd name="connsiteX40" fmla="*/ 8298 w 9963"/>
              <a:gd name="connsiteY40" fmla="*/ 7877 h 10000"/>
              <a:gd name="connsiteX41" fmla="*/ 8275 w 9963"/>
              <a:gd name="connsiteY41" fmla="*/ 7727 h 10000"/>
              <a:gd name="connsiteX42" fmla="*/ 8482 w 9963"/>
              <a:gd name="connsiteY42" fmla="*/ 7573 h 10000"/>
              <a:gd name="connsiteX43" fmla="*/ 8678 w 9963"/>
              <a:gd name="connsiteY43" fmla="*/ 7402 h 10000"/>
              <a:gd name="connsiteX44" fmla="*/ 8393 w 9963"/>
              <a:gd name="connsiteY44" fmla="*/ 7064 h 10000"/>
              <a:gd name="connsiteX45" fmla="*/ 8712 w 9963"/>
              <a:gd name="connsiteY45" fmla="*/ 6750 h 10000"/>
              <a:gd name="connsiteX46" fmla="*/ 8833 w 9963"/>
              <a:gd name="connsiteY46" fmla="*/ 6659 h 10000"/>
              <a:gd name="connsiteX47" fmla="*/ 8782 w 9963"/>
              <a:gd name="connsiteY47" fmla="*/ 6537 h 10000"/>
              <a:gd name="connsiteX48" fmla="*/ 8543 w 9963"/>
              <a:gd name="connsiteY48" fmla="*/ 6627 h 10000"/>
              <a:gd name="connsiteX49" fmla="*/ 8201 w 9963"/>
              <a:gd name="connsiteY49" fmla="*/ 6823 h 10000"/>
              <a:gd name="connsiteX50" fmla="*/ 7905 w 9963"/>
              <a:gd name="connsiteY50" fmla="*/ 6785 h 10000"/>
              <a:gd name="connsiteX51" fmla="*/ 7416 w 9963"/>
              <a:gd name="connsiteY51" fmla="*/ 6673 h 10000"/>
              <a:gd name="connsiteX52" fmla="*/ 6904 w 9963"/>
              <a:gd name="connsiteY52" fmla="*/ 6659 h 10000"/>
              <a:gd name="connsiteX53" fmla="*/ 6504 w 9963"/>
              <a:gd name="connsiteY53" fmla="*/ 6690 h 10000"/>
              <a:gd name="connsiteX54" fmla="*/ 6495 w 9963"/>
              <a:gd name="connsiteY54" fmla="*/ 6537 h 10000"/>
              <a:gd name="connsiteX55" fmla="*/ 6587 w 9963"/>
              <a:gd name="connsiteY55" fmla="*/ 6181 h 10000"/>
              <a:gd name="connsiteX56" fmla="*/ 6646 w 9963"/>
              <a:gd name="connsiteY56" fmla="*/ 5775 h 10000"/>
              <a:gd name="connsiteX57" fmla="*/ 6569 w 9963"/>
              <a:gd name="connsiteY57" fmla="*/ 5273 h 10000"/>
              <a:gd name="connsiteX58" fmla="*/ 6390 w 9963"/>
              <a:gd name="connsiteY58" fmla="*/ 4621 h 10000"/>
              <a:gd name="connsiteX59" fmla="*/ 6208 w 9963"/>
              <a:gd name="connsiteY59" fmla="*/ 4041 h 10000"/>
              <a:gd name="connsiteX60" fmla="*/ 5918 w 9963"/>
              <a:gd name="connsiteY60" fmla="*/ 3218 h 10000"/>
              <a:gd name="connsiteX61" fmla="*/ 5870 w 9963"/>
              <a:gd name="connsiteY61" fmla="*/ 2111 h 10000"/>
              <a:gd name="connsiteX62" fmla="*/ 7344 w 9963"/>
              <a:gd name="connsiteY62" fmla="*/ 2121 h 10000"/>
              <a:gd name="connsiteX63" fmla="*/ 8111 w 9963"/>
              <a:gd name="connsiteY63" fmla="*/ 2809 h 10000"/>
              <a:gd name="connsiteX64" fmla="*/ 8067 w 9963"/>
              <a:gd name="connsiteY64" fmla="*/ 3431 h 10000"/>
              <a:gd name="connsiteX65" fmla="*/ 9122 w 9963"/>
              <a:gd name="connsiteY65" fmla="*/ 4191 h 10000"/>
              <a:gd name="connsiteX66" fmla="*/ 9412 w 9963"/>
              <a:gd name="connsiteY66" fmla="*/ 4923 h 10000"/>
              <a:gd name="connsiteX67" fmla="*/ 9963 w 9963"/>
              <a:gd name="connsiteY67" fmla="*/ 6421 h 10000"/>
              <a:gd name="connsiteX68" fmla="*/ 9723 w 9963"/>
              <a:gd name="connsiteY68" fmla="*/ 4853 h 10000"/>
              <a:gd name="connsiteX69" fmla="*/ 8624 w 9963"/>
              <a:gd name="connsiteY69" fmla="*/ 3337 h 10000"/>
              <a:gd name="connsiteX70" fmla="*/ 8139 w 9963"/>
              <a:gd name="connsiteY70" fmla="*/ 2438 h 10000"/>
              <a:gd name="connsiteX71" fmla="*/ 7387 w 9963"/>
              <a:gd name="connsiteY71" fmla="*/ 1831 h 10000"/>
              <a:gd name="connsiteX72" fmla="*/ 6498 w 9963"/>
              <a:gd name="connsiteY72" fmla="*/ 1803 h 10000"/>
              <a:gd name="connsiteX73" fmla="*/ 5569 w 9963"/>
              <a:gd name="connsiteY73" fmla="*/ 1732 h 10000"/>
              <a:gd name="connsiteX74" fmla="*/ 5348 w 9963"/>
              <a:gd name="connsiteY74" fmla="*/ 1630 h 10000"/>
              <a:gd name="connsiteX75" fmla="*/ 5183 w 9963"/>
              <a:gd name="connsiteY75" fmla="*/ 1155 h 10000"/>
              <a:gd name="connsiteX76" fmla="*/ 4863 w 9963"/>
              <a:gd name="connsiteY76" fmla="*/ 1127 h 10000"/>
              <a:gd name="connsiteX77" fmla="*/ 4741 w 9963"/>
              <a:gd name="connsiteY77" fmla="*/ 1399 h 10000"/>
              <a:gd name="connsiteX78" fmla="*/ 4553 w 9963"/>
              <a:gd name="connsiteY78" fmla="*/ 1769 h 10000"/>
              <a:gd name="connsiteX79" fmla="*/ 3683 w 9963"/>
              <a:gd name="connsiteY79" fmla="*/ 1383 h 10000"/>
              <a:gd name="connsiteX80" fmla="*/ 3627 w 9963"/>
              <a:gd name="connsiteY80" fmla="*/ 988 h 10000"/>
              <a:gd name="connsiteX81" fmla="*/ 2919 w 9963"/>
              <a:gd name="connsiteY81" fmla="*/ 433 h 10000"/>
              <a:gd name="connsiteX82" fmla="*/ 2195 w 9963"/>
              <a:gd name="connsiteY82" fmla="*/ 573 h 10000"/>
              <a:gd name="connsiteX83" fmla="*/ 1847 w 9963"/>
              <a:gd name="connsiteY83" fmla="*/ 60 h 10000"/>
              <a:gd name="connsiteX84" fmla="*/ 940 w 9963"/>
              <a:gd name="connsiteY84" fmla="*/ 91 h 10000"/>
              <a:gd name="connsiteX85" fmla="*/ 282 w 9963"/>
              <a:gd name="connsiteY85" fmla="*/ 770 h 10000"/>
              <a:gd name="connsiteX86" fmla="*/ 4 w 9963"/>
              <a:gd name="connsiteY86" fmla="*/ 1530 h 10000"/>
              <a:gd name="connsiteX87" fmla="*/ 76 w 9963"/>
              <a:gd name="connsiteY87" fmla="*/ 5336 h 10000"/>
              <a:gd name="connsiteX88" fmla="*/ 242 w 9963"/>
              <a:gd name="connsiteY88" fmla="*/ 3051 h 10000"/>
              <a:gd name="connsiteX89" fmla="*/ 365 w 9963"/>
              <a:gd name="connsiteY89" fmla="*/ 1714 h 10000"/>
              <a:gd name="connsiteX90" fmla="*/ 976 w 9963"/>
              <a:gd name="connsiteY90" fmla="*/ 373 h 10000"/>
              <a:gd name="connsiteX91" fmla="*/ 1487 w 9963"/>
              <a:gd name="connsiteY91" fmla="*/ 293 h 10000"/>
              <a:gd name="connsiteX92" fmla="*/ 2114 w 9963"/>
              <a:gd name="connsiteY92" fmla="*/ 923 h 10000"/>
              <a:gd name="connsiteX93" fmla="*/ 2761 w 9963"/>
              <a:gd name="connsiteY93" fmla="*/ 677 h 10000"/>
              <a:gd name="connsiteX94" fmla="*/ 3170 w 9963"/>
              <a:gd name="connsiteY94" fmla="*/ 1013 h 10000"/>
              <a:gd name="connsiteX95" fmla="*/ 3293 w 9963"/>
              <a:gd name="connsiteY95" fmla="*/ 1635 h 10000"/>
              <a:gd name="connsiteX96" fmla="*/ 3998 w 9963"/>
              <a:gd name="connsiteY96" fmla="*/ 1895 h 10000"/>
              <a:gd name="connsiteX97" fmla="*/ 4215 w 9963"/>
              <a:gd name="connsiteY97" fmla="*/ 2307 h 10000"/>
              <a:gd name="connsiteX98" fmla="*/ 4196 w 9963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097 w 10000"/>
              <a:gd name="connsiteY64" fmla="*/ 3431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097 w 10000"/>
              <a:gd name="connsiteY64" fmla="*/ 3431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097 w 10000"/>
              <a:gd name="connsiteY64" fmla="*/ 3431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485 w 10000"/>
              <a:gd name="connsiteY64" fmla="*/ 3627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485 w 10000"/>
              <a:gd name="connsiteY64" fmla="*/ 3627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893 w 10000"/>
              <a:gd name="connsiteY69" fmla="*/ 3688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09 w 9997"/>
              <a:gd name="connsiteY0" fmla="*/ 3002 h 10000"/>
              <a:gd name="connsiteX1" fmla="*/ 3821 w 9997"/>
              <a:gd name="connsiteY1" fmla="*/ 4557 h 10000"/>
              <a:gd name="connsiteX2" fmla="*/ 3703 w 9997"/>
              <a:gd name="connsiteY2" fmla="*/ 5294 h 10000"/>
              <a:gd name="connsiteX3" fmla="*/ 3590 w 9997"/>
              <a:gd name="connsiteY3" fmla="*/ 5630 h 10000"/>
              <a:gd name="connsiteX4" fmla="*/ 3302 w 9997"/>
              <a:gd name="connsiteY4" fmla="*/ 5922 h 10000"/>
              <a:gd name="connsiteX5" fmla="*/ 3156 w 9997"/>
              <a:gd name="connsiteY5" fmla="*/ 6076 h 10000"/>
              <a:gd name="connsiteX6" fmla="*/ 3067 w 9997"/>
              <a:gd name="connsiteY6" fmla="*/ 6226 h 10000"/>
              <a:gd name="connsiteX7" fmla="*/ 3166 w 9997"/>
              <a:gd name="connsiteY7" fmla="*/ 6398 h 10000"/>
              <a:gd name="connsiteX8" fmla="*/ 3417 w 9997"/>
              <a:gd name="connsiteY8" fmla="*/ 6586 h 10000"/>
              <a:gd name="connsiteX9" fmla="*/ 3561 w 9997"/>
              <a:gd name="connsiteY9" fmla="*/ 6931 h 10000"/>
              <a:gd name="connsiteX10" fmla="*/ 3652 w 9997"/>
              <a:gd name="connsiteY10" fmla="*/ 7179 h 10000"/>
              <a:gd name="connsiteX11" fmla="*/ 3831 w 9997"/>
              <a:gd name="connsiteY11" fmla="*/ 7490 h 10000"/>
              <a:gd name="connsiteX12" fmla="*/ 4194 w 9997"/>
              <a:gd name="connsiteY12" fmla="*/ 8114 h 10000"/>
              <a:gd name="connsiteX13" fmla="*/ 4346 w 9997"/>
              <a:gd name="connsiteY13" fmla="*/ 8456 h 10000"/>
              <a:gd name="connsiteX14" fmla="*/ 4430 w 9997"/>
              <a:gd name="connsiteY14" fmla="*/ 8728 h 10000"/>
              <a:gd name="connsiteX15" fmla="*/ 4463 w 9997"/>
              <a:gd name="connsiteY15" fmla="*/ 9193 h 10000"/>
              <a:gd name="connsiteX16" fmla="*/ 4346 w 9997"/>
              <a:gd name="connsiteY16" fmla="*/ 9510 h 10000"/>
              <a:gd name="connsiteX17" fmla="*/ 4288 w 9997"/>
              <a:gd name="connsiteY17" fmla="*/ 9758 h 10000"/>
              <a:gd name="connsiteX18" fmla="*/ 4335 w 9997"/>
              <a:gd name="connsiteY18" fmla="*/ 9881 h 10000"/>
              <a:gd name="connsiteX19" fmla="*/ 4511 w 9997"/>
              <a:gd name="connsiteY19" fmla="*/ 9992 h 10000"/>
              <a:gd name="connsiteX20" fmla="*/ 5180 w 9997"/>
              <a:gd name="connsiteY20" fmla="*/ 9992 h 10000"/>
              <a:gd name="connsiteX21" fmla="*/ 5797 w 9997"/>
              <a:gd name="connsiteY21" fmla="*/ 9975 h 10000"/>
              <a:gd name="connsiteX22" fmla="*/ 5922 w 9997"/>
              <a:gd name="connsiteY22" fmla="*/ 9841 h 10000"/>
              <a:gd name="connsiteX23" fmla="*/ 5912 w 9997"/>
              <a:gd name="connsiteY23" fmla="*/ 9618 h 10000"/>
              <a:gd name="connsiteX24" fmla="*/ 5783 w 9997"/>
              <a:gd name="connsiteY24" fmla="*/ 9388 h 10000"/>
              <a:gd name="connsiteX25" fmla="*/ 5737 w 9997"/>
              <a:gd name="connsiteY25" fmla="*/ 9105 h 10000"/>
              <a:gd name="connsiteX26" fmla="*/ 5732 w 9997"/>
              <a:gd name="connsiteY26" fmla="*/ 8753 h 10000"/>
              <a:gd name="connsiteX27" fmla="*/ 5822 w 9997"/>
              <a:gd name="connsiteY27" fmla="*/ 8400 h 10000"/>
              <a:gd name="connsiteX28" fmla="*/ 6029 w 9997"/>
              <a:gd name="connsiteY28" fmla="*/ 7877 h 10000"/>
              <a:gd name="connsiteX29" fmla="*/ 6144 w 9997"/>
              <a:gd name="connsiteY29" fmla="*/ 7604 h 10000"/>
              <a:gd name="connsiteX30" fmla="*/ 6237 w 9997"/>
              <a:gd name="connsiteY30" fmla="*/ 7486 h 10000"/>
              <a:gd name="connsiteX31" fmla="*/ 6571 w 9997"/>
              <a:gd name="connsiteY31" fmla="*/ 7706 h 10000"/>
              <a:gd name="connsiteX32" fmla="*/ 6935 w 9997"/>
              <a:gd name="connsiteY32" fmla="*/ 7828 h 10000"/>
              <a:gd name="connsiteX33" fmla="*/ 7497 w 9997"/>
              <a:gd name="connsiteY33" fmla="*/ 7929 h 10000"/>
              <a:gd name="connsiteX34" fmla="*/ 7925 w 9997"/>
              <a:gd name="connsiteY34" fmla="*/ 7954 h 10000"/>
              <a:gd name="connsiteX35" fmla="*/ 8318 w 9997"/>
              <a:gd name="connsiteY35" fmla="*/ 8127 h 10000"/>
              <a:gd name="connsiteX36" fmla="*/ 8562 w 9997"/>
              <a:gd name="connsiteY36" fmla="*/ 8275 h 10000"/>
              <a:gd name="connsiteX37" fmla="*/ 8793 w 9997"/>
              <a:gd name="connsiteY37" fmla="*/ 8317 h 10000"/>
              <a:gd name="connsiteX38" fmla="*/ 8769 w 9997"/>
              <a:gd name="connsiteY38" fmla="*/ 8180 h 10000"/>
              <a:gd name="connsiteX39" fmla="*/ 8505 w 9997"/>
              <a:gd name="connsiteY39" fmla="*/ 8037 h 10000"/>
              <a:gd name="connsiteX40" fmla="*/ 8326 w 9997"/>
              <a:gd name="connsiteY40" fmla="*/ 7877 h 10000"/>
              <a:gd name="connsiteX41" fmla="*/ 8303 w 9997"/>
              <a:gd name="connsiteY41" fmla="*/ 7727 h 10000"/>
              <a:gd name="connsiteX42" fmla="*/ 8510 w 9997"/>
              <a:gd name="connsiteY42" fmla="*/ 7573 h 10000"/>
              <a:gd name="connsiteX43" fmla="*/ 8707 w 9997"/>
              <a:gd name="connsiteY43" fmla="*/ 7402 h 10000"/>
              <a:gd name="connsiteX44" fmla="*/ 8421 w 9997"/>
              <a:gd name="connsiteY44" fmla="*/ 7064 h 10000"/>
              <a:gd name="connsiteX45" fmla="*/ 8741 w 9997"/>
              <a:gd name="connsiteY45" fmla="*/ 6750 h 10000"/>
              <a:gd name="connsiteX46" fmla="*/ 8863 w 9997"/>
              <a:gd name="connsiteY46" fmla="*/ 6659 h 10000"/>
              <a:gd name="connsiteX47" fmla="*/ 8812 w 9997"/>
              <a:gd name="connsiteY47" fmla="*/ 6537 h 10000"/>
              <a:gd name="connsiteX48" fmla="*/ 8572 w 9997"/>
              <a:gd name="connsiteY48" fmla="*/ 6627 h 10000"/>
              <a:gd name="connsiteX49" fmla="*/ 8228 w 9997"/>
              <a:gd name="connsiteY49" fmla="*/ 6823 h 10000"/>
              <a:gd name="connsiteX50" fmla="*/ 7931 w 9997"/>
              <a:gd name="connsiteY50" fmla="*/ 6785 h 10000"/>
              <a:gd name="connsiteX51" fmla="*/ 7441 w 9997"/>
              <a:gd name="connsiteY51" fmla="*/ 6673 h 10000"/>
              <a:gd name="connsiteX52" fmla="*/ 6927 w 9997"/>
              <a:gd name="connsiteY52" fmla="*/ 6659 h 10000"/>
              <a:gd name="connsiteX53" fmla="*/ 6525 w 9997"/>
              <a:gd name="connsiteY53" fmla="*/ 6690 h 10000"/>
              <a:gd name="connsiteX54" fmla="*/ 6516 w 9997"/>
              <a:gd name="connsiteY54" fmla="*/ 6537 h 10000"/>
              <a:gd name="connsiteX55" fmla="*/ 6608 w 9997"/>
              <a:gd name="connsiteY55" fmla="*/ 6181 h 10000"/>
              <a:gd name="connsiteX56" fmla="*/ 6668 w 9997"/>
              <a:gd name="connsiteY56" fmla="*/ 5775 h 10000"/>
              <a:gd name="connsiteX57" fmla="*/ 6590 w 9997"/>
              <a:gd name="connsiteY57" fmla="*/ 5273 h 10000"/>
              <a:gd name="connsiteX58" fmla="*/ 6411 w 9997"/>
              <a:gd name="connsiteY58" fmla="*/ 4621 h 10000"/>
              <a:gd name="connsiteX59" fmla="*/ 6228 w 9997"/>
              <a:gd name="connsiteY59" fmla="*/ 4041 h 10000"/>
              <a:gd name="connsiteX60" fmla="*/ 5937 w 9997"/>
              <a:gd name="connsiteY60" fmla="*/ 3218 h 10000"/>
              <a:gd name="connsiteX61" fmla="*/ 5889 w 9997"/>
              <a:gd name="connsiteY61" fmla="*/ 2111 h 10000"/>
              <a:gd name="connsiteX62" fmla="*/ 7368 w 9997"/>
              <a:gd name="connsiteY62" fmla="*/ 2121 h 10000"/>
              <a:gd name="connsiteX63" fmla="*/ 8138 w 9997"/>
              <a:gd name="connsiteY63" fmla="*/ 2809 h 10000"/>
              <a:gd name="connsiteX64" fmla="*/ 8482 w 9997"/>
              <a:gd name="connsiteY64" fmla="*/ 3627 h 10000"/>
              <a:gd name="connsiteX65" fmla="*/ 8964 w 9997"/>
              <a:gd name="connsiteY65" fmla="*/ 4198 h 10000"/>
              <a:gd name="connsiteX66" fmla="*/ 9444 w 9997"/>
              <a:gd name="connsiteY66" fmla="*/ 4923 h 10000"/>
              <a:gd name="connsiteX67" fmla="*/ 9997 w 9997"/>
              <a:gd name="connsiteY67" fmla="*/ 6421 h 10000"/>
              <a:gd name="connsiteX68" fmla="*/ 9756 w 9997"/>
              <a:gd name="connsiteY68" fmla="*/ 4853 h 10000"/>
              <a:gd name="connsiteX69" fmla="*/ 8890 w 9997"/>
              <a:gd name="connsiteY69" fmla="*/ 3688 h 10000"/>
              <a:gd name="connsiteX70" fmla="*/ 8166 w 9997"/>
              <a:gd name="connsiteY70" fmla="*/ 2438 h 10000"/>
              <a:gd name="connsiteX71" fmla="*/ 7411 w 9997"/>
              <a:gd name="connsiteY71" fmla="*/ 1831 h 10000"/>
              <a:gd name="connsiteX72" fmla="*/ 6519 w 9997"/>
              <a:gd name="connsiteY72" fmla="*/ 1803 h 10000"/>
              <a:gd name="connsiteX73" fmla="*/ 5587 w 9997"/>
              <a:gd name="connsiteY73" fmla="*/ 1732 h 10000"/>
              <a:gd name="connsiteX74" fmla="*/ 5365 w 9997"/>
              <a:gd name="connsiteY74" fmla="*/ 1630 h 10000"/>
              <a:gd name="connsiteX75" fmla="*/ 5199 w 9997"/>
              <a:gd name="connsiteY75" fmla="*/ 1155 h 10000"/>
              <a:gd name="connsiteX76" fmla="*/ 4878 w 9997"/>
              <a:gd name="connsiteY76" fmla="*/ 1127 h 10000"/>
              <a:gd name="connsiteX77" fmla="*/ 4756 w 9997"/>
              <a:gd name="connsiteY77" fmla="*/ 1399 h 10000"/>
              <a:gd name="connsiteX78" fmla="*/ 4567 w 9997"/>
              <a:gd name="connsiteY78" fmla="*/ 1769 h 10000"/>
              <a:gd name="connsiteX79" fmla="*/ 3694 w 9997"/>
              <a:gd name="connsiteY79" fmla="*/ 1383 h 10000"/>
              <a:gd name="connsiteX80" fmla="*/ 3637 w 9997"/>
              <a:gd name="connsiteY80" fmla="*/ 988 h 10000"/>
              <a:gd name="connsiteX81" fmla="*/ 2927 w 9997"/>
              <a:gd name="connsiteY81" fmla="*/ 433 h 10000"/>
              <a:gd name="connsiteX82" fmla="*/ 2200 w 9997"/>
              <a:gd name="connsiteY82" fmla="*/ 573 h 10000"/>
              <a:gd name="connsiteX83" fmla="*/ 1851 w 9997"/>
              <a:gd name="connsiteY83" fmla="*/ 60 h 10000"/>
              <a:gd name="connsiteX84" fmla="*/ 940 w 9997"/>
              <a:gd name="connsiteY84" fmla="*/ 91 h 10000"/>
              <a:gd name="connsiteX85" fmla="*/ 280 w 9997"/>
              <a:gd name="connsiteY85" fmla="*/ 770 h 10000"/>
              <a:gd name="connsiteX86" fmla="*/ 1 w 9997"/>
              <a:gd name="connsiteY86" fmla="*/ 1530 h 10000"/>
              <a:gd name="connsiteX87" fmla="*/ 272 w 9997"/>
              <a:gd name="connsiteY87" fmla="*/ 6739 h 10000"/>
              <a:gd name="connsiteX88" fmla="*/ 240 w 9997"/>
              <a:gd name="connsiteY88" fmla="*/ 3051 h 10000"/>
              <a:gd name="connsiteX89" fmla="*/ 363 w 9997"/>
              <a:gd name="connsiteY89" fmla="*/ 1714 h 10000"/>
              <a:gd name="connsiteX90" fmla="*/ 977 w 9997"/>
              <a:gd name="connsiteY90" fmla="*/ 373 h 10000"/>
              <a:gd name="connsiteX91" fmla="*/ 1490 w 9997"/>
              <a:gd name="connsiteY91" fmla="*/ 293 h 10000"/>
              <a:gd name="connsiteX92" fmla="*/ 2119 w 9997"/>
              <a:gd name="connsiteY92" fmla="*/ 923 h 10000"/>
              <a:gd name="connsiteX93" fmla="*/ 2768 w 9997"/>
              <a:gd name="connsiteY93" fmla="*/ 677 h 10000"/>
              <a:gd name="connsiteX94" fmla="*/ 3179 w 9997"/>
              <a:gd name="connsiteY94" fmla="*/ 1013 h 10000"/>
              <a:gd name="connsiteX95" fmla="*/ 3302 w 9997"/>
              <a:gd name="connsiteY95" fmla="*/ 1635 h 10000"/>
              <a:gd name="connsiteX96" fmla="*/ 4010 w 9997"/>
              <a:gd name="connsiteY96" fmla="*/ 1895 h 10000"/>
              <a:gd name="connsiteX97" fmla="*/ 4228 w 9997"/>
              <a:gd name="connsiteY97" fmla="*/ 2307 h 10000"/>
              <a:gd name="connsiteX98" fmla="*/ 4209 w 9997"/>
              <a:gd name="connsiteY98" fmla="*/ 3002 h 10000"/>
              <a:gd name="connsiteX0" fmla="*/ 4210 w 10000"/>
              <a:gd name="connsiteY0" fmla="*/ 3002 h 10000"/>
              <a:gd name="connsiteX1" fmla="*/ 3822 w 10000"/>
              <a:gd name="connsiteY1" fmla="*/ 4557 h 10000"/>
              <a:gd name="connsiteX2" fmla="*/ 3704 w 10000"/>
              <a:gd name="connsiteY2" fmla="*/ 5294 h 10000"/>
              <a:gd name="connsiteX3" fmla="*/ 3591 w 10000"/>
              <a:gd name="connsiteY3" fmla="*/ 5630 h 10000"/>
              <a:gd name="connsiteX4" fmla="*/ 3303 w 10000"/>
              <a:gd name="connsiteY4" fmla="*/ 5922 h 10000"/>
              <a:gd name="connsiteX5" fmla="*/ 3157 w 10000"/>
              <a:gd name="connsiteY5" fmla="*/ 6076 h 10000"/>
              <a:gd name="connsiteX6" fmla="*/ 3068 w 10000"/>
              <a:gd name="connsiteY6" fmla="*/ 6226 h 10000"/>
              <a:gd name="connsiteX7" fmla="*/ 3167 w 10000"/>
              <a:gd name="connsiteY7" fmla="*/ 6398 h 10000"/>
              <a:gd name="connsiteX8" fmla="*/ 3418 w 10000"/>
              <a:gd name="connsiteY8" fmla="*/ 6586 h 10000"/>
              <a:gd name="connsiteX9" fmla="*/ 3562 w 10000"/>
              <a:gd name="connsiteY9" fmla="*/ 6931 h 10000"/>
              <a:gd name="connsiteX10" fmla="*/ 3653 w 10000"/>
              <a:gd name="connsiteY10" fmla="*/ 7179 h 10000"/>
              <a:gd name="connsiteX11" fmla="*/ 3832 w 10000"/>
              <a:gd name="connsiteY11" fmla="*/ 7490 h 10000"/>
              <a:gd name="connsiteX12" fmla="*/ 4195 w 10000"/>
              <a:gd name="connsiteY12" fmla="*/ 8114 h 10000"/>
              <a:gd name="connsiteX13" fmla="*/ 4347 w 10000"/>
              <a:gd name="connsiteY13" fmla="*/ 8456 h 10000"/>
              <a:gd name="connsiteX14" fmla="*/ 4431 w 10000"/>
              <a:gd name="connsiteY14" fmla="*/ 8728 h 10000"/>
              <a:gd name="connsiteX15" fmla="*/ 4464 w 10000"/>
              <a:gd name="connsiteY15" fmla="*/ 9193 h 10000"/>
              <a:gd name="connsiteX16" fmla="*/ 4347 w 10000"/>
              <a:gd name="connsiteY16" fmla="*/ 9510 h 10000"/>
              <a:gd name="connsiteX17" fmla="*/ 4289 w 10000"/>
              <a:gd name="connsiteY17" fmla="*/ 9758 h 10000"/>
              <a:gd name="connsiteX18" fmla="*/ 4336 w 10000"/>
              <a:gd name="connsiteY18" fmla="*/ 9881 h 10000"/>
              <a:gd name="connsiteX19" fmla="*/ 4512 w 10000"/>
              <a:gd name="connsiteY19" fmla="*/ 9992 h 10000"/>
              <a:gd name="connsiteX20" fmla="*/ 5182 w 10000"/>
              <a:gd name="connsiteY20" fmla="*/ 9992 h 10000"/>
              <a:gd name="connsiteX21" fmla="*/ 5799 w 10000"/>
              <a:gd name="connsiteY21" fmla="*/ 9975 h 10000"/>
              <a:gd name="connsiteX22" fmla="*/ 5924 w 10000"/>
              <a:gd name="connsiteY22" fmla="*/ 9841 h 10000"/>
              <a:gd name="connsiteX23" fmla="*/ 5914 w 10000"/>
              <a:gd name="connsiteY23" fmla="*/ 9618 h 10000"/>
              <a:gd name="connsiteX24" fmla="*/ 5785 w 10000"/>
              <a:gd name="connsiteY24" fmla="*/ 9388 h 10000"/>
              <a:gd name="connsiteX25" fmla="*/ 5739 w 10000"/>
              <a:gd name="connsiteY25" fmla="*/ 9105 h 10000"/>
              <a:gd name="connsiteX26" fmla="*/ 5734 w 10000"/>
              <a:gd name="connsiteY26" fmla="*/ 8753 h 10000"/>
              <a:gd name="connsiteX27" fmla="*/ 5824 w 10000"/>
              <a:gd name="connsiteY27" fmla="*/ 8400 h 10000"/>
              <a:gd name="connsiteX28" fmla="*/ 6031 w 10000"/>
              <a:gd name="connsiteY28" fmla="*/ 7877 h 10000"/>
              <a:gd name="connsiteX29" fmla="*/ 6146 w 10000"/>
              <a:gd name="connsiteY29" fmla="*/ 7604 h 10000"/>
              <a:gd name="connsiteX30" fmla="*/ 6239 w 10000"/>
              <a:gd name="connsiteY30" fmla="*/ 7486 h 10000"/>
              <a:gd name="connsiteX31" fmla="*/ 6573 w 10000"/>
              <a:gd name="connsiteY31" fmla="*/ 7706 h 10000"/>
              <a:gd name="connsiteX32" fmla="*/ 6937 w 10000"/>
              <a:gd name="connsiteY32" fmla="*/ 7828 h 10000"/>
              <a:gd name="connsiteX33" fmla="*/ 7499 w 10000"/>
              <a:gd name="connsiteY33" fmla="*/ 7929 h 10000"/>
              <a:gd name="connsiteX34" fmla="*/ 7927 w 10000"/>
              <a:gd name="connsiteY34" fmla="*/ 7954 h 10000"/>
              <a:gd name="connsiteX35" fmla="*/ 8320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8 w 10000"/>
              <a:gd name="connsiteY40" fmla="*/ 7877 h 10000"/>
              <a:gd name="connsiteX41" fmla="*/ 8305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0 w 10000"/>
              <a:gd name="connsiteY49" fmla="*/ 6823 h 10000"/>
              <a:gd name="connsiteX50" fmla="*/ 7933 w 10000"/>
              <a:gd name="connsiteY50" fmla="*/ 6785 h 10000"/>
              <a:gd name="connsiteX51" fmla="*/ 7443 w 10000"/>
              <a:gd name="connsiteY51" fmla="*/ 6673 h 10000"/>
              <a:gd name="connsiteX52" fmla="*/ 6929 w 10000"/>
              <a:gd name="connsiteY52" fmla="*/ 6659 h 10000"/>
              <a:gd name="connsiteX53" fmla="*/ 6527 w 10000"/>
              <a:gd name="connsiteY53" fmla="*/ 6690 h 10000"/>
              <a:gd name="connsiteX54" fmla="*/ 6518 w 10000"/>
              <a:gd name="connsiteY54" fmla="*/ 6537 h 10000"/>
              <a:gd name="connsiteX55" fmla="*/ 6610 w 10000"/>
              <a:gd name="connsiteY55" fmla="*/ 6181 h 10000"/>
              <a:gd name="connsiteX56" fmla="*/ 6670 w 10000"/>
              <a:gd name="connsiteY56" fmla="*/ 5775 h 10000"/>
              <a:gd name="connsiteX57" fmla="*/ 6592 w 10000"/>
              <a:gd name="connsiteY57" fmla="*/ 5273 h 10000"/>
              <a:gd name="connsiteX58" fmla="*/ 6413 w 10000"/>
              <a:gd name="connsiteY58" fmla="*/ 4621 h 10000"/>
              <a:gd name="connsiteX59" fmla="*/ 6230 w 10000"/>
              <a:gd name="connsiteY59" fmla="*/ 4041 h 10000"/>
              <a:gd name="connsiteX60" fmla="*/ 5939 w 10000"/>
              <a:gd name="connsiteY60" fmla="*/ 3218 h 10000"/>
              <a:gd name="connsiteX61" fmla="*/ 5891 w 10000"/>
              <a:gd name="connsiteY61" fmla="*/ 2111 h 10000"/>
              <a:gd name="connsiteX62" fmla="*/ 7370 w 10000"/>
              <a:gd name="connsiteY62" fmla="*/ 2121 h 10000"/>
              <a:gd name="connsiteX63" fmla="*/ 8140 w 10000"/>
              <a:gd name="connsiteY63" fmla="*/ 2809 h 10000"/>
              <a:gd name="connsiteX64" fmla="*/ 8485 w 10000"/>
              <a:gd name="connsiteY64" fmla="*/ 3627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893 w 10000"/>
              <a:gd name="connsiteY69" fmla="*/ 3688 h 10000"/>
              <a:gd name="connsiteX70" fmla="*/ 8168 w 10000"/>
              <a:gd name="connsiteY70" fmla="*/ 2438 h 10000"/>
              <a:gd name="connsiteX71" fmla="*/ 7413 w 10000"/>
              <a:gd name="connsiteY71" fmla="*/ 1831 h 10000"/>
              <a:gd name="connsiteX72" fmla="*/ 6521 w 10000"/>
              <a:gd name="connsiteY72" fmla="*/ 1803 h 10000"/>
              <a:gd name="connsiteX73" fmla="*/ 5589 w 10000"/>
              <a:gd name="connsiteY73" fmla="*/ 1732 h 10000"/>
              <a:gd name="connsiteX74" fmla="*/ 5367 w 10000"/>
              <a:gd name="connsiteY74" fmla="*/ 1630 h 10000"/>
              <a:gd name="connsiteX75" fmla="*/ 5201 w 10000"/>
              <a:gd name="connsiteY75" fmla="*/ 1155 h 10000"/>
              <a:gd name="connsiteX76" fmla="*/ 4879 w 10000"/>
              <a:gd name="connsiteY76" fmla="*/ 1127 h 10000"/>
              <a:gd name="connsiteX77" fmla="*/ 4757 w 10000"/>
              <a:gd name="connsiteY77" fmla="*/ 1399 h 10000"/>
              <a:gd name="connsiteX78" fmla="*/ 4568 w 10000"/>
              <a:gd name="connsiteY78" fmla="*/ 1769 h 10000"/>
              <a:gd name="connsiteX79" fmla="*/ 3695 w 10000"/>
              <a:gd name="connsiteY79" fmla="*/ 1383 h 10000"/>
              <a:gd name="connsiteX80" fmla="*/ 3638 w 10000"/>
              <a:gd name="connsiteY80" fmla="*/ 988 h 10000"/>
              <a:gd name="connsiteX81" fmla="*/ 2928 w 10000"/>
              <a:gd name="connsiteY81" fmla="*/ 433 h 10000"/>
              <a:gd name="connsiteX82" fmla="*/ 2201 w 10000"/>
              <a:gd name="connsiteY82" fmla="*/ 573 h 10000"/>
              <a:gd name="connsiteX83" fmla="*/ 1852 w 10000"/>
              <a:gd name="connsiteY83" fmla="*/ 60 h 10000"/>
              <a:gd name="connsiteX84" fmla="*/ 940 w 10000"/>
              <a:gd name="connsiteY84" fmla="*/ 91 h 10000"/>
              <a:gd name="connsiteX85" fmla="*/ 280 w 10000"/>
              <a:gd name="connsiteY85" fmla="*/ 770 h 10000"/>
              <a:gd name="connsiteX86" fmla="*/ 1 w 10000"/>
              <a:gd name="connsiteY86" fmla="*/ 1530 h 10000"/>
              <a:gd name="connsiteX87" fmla="*/ 272 w 10000"/>
              <a:gd name="connsiteY87" fmla="*/ 6739 h 10000"/>
              <a:gd name="connsiteX88" fmla="*/ 268 w 10000"/>
              <a:gd name="connsiteY88" fmla="*/ 5113 h 10000"/>
              <a:gd name="connsiteX89" fmla="*/ 363 w 10000"/>
              <a:gd name="connsiteY89" fmla="*/ 1714 h 10000"/>
              <a:gd name="connsiteX90" fmla="*/ 977 w 10000"/>
              <a:gd name="connsiteY90" fmla="*/ 373 h 10000"/>
              <a:gd name="connsiteX91" fmla="*/ 1490 w 10000"/>
              <a:gd name="connsiteY91" fmla="*/ 293 h 10000"/>
              <a:gd name="connsiteX92" fmla="*/ 2120 w 10000"/>
              <a:gd name="connsiteY92" fmla="*/ 923 h 10000"/>
              <a:gd name="connsiteX93" fmla="*/ 2769 w 10000"/>
              <a:gd name="connsiteY93" fmla="*/ 677 h 10000"/>
              <a:gd name="connsiteX94" fmla="*/ 3180 w 10000"/>
              <a:gd name="connsiteY94" fmla="*/ 1013 h 10000"/>
              <a:gd name="connsiteX95" fmla="*/ 3303 w 10000"/>
              <a:gd name="connsiteY95" fmla="*/ 1635 h 10000"/>
              <a:gd name="connsiteX96" fmla="*/ 4011 w 10000"/>
              <a:gd name="connsiteY96" fmla="*/ 1895 h 10000"/>
              <a:gd name="connsiteX97" fmla="*/ 4229 w 10000"/>
              <a:gd name="connsiteY97" fmla="*/ 2307 h 10000"/>
              <a:gd name="connsiteX98" fmla="*/ 4210 w 10000"/>
              <a:gd name="connsiteY98" fmla="*/ 3002 h 10000"/>
              <a:gd name="connsiteX0" fmla="*/ 4097 w 9887"/>
              <a:gd name="connsiteY0" fmla="*/ 3002 h 10000"/>
              <a:gd name="connsiteX1" fmla="*/ 3709 w 9887"/>
              <a:gd name="connsiteY1" fmla="*/ 4557 h 10000"/>
              <a:gd name="connsiteX2" fmla="*/ 3591 w 9887"/>
              <a:gd name="connsiteY2" fmla="*/ 5294 h 10000"/>
              <a:gd name="connsiteX3" fmla="*/ 3478 w 9887"/>
              <a:gd name="connsiteY3" fmla="*/ 5630 h 10000"/>
              <a:gd name="connsiteX4" fmla="*/ 3190 w 9887"/>
              <a:gd name="connsiteY4" fmla="*/ 5922 h 10000"/>
              <a:gd name="connsiteX5" fmla="*/ 3044 w 9887"/>
              <a:gd name="connsiteY5" fmla="*/ 6076 h 10000"/>
              <a:gd name="connsiteX6" fmla="*/ 2955 w 9887"/>
              <a:gd name="connsiteY6" fmla="*/ 6226 h 10000"/>
              <a:gd name="connsiteX7" fmla="*/ 3054 w 9887"/>
              <a:gd name="connsiteY7" fmla="*/ 6398 h 10000"/>
              <a:gd name="connsiteX8" fmla="*/ 3305 w 9887"/>
              <a:gd name="connsiteY8" fmla="*/ 6586 h 10000"/>
              <a:gd name="connsiteX9" fmla="*/ 3449 w 9887"/>
              <a:gd name="connsiteY9" fmla="*/ 6931 h 10000"/>
              <a:gd name="connsiteX10" fmla="*/ 3540 w 9887"/>
              <a:gd name="connsiteY10" fmla="*/ 7179 h 10000"/>
              <a:gd name="connsiteX11" fmla="*/ 3719 w 9887"/>
              <a:gd name="connsiteY11" fmla="*/ 7490 h 10000"/>
              <a:gd name="connsiteX12" fmla="*/ 4082 w 9887"/>
              <a:gd name="connsiteY12" fmla="*/ 8114 h 10000"/>
              <a:gd name="connsiteX13" fmla="*/ 4234 w 9887"/>
              <a:gd name="connsiteY13" fmla="*/ 8456 h 10000"/>
              <a:gd name="connsiteX14" fmla="*/ 4318 w 9887"/>
              <a:gd name="connsiteY14" fmla="*/ 8728 h 10000"/>
              <a:gd name="connsiteX15" fmla="*/ 4351 w 9887"/>
              <a:gd name="connsiteY15" fmla="*/ 9193 h 10000"/>
              <a:gd name="connsiteX16" fmla="*/ 4234 w 9887"/>
              <a:gd name="connsiteY16" fmla="*/ 9510 h 10000"/>
              <a:gd name="connsiteX17" fmla="*/ 4176 w 9887"/>
              <a:gd name="connsiteY17" fmla="*/ 9758 h 10000"/>
              <a:gd name="connsiteX18" fmla="*/ 4223 w 9887"/>
              <a:gd name="connsiteY18" fmla="*/ 9881 h 10000"/>
              <a:gd name="connsiteX19" fmla="*/ 4399 w 9887"/>
              <a:gd name="connsiteY19" fmla="*/ 9992 h 10000"/>
              <a:gd name="connsiteX20" fmla="*/ 5069 w 9887"/>
              <a:gd name="connsiteY20" fmla="*/ 9992 h 10000"/>
              <a:gd name="connsiteX21" fmla="*/ 5686 w 9887"/>
              <a:gd name="connsiteY21" fmla="*/ 9975 h 10000"/>
              <a:gd name="connsiteX22" fmla="*/ 5811 w 9887"/>
              <a:gd name="connsiteY22" fmla="*/ 9841 h 10000"/>
              <a:gd name="connsiteX23" fmla="*/ 5801 w 9887"/>
              <a:gd name="connsiteY23" fmla="*/ 9618 h 10000"/>
              <a:gd name="connsiteX24" fmla="*/ 5672 w 9887"/>
              <a:gd name="connsiteY24" fmla="*/ 9388 h 10000"/>
              <a:gd name="connsiteX25" fmla="*/ 5626 w 9887"/>
              <a:gd name="connsiteY25" fmla="*/ 9105 h 10000"/>
              <a:gd name="connsiteX26" fmla="*/ 5621 w 9887"/>
              <a:gd name="connsiteY26" fmla="*/ 8753 h 10000"/>
              <a:gd name="connsiteX27" fmla="*/ 5711 w 9887"/>
              <a:gd name="connsiteY27" fmla="*/ 8400 h 10000"/>
              <a:gd name="connsiteX28" fmla="*/ 5918 w 9887"/>
              <a:gd name="connsiteY28" fmla="*/ 7877 h 10000"/>
              <a:gd name="connsiteX29" fmla="*/ 6033 w 9887"/>
              <a:gd name="connsiteY29" fmla="*/ 7604 h 10000"/>
              <a:gd name="connsiteX30" fmla="*/ 6126 w 9887"/>
              <a:gd name="connsiteY30" fmla="*/ 7486 h 10000"/>
              <a:gd name="connsiteX31" fmla="*/ 6460 w 9887"/>
              <a:gd name="connsiteY31" fmla="*/ 7706 h 10000"/>
              <a:gd name="connsiteX32" fmla="*/ 6824 w 9887"/>
              <a:gd name="connsiteY32" fmla="*/ 7828 h 10000"/>
              <a:gd name="connsiteX33" fmla="*/ 7386 w 9887"/>
              <a:gd name="connsiteY33" fmla="*/ 7929 h 10000"/>
              <a:gd name="connsiteX34" fmla="*/ 7814 w 9887"/>
              <a:gd name="connsiteY34" fmla="*/ 7954 h 10000"/>
              <a:gd name="connsiteX35" fmla="*/ 8207 w 9887"/>
              <a:gd name="connsiteY35" fmla="*/ 8127 h 10000"/>
              <a:gd name="connsiteX36" fmla="*/ 8452 w 9887"/>
              <a:gd name="connsiteY36" fmla="*/ 8275 h 10000"/>
              <a:gd name="connsiteX37" fmla="*/ 8683 w 9887"/>
              <a:gd name="connsiteY37" fmla="*/ 8317 h 10000"/>
              <a:gd name="connsiteX38" fmla="*/ 8659 w 9887"/>
              <a:gd name="connsiteY38" fmla="*/ 8180 h 10000"/>
              <a:gd name="connsiteX39" fmla="*/ 8395 w 9887"/>
              <a:gd name="connsiteY39" fmla="*/ 8037 h 10000"/>
              <a:gd name="connsiteX40" fmla="*/ 8215 w 9887"/>
              <a:gd name="connsiteY40" fmla="*/ 7877 h 10000"/>
              <a:gd name="connsiteX41" fmla="*/ 8192 w 9887"/>
              <a:gd name="connsiteY41" fmla="*/ 7727 h 10000"/>
              <a:gd name="connsiteX42" fmla="*/ 8400 w 9887"/>
              <a:gd name="connsiteY42" fmla="*/ 7573 h 10000"/>
              <a:gd name="connsiteX43" fmla="*/ 8597 w 9887"/>
              <a:gd name="connsiteY43" fmla="*/ 7402 h 10000"/>
              <a:gd name="connsiteX44" fmla="*/ 8311 w 9887"/>
              <a:gd name="connsiteY44" fmla="*/ 7064 h 10000"/>
              <a:gd name="connsiteX45" fmla="*/ 8631 w 9887"/>
              <a:gd name="connsiteY45" fmla="*/ 6750 h 10000"/>
              <a:gd name="connsiteX46" fmla="*/ 8753 w 9887"/>
              <a:gd name="connsiteY46" fmla="*/ 6659 h 10000"/>
              <a:gd name="connsiteX47" fmla="*/ 8702 w 9887"/>
              <a:gd name="connsiteY47" fmla="*/ 6537 h 10000"/>
              <a:gd name="connsiteX48" fmla="*/ 8462 w 9887"/>
              <a:gd name="connsiteY48" fmla="*/ 6627 h 10000"/>
              <a:gd name="connsiteX49" fmla="*/ 8117 w 9887"/>
              <a:gd name="connsiteY49" fmla="*/ 6823 h 10000"/>
              <a:gd name="connsiteX50" fmla="*/ 7820 w 9887"/>
              <a:gd name="connsiteY50" fmla="*/ 6785 h 10000"/>
              <a:gd name="connsiteX51" fmla="*/ 7330 w 9887"/>
              <a:gd name="connsiteY51" fmla="*/ 6673 h 10000"/>
              <a:gd name="connsiteX52" fmla="*/ 6816 w 9887"/>
              <a:gd name="connsiteY52" fmla="*/ 6659 h 10000"/>
              <a:gd name="connsiteX53" fmla="*/ 6414 w 9887"/>
              <a:gd name="connsiteY53" fmla="*/ 6690 h 10000"/>
              <a:gd name="connsiteX54" fmla="*/ 6405 w 9887"/>
              <a:gd name="connsiteY54" fmla="*/ 6537 h 10000"/>
              <a:gd name="connsiteX55" fmla="*/ 6497 w 9887"/>
              <a:gd name="connsiteY55" fmla="*/ 6181 h 10000"/>
              <a:gd name="connsiteX56" fmla="*/ 6557 w 9887"/>
              <a:gd name="connsiteY56" fmla="*/ 5775 h 10000"/>
              <a:gd name="connsiteX57" fmla="*/ 6479 w 9887"/>
              <a:gd name="connsiteY57" fmla="*/ 5273 h 10000"/>
              <a:gd name="connsiteX58" fmla="*/ 6300 w 9887"/>
              <a:gd name="connsiteY58" fmla="*/ 4621 h 10000"/>
              <a:gd name="connsiteX59" fmla="*/ 6117 w 9887"/>
              <a:gd name="connsiteY59" fmla="*/ 4041 h 10000"/>
              <a:gd name="connsiteX60" fmla="*/ 5826 w 9887"/>
              <a:gd name="connsiteY60" fmla="*/ 3218 h 10000"/>
              <a:gd name="connsiteX61" fmla="*/ 5778 w 9887"/>
              <a:gd name="connsiteY61" fmla="*/ 2111 h 10000"/>
              <a:gd name="connsiteX62" fmla="*/ 7257 w 9887"/>
              <a:gd name="connsiteY62" fmla="*/ 2121 h 10000"/>
              <a:gd name="connsiteX63" fmla="*/ 8027 w 9887"/>
              <a:gd name="connsiteY63" fmla="*/ 2809 h 10000"/>
              <a:gd name="connsiteX64" fmla="*/ 8372 w 9887"/>
              <a:gd name="connsiteY64" fmla="*/ 3627 h 10000"/>
              <a:gd name="connsiteX65" fmla="*/ 8854 w 9887"/>
              <a:gd name="connsiteY65" fmla="*/ 4198 h 10000"/>
              <a:gd name="connsiteX66" fmla="*/ 9334 w 9887"/>
              <a:gd name="connsiteY66" fmla="*/ 4923 h 10000"/>
              <a:gd name="connsiteX67" fmla="*/ 9887 w 9887"/>
              <a:gd name="connsiteY67" fmla="*/ 6421 h 10000"/>
              <a:gd name="connsiteX68" fmla="*/ 9646 w 9887"/>
              <a:gd name="connsiteY68" fmla="*/ 4853 h 10000"/>
              <a:gd name="connsiteX69" fmla="*/ 8780 w 9887"/>
              <a:gd name="connsiteY69" fmla="*/ 3688 h 10000"/>
              <a:gd name="connsiteX70" fmla="*/ 8055 w 9887"/>
              <a:gd name="connsiteY70" fmla="*/ 2438 h 10000"/>
              <a:gd name="connsiteX71" fmla="*/ 7300 w 9887"/>
              <a:gd name="connsiteY71" fmla="*/ 1831 h 10000"/>
              <a:gd name="connsiteX72" fmla="*/ 6408 w 9887"/>
              <a:gd name="connsiteY72" fmla="*/ 1803 h 10000"/>
              <a:gd name="connsiteX73" fmla="*/ 5476 w 9887"/>
              <a:gd name="connsiteY73" fmla="*/ 1732 h 10000"/>
              <a:gd name="connsiteX74" fmla="*/ 5254 w 9887"/>
              <a:gd name="connsiteY74" fmla="*/ 1630 h 10000"/>
              <a:gd name="connsiteX75" fmla="*/ 5088 w 9887"/>
              <a:gd name="connsiteY75" fmla="*/ 1155 h 10000"/>
              <a:gd name="connsiteX76" fmla="*/ 4766 w 9887"/>
              <a:gd name="connsiteY76" fmla="*/ 1127 h 10000"/>
              <a:gd name="connsiteX77" fmla="*/ 4644 w 9887"/>
              <a:gd name="connsiteY77" fmla="*/ 1399 h 10000"/>
              <a:gd name="connsiteX78" fmla="*/ 4455 w 9887"/>
              <a:gd name="connsiteY78" fmla="*/ 1769 h 10000"/>
              <a:gd name="connsiteX79" fmla="*/ 3582 w 9887"/>
              <a:gd name="connsiteY79" fmla="*/ 1383 h 10000"/>
              <a:gd name="connsiteX80" fmla="*/ 3525 w 9887"/>
              <a:gd name="connsiteY80" fmla="*/ 988 h 10000"/>
              <a:gd name="connsiteX81" fmla="*/ 2815 w 9887"/>
              <a:gd name="connsiteY81" fmla="*/ 433 h 10000"/>
              <a:gd name="connsiteX82" fmla="*/ 2088 w 9887"/>
              <a:gd name="connsiteY82" fmla="*/ 573 h 10000"/>
              <a:gd name="connsiteX83" fmla="*/ 1739 w 9887"/>
              <a:gd name="connsiteY83" fmla="*/ 60 h 10000"/>
              <a:gd name="connsiteX84" fmla="*/ 827 w 9887"/>
              <a:gd name="connsiteY84" fmla="*/ 91 h 10000"/>
              <a:gd name="connsiteX85" fmla="*/ 167 w 9887"/>
              <a:gd name="connsiteY85" fmla="*/ 770 h 10000"/>
              <a:gd name="connsiteX86" fmla="*/ 2 w 9887"/>
              <a:gd name="connsiteY86" fmla="*/ 5163 h 10000"/>
              <a:gd name="connsiteX87" fmla="*/ 159 w 9887"/>
              <a:gd name="connsiteY87" fmla="*/ 6739 h 10000"/>
              <a:gd name="connsiteX88" fmla="*/ 155 w 9887"/>
              <a:gd name="connsiteY88" fmla="*/ 5113 h 10000"/>
              <a:gd name="connsiteX89" fmla="*/ 250 w 9887"/>
              <a:gd name="connsiteY89" fmla="*/ 1714 h 10000"/>
              <a:gd name="connsiteX90" fmla="*/ 864 w 9887"/>
              <a:gd name="connsiteY90" fmla="*/ 373 h 10000"/>
              <a:gd name="connsiteX91" fmla="*/ 1377 w 9887"/>
              <a:gd name="connsiteY91" fmla="*/ 293 h 10000"/>
              <a:gd name="connsiteX92" fmla="*/ 2007 w 9887"/>
              <a:gd name="connsiteY92" fmla="*/ 923 h 10000"/>
              <a:gd name="connsiteX93" fmla="*/ 2656 w 9887"/>
              <a:gd name="connsiteY93" fmla="*/ 677 h 10000"/>
              <a:gd name="connsiteX94" fmla="*/ 3067 w 9887"/>
              <a:gd name="connsiteY94" fmla="*/ 1013 h 10000"/>
              <a:gd name="connsiteX95" fmla="*/ 3190 w 9887"/>
              <a:gd name="connsiteY95" fmla="*/ 1635 h 10000"/>
              <a:gd name="connsiteX96" fmla="*/ 3898 w 9887"/>
              <a:gd name="connsiteY96" fmla="*/ 1895 h 10000"/>
              <a:gd name="connsiteX97" fmla="*/ 4116 w 9887"/>
              <a:gd name="connsiteY97" fmla="*/ 2307 h 10000"/>
              <a:gd name="connsiteX98" fmla="*/ 4097 w 9887"/>
              <a:gd name="connsiteY98" fmla="*/ 3002 h 10000"/>
              <a:gd name="connsiteX0" fmla="*/ 4144 w 10000"/>
              <a:gd name="connsiteY0" fmla="*/ 3002 h 10000"/>
              <a:gd name="connsiteX1" fmla="*/ 3751 w 10000"/>
              <a:gd name="connsiteY1" fmla="*/ 4557 h 10000"/>
              <a:gd name="connsiteX2" fmla="*/ 3632 w 10000"/>
              <a:gd name="connsiteY2" fmla="*/ 5294 h 10000"/>
              <a:gd name="connsiteX3" fmla="*/ 3518 w 10000"/>
              <a:gd name="connsiteY3" fmla="*/ 5630 h 10000"/>
              <a:gd name="connsiteX4" fmla="*/ 3226 w 10000"/>
              <a:gd name="connsiteY4" fmla="*/ 5922 h 10000"/>
              <a:gd name="connsiteX5" fmla="*/ 3079 w 10000"/>
              <a:gd name="connsiteY5" fmla="*/ 6076 h 10000"/>
              <a:gd name="connsiteX6" fmla="*/ 2989 w 10000"/>
              <a:gd name="connsiteY6" fmla="*/ 6226 h 10000"/>
              <a:gd name="connsiteX7" fmla="*/ 3089 w 10000"/>
              <a:gd name="connsiteY7" fmla="*/ 6398 h 10000"/>
              <a:gd name="connsiteX8" fmla="*/ 3343 w 10000"/>
              <a:gd name="connsiteY8" fmla="*/ 6586 h 10000"/>
              <a:gd name="connsiteX9" fmla="*/ 3488 w 10000"/>
              <a:gd name="connsiteY9" fmla="*/ 6931 h 10000"/>
              <a:gd name="connsiteX10" fmla="*/ 3580 w 10000"/>
              <a:gd name="connsiteY10" fmla="*/ 7179 h 10000"/>
              <a:gd name="connsiteX11" fmla="*/ 3762 w 10000"/>
              <a:gd name="connsiteY11" fmla="*/ 7490 h 10000"/>
              <a:gd name="connsiteX12" fmla="*/ 4129 w 10000"/>
              <a:gd name="connsiteY12" fmla="*/ 8114 h 10000"/>
              <a:gd name="connsiteX13" fmla="*/ 4282 w 10000"/>
              <a:gd name="connsiteY13" fmla="*/ 8456 h 10000"/>
              <a:gd name="connsiteX14" fmla="*/ 4367 w 10000"/>
              <a:gd name="connsiteY14" fmla="*/ 8728 h 10000"/>
              <a:gd name="connsiteX15" fmla="*/ 4401 w 10000"/>
              <a:gd name="connsiteY15" fmla="*/ 9193 h 10000"/>
              <a:gd name="connsiteX16" fmla="*/ 4282 w 10000"/>
              <a:gd name="connsiteY16" fmla="*/ 9510 h 10000"/>
              <a:gd name="connsiteX17" fmla="*/ 4224 w 10000"/>
              <a:gd name="connsiteY17" fmla="*/ 9758 h 10000"/>
              <a:gd name="connsiteX18" fmla="*/ 4271 w 10000"/>
              <a:gd name="connsiteY18" fmla="*/ 9881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5 h 10000"/>
              <a:gd name="connsiteX22" fmla="*/ 5877 w 10000"/>
              <a:gd name="connsiteY22" fmla="*/ 9841 h 10000"/>
              <a:gd name="connsiteX23" fmla="*/ 5867 w 10000"/>
              <a:gd name="connsiteY23" fmla="*/ 9618 h 10000"/>
              <a:gd name="connsiteX24" fmla="*/ 5737 w 10000"/>
              <a:gd name="connsiteY24" fmla="*/ 9388 h 10000"/>
              <a:gd name="connsiteX25" fmla="*/ 5690 w 10000"/>
              <a:gd name="connsiteY25" fmla="*/ 9105 h 10000"/>
              <a:gd name="connsiteX26" fmla="*/ 5685 w 10000"/>
              <a:gd name="connsiteY26" fmla="*/ 8753 h 10000"/>
              <a:gd name="connsiteX27" fmla="*/ 5776 w 10000"/>
              <a:gd name="connsiteY27" fmla="*/ 8400 h 10000"/>
              <a:gd name="connsiteX28" fmla="*/ 5986 w 10000"/>
              <a:gd name="connsiteY28" fmla="*/ 7877 h 10000"/>
              <a:gd name="connsiteX29" fmla="*/ 6102 w 10000"/>
              <a:gd name="connsiteY29" fmla="*/ 7604 h 10000"/>
              <a:gd name="connsiteX30" fmla="*/ 6196 w 10000"/>
              <a:gd name="connsiteY30" fmla="*/ 7486 h 10000"/>
              <a:gd name="connsiteX31" fmla="*/ 6534 w 10000"/>
              <a:gd name="connsiteY31" fmla="*/ 7706 h 10000"/>
              <a:gd name="connsiteX32" fmla="*/ 6902 w 10000"/>
              <a:gd name="connsiteY32" fmla="*/ 7828 h 10000"/>
              <a:gd name="connsiteX33" fmla="*/ 7470 w 10000"/>
              <a:gd name="connsiteY33" fmla="*/ 7929 h 10000"/>
              <a:gd name="connsiteX34" fmla="*/ 7903 w 10000"/>
              <a:gd name="connsiteY34" fmla="*/ 7954 h 10000"/>
              <a:gd name="connsiteX35" fmla="*/ 8301 w 10000"/>
              <a:gd name="connsiteY35" fmla="*/ 8127 h 10000"/>
              <a:gd name="connsiteX36" fmla="*/ 8549 w 10000"/>
              <a:gd name="connsiteY36" fmla="*/ 8275 h 10000"/>
              <a:gd name="connsiteX37" fmla="*/ 8782 w 10000"/>
              <a:gd name="connsiteY37" fmla="*/ 8317 h 10000"/>
              <a:gd name="connsiteX38" fmla="*/ 8758 w 10000"/>
              <a:gd name="connsiteY38" fmla="*/ 8180 h 10000"/>
              <a:gd name="connsiteX39" fmla="*/ 8491 w 10000"/>
              <a:gd name="connsiteY39" fmla="*/ 8037 h 10000"/>
              <a:gd name="connsiteX40" fmla="*/ 8309 w 10000"/>
              <a:gd name="connsiteY40" fmla="*/ 7877 h 10000"/>
              <a:gd name="connsiteX41" fmla="*/ 8286 w 10000"/>
              <a:gd name="connsiteY41" fmla="*/ 7727 h 10000"/>
              <a:gd name="connsiteX42" fmla="*/ 8496 w 10000"/>
              <a:gd name="connsiteY42" fmla="*/ 7573 h 10000"/>
              <a:gd name="connsiteX43" fmla="*/ 8695 w 10000"/>
              <a:gd name="connsiteY43" fmla="*/ 7402 h 10000"/>
              <a:gd name="connsiteX44" fmla="*/ 8406 w 10000"/>
              <a:gd name="connsiteY44" fmla="*/ 7064 h 10000"/>
              <a:gd name="connsiteX45" fmla="*/ 8730 w 10000"/>
              <a:gd name="connsiteY45" fmla="*/ 6750 h 10000"/>
              <a:gd name="connsiteX46" fmla="*/ 8853 w 10000"/>
              <a:gd name="connsiteY46" fmla="*/ 6659 h 10000"/>
              <a:gd name="connsiteX47" fmla="*/ 8801 w 10000"/>
              <a:gd name="connsiteY47" fmla="*/ 6537 h 10000"/>
              <a:gd name="connsiteX48" fmla="*/ 8559 w 10000"/>
              <a:gd name="connsiteY48" fmla="*/ 6627 h 10000"/>
              <a:gd name="connsiteX49" fmla="*/ 8210 w 10000"/>
              <a:gd name="connsiteY49" fmla="*/ 6823 h 10000"/>
              <a:gd name="connsiteX50" fmla="*/ 7909 w 10000"/>
              <a:gd name="connsiteY50" fmla="*/ 6785 h 10000"/>
              <a:gd name="connsiteX51" fmla="*/ 7414 w 10000"/>
              <a:gd name="connsiteY51" fmla="*/ 6673 h 10000"/>
              <a:gd name="connsiteX52" fmla="*/ 6894 w 10000"/>
              <a:gd name="connsiteY52" fmla="*/ 6659 h 10000"/>
              <a:gd name="connsiteX53" fmla="*/ 6487 w 10000"/>
              <a:gd name="connsiteY53" fmla="*/ 6690 h 10000"/>
              <a:gd name="connsiteX54" fmla="*/ 6478 w 10000"/>
              <a:gd name="connsiteY54" fmla="*/ 6537 h 10000"/>
              <a:gd name="connsiteX55" fmla="*/ 6571 w 10000"/>
              <a:gd name="connsiteY55" fmla="*/ 6181 h 10000"/>
              <a:gd name="connsiteX56" fmla="*/ 6632 w 10000"/>
              <a:gd name="connsiteY56" fmla="*/ 5775 h 10000"/>
              <a:gd name="connsiteX57" fmla="*/ 6553 w 10000"/>
              <a:gd name="connsiteY57" fmla="*/ 5273 h 10000"/>
              <a:gd name="connsiteX58" fmla="*/ 6372 w 10000"/>
              <a:gd name="connsiteY58" fmla="*/ 4621 h 10000"/>
              <a:gd name="connsiteX59" fmla="*/ 6187 w 10000"/>
              <a:gd name="connsiteY59" fmla="*/ 4041 h 10000"/>
              <a:gd name="connsiteX60" fmla="*/ 5893 w 10000"/>
              <a:gd name="connsiteY60" fmla="*/ 3218 h 10000"/>
              <a:gd name="connsiteX61" fmla="*/ 5844 w 10000"/>
              <a:gd name="connsiteY61" fmla="*/ 2111 h 10000"/>
              <a:gd name="connsiteX62" fmla="*/ 7340 w 10000"/>
              <a:gd name="connsiteY62" fmla="*/ 2121 h 10000"/>
              <a:gd name="connsiteX63" fmla="*/ 8119 w 10000"/>
              <a:gd name="connsiteY63" fmla="*/ 2809 h 10000"/>
              <a:gd name="connsiteX64" fmla="*/ 8468 w 10000"/>
              <a:gd name="connsiteY64" fmla="*/ 3627 h 10000"/>
              <a:gd name="connsiteX65" fmla="*/ 8955 w 10000"/>
              <a:gd name="connsiteY65" fmla="*/ 4198 h 10000"/>
              <a:gd name="connsiteX66" fmla="*/ 9441 w 10000"/>
              <a:gd name="connsiteY66" fmla="*/ 4923 h 10000"/>
              <a:gd name="connsiteX67" fmla="*/ 10000 w 10000"/>
              <a:gd name="connsiteY67" fmla="*/ 6421 h 10000"/>
              <a:gd name="connsiteX68" fmla="*/ 9756 w 10000"/>
              <a:gd name="connsiteY68" fmla="*/ 4853 h 10000"/>
              <a:gd name="connsiteX69" fmla="*/ 8880 w 10000"/>
              <a:gd name="connsiteY69" fmla="*/ 3688 h 10000"/>
              <a:gd name="connsiteX70" fmla="*/ 8147 w 10000"/>
              <a:gd name="connsiteY70" fmla="*/ 2438 h 10000"/>
              <a:gd name="connsiteX71" fmla="*/ 7383 w 10000"/>
              <a:gd name="connsiteY71" fmla="*/ 1831 h 10000"/>
              <a:gd name="connsiteX72" fmla="*/ 6481 w 10000"/>
              <a:gd name="connsiteY72" fmla="*/ 1803 h 10000"/>
              <a:gd name="connsiteX73" fmla="*/ 5539 w 10000"/>
              <a:gd name="connsiteY73" fmla="*/ 1732 h 10000"/>
              <a:gd name="connsiteX74" fmla="*/ 5314 w 10000"/>
              <a:gd name="connsiteY74" fmla="*/ 1630 h 10000"/>
              <a:gd name="connsiteX75" fmla="*/ 5146 w 10000"/>
              <a:gd name="connsiteY75" fmla="*/ 1155 h 10000"/>
              <a:gd name="connsiteX76" fmla="*/ 4820 w 10000"/>
              <a:gd name="connsiteY76" fmla="*/ 1127 h 10000"/>
              <a:gd name="connsiteX77" fmla="*/ 4697 w 10000"/>
              <a:gd name="connsiteY77" fmla="*/ 1399 h 10000"/>
              <a:gd name="connsiteX78" fmla="*/ 4506 w 10000"/>
              <a:gd name="connsiteY78" fmla="*/ 1769 h 10000"/>
              <a:gd name="connsiteX79" fmla="*/ 3623 w 10000"/>
              <a:gd name="connsiteY79" fmla="*/ 1383 h 10000"/>
              <a:gd name="connsiteX80" fmla="*/ 3565 w 10000"/>
              <a:gd name="connsiteY80" fmla="*/ 988 h 10000"/>
              <a:gd name="connsiteX81" fmla="*/ 2847 w 10000"/>
              <a:gd name="connsiteY81" fmla="*/ 433 h 10000"/>
              <a:gd name="connsiteX82" fmla="*/ 2112 w 10000"/>
              <a:gd name="connsiteY82" fmla="*/ 573 h 10000"/>
              <a:gd name="connsiteX83" fmla="*/ 1759 w 10000"/>
              <a:gd name="connsiteY83" fmla="*/ 60 h 10000"/>
              <a:gd name="connsiteX84" fmla="*/ 836 w 10000"/>
              <a:gd name="connsiteY84" fmla="*/ 91 h 10000"/>
              <a:gd name="connsiteX85" fmla="*/ 169 w 10000"/>
              <a:gd name="connsiteY85" fmla="*/ 770 h 10000"/>
              <a:gd name="connsiteX86" fmla="*/ 2 w 10000"/>
              <a:gd name="connsiteY86" fmla="*/ 5163 h 10000"/>
              <a:gd name="connsiteX87" fmla="*/ 161 w 10000"/>
              <a:gd name="connsiteY87" fmla="*/ 6739 h 10000"/>
              <a:gd name="connsiteX88" fmla="*/ 157 w 10000"/>
              <a:gd name="connsiteY88" fmla="*/ 5113 h 10000"/>
              <a:gd name="connsiteX89" fmla="*/ 627 w 10000"/>
              <a:gd name="connsiteY89" fmla="*/ 3173 h 10000"/>
              <a:gd name="connsiteX90" fmla="*/ 874 w 10000"/>
              <a:gd name="connsiteY90" fmla="*/ 373 h 10000"/>
              <a:gd name="connsiteX91" fmla="*/ 1393 w 10000"/>
              <a:gd name="connsiteY91" fmla="*/ 293 h 10000"/>
              <a:gd name="connsiteX92" fmla="*/ 2030 w 10000"/>
              <a:gd name="connsiteY92" fmla="*/ 923 h 10000"/>
              <a:gd name="connsiteX93" fmla="*/ 2686 w 10000"/>
              <a:gd name="connsiteY93" fmla="*/ 677 h 10000"/>
              <a:gd name="connsiteX94" fmla="*/ 3102 w 10000"/>
              <a:gd name="connsiteY94" fmla="*/ 1013 h 10000"/>
              <a:gd name="connsiteX95" fmla="*/ 3226 w 10000"/>
              <a:gd name="connsiteY95" fmla="*/ 1635 h 10000"/>
              <a:gd name="connsiteX96" fmla="*/ 3943 w 10000"/>
              <a:gd name="connsiteY96" fmla="*/ 1895 h 10000"/>
              <a:gd name="connsiteX97" fmla="*/ 4163 w 10000"/>
              <a:gd name="connsiteY97" fmla="*/ 2307 h 10000"/>
              <a:gd name="connsiteX98" fmla="*/ 4144 w 10000"/>
              <a:gd name="connsiteY98" fmla="*/ 3002 h 10000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874 w 10000"/>
              <a:gd name="connsiteY90" fmla="*/ 541 h 10168"/>
              <a:gd name="connsiteX91" fmla="*/ 1393 w 10000"/>
              <a:gd name="connsiteY91" fmla="*/ 461 h 10168"/>
              <a:gd name="connsiteX92" fmla="*/ 2030 w 10000"/>
              <a:gd name="connsiteY92" fmla="*/ 1091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1393 w 10000"/>
              <a:gd name="connsiteY91" fmla="*/ 461 h 10168"/>
              <a:gd name="connsiteX92" fmla="*/ 2030 w 10000"/>
              <a:gd name="connsiteY92" fmla="*/ 1091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030 w 10000"/>
              <a:gd name="connsiteY92" fmla="*/ 1091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102 w 10000"/>
              <a:gd name="connsiteY94" fmla="*/ 1181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816 w 10000"/>
              <a:gd name="connsiteY90" fmla="*/ 2687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2640 w 10000"/>
              <a:gd name="connsiteY93" fmla="*/ 2355 h 10168"/>
              <a:gd name="connsiteX94" fmla="*/ 3002 w 10000"/>
              <a:gd name="connsiteY94" fmla="*/ 2402 h 10168"/>
              <a:gd name="connsiteX95" fmla="*/ 3399 w 10000"/>
              <a:gd name="connsiteY95" fmla="*/ 2514 h 10168"/>
              <a:gd name="connsiteX96" fmla="*/ 3877 w 10000"/>
              <a:gd name="connsiteY96" fmla="*/ 2392 h 10168"/>
              <a:gd name="connsiteX97" fmla="*/ 3943 w 10000"/>
              <a:gd name="connsiteY97" fmla="*/ 2063 h 10168"/>
              <a:gd name="connsiteX98" fmla="*/ 4163 w 10000"/>
              <a:gd name="connsiteY98" fmla="*/ 2475 h 10168"/>
              <a:gd name="connsiteX99" fmla="*/ 4144 w 10000"/>
              <a:gd name="connsiteY99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2640 w 10000"/>
              <a:gd name="connsiteY93" fmla="*/ 2355 h 10168"/>
              <a:gd name="connsiteX94" fmla="*/ 3002 w 10000"/>
              <a:gd name="connsiteY94" fmla="*/ 2402 h 10168"/>
              <a:gd name="connsiteX95" fmla="*/ 3322 w 10000"/>
              <a:gd name="connsiteY95" fmla="*/ 2500 h 10168"/>
              <a:gd name="connsiteX96" fmla="*/ 3877 w 10000"/>
              <a:gd name="connsiteY96" fmla="*/ 2392 h 10168"/>
              <a:gd name="connsiteX97" fmla="*/ 3943 w 10000"/>
              <a:gd name="connsiteY97" fmla="*/ 2063 h 10168"/>
              <a:gd name="connsiteX98" fmla="*/ 4163 w 10000"/>
              <a:gd name="connsiteY98" fmla="*/ 2475 h 10168"/>
              <a:gd name="connsiteX99" fmla="*/ 4144 w 10000"/>
              <a:gd name="connsiteY99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2640 w 10000"/>
              <a:gd name="connsiteY93" fmla="*/ 2355 h 10168"/>
              <a:gd name="connsiteX94" fmla="*/ 3002 w 10000"/>
              <a:gd name="connsiteY94" fmla="*/ 2402 h 10168"/>
              <a:gd name="connsiteX95" fmla="*/ 3322 w 10000"/>
              <a:gd name="connsiteY95" fmla="*/ 2500 h 10168"/>
              <a:gd name="connsiteX96" fmla="*/ 3551 w 10000"/>
              <a:gd name="connsiteY96" fmla="*/ 2301 h 10168"/>
              <a:gd name="connsiteX97" fmla="*/ 3943 w 10000"/>
              <a:gd name="connsiteY97" fmla="*/ 2063 h 10168"/>
              <a:gd name="connsiteX98" fmla="*/ 4163 w 10000"/>
              <a:gd name="connsiteY98" fmla="*/ 2475 h 10168"/>
              <a:gd name="connsiteX99" fmla="*/ 4144 w 10000"/>
              <a:gd name="connsiteY99" fmla="*/ 3170 h 10168"/>
              <a:gd name="connsiteX0" fmla="*/ 4144 w 10000"/>
              <a:gd name="connsiteY0" fmla="*/ 3001 h 9999"/>
              <a:gd name="connsiteX1" fmla="*/ 3751 w 10000"/>
              <a:gd name="connsiteY1" fmla="*/ 4556 h 9999"/>
              <a:gd name="connsiteX2" fmla="*/ 3632 w 10000"/>
              <a:gd name="connsiteY2" fmla="*/ 5293 h 9999"/>
              <a:gd name="connsiteX3" fmla="*/ 3518 w 10000"/>
              <a:gd name="connsiteY3" fmla="*/ 5629 h 9999"/>
              <a:gd name="connsiteX4" fmla="*/ 3226 w 10000"/>
              <a:gd name="connsiteY4" fmla="*/ 5921 h 9999"/>
              <a:gd name="connsiteX5" fmla="*/ 3079 w 10000"/>
              <a:gd name="connsiteY5" fmla="*/ 6075 h 9999"/>
              <a:gd name="connsiteX6" fmla="*/ 2989 w 10000"/>
              <a:gd name="connsiteY6" fmla="*/ 6225 h 9999"/>
              <a:gd name="connsiteX7" fmla="*/ 3089 w 10000"/>
              <a:gd name="connsiteY7" fmla="*/ 6397 h 9999"/>
              <a:gd name="connsiteX8" fmla="*/ 3343 w 10000"/>
              <a:gd name="connsiteY8" fmla="*/ 6585 h 9999"/>
              <a:gd name="connsiteX9" fmla="*/ 3488 w 10000"/>
              <a:gd name="connsiteY9" fmla="*/ 6930 h 9999"/>
              <a:gd name="connsiteX10" fmla="*/ 3580 w 10000"/>
              <a:gd name="connsiteY10" fmla="*/ 7178 h 9999"/>
              <a:gd name="connsiteX11" fmla="*/ 3762 w 10000"/>
              <a:gd name="connsiteY11" fmla="*/ 7489 h 9999"/>
              <a:gd name="connsiteX12" fmla="*/ 4129 w 10000"/>
              <a:gd name="connsiteY12" fmla="*/ 8113 h 9999"/>
              <a:gd name="connsiteX13" fmla="*/ 4282 w 10000"/>
              <a:gd name="connsiteY13" fmla="*/ 8455 h 9999"/>
              <a:gd name="connsiteX14" fmla="*/ 4367 w 10000"/>
              <a:gd name="connsiteY14" fmla="*/ 8727 h 9999"/>
              <a:gd name="connsiteX15" fmla="*/ 4401 w 10000"/>
              <a:gd name="connsiteY15" fmla="*/ 9192 h 9999"/>
              <a:gd name="connsiteX16" fmla="*/ 4282 w 10000"/>
              <a:gd name="connsiteY16" fmla="*/ 9509 h 9999"/>
              <a:gd name="connsiteX17" fmla="*/ 4224 w 10000"/>
              <a:gd name="connsiteY17" fmla="*/ 9757 h 9999"/>
              <a:gd name="connsiteX18" fmla="*/ 4271 w 10000"/>
              <a:gd name="connsiteY18" fmla="*/ 9880 h 9999"/>
              <a:gd name="connsiteX19" fmla="*/ 4449 w 10000"/>
              <a:gd name="connsiteY19" fmla="*/ 9991 h 9999"/>
              <a:gd name="connsiteX20" fmla="*/ 5127 w 10000"/>
              <a:gd name="connsiteY20" fmla="*/ 9991 h 9999"/>
              <a:gd name="connsiteX21" fmla="*/ 5751 w 10000"/>
              <a:gd name="connsiteY21" fmla="*/ 9974 h 9999"/>
              <a:gd name="connsiteX22" fmla="*/ 5877 w 10000"/>
              <a:gd name="connsiteY22" fmla="*/ 9840 h 9999"/>
              <a:gd name="connsiteX23" fmla="*/ 5867 w 10000"/>
              <a:gd name="connsiteY23" fmla="*/ 9617 h 9999"/>
              <a:gd name="connsiteX24" fmla="*/ 5737 w 10000"/>
              <a:gd name="connsiteY24" fmla="*/ 9387 h 9999"/>
              <a:gd name="connsiteX25" fmla="*/ 5690 w 10000"/>
              <a:gd name="connsiteY25" fmla="*/ 9104 h 9999"/>
              <a:gd name="connsiteX26" fmla="*/ 5685 w 10000"/>
              <a:gd name="connsiteY26" fmla="*/ 8752 h 9999"/>
              <a:gd name="connsiteX27" fmla="*/ 5776 w 10000"/>
              <a:gd name="connsiteY27" fmla="*/ 8399 h 9999"/>
              <a:gd name="connsiteX28" fmla="*/ 5986 w 10000"/>
              <a:gd name="connsiteY28" fmla="*/ 7876 h 9999"/>
              <a:gd name="connsiteX29" fmla="*/ 6102 w 10000"/>
              <a:gd name="connsiteY29" fmla="*/ 7603 h 9999"/>
              <a:gd name="connsiteX30" fmla="*/ 6196 w 10000"/>
              <a:gd name="connsiteY30" fmla="*/ 7485 h 9999"/>
              <a:gd name="connsiteX31" fmla="*/ 6534 w 10000"/>
              <a:gd name="connsiteY31" fmla="*/ 7705 h 9999"/>
              <a:gd name="connsiteX32" fmla="*/ 6902 w 10000"/>
              <a:gd name="connsiteY32" fmla="*/ 7827 h 9999"/>
              <a:gd name="connsiteX33" fmla="*/ 7470 w 10000"/>
              <a:gd name="connsiteY33" fmla="*/ 7928 h 9999"/>
              <a:gd name="connsiteX34" fmla="*/ 7903 w 10000"/>
              <a:gd name="connsiteY34" fmla="*/ 7953 h 9999"/>
              <a:gd name="connsiteX35" fmla="*/ 8301 w 10000"/>
              <a:gd name="connsiteY35" fmla="*/ 8126 h 9999"/>
              <a:gd name="connsiteX36" fmla="*/ 8549 w 10000"/>
              <a:gd name="connsiteY36" fmla="*/ 8274 h 9999"/>
              <a:gd name="connsiteX37" fmla="*/ 8782 w 10000"/>
              <a:gd name="connsiteY37" fmla="*/ 8316 h 9999"/>
              <a:gd name="connsiteX38" fmla="*/ 8758 w 10000"/>
              <a:gd name="connsiteY38" fmla="*/ 8179 h 9999"/>
              <a:gd name="connsiteX39" fmla="*/ 8491 w 10000"/>
              <a:gd name="connsiteY39" fmla="*/ 8036 h 9999"/>
              <a:gd name="connsiteX40" fmla="*/ 8309 w 10000"/>
              <a:gd name="connsiteY40" fmla="*/ 7876 h 9999"/>
              <a:gd name="connsiteX41" fmla="*/ 8286 w 10000"/>
              <a:gd name="connsiteY41" fmla="*/ 7726 h 9999"/>
              <a:gd name="connsiteX42" fmla="*/ 8496 w 10000"/>
              <a:gd name="connsiteY42" fmla="*/ 7572 h 9999"/>
              <a:gd name="connsiteX43" fmla="*/ 8695 w 10000"/>
              <a:gd name="connsiteY43" fmla="*/ 7401 h 9999"/>
              <a:gd name="connsiteX44" fmla="*/ 8406 w 10000"/>
              <a:gd name="connsiteY44" fmla="*/ 7063 h 9999"/>
              <a:gd name="connsiteX45" fmla="*/ 8730 w 10000"/>
              <a:gd name="connsiteY45" fmla="*/ 6749 h 9999"/>
              <a:gd name="connsiteX46" fmla="*/ 8853 w 10000"/>
              <a:gd name="connsiteY46" fmla="*/ 6658 h 9999"/>
              <a:gd name="connsiteX47" fmla="*/ 8801 w 10000"/>
              <a:gd name="connsiteY47" fmla="*/ 6536 h 9999"/>
              <a:gd name="connsiteX48" fmla="*/ 8559 w 10000"/>
              <a:gd name="connsiteY48" fmla="*/ 6626 h 9999"/>
              <a:gd name="connsiteX49" fmla="*/ 8210 w 10000"/>
              <a:gd name="connsiteY49" fmla="*/ 6822 h 9999"/>
              <a:gd name="connsiteX50" fmla="*/ 7909 w 10000"/>
              <a:gd name="connsiteY50" fmla="*/ 6784 h 9999"/>
              <a:gd name="connsiteX51" fmla="*/ 7414 w 10000"/>
              <a:gd name="connsiteY51" fmla="*/ 6672 h 9999"/>
              <a:gd name="connsiteX52" fmla="*/ 6894 w 10000"/>
              <a:gd name="connsiteY52" fmla="*/ 6658 h 9999"/>
              <a:gd name="connsiteX53" fmla="*/ 6487 w 10000"/>
              <a:gd name="connsiteY53" fmla="*/ 6689 h 9999"/>
              <a:gd name="connsiteX54" fmla="*/ 6478 w 10000"/>
              <a:gd name="connsiteY54" fmla="*/ 6536 h 9999"/>
              <a:gd name="connsiteX55" fmla="*/ 6571 w 10000"/>
              <a:gd name="connsiteY55" fmla="*/ 6180 h 9999"/>
              <a:gd name="connsiteX56" fmla="*/ 6632 w 10000"/>
              <a:gd name="connsiteY56" fmla="*/ 5774 h 9999"/>
              <a:gd name="connsiteX57" fmla="*/ 6553 w 10000"/>
              <a:gd name="connsiteY57" fmla="*/ 5272 h 9999"/>
              <a:gd name="connsiteX58" fmla="*/ 6372 w 10000"/>
              <a:gd name="connsiteY58" fmla="*/ 4620 h 9999"/>
              <a:gd name="connsiteX59" fmla="*/ 6187 w 10000"/>
              <a:gd name="connsiteY59" fmla="*/ 4040 h 9999"/>
              <a:gd name="connsiteX60" fmla="*/ 5893 w 10000"/>
              <a:gd name="connsiteY60" fmla="*/ 3217 h 9999"/>
              <a:gd name="connsiteX61" fmla="*/ 5844 w 10000"/>
              <a:gd name="connsiteY61" fmla="*/ 2110 h 9999"/>
              <a:gd name="connsiteX62" fmla="*/ 7340 w 10000"/>
              <a:gd name="connsiteY62" fmla="*/ 2120 h 9999"/>
              <a:gd name="connsiteX63" fmla="*/ 8119 w 10000"/>
              <a:gd name="connsiteY63" fmla="*/ 2808 h 9999"/>
              <a:gd name="connsiteX64" fmla="*/ 8468 w 10000"/>
              <a:gd name="connsiteY64" fmla="*/ 3626 h 9999"/>
              <a:gd name="connsiteX65" fmla="*/ 8955 w 10000"/>
              <a:gd name="connsiteY65" fmla="*/ 4197 h 9999"/>
              <a:gd name="connsiteX66" fmla="*/ 9441 w 10000"/>
              <a:gd name="connsiteY66" fmla="*/ 4922 h 9999"/>
              <a:gd name="connsiteX67" fmla="*/ 10000 w 10000"/>
              <a:gd name="connsiteY67" fmla="*/ 6420 h 9999"/>
              <a:gd name="connsiteX68" fmla="*/ 9756 w 10000"/>
              <a:gd name="connsiteY68" fmla="*/ 4852 h 9999"/>
              <a:gd name="connsiteX69" fmla="*/ 8880 w 10000"/>
              <a:gd name="connsiteY69" fmla="*/ 3687 h 9999"/>
              <a:gd name="connsiteX70" fmla="*/ 8147 w 10000"/>
              <a:gd name="connsiteY70" fmla="*/ 2437 h 9999"/>
              <a:gd name="connsiteX71" fmla="*/ 7383 w 10000"/>
              <a:gd name="connsiteY71" fmla="*/ 1830 h 9999"/>
              <a:gd name="connsiteX72" fmla="*/ 6481 w 10000"/>
              <a:gd name="connsiteY72" fmla="*/ 1802 h 9999"/>
              <a:gd name="connsiteX73" fmla="*/ 5539 w 10000"/>
              <a:gd name="connsiteY73" fmla="*/ 1731 h 9999"/>
              <a:gd name="connsiteX74" fmla="*/ 5314 w 10000"/>
              <a:gd name="connsiteY74" fmla="*/ 1629 h 9999"/>
              <a:gd name="connsiteX75" fmla="*/ 5146 w 10000"/>
              <a:gd name="connsiteY75" fmla="*/ 1154 h 9999"/>
              <a:gd name="connsiteX76" fmla="*/ 4820 w 10000"/>
              <a:gd name="connsiteY76" fmla="*/ 1126 h 9999"/>
              <a:gd name="connsiteX77" fmla="*/ 4697 w 10000"/>
              <a:gd name="connsiteY77" fmla="*/ 1398 h 9999"/>
              <a:gd name="connsiteX78" fmla="*/ 4506 w 10000"/>
              <a:gd name="connsiteY78" fmla="*/ 1768 h 9999"/>
              <a:gd name="connsiteX79" fmla="*/ 3623 w 10000"/>
              <a:gd name="connsiteY79" fmla="*/ 1382 h 9999"/>
              <a:gd name="connsiteX80" fmla="*/ 3565 w 10000"/>
              <a:gd name="connsiteY80" fmla="*/ 987 h 9999"/>
              <a:gd name="connsiteX81" fmla="*/ 2847 w 10000"/>
              <a:gd name="connsiteY81" fmla="*/ 432 h 9999"/>
              <a:gd name="connsiteX82" fmla="*/ 2112 w 10000"/>
              <a:gd name="connsiteY82" fmla="*/ 572 h 9999"/>
              <a:gd name="connsiteX83" fmla="*/ 1759 w 10000"/>
              <a:gd name="connsiteY83" fmla="*/ 59 h 9999"/>
              <a:gd name="connsiteX84" fmla="*/ 520 w 10000"/>
              <a:gd name="connsiteY84" fmla="*/ 2159 h 9999"/>
              <a:gd name="connsiteX85" fmla="*/ 313 w 10000"/>
              <a:gd name="connsiteY85" fmla="*/ 3182 h 9999"/>
              <a:gd name="connsiteX86" fmla="*/ 2 w 10000"/>
              <a:gd name="connsiteY86" fmla="*/ 5162 h 9999"/>
              <a:gd name="connsiteX87" fmla="*/ 161 w 10000"/>
              <a:gd name="connsiteY87" fmla="*/ 6738 h 9999"/>
              <a:gd name="connsiteX88" fmla="*/ 157 w 10000"/>
              <a:gd name="connsiteY88" fmla="*/ 5112 h 9999"/>
              <a:gd name="connsiteX89" fmla="*/ 522 w 10000"/>
              <a:gd name="connsiteY89" fmla="*/ 3635 h 9999"/>
              <a:gd name="connsiteX90" fmla="*/ 816 w 10000"/>
              <a:gd name="connsiteY90" fmla="*/ 2518 h 9999"/>
              <a:gd name="connsiteX91" fmla="*/ 1144 w 10000"/>
              <a:gd name="connsiteY91" fmla="*/ 2207 h 9999"/>
              <a:gd name="connsiteX92" fmla="*/ 1906 w 10000"/>
              <a:gd name="connsiteY92" fmla="*/ 2128 h 9999"/>
              <a:gd name="connsiteX93" fmla="*/ 2640 w 10000"/>
              <a:gd name="connsiteY93" fmla="*/ 2186 h 9999"/>
              <a:gd name="connsiteX94" fmla="*/ 3002 w 10000"/>
              <a:gd name="connsiteY94" fmla="*/ 2233 h 9999"/>
              <a:gd name="connsiteX95" fmla="*/ 3322 w 10000"/>
              <a:gd name="connsiteY95" fmla="*/ 2331 h 9999"/>
              <a:gd name="connsiteX96" fmla="*/ 3551 w 10000"/>
              <a:gd name="connsiteY96" fmla="*/ 2132 h 9999"/>
              <a:gd name="connsiteX97" fmla="*/ 3943 w 10000"/>
              <a:gd name="connsiteY97" fmla="*/ 1894 h 9999"/>
              <a:gd name="connsiteX98" fmla="*/ 4163 w 10000"/>
              <a:gd name="connsiteY98" fmla="*/ 2306 h 9999"/>
              <a:gd name="connsiteX99" fmla="*/ 4144 w 10000"/>
              <a:gd name="connsiteY99" fmla="*/ 3001 h 9999"/>
              <a:gd name="connsiteX0" fmla="*/ 4144 w 10000"/>
              <a:gd name="connsiteY0" fmla="*/ 2581 h 9580"/>
              <a:gd name="connsiteX1" fmla="*/ 3751 w 10000"/>
              <a:gd name="connsiteY1" fmla="*/ 4136 h 9580"/>
              <a:gd name="connsiteX2" fmla="*/ 3632 w 10000"/>
              <a:gd name="connsiteY2" fmla="*/ 4874 h 9580"/>
              <a:gd name="connsiteX3" fmla="*/ 3518 w 10000"/>
              <a:gd name="connsiteY3" fmla="*/ 5210 h 9580"/>
              <a:gd name="connsiteX4" fmla="*/ 3226 w 10000"/>
              <a:gd name="connsiteY4" fmla="*/ 5502 h 9580"/>
              <a:gd name="connsiteX5" fmla="*/ 3079 w 10000"/>
              <a:gd name="connsiteY5" fmla="*/ 5656 h 9580"/>
              <a:gd name="connsiteX6" fmla="*/ 2989 w 10000"/>
              <a:gd name="connsiteY6" fmla="*/ 5806 h 9580"/>
              <a:gd name="connsiteX7" fmla="*/ 3089 w 10000"/>
              <a:gd name="connsiteY7" fmla="*/ 5978 h 9580"/>
              <a:gd name="connsiteX8" fmla="*/ 3343 w 10000"/>
              <a:gd name="connsiteY8" fmla="*/ 6166 h 9580"/>
              <a:gd name="connsiteX9" fmla="*/ 3488 w 10000"/>
              <a:gd name="connsiteY9" fmla="*/ 6511 h 9580"/>
              <a:gd name="connsiteX10" fmla="*/ 3580 w 10000"/>
              <a:gd name="connsiteY10" fmla="*/ 6759 h 9580"/>
              <a:gd name="connsiteX11" fmla="*/ 3762 w 10000"/>
              <a:gd name="connsiteY11" fmla="*/ 7070 h 9580"/>
              <a:gd name="connsiteX12" fmla="*/ 4129 w 10000"/>
              <a:gd name="connsiteY12" fmla="*/ 7694 h 9580"/>
              <a:gd name="connsiteX13" fmla="*/ 4282 w 10000"/>
              <a:gd name="connsiteY13" fmla="*/ 8036 h 9580"/>
              <a:gd name="connsiteX14" fmla="*/ 4367 w 10000"/>
              <a:gd name="connsiteY14" fmla="*/ 8308 h 9580"/>
              <a:gd name="connsiteX15" fmla="*/ 4401 w 10000"/>
              <a:gd name="connsiteY15" fmla="*/ 8773 h 9580"/>
              <a:gd name="connsiteX16" fmla="*/ 4282 w 10000"/>
              <a:gd name="connsiteY16" fmla="*/ 9090 h 9580"/>
              <a:gd name="connsiteX17" fmla="*/ 4224 w 10000"/>
              <a:gd name="connsiteY17" fmla="*/ 9338 h 9580"/>
              <a:gd name="connsiteX18" fmla="*/ 4271 w 10000"/>
              <a:gd name="connsiteY18" fmla="*/ 9461 h 9580"/>
              <a:gd name="connsiteX19" fmla="*/ 4449 w 10000"/>
              <a:gd name="connsiteY19" fmla="*/ 9572 h 9580"/>
              <a:gd name="connsiteX20" fmla="*/ 5127 w 10000"/>
              <a:gd name="connsiteY20" fmla="*/ 9572 h 9580"/>
              <a:gd name="connsiteX21" fmla="*/ 5751 w 10000"/>
              <a:gd name="connsiteY21" fmla="*/ 9555 h 9580"/>
              <a:gd name="connsiteX22" fmla="*/ 5877 w 10000"/>
              <a:gd name="connsiteY22" fmla="*/ 9421 h 9580"/>
              <a:gd name="connsiteX23" fmla="*/ 5867 w 10000"/>
              <a:gd name="connsiteY23" fmla="*/ 9198 h 9580"/>
              <a:gd name="connsiteX24" fmla="*/ 5737 w 10000"/>
              <a:gd name="connsiteY24" fmla="*/ 8968 h 9580"/>
              <a:gd name="connsiteX25" fmla="*/ 5690 w 10000"/>
              <a:gd name="connsiteY25" fmla="*/ 8685 h 9580"/>
              <a:gd name="connsiteX26" fmla="*/ 5685 w 10000"/>
              <a:gd name="connsiteY26" fmla="*/ 8333 h 9580"/>
              <a:gd name="connsiteX27" fmla="*/ 5776 w 10000"/>
              <a:gd name="connsiteY27" fmla="*/ 7980 h 9580"/>
              <a:gd name="connsiteX28" fmla="*/ 5986 w 10000"/>
              <a:gd name="connsiteY28" fmla="*/ 7457 h 9580"/>
              <a:gd name="connsiteX29" fmla="*/ 6102 w 10000"/>
              <a:gd name="connsiteY29" fmla="*/ 7184 h 9580"/>
              <a:gd name="connsiteX30" fmla="*/ 6196 w 10000"/>
              <a:gd name="connsiteY30" fmla="*/ 7066 h 9580"/>
              <a:gd name="connsiteX31" fmla="*/ 6534 w 10000"/>
              <a:gd name="connsiteY31" fmla="*/ 7286 h 9580"/>
              <a:gd name="connsiteX32" fmla="*/ 6902 w 10000"/>
              <a:gd name="connsiteY32" fmla="*/ 7408 h 9580"/>
              <a:gd name="connsiteX33" fmla="*/ 7470 w 10000"/>
              <a:gd name="connsiteY33" fmla="*/ 7509 h 9580"/>
              <a:gd name="connsiteX34" fmla="*/ 7903 w 10000"/>
              <a:gd name="connsiteY34" fmla="*/ 7534 h 9580"/>
              <a:gd name="connsiteX35" fmla="*/ 8301 w 10000"/>
              <a:gd name="connsiteY35" fmla="*/ 7707 h 9580"/>
              <a:gd name="connsiteX36" fmla="*/ 8549 w 10000"/>
              <a:gd name="connsiteY36" fmla="*/ 7855 h 9580"/>
              <a:gd name="connsiteX37" fmla="*/ 8782 w 10000"/>
              <a:gd name="connsiteY37" fmla="*/ 7897 h 9580"/>
              <a:gd name="connsiteX38" fmla="*/ 8758 w 10000"/>
              <a:gd name="connsiteY38" fmla="*/ 7760 h 9580"/>
              <a:gd name="connsiteX39" fmla="*/ 8491 w 10000"/>
              <a:gd name="connsiteY39" fmla="*/ 7617 h 9580"/>
              <a:gd name="connsiteX40" fmla="*/ 8309 w 10000"/>
              <a:gd name="connsiteY40" fmla="*/ 7457 h 9580"/>
              <a:gd name="connsiteX41" fmla="*/ 8286 w 10000"/>
              <a:gd name="connsiteY41" fmla="*/ 7307 h 9580"/>
              <a:gd name="connsiteX42" fmla="*/ 8496 w 10000"/>
              <a:gd name="connsiteY42" fmla="*/ 7153 h 9580"/>
              <a:gd name="connsiteX43" fmla="*/ 8695 w 10000"/>
              <a:gd name="connsiteY43" fmla="*/ 6982 h 9580"/>
              <a:gd name="connsiteX44" fmla="*/ 8406 w 10000"/>
              <a:gd name="connsiteY44" fmla="*/ 6644 h 9580"/>
              <a:gd name="connsiteX45" fmla="*/ 8730 w 10000"/>
              <a:gd name="connsiteY45" fmla="*/ 6330 h 9580"/>
              <a:gd name="connsiteX46" fmla="*/ 8853 w 10000"/>
              <a:gd name="connsiteY46" fmla="*/ 6239 h 9580"/>
              <a:gd name="connsiteX47" fmla="*/ 8801 w 10000"/>
              <a:gd name="connsiteY47" fmla="*/ 6117 h 9580"/>
              <a:gd name="connsiteX48" fmla="*/ 8559 w 10000"/>
              <a:gd name="connsiteY48" fmla="*/ 6207 h 9580"/>
              <a:gd name="connsiteX49" fmla="*/ 8210 w 10000"/>
              <a:gd name="connsiteY49" fmla="*/ 6403 h 9580"/>
              <a:gd name="connsiteX50" fmla="*/ 7909 w 10000"/>
              <a:gd name="connsiteY50" fmla="*/ 6365 h 9580"/>
              <a:gd name="connsiteX51" fmla="*/ 7414 w 10000"/>
              <a:gd name="connsiteY51" fmla="*/ 6253 h 9580"/>
              <a:gd name="connsiteX52" fmla="*/ 6894 w 10000"/>
              <a:gd name="connsiteY52" fmla="*/ 6239 h 9580"/>
              <a:gd name="connsiteX53" fmla="*/ 6487 w 10000"/>
              <a:gd name="connsiteY53" fmla="*/ 6270 h 9580"/>
              <a:gd name="connsiteX54" fmla="*/ 6478 w 10000"/>
              <a:gd name="connsiteY54" fmla="*/ 6117 h 9580"/>
              <a:gd name="connsiteX55" fmla="*/ 6571 w 10000"/>
              <a:gd name="connsiteY55" fmla="*/ 5761 h 9580"/>
              <a:gd name="connsiteX56" fmla="*/ 6632 w 10000"/>
              <a:gd name="connsiteY56" fmla="*/ 5355 h 9580"/>
              <a:gd name="connsiteX57" fmla="*/ 6553 w 10000"/>
              <a:gd name="connsiteY57" fmla="*/ 4853 h 9580"/>
              <a:gd name="connsiteX58" fmla="*/ 6372 w 10000"/>
              <a:gd name="connsiteY58" fmla="*/ 4200 h 9580"/>
              <a:gd name="connsiteX59" fmla="*/ 6187 w 10000"/>
              <a:gd name="connsiteY59" fmla="*/ 3620 h 9580"/>
              <a:gd name="connsiteX60" fmla="*/ 5893 w 10000"/>
              <a:gd name="connsiteY60" fmla="*/ 2797 h 9580"/>
              <a:gd name="connsiteX61" fmla="*/ 5844 w 10000"/>
              <a:gd name="connsiteY61" fmla="*/ 1690 h 9580"/>
              <a:gd name="connsiteX62" fmla="*/ 7340 w 10000"/>
              <a:gd name="connsiteY62" fmla="*/ 1700 h 9580"/>
              <a:gd name="connsiteX63" fmla="*/ 8119 w 10000"/>
              <a:gd name="connsiteY63" fmla="*/ 2388 h 9580"/>
              <a:gd name="connsiteX64" fmla="*/ 8468 w 10000"/>
              <a:gd name="connsiteY64" fmla="*/ 3206 h 9580"/>
              <a:gd name="connsiteX65" fmla="*/ 8955 w 10000"/>
              <a:gd name="connsiteY65" fmla="*/ 3777 h 9580"/>
              <a:gd name="connsiteX66" fmla="*/ 9441 w 10000"/>
              <a:gd name="connsiteY66" fmla="*/ 4502 h 9580"/>
              <a:gd name="connsiteX67" fmla="*/ 10000 w 10000"/>
              <a:gd name="connsiteY67" fmla="*/ 6001 h 9580"/>
              <a:gd name="connsiteX68" fmla="*/ 9756 w 10000"/>
              <a:gd name="connsiteY68" fmla="*/ 4432 h 9580"/>
              <a:gd name="connsiteX69" fmla="*/ 8880 w 10000"/>
              <a:gd name="connsiteY69" fmla="*/ 3267 h 9580"/>
              <a:gd name="connsiteX70" fmla="*/ 8147 w 10000"/>
              <a:gd name="connsiteY70" fmla="*/ 2017 h 9580"/>
              <a:gd name="connsiteX71" fmla="*/ 7383 w 10000"/>
              <a:gd name="connsiteY71" fmla="*/ 1410 h 9580"/>
              <a:gd name="connsiteX72" fmla="*/ 6481 w 10000"/>
              <a:gd name="connsiteY72" fmla="*/ 1382 h 9580"/>
              <a:gd name="connsiteX73" fmla="*/ 5539 w 10000"/>
              <a:gd name="connsiteY73" fmla="*/ 1311 h 9580"/>
              <a:gd name="connsiteX74" fmla="*/ 5314 w 10000"/>
              <a:gd name="connsiteY74" fmla="*/ 1209 h 9580"/>
              <a:gd name="connsiteX75" fmla="*/ 5146 w 10000"/>
              <a:gd name="connsiteY75" fmla="*/ 734 h 9580"/>
              <a:gd name="connsiteX76" fmla="*/ 4820 w 10000"/>
              <a:gd name="connsiteY76" fmla="*/ 706 h 9580"/>
              <a:gd name="connsiteX77" fmla="*/ 4697 w 10000"/>
              <a:gd name="connsiteY77" fmla="*/ 978 h 9580"/>
              <a:gd name="connsiteX78" fmla="*/ 4506 w 10000"/>
              <a:gd name="connsiteY78" fmla="*/ 1348 h 9580"/>
              <a:gd name="connsiteX79" fmla="*/ 3623 w 10000"/>
              <a:gd name="connsiteY79" fmla="*/ 962 h 9580"/>
              <a:gd name="connsiteX80" fmla="*/ 3565 w 10000"/>
              <a:gd name="connsiteY80" fmla="*/ 567 h 9580"/>
              <a:gd name="connsiteX81" fmla="*/ 2847 w 10000"/>
              <a:gd name="connsiteY81" fmla="*/ 12 h 9580"/>
              <a:gd name="connsiteX82" fmla="*/ 2112 w 10000"/>
              <a:gd name="connsiteY82" fmla="*/ 152 h 9580"/>
              <a:gd name="connsiteX83" fmla="*/ 1136 w 10000"/>
              <a:gd name="connsiteY83" fmla="*/ 1463 h 9580"/>
              <a:gd name="connsiteX84" fmla="*/ 520 w 10000"/>
              <a:gd name="connsiteY84" fmla="*/ 1739 h 9580"/>
              <a:gd name="connsiteX85" fmla="*/ 313 w 10000"/>
              <a:gd name="connsiteY85" fmla="*/ 2762 h 9580"/>
              <a:gd name="connsiteX86" fmla="*/ 2 w 10000"/>
              <a:gd name="connsiteY86" fmla="*/ 4743 h 9580"/>
              <a:gd name="connsiteX87" fmla="*/ 161 w 10000"/>
              <a:gd name="connsiteY87" fmla="*/ 6319 h 9580"/>
              <a:gd name="connsiteX88" fmla="*/ 157 w 10000"/>
              <a:gd name="connsiteY88" fmla="*/ 4693 h 9580"/>
              <a:gd name="connsiteX89" fmla="*/ 522 w 10000"/>
              <a:gd name="connsiteY89" fmla="*/ 3215 h 9580"/>
              <a:gd name="connsiteX90" fmla="*/ 816 w 10000"/>
              <a:gd name="connsiteY90" fmla="*/ 2098 h 9580"/>
              <a:gd name="connsiteX91" fmla="*/ 1144 w 10000"/>
              <a:gd name="connsiteY91" fmla="*/ 1787 h 9580"/>
              <a:gd name="connsiteX92" fmla="*/ 1906 w 10000"/>
              <a:gd name="connsiteY92" fmla="*/ 1708 h 9580"/>
              <a:gd name="connsiteX93" fmla="*/ 2640 w 10000"/>
              <a:gd name="connsiteY93" fmla="*/ 1766 h 9580"/>
              <a:gd name="connsiteX94" fmla="*/ 3002 w 10000"/>
              <a:gd name="connsiteY94" fmla="*/ 1813 h 9580"/>
              <a:gd name="connsiteX95" fmla="*/ 3322 w 10000"/>
              <a:gd name="connsiteY95" fmla="*/ 1911 h 9580"/>
              <a:gd name="connsiteX96" fmla="*/ 3551 w 10000"/>
              <a:gd name="connsiteY96" fmla="*/ 1712 h 9580"/>
              <a:gd name="connsiteX97" fmla="*/ 3943 w 10000"/>
              <a:gd name="connsiteY97" fmla="*/ 1474 h 9580"/>
              <a:gd name="connsiteX98" fmla="*/ 4163 w 10000"/>
              <a:gd name="connsiteY98" fmla="*/ 1886 h 9580"/>
              <a:gd name="connsiteX99" fmla="*/ 4144 w 10000"/>
              <a:gd name="connsiteY99" fmla="*/ 2581 h 9580"/>
              <a:gd name="connsiteX0" fmla="*/ 4144 w 10000"/>
              <a:gd name="connsiteY0" fmla="*/ 2707 h 10013"/>
              <a:gd name="connsiteX1" fmla="*/ 3751 w 10000"/>
              <a:gd name="connsiteY1" fmla="*/ 4330 h 10013"/>
              <a:gd name="connsiteX2" fmla="*/ 3632 w 10000"/>
              <a:gd name="connsiteY2" fmla="*/ 5101 h 10013"/>
              <a:gd name="connsiteX3" fmla="*/ 3518 w 10000"/>
              <a:gd name="connsiteY3" fmla="*/ 5451 h 10013"/>
              <a:gd name="connsiteX4" fmla="*/ 3226 w 10000"/>
              <a:gd name="connsiteY4" fmla="*/ 5756 h 10013"/>
              <a:gd name="connsiteX5" fmla="*/ 3079 w 10000"/>
              <a:gd name="connsiteY5" fmla="*/ 5917 h 10013"/>
              <a:gd name="connsiteX6" fmla="*/ 2989 w 10000"/>
              <a:gd name="connsiteY6" fmla="*/ 6074 h 10013"/>
              <a:gd name="connsiteX7" fmla="*/ 3089 w 10000"/>
              <a:gd name="connsiteY7" fmla="*/ 6253 h 10013"/>
              <a:gd name="connsiteX8" fmla="*/ 3343 w 10000"/>
              <a:gd name="connsiteY8" fmla="*/ 6449 h 10013"/>
              <a:gd name="connsiteX9" fmla="*/ 3488 w 10000"/>
              <a:gd name="connsiteY9" fmla="*/ 6809 h 10013"/>
              <a:gd name="connsiteX10" fmla="*/ 3580 w 10000"/>
              <a:gd name="connsiteY10" fmla="*/ 7068 h 10013"/>
              <a:gd name="connsiteX11" fmla="*/ 3762 w 10000"/>
              <a:gd name="connsiteY11" fmla="*/ 7393 h 10013"/>
              <a:gd name="connsiteX12" fmla="*/ 4129 w 10000"/>
              <a:gd name="connsiteY12" fmla="*/ 8044 h 10013"/>
              <a:gd name="connsiteX13" fmla="*/ 4282 w 10000"/>
              <a:gd name="connsiteY13" fmla="*/ 8401 h 10013"/>
              <a:gd name="connsiteX14" fmla="*/ 4367 w 10000"/>
              <a:gd name="connsiteY14" fmla="*/ 8685 h 10013"/>
              <a:gd name="connsiteX15" fmla="*/ 4401 w 10000"/>
              <a:gd name="connsiteY15" fmla="*/ 9171 h 10013"/>
              <a:gd name="connsiteX16" fmla="*/ 4282 w 10000"/>
              <a:gd name="connsiteY16" fmla="*/ 9502 h 10013"/>
              <a:gd name="connsiteX17" fmla="*/ 4224 w 10000"/>
              <a:gd name="connsiteY17" fmla="*/ 9760 h 10013"/>
              <a:gd name="connsiteX18" fmla="*/ 4271 w 10000"/>
              <a:gd name="connsiteY18" fmla="*/ 9889 h 10013"/>
              <a:gd name="connsiteX19" fmla="*/ 4449 w 10000"/>
              <a:gd name="connsiteY19" fmla="*/ 10005 h 10013"/>
              <a:gd name="connsiteX20" fmla="*/ 5127 w 10000"/>
              <a:gd name="connsiteY20" fmla="*/ 10005 h 10013"/>
              <a:gd name="connsiteX21" fmla="*/ 5751 w 10000"/>
              <a:gd name="connsiteY21" fmla="*/ 9987 h 10013"/>
              <a:gd name="connsiteX22" fmla="*/ 5877 w 10000"/>
              <a:gd name="connsiteY22" fmla="*/ 9847 h 10013"/>
              <a:gd name="connsiteX23" fmla="*/ 5867 w 10000"/>
              <a:gd name="connsiteY23" fmla="*/ 9614 h 10013"/>
              <a:gd name="connsiteX24" fmla="*/ 5737 w 10000"/>
              <a:gd name="connsiteY24" fmla="*/ 9374 h 10013"/>
              <a:gd name="connsiteX25" fmla="*/ 5690 w 10000"/>
              <a:gd name="connsiteY25" fmla="*/ 9079 h 10013"/>
              <a:gd name="connsiteX26" fmla="*/ 5685 w 10000"/>
              <a:gd name="connsiteY26" fmla="*/ 8711 h 10013"/>
              <a:gd name="connsiteX27" fmla="*/ 5776 w 10000"/>
              <a:gd name="connsiteY27" fmla="*/ 8343 h 10013"/>
              <a:gd name="connsiteX28" fmla="*/ 5986 w 10000"/>
              <a:gd name="connsiteY28" fmla="*/ 7797 h 10013"/>
              <a:gd name="connsiteX29" fmla="*/ 6102 w 10000"/>
              <a:gd name="connsiteY29" fmla="*/ 7512 h 10013"/>
              <a:gd name="connsiteX30" fmla="*/ 6196 w 10000"/>
              <a:gd name="connsiteY30" fmla="*/ 7389 h 10013"/>
              <a:gd name="connsiteX31" fmla="*/ 6534 w 10000"/>
              <a:gd name="connsiteY31" fmla="*/ 7618 h 10013"/>
              <a:gd name="connsiteX32" fmla="*/ 6902 w 10000"/>
              <a:gd name="connsiteY32" fmla="*/ 7746 h 10013"/>
              <a:gd name="connsiteX33" fmla="*/ 7470 w 10000"/>
              <a:gd name="connsiteY33" fmla="*/ 7851 h 10013"/>
              <a:gd name="connsiteX34" fmla="*/ 7903 w 10000"/>
              <a:gd name="connsiteY34" fmla="*/ 7877 h 10013"/>
              <a:gd name="connsiteX35" fmla="*/ 8301 w 10000"/>
              <a:gd name="connsiteY35" fmla="*/ 8058 h 10013"/>
              <a:gd name="connsiteX36" fmla="*/ 8549 w 10000"/>
              <a:gd name="connsiteY36" fmla="*/ 8212 h 10013"/>
              <a:gd name="connsiteX37" fmla="*/ 8782 w 10000"/>
              <a:gd name="connsiteY37" fmla="*/ 8256 h 10013"/>
              <a:gd name="connsiteX38" fmla="*/ 8758 w 10000"/>
              <a:gd name="connsiteY38" fmla="*/ 8113 h 10013"/>
              <a:gd name="connsiteX39" fmla="*/ 8491 w 10000"/>
              <a:gd name="connsiteY39" fmla="*/ 7964 h 10013"/>
              <a:gd name="connsiteX40" fmla="*/ 8309 w 10000"/>
              <a:gd name="connsiteY40" fmla="*/ 7797 h 10013"/>
              <a:gd name="connsiteX41" fmla="*/ 8286 w 10000"/>
              <a:gd name="connsiteY41" fmla="*/ 7640 h 10013"/>
              <a:gd name="connsiteX42" fmla="*/ 8496 w 10000"/>
              <a:gd name="connsiteY42" fmla="*/ 7480 h 10013"/>
              <a:gd name="connsiteX43" fmla="*/ 8695 w 10000"/>
              <a:gd name="connsiteY43" fmla="*/ 7301 h 10013"/>
              <a:gd name="connsiteX44" fmla="*/ 8406 w 10000"/>
              <a:gd name="connsiteY44" fmla="*/ 6948 h 10013"/>
              <a:gd name="connsiteX45" fmla="*/ 8730 w 10000"/>
              <a:gd name="connsiteY45" fmla="*/ 6621 h 10013"/>
              <a:gd name="connsiteX46" fmla="*/ 8853 w 10000"/>
              <a:gd name="connsiteY46" fmla="*/ 6526 h 10013"/>
              <a:gd name="connsiteX47" fmla="*/ 8801 w 10000"/>
              <a:gd name="connsiteY47" fmla="*/ 6398 h 10013"/>
              <a:gd name="connsiteX48" fmla="*/ 8559 w 10000"/>
              <a:gd name="connsiteY48" fmla="*/ 6492 h 10013"/>
              <a:gd name="connsiteX49" fmla="*/ 8210 w 10000"/>
              <a:gd name="connsiteY49" fmla="*/ 6697 h 10013"/>
              <a:gd name="connsiteX50" fmla="*/ 7909 w 10000"/>
              <a:gd name="connsiteY50" fmla="*/ 6657 h 10013"/>
              <a:gd name="connsiteX51" fmla="*/ 7414 w 10000"/>
              <a:gd name="connsiteY51" fmla="*/ 6540 h 10013"/>
              <a:gd name="connsiteX52" fmla="*/ 6894 w 10000"/>
              <a:gd name="connsiteY52" fmla="*/ 6526 h 10013"/>
              <a:gd name="connsiteX53" fmla="*/ 6487 w 10000"/>
              <a:gd name="connsiteY53" fmla="*/ 6558 h 10013"/>
              <a:gd name="connsiteX54" fmla="*/ 6478 w 10000"/>
              <a:gd name="connsiteY54" fmla="*/ 6398 h 10013"/>
              <a:gd name="connsiteX55" fmla="*/ 6571 w 10000"/>
              <a:gd name="connsiteY55" fmla="*/ 6027 h 10013"/>
              <a:gd name="connsiteX56" fmla="*/ 6632 w 10000"/>
              <a:gd name="connsiteY56" fmla="*/ 5603 h 10013"/>
              <a:gd name="connsiteX57" fmla="*/ 6553 w 10000"/>
              <a:gd name="connsiteY57" fmla="*/ 5079 h 10013"/>
              <a:gd name="connsiteX58" fmla="*/ 6372 w 10000"/>
              <a:gd name="connsiteY58" fmla="*/ 4397 h 10013"/>
              <a:gd name="connsiteX59" fmla="*/ 6187 w 10000"/>
              <a:gd name="connsiteY59" fmla="*/ 3792 h 10013"/>
              <a:gd name="connsiteX60" fmla="*/ 5893 w 10000"/>
              <a:gd name="connsiteY60" fmla="*/ 2933 h 10013"/>
              <a:gd name="connsiteX61" fmla="*/ 5844 w 10000"/>
              <a:gd name="connsiteY61" fmla="*/ 1777 h 10013"/>
              <a:gd name="connsiteX62" fmla="*/ 7340 w 10000"/>
              <a:gd name="connsiteY62" fmla="*/ 1788 h 10013"/>
              <a:gd name="connsiteX63" fmla="*/ 8119 w 10000"/>
              <a:gd name="connsiteY63" fmla="*/ 2506 h 10013"/>
              <a:gd name="connsiteX64" fmla="*/ 8468 w 10000"/>
              <a:gd name="connsiteY64" fmla="*/ 3360 h 10013"/>
              <a:gd name="connsiteX65" fmla="*/ 8955 w 10000"/>
              <a:gd name="connsiteY65" fmla="*/ 3956 h 10013"/>
              <a:gd name="connsiteX66" fmla="*/ 9441 w 10000"/>
              <a:gd name="connsiteY66" fmla="*/ 4712 h 10013"/>
              <a:gd name="connsiteX67" fmla="*/ 10000 w 10000"/>
              <a:gd name="connsiteY67" fmla="*/ 6277 h 10013"/>
              <a:gd name="connsiteX68" fmla="*/ 9756 w 10000"/>
              <a:gd name="connsiteY68" fmla="*/ 4639 h 10013"/>
              <a:gd name="connsiteX69" fmla="*/ 8880 w 10000"/>
              <a:gd name="connsiteY69" fmla="*/ 3423 h 10013"/>
              <a:gd name="connsiteX70" fmla="*/ 8147 w 10000"/>
              <a:gd name="connsiteY70" fmla="*/ 2118 h 10013"/>
              <a:gd name="connsiteX71" fmla="*/ 7383 w 10000"/>
              <a:gd name="connsiteY71" fmla="*/ 1485 h 10013"/>
              <a:gd name="connsiteX72" fmla="*/ 6481 w 10000"/>
              <a:gd name="connsiteY72" fmla="*/ 1456 h 10013"/>
              <a:gd name="connsiteX73" fmla="*/ 5539 w 10000"/>
              <a:gd name="connsiteY73" fmla="*/ 1381 h 10013"/>
              <a:gd name="connsiteX74" fmla="*/ 5314 w 10000"/>
              <a:gd name="connsiteY74" fmla="*/ 1275 h 10013"/>
              <a:gd name="connsiteX75" fmla="*/ 5146 w 10000"/>
              <a:gd name="connsiteY75" fmla="*/ 779 h 10013"/>
              <a:gd name="connsiteX76" fmla="*/ 4820 w 10000"/>
              <a:gd name="connsiteY76" fmla="*/ 750 h 10013"/>
              <a:gd name="connsiteX77" fmla="*/ 4697 w 10000"/>
              <a:gd name="connsiteY77" fmla="*/ 1034 h 10013"/>
              <a:gd name="connsiteX78" fmla="*/ 4506 w 10000"/>
              <a:gd name="connsiteY78" fmla="*/ 1420 h 10013"/>
              <a:gd name="connsiteX79" fmla="*/ 3623 w 10000"/>
              <a:gd name="connsiteY79" fmla="*/ 1017 h 10013"/>
              <a:gd name="connsiteX80" fmla="*/ 3565 w 10000"/>
              <a:gd name="connsiteY80" fmla="*/ 605 h 10013"/>
              <a:gd name="connsiteX81" fmla="*/ 2847 w 10000"/>
              <a:gd name="connsiteY81" fmla="*/ 26 h 10013"/>
              <a:gd name="connsiteX82" fmla="*/ 1959 w 10000"/>
              <a:gd name="connsiteY82" fmla="*/ 1548 h 10013"/>
              <a:gd name="connsiteX83" fmla="*/ 1136 w 10000"/>
              <a:gd name="connsiteY83" fmla="*/ 1540 h 10013"/>
              <a:gd name="connsiteX84" fmla="*/ 520 w 10000"/>
              <a:gd name="connsiteY84" fmla="*/ 1828 h 10013"/>
              <a:gd name="connsiteX85" fmla="*/ 313 w 10000"/>
              <a:gd name="connsiteY85" fmla="*/ 2896 h 10013"/>
              <a:gd name="connsiteX86" fmla="*/ 2 w 10000"/>
              <a:gd name="connsiteY86" fmla="*/ 4964 h 10013"/>
              <a:gd name="connsiteX87" fmla="*/ 161 w 10000"/>
              <a:gd name="connsiteY87" fmla="*/ 6609 h 10013"/>
              <a:gd name="connsiteX88" fmla="*/ 157 w 10000"/>
              <a:gd name="connsiteY88" fmla="*/ 4912 h 10013"/>
              <a:gd name="connsiteX89" fmla="*/ 522 w 10000"/>
              <a:gd name="connsiteY89" fmla="*/ 3369 h 10013"/>
              <a:gd name="connsiteX90" fmla="*/ 816 w 10000"/>
              <a:gd name="connsiteY90" fmla="*/ 2203 h 10013"/>
              <a:gd name="connsiteX91" fmla="*/ 1144 w 10000"/>
              <a:gd name="connsiteY91" fmla="*/ 1878 h 10013"/>
              <a:gd name="connsiteX92" fmla="*/ 1906 w 10000"/>
              <a:gd name="connsiteY92" fmla="*/ 1796 h 10013"/>
              <a:gd name="connsiteX93" fmla="*/ 2640 w 10000"/>
              <a:gd name="connsiteY93" fmla="*/ 1856 h 10013"/>
              <a:gd name="connsiteX94" fmla="*/ 3002 w 10000"/>
              <a:gd name="connsiteY94" fmla="*/ 1905 h 10013"/>
              <a:gd name="connsiteX95" fmla="*/ 3322 w 10000"/>
              <a:gd name="connsiteY95" fmla="*/ 2008 h 10013"/>
              <a:gd name="connsiteX96" fmla="*/ 3551 w 10000"/>
              <a:gd name="connsiteY96" fmla="*/ 1800 h 10013"/>
              <a:gd name="connsiteX97" fmla="*/ 3943 w 10000"/>
              <a:gd name="connsiteY97" fmla="*/ 1552 h 10013"/>
              <a:gd name="connsiteX98" fmla="*/ 4163 w 10000"/>
              <a:gd name="connsiteY98" fmla="*/ 1982 h 10013"/>
              <a:gd name="connsiteX99" fmla="*/ 4144 w 10000"/>
              <a:gd name="connsiteY99" fmla="*/ 2707 h 10013"/>
              <a:gd name="connsiteX0" fmla="*/ 4144 w 10000"/>
              <a:gd name="connsiteY0" fmla="*/ 2122 h 9428"/>
              <a:gd name="connsiteX1" fmla="*/ 3751 w 10000"/>
              <a:gd name="connsiteY1" fmla="*/ 3745 h 9428"/>
              <a:gd name="connsiteX2" fmla="*/ 3632 w 10000"/>
              <a:gd name="connsiteY2" fmla="*/ 4516 h 9428"/>
              <a:gd name="connsiteX3" fmla="*/ 3518 w 10000"/>
              <a:gd name="connsiteY3" fmla="*/ 4866 h 9428"/>
              <a:gd name="connsiteX4" fmla="*/ 3226 w 10000"/>
              <a:gd name="connsiteY4" fmla="*/ 5171 h 9428"/>
              <a:gd name="connsiteX5" fmla="*/ 3079 w 10000"/>
              <a:gd name="connsiteY5" fmla="*/ 5332 h 9428"/>
              <a:gd name="connsiteX6" fmla="*/ 2989 w 10000"/>
              <a:gd name="connsiteY6" fmla="*/ 5489 h 9428"/>
              <a:gd name="connsiteX7" fmla="*/ 3089 w 10000"/>
              <a:gd name="connsiteY7" fmla="*/ 5668 h 9428"/>
              <a:gd name="connsiteX8" fmla="*/ 3343 w 10000"/>
              <a:gd name="connsiteY8" fmla="*/ 5864 h 9428"/>
              <a:gd name="connsiteX9" fmla="*/ 3488 w 10000"/>
              <a:gd name="connsiteY9" fmla="*/ 6224 h 9428"/>
              <a:gd name="connsiteX10" fmla="*/ 3580 w 10000"/>
              <a:gd name="connsiteY10" fmla="*/ 6483 h 9428"/>
              <a:gd name="connsiteX11" fmla="*/ 3762 w 10000"/>
              <a:gd name="connsiteY11" fmla="*/ 6808 h 9428"/>
              <a:gd name="connsiteX12" fmla="*/ 4129 w 10000"/>
              <a:gd name="connsiteY12" fmla="*/ 7459 h 9428"/>
              <a:gd name="connsiteX13" fmla="*/ 4282 w 10000"/>
              <a:gd name="connsiteY13" fmla="*/ 7816 h 9428"/>
              <a:gd name="connsiteX14" fmla="*/ 4367 w 10000"/>
              <a:gd name="connsiteY14" fmla="*/ 8100 h 9428"/>
              <a:gd name="connsiteX15" fmla="*/ 4401 w 10000"/>
              <a:gd name="connsiteY15" fmla="*/ 8586 h 9428"/>
              <a:gd name="connsiteX16" fmla="*/ 4282 w 10000"/>
              <a:gd name="connsiteY16" fmla="*/ 8917 h 9428"/>
              <a:gd name="connsiteX17" fmla="*/ 4224 w 10000"/>
              <a:gd name="connsiteY17" fmla="*/ 9175 h 9428"/>
              <a:gd name="connsiteX18" fmla="*/ 4271 w 10000"/>
              <a:gd name="connsiteY18" fmla="*/ 9304 h 9428"/>
              <a:gd name="connsiteX19" fmla="*/ 4449 w 10000"/>
              <a:gd name="connsiteY19" fmla="*/ 9420 h 9428"/>
              <a:gd name="connsiteX20" fmla="*/ 5127 w 10000"/>
              <a:gd name="connsiteY20" fmla="*/ 9420 h 9428"/>
              <a:gd name="connsiteX21" fmla="*/ 5751 w 10000"/>
              <a:gd name="connsiteY21" fmla="*/ 9402 h 9428"/>
              <a:gd name="connsiteX22" fmla="*/ 5877 w 10000"/>
              <a:gd name="connsiteY22" fmla="*/ 9262 h 9428"/>
              <a:gd name="connsiteX23" fmla="*/ 5867 w 10000"/>
              <a:gd name="connsiteY23" fmla="*/ 9029 h 9428"/>
              <a:gd name="connsiteX24" fmla="*/ 5737 w 10000"/>
              <a:gd name="connsiteY24" fmla="*/ 8789 h 9428"/>
              <a:gd name="connsiteX25" fmla="*/ 5690 w 10000"/>
              <a:gd name="connsiteY25" fmla="*/ 8494 h 9428"/>
              <a:gd name="connsiteX26" fmla="*/ 5685 w 10000"/>
              <a:gd name="connsiteY26" fmla="*/ 8126 h 9428"/>
              <a:gd name="connsiteX27" fmla="*/ 5776 w 10000"/>
              <a:gd name="connsiteY27" fmla="*/ 7758 h 9428"/>
              <a:gd name="connsiteX28" fmla="*/ 5986 w 10000"/>
              <a:gd name="connsiteY28" fmla="*/ 7212 h 9428"/>
              <a:gd name="connsiteX29" fmla="*/ 6102 w 10000"/>
              <a:gd name="connsiteY29" fmla="*/ 6927 h 9428"/>
              <a:gd name="connsiteX30" fmla="*/ 6196 w 10000"/>
              <a:gd name="connsiteY30" fmla="*/ 6804 h 9428"/>
              <a:gd name="connsiteX31" fmla="*/ 6534 w 10000"/>
              <a:gd name="connsiteY31" fmla="*/ 7033 h 9428"/>
              <a:gd name="connsiteX32" fmla="*/ 6902 w 10000"/>
              <a:gd name="connsiteY32" fmla="*/ 7161 h 9428"/>
              <a:gd name="connsiteX33" fmla="*/ 7470 w 10000"/>
              <a:gd name="connsiteY33" fmla="*/ 7266 h 9428"/>
              <a:gd name="connsiteX34" fmla="*/ 7903 w 10000"/>
              <a:gd name="connsiteY34" fmla="*/ 7292 h 9428"/>
              <a:gd name="connsiteX35" fmla="*/ 8301 w 10000"/>
              <a:gd name="connsiteY35" fmla="*/ 7473 h 9428"/>
              <a:gd name="connsiteX36" fmla="*/ 8549 w 10000"/>
              <a:gd name="connsiteY36" fmla="*/ 7627 h 9428"/>
              <a:gd name="connsiteX37" fmla="*/ 8782 w 10000"/>
              <a:gd name="connsiteY37" fmla="*/ 7671 h 9428"/>
              <a:gd name="connsiteX38" fmla="*/ 8758 w 10000"/>
              <a:gd name="connsiteY38" fmla="*/ 7528 h 9428"/>
              <a:gd name="connsiteX39" fmla="*/ 8491 w 10000"/>
              <a:gd name="connsiteY39" fmla="*/ 7379 h 9428"/>
              <a:gd name="connsiteX40" fmla="*/ 8309 w 10000"/>
              <a:gd name="connsiteY40" fmla="*/ 7212 h 9428"/>
              <a:gd name="connsiteX41" fmla="*/ 8286 w 10000"/>
              <a:gd name="connsiteY41" fmla="*/ 7055 h 9428"/>
              <a:gd name="connsiteX42" fmla="*/ 8496 w 10000"/>
              <a:gd name="connsiteY42" fmla="*/ 6895 h 9428"/>
              <a:gd name="connsiteX43" fmla="*/ 8695 w 10000"/>
              <a:gd name="connsiteY43" fmla="*/ 6716 h 9428"/>
              <a:gd name="connsiteX44" fmla="*/ 8406 w 10000"/>
              <a:gd name="connsiteY44" fmla="*/ 6363 h 9428"/>
              <a:gd name="connsiteX45" fmla="*/ 8730 w 10000"/>
              <a:gd name="connsiteY45" fmla="*/ 6036 h 9428"/>
              <a:gd name="connsiteX46" fmla="*/ 8853 w 10000"/>
              <a:gd name="connsiteY46" fmla="*/ 5941 h 9428"/>
              <a:gd name="connsiteX47" fmla="*/ 8801 w 10000"/>
              <a:gd name="connsiteY47" fmla="*/ 5813 h 9428"/>
              <a:gd name="connsiteX48" fmla="*/ 8559 w 10000"/>
              <a:gd name="connsiteY48" fmla="*/ 5907 h 9428"/>
              <a:gd name="connsiteX49" fmla="*/ 8210 w 10000"/>
              <a:gd name="connsiteY49" fmla="*/ 6112 h 9428"/>
              <a:gd name="connsiteX50" fmla="*/ 7909 w 10000"/>
              <a:gd name="connsiteY50" fmla="*/ 6072 h 9428"/>
              <a:gd name="connsiteX51" fmla="*/ 7414 w 10000"/>
              <a:gd name="connsiteY51" fmla="*/ 5955 h 9428"/>
              <a:gd name="connsiteX52" fmla="*/ 6894 w 10000"/>
              <a:gd name="connsiteY52" fmla="*/ 5941 h 9428"/>
              <a:gd name="connsiteX53" fmla="*/ 6487 w 10000"/>
              <a:gd name="connsiteY53" fmla="*/ 5973 h 9428"/>
              <a:gd name="connsiteX54" fmla="*/ 6478 w 10000"/>
              <a:gd name="connsiteY54" fmla="*/ 5813 h 9428"/>
              <a:gd name="connsiteX55" fmla="*/ 6571 w 10000"/>
              <a:gd name="connsiteY55" fmla="*/ 5442 h 9428"/>
              <a:gd name="connsiteX56" fmla="*/ 6632 w 10000"/>
              <a:gd name="connsiteY56" fmla="*/ 5018 h 9428"/>
              <a:gd name="connsiteX57" fmla="*/ 6553 w 10000"/>
              <a:gd name="connsiteY57" fmla="*/ 4494 h 9428"/>
              <a:gd name="connsiteX58" fmla="*/ 6372 w 10000"/>
              <a:gd name="connsiteY58" fmla="*/ 3812 h 9428"/>
              <a:gd name="connsiteX59" fmla="*/ 6187 w 10000"/>
              <a:gd name="connsiteY59" fmla="*/ 3207 h 9428"/>
              <a:gd name="connsiteX60" fmla="*/ 5893 w 10000"/>
              <a:gd name="connsiteY60" fmla="*/ 2348 h 9428"/>
              <a:gd name="connsiteX61" fmla="*/ 5844 w 10000"/>
              <a:gd name="connsiteY61" fmla="*/ 1192 h 9428"/>
              <a:gd name="connsiteX62" fmla="*/ 7340 w 10000"/>
              <a:gd name="connsiteY62" fmla="*/ 1203 h 9428"/>
              <a:gd name="connsiteX63" fmla="*/ 8119 w 10000"/>
              <a:gd name="connsiteY63" fmla="*/ 1921 h 9428"/>
              <a:gd name="connsiteX64" fmla="*/ 8468 w 10000"/>
              <a:gd name="connsiteY64" fmla="*/ 2775 h 9428"/>
              <a:gd name="connsiteX65" fmla="*/ 8955 w 10000"/>
              <a:gd name="connsiteY65" fmla="*/ 3371 h 9428"/>
              <a:gd name="connsiteX66" fmla="*/ 9441 w 10000"/>
              <a:gd name="connsiteY66" fmla="*/ 4127 h 9428"/>
              <a:gd name="connsiteX67" fmla="*/ 10000 w 10000"/>
              <a:gd name="connsiteY67" fmla="*/ 5692 h 9428"/>
              <a:gd name="connsiteX68" fmla="*/ 9756 w 10000"/>
              <a:gd name="connsiteY68" fmla="*/ 4054 h 9428"/>
              <a:gd name="connsiteX69" fmla="*/ 8880 w 10000"/>
              <a:gd name="connsiteY69" fmla="*/ 2838 h 9428"/>
              <a:gd name="connsiteX70" fmla="*/ 8147 w 10000"/>
              <a:gd name="connsiteY70" fmla="*/ 1533 h 9428"/>
              <a:gd name="connsiteX71" fmla="*/ 7383 w 10000"/>
              <a:gd name="connsiteY71" fmla="*/ 900 h 9428"/>
              <a:gd name="connsiteX72" fmla="*/ 6481 w 10000"/>
              <a:gd name="connsiteY72" fmla="*/ 871 h 9428"/>
              <a:gd name="connsiteX73" fmla="*/ 5539 w 10000"/>
              <a:gd name="connsiteY73" fmla="*/ 796 h 9428"/>
              <a:gd name="connsiteX74" fmla="*/ 5314 w 10000"/>
              <a:gd name="connsiteY74" fmla="*/ 690 h 9428"/>
              <a:gd name="connsiteX75" fmla="*/ 5146 w 10000"/>
              <a:gd name="connsiteY75" fmla="*/ 194 h 9428"/>
              <a:gd name="connsiteX76" fmla="*/ 4820 w 10000"/>
              <a:gd name="connsiteY76" fmla="*/ 165 h 9428"/>
              <a:gd name="connsiteX77" fmla="*/ 4697 w 10000"/>
              <a:gd name="connsiteY77" fmla="*/ 449 h 9428"/>
              <a:gd name="connsiteX78" fmla="*/ 4506 w 10000"/>
              <a:gd name="connsiteY78" fmla="*/ 835 h 9428"/>
              <a:gd name="connsiteX79" fmla="*/ 3623 w 10000"/>
              <a:gd name="connsiteY79" fmla="*/ 432 h 9428"/>
              <a:gd name="connsiteX80" fmla="*/ 3565 w 10000"/>
              <a:gd name="connsiteY80" fmla="*/ 20 h 9428"/>
              <a:gd name="connsiteX81" fmla="*/ 2866 w 10000"/>
              <a:gd name="connsiteY81" fmla="*/ 949 h 9428"/>
              <a:gd name="connsiteX82" fmla="*/ 1959 w 10000"/>
              <a:gd name="connsiteY82" fmla="*/ 963 h 9428"/>
              <a:gd name="connsiteX83" fmla="*/ 1136 w 10000"/>
              <a:gd name="connsiteY83" fmla="*/ 955 h 9428"/>
              <a:gd name="connsiteX84" fmla="*/ 520 w 10000"/>
              <a:gd name="connsiteY84" fmla="*/ 1243 h 9428"/>
              <a:gd name="connsiteX85" fmla="*/ 313 w 10000"/>
              <a:gd name="connsiteY85" fmla="*/ 2311 h 9428"/>
              <a:gd name="connsiteX86" fmla="*/ 2 w 10000"/>
              <a:gd name="connsiteY86" fmla="*/ 4379 h 9428"/>
              <a:gd name="connsiteX87" fmla="*/ 161 w 10000"/>
              <a:gd name="connsiteY87" fmla="*/ 6024 h 9428"/>
              <a:gd name="connsiteX88" fmla="*/ 157 w 10000"/>
              <a:gd name="connsiteY88" fmla="*/ 4327 h 9428"/>
              <a:gd name="connsiteX89" fmla="*/ 522 w 10000"/>
              <a:gd name="connsiteY89" fmla="*/ 2784 h 9428"/>
              <a:gd name="connsiteX90" fmla="*/ 816 w 10000"/>
              <a:gd name="connsiteY90" fmla="*/ 1618 h 9428"/>
              <a:gd name="connsiteX91" fmla="*/ 1144 w 10000"/>
              <a:gd name="connsiteY91" fmla="*/ 1293 h 9428"/>
              <a:gd name="connsiteX92" fmla="*/ 1906 w 10000"/>
              <a:gd name="connsiteY92" fmla="*/ 1211 h 9428"/>
              <a:gd name="connsiteX93" fmla="*/ 2640 w 10000"/>
              <a:gd name="connsiteY93" fmla="*/ 1271 h 9428"/>
              <a:gd name="connsiteX94" fmla="*/ 3002 w 10000"/>
              <a:gd name="connsiteY94" fmla="*/ 1320 h 9428"/>
              <a:gd name="connsiteX95" fmla="*/ 3322 w 10000"/>
              <a:gd name="connsiteY95" fmla="*/ 1423 h 9428"/>
              <a:gd name="connsiteX96" fmla="*/ 3551 w 10000"/>
              <a:gd name="connsiteY96" fmla="*/ 1215 h 9428"/>
              <a:gd name="connsiteX97" fmla="*/ 3943 w 10000"/>
              <a:gd name="connsiteY97" fmla="*/ 967 h 9428"/>
              <a:gd name="connsiteX98" fmla="*/ 4163 w 10000"/>
              <a:gd name="connsiteY98" fmla="*/ 1397 h 9428"/>
              <a:gd name="connsiteX99" fmla="*/ 4144 w 10000"/>
              <a:gd name="connsiteY99" fmla="*/ 2122 h 9428"/>
              <a:gd name="connsiteX0" fmla="*/ 4144 w 10000"/>
              <a:gd name="connsiteY0" fmla="*/ 2114 h 9863"/>
              <a:gd name="connsiteX1" fmla="*/ 3751 w 10000"/>
              <a:gd name="connsiteY1" fmla="*/ 3835 h 9863"/>
              <a:gd name="connsiteX2" fmla="*/ 3632 w 10000"/>
              <a:gd name="connsiteY2" fmla="*/ 4653 h 9863"/>
              <a:gd name="connsiteX3" fmla="*/ 3518 w 10000"/>
              <a:gd name="connsiteY3" fmla="*/ 5024 h 9863"/>
              <a:gd name="connsiteX4" fmla="*/ 3226 w 10000"/>
              <a:gd name="connsiteY4" fmla="*/ 5348 h 9863"/>
              <a:gd name="connsiteX5" fmla="*/ 3079 w 10000"/>
              <a:gd name="connsiteY5" fmla="*/ 5518 h 9863"/>
              <a:gd name="connsiteX6" fmla="*/ 2989 w 10000"/>
              <a:gd name="connsiteY6" fmla="*/ 5685 h 9863"/>
              <a:gd name="connsiteX7" fmla="*/ 3089 w 10000"/>
              <a:gd name="connsiteY7" fmla="*/ 5875 h 9863"/>
              <a:gd name="connsiteX8" fmla="*/ 3343 w 10000"/>
              <a:gd name="connsiteY8" fmla="*/ 6083 h 9863"/>
              <a:gd name="connsiteX9" fmla="*/ 3488 w 10000"/>
              <a:gd name="connsiteY9" fmla="*/ 6465 h 9863"/>
              <a:gd name="connsiteX10" fmla="*/ 3580 w 10000"/>
              <a:gd name="connsiteY10" fmla="*/ 6739 h 9863"/>
              <a:gd name="connsiteX11" fmla="*/ 3762 w 10000"/>
              <a:gd name="connsiteY11" fmla="*/ 7084 h 9863"/>
              <a:gd name="connsiteX12" fmla="*/ 4129 w 10000"/>
              <a:gd name="connsiteY12" fmla="*/ 7775 h 9863"/>
              <a:gd name="connsiteX13" fmla="*/ 4282 w 10000"/>
              <a:gd name="connsiteY13" fmla="*/ 8153 h 9863"/>
              <a:gd name="connsiteX14" fmla="*/ 4367 w 10000"/>
              <a:gd name="connsiteY14" fmla="*/ 8454 h 9863"/>
              <a:gd name="connsiteX15" fmla="*/ 4401 w 10000"/>
              <a:gd name="connsiteY15" fmla="*/ 8970 h 9863"/>
              <a:gd name="connsiteX16" fmla="*/ 4282 w 10000"/>
              <a:gd name="connsiteY16" fmla="*/ 9321 h 9863"/>
              <a:gd name="connsiteX17" fmla="*/ 4224 w 10000"/>
              <a:gd name="connsiteY17" fmla="*/ 9595 h 9863"/>
              <a:gd name="connsiteX18" fmla="*/ 4271 w 10000"/>
              <a:gd name="connsiteY18" fmla="*/ 9731 h 9863"/>
              <a:gd name="connsiteX19" fmla="*/ 4449 w 10000"/>
              <a:gd name="connsiteY19" fmla="*/ 9855 h 9863"/>
              <a:gd name="connsiteX20" fmla="*/ 5127 w 10000"/>
              <a:gd name="connsiteY20" fmla="*/ 9855 h 9863"/>
              <a:gd name="connsiteX21" fmla="*/ 5751 w 10000"/>
              <a:gd name="connsiteY21" fmla="*/ 9835 h 9863"/>
              <a:gd name="connsiteX22" fmla="*/ 5877 w 10000"/>
              <a:gd name="connsiteY22" fmla="*/ 9687 h 9863"/>
              <a:gd name="connsiteX23" fmla="*/ 5867 w 10000"/>
              <a:gd name="connsiteY23" fmla="*/ 9440 h 9863"/>
              <a:gd name="connsiteX24" fmla="*/ 5737 w 10000"/>
              <a:gd name="connsiteY24" fmla="*/ 9185 h 9863"/>
              <a:gd name="connsiteX25" fmla="*/ 5690 w 10000"/>
              <a:gd name="connsiteY25" fmla="*/ 8872 h 9863"/>
              <a:gd name="connsiteX26" fmla="*/ 5685 w 10000"/>
              <a:gd name="connsiteY26" fmla="*/ 8482 h 9863"/>
              <a:gd name="connsiteX27" fmla="*/ 5776 w 10000"/>
              <a:gd name="connsiteY27" fmla="*/ 8092 h 9863"/>
              <a:gd name="connsiteX28" fmla="*/ 5986 w 10000"/>
              <a:gd name="connsiteY28" fmla="*/ 7513 h 9863"/>
              <a:gd name="connsiteX29" fmla="*/ 6102 w 10000"/>
              <a:gd name="connsiteY29" fmla="*/ 7210 h 9863"/>
              <a:gd name="connsiteX30" fmla="*/ 6196 w 10000"/>
              <a:gd name="connsiteY30" fmla="*/ 7080 h 9863"/>
              <a:gd name="connsiteX31" fmla="*/ 6534 w 10000"/>
              <a:gd name="connsiteY31" fmla="*/ 7323 h 9863"/>
              <a:gd name="connsiteX32" fmla="*/ 6902 w 10000"/>
              <a:gd name="connsiteY32" fmla="*/ 7458 h 9863"/>
              <a:gd name="connsiteX33" fmla="*/ 7470 w 10000"/>
              <a:gd name="connsiteY33" fmla="*/ 7570 h 9863"/>
              <a:gd name="connsiteX34" fmla="*/ 7903 w 10000"/>
              <a:gd name="connsiteY34" fmla="*/ 7597 h 9863"/>
              <a:gd name="connsiteX35" fmla="*/ 8301 w 10000"/>
              <a:gd name="connsiteY35" fmla="*/ 7789 h 9863"/>
              <a:gd name="connsiteX36" fmla="*/ 8549 w 10000"/>
              <a:gd name="connsiteY36" fmla="*/ 7953 h 9863"/>
              <a:gd name="connsiteX37" fmla="*/ 8782 w 10000"/>
              <a:gd name="connsiteY37" fmla="*/ 7999 h 9863"/>
              <a:gd name="connsiteX38" fmla="*/ 8758 w 10000"/>
              <a:gd name="connsiteY38" fmla="*/ 7848 h 9863"/>
              <a:gd name="connsiteX39" fmla="*/ 8491 w 10000"/>
              <a:gd name="connsiteY39" fmla="*/ 7690 h 9863"/>
              <a:gd name="connsiteX40" fmla="*/ 8309 w 10000"/>
              <a:gd name="connsiteY40" fmla="*/ 7513 h 9863"/>
              <a:gd name="connsiteX41" fmla="*/ 8286 w 10000"/>
              <a:gd name="connsiteY41" fmla="*/ 7346 h 9863"/>
              <a:gd name="connsiteX42" fmla="*/ 8496 w 10000"/>
              <a:gd name="connsiteY42" fmla="*/ 7176 h 9863"/>
              <a:gd name="connsiteX43" fmla="*/ 8695 w 10000"/>
              <a:gd name="connsiteY43" fmla="*/ 6986 h 9863"/>
              <a:gd name="connsiteX44" fmla="*/ 8406 w 10000"/>
              <a:gd name="connsiteY44" fmla="*/ 6612 h 9863"/>
              <a:gd name="connsiteX45" fmla="*/ 8730 w 10000"/>
              <a:gd name="connsiteY45" fmla="*/ 6265 h 9863"/>
              <a:gd name="connsiteX46" fmla="*/ 8853 w 10000"/>
              <a:gd name="connsiteY46" fmla="*/ 6164 h 9863"/>
              <a:gd name="connsiteX47" fmla="*/ 8801 w 10000"/>
              <a:gd name="connsiteY47" fmla="*/ 6029 h 9863"/>
              <a:gd name="connsiteX48" fmla="*/ 8559 w 10000"/>
              <a:gd name="connsiteY48" fmla="*/ 6128 h 9863"/>
              <a:gd name="connsiteX49" fmla="*/ 8210 w 10000"/>
              <a:gd name="connsiteY49" fmla="*/ 6346 h 9863"/>
              <a:gd name="connsiteX50" fmla="*/ 7909 w 10000"/>
              <a:gd name="connsiteY50" fmla="*/ 6303 h 9863"/>
              <a:gd name="connsiteX51" fmla="*/ 7414 w 10000"/>
              <a:gd name="connsiteY51" fmla="*/ 6179 h 9863"/>
              <a:gd name="connsiteX52" fmla="*/ 6894 w 10000"/>
              <a:gd name="connsiteY52" fmla="*/ 6164 h 9863"/>
              <a:gd name="connsiteX53" fmla="*/ 6487 w 10000"/>
              <a:gd name="connsiteY53" fmla="*/ 6198 h 9863"/>
              <a:gd name="connsiteX54" fmla="*/ 6478 w 10000"/>
              <a:gd name="connsiteY54" fmla="*/ 6029 h 9863"/>
              <a:gd name="connsiteX55" fmla="*/ 6571 w 10000"/>
              <a:gd name="connsiteY55" fmla="*/ 5635 h 9863"/>
              <a:gd name="connsiteX56" fmla="*/ 6632 w 10000"/>
              <a:gd name="connsiteY56" fmla="*/ 5185 h 9863"/>
              <a:gd name="connsiteX57" fmla="*/ 6553 w 10000"/>
              <a:gd name="connsiteY57" fmla="*/ 4630 h 9863"/>
              <a:gd name="connsiteX58" fmla="*/ 6372 w 10000"/>
              <a:gd name="connsiteY58" fmla="*/ 3906 h 9863"/>
              <a:gd name="connsiteX59" fmla="*/ 6187 w 10000"/>
              <a:gd name="connsiteY59" fmla="*/ 3265 h 9863"/>
              <a:gd name="connsiteX60" fmla="*/ 5893 w 10000"/>
              <a:gd name="connsiteY60" fmla="*/ 2353 h 9863"/>
              <a:gd name="connsiteX61" fmla="*/ 5844 w 10000"/>
              <a:gd name="connsiteY61" fmla="*/ 1127 h 9863"/>
              <a:gd name="connsiteX62" fmla="*/ 7340 w 10000"/>
              <a:gd name="connsiteY62" fmla="*/ 1139 h 9863"/>
              <a:gd name="connsiteX63" fmla="*/ 8119 w 10000"/>
              <a:gd name="connsiteY63" fmla="*/ 1901 h 9863"/>
              <a:gd name="connsiteX64" fmla="*/ 8468 w 10000"/>
              <a:gd name="connsiteY64" fmla="*/ 2806 h 9863"/>
              <a:gd name="connsiteX65" fmla="*/ 8955 w 10000"/>
              <a:gd name="connsiteY65" fmla="*/ 3439 h 9863"/>
              <a:gd name="connsiteX66" fmla="*/ 9441 w 10000"/>
              <a:gd name="connsiteY66" fmla="*/ 4240 h 9863"/>
              <a:gd name="connsiteX67" fmla="*/ 10000 w 10000"/>
              <a:gd name="connsiteY67" fmla="*/ 5900 h 9863"/>
              <a:gd name="connsiteX68" fmla="*/ 9756 w 10000"/>
              <a:gd name="connsiteY68" fmla="*/ 4163 h 9863"/>
              <a:gd name="connsiteX69" fmla="*/ 8880 w 10000"/>
              <a:gd name="connsiteY69" fmla="*/ 2873 h 9863"/>
              <a:gd name="connsiteX70" fmla="*/ 8147 w 10000"/>
              <a:gd name="connsiteY70" fmla="*/ 1489 h 9863"/>
              <a:gd name="connsiteX71" fmla="*/ 7383 w 10000"/>
              <a:gd name="connsiteY71" fmla="*/ 818 h 9863"/>
              <a:gd name="connsiteX72" fmla="*/ 6481 w 10000"/>
              <a:gd name="connsiteY72" fmla="*/ 787 h 9863"/>
              <a:gd name="connsiteX73" fmla="*/ 5539 w 10000"/>
              <a:gd name="connsiteY73" fmla="*/ 707 h 9863"/>
              <a:gd name="connsiteX74" fmla="*/ 5314 w 10000"/>
              <a:gd name="connsiteY74" fmla="*/ 595 h 9863"/>
              <a:gd name="connsiteX75" fmla="*/ 5146 w 10000"/>
              <a:gd name="connsiteY75" fmla="*/ 69 h 9863"/>
              <a:gd name="connsiteX76" fmla="*/ 4820 w 10000"/>
              <a:gd name="connsiteY76" fmla="*/ 38 h 9863"/>
              <a:gd name="connsiteX77" fmla="*/ 4697 w 10000"/>
              <a:gd name="connsiteY77" fmla="*/ 339 h 9863"/>
              <a:gd name="connsiteX78" fmla="*/ 4506 w 10000"/>
              <a:gd name="connsiteY78" fmla="*/ 749 h 9863"/>
              <a:gd name="connsiteX79" fmla="*/ 3623 w 10000"/>
              <a:gd name="connsiteY79" fmla="*/ 321 h 9863"/>
              <a:gd name="connsiteX80" fmla="*/ 3191 w 10000"/>
              <a:gd name="connsiteY80" fmla="*/ 917 h 9863"/>
              <a:gd name="connsiteX81" fmla="*/ 2866 w 10000"/>
              <a:gd name="connsiteY81" fmla="*/ 870 h 9863"/>
              <a:gd name="connsiteX82" fmla="*/ 1959 w 10000"/>
              <a:gd name="connsiteY82" fmla="*/ 884 h 9863"/>
              <a:gd name="connsiteX83" fmla="*/ 1136 w 10000"/>
              <a:gd name="connsiteY83" fmla="*/ 876 h 9863"/>
              <a:gd name="connsiteX84" fmla="*/ 520 w 10000"/>
              <a:gd name="connsiteY84" fmla="*/ 1181 h 9863"/>
              <a:gd name="connsiteX85" fmla="*/ 313 w 10000"/>
              <a:gd name="connsiteY85" fmla="*/ 2314 h 9863"/>
              <a:gd name="connsiteX86" fmla="*/ 2 w 10000"/>
              <a:gd name="connsiteY86" fmla="*/ 4508 h 9863"/>
              <a:gd name="connsiteX87" fmla="*/ 161 w 10000"/>
              <a:gd name="connsiteY87" fmla="*/ 6252 h 9863"/>
              <a:gd name="connsiteX88" fmla="*/ 157 w 10000"/>
              <a:gd name="connsiteY88" fmla="*/ 4453 h 9863"/>
              <a:gd name="connsiteX89" fmla="*/ 522 w 10000"/>
              <a:gd name="connsiteY89" fmla="*/ 2816 h 9863"/>
              <a:gd name="connsiteX90" fmla="*/ 816 w 10000"/>
              <a:gd name="connsiteY90" fmla="*/ 1579 h 9863"/>
              <a:gd name="connsiteX91" fmla="*/ 1144 w 10000"/>
              <a:gd name="connsiteY91" fmla="*/ 1234 h 9863"/>
              <a:gd name="connsiteX92" fmla="*/ 1906 w 10000"/>
              <a:gd name="connsiteY92" fmla="*/ 1147 h 9863"/>
              <a:gd name="connsiteX93" fmla="*/ 2640 w 10000"/>
              <a:gd name="connsiteY93" fmla="*/ 1211 h 9863"/>
              <a:gd name="connsiteX94" fmla="*/ 3002 w 10000"/>
              <a:gd name="connsiteY94" fmla="*/ 1263 h 9863"/>
              <a:gd name="connsiteX95" fmla="*/ 3322 w 10000"/>
              <a:gd name="connsiteY95" fmla="*/ 1372 h 9863"/>
              <a:gd name="connsiteX96" fmla="*/ 3551 w 10000"/>
              <a:gd name="connsiteY96" fmla="*/ 1152 h 9863"/>
              <a:gd name="connsiteX97" fmla="*/ 3943 w 10000"/>
              <a:gd name="connsiteY97" fmla="*/ 889 h 9863"/>
              <a:gd name="connsiteX98" fmla="*/ 4163 w 10000"/>
              <a:gd name="connsiteY98" fmla="*/ 1345 h 9863"/>
              <a:gd name="connsiteX99" fmla="*/ 4144 w 10000"/>
              <a:gd name="connsiteY99" fmla="*/ 2114 h 9863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3191 w 10000"/>
              <a:gd name="connsiteY80" fmla="*/ 930 h 10000"/>
              <a:gd name="connsiteX81" fmla="*/ 2866 w 10000"/>
              <a:gd name="connsiteY81" fmla="*/ 882 h 10000"/>
              <a:gd name="connsiteX82" fmla="*/ 1959 w 10000"/>
              <a:gd name="connsiteY82" fmla="*/ 896 h 10000"/>
              <a:gd name="connsiteX83" fmla="*/ 1136 w 10000"/>
              <a:gd name="connsiteY83" fmla="*/ 888 h 10000"/>
              <a:gd name="connsiteX84" fmla="*/ 520 w 10000"/>
              <a:gd name="connsiteY84" fmla="*/ 1197 h 10000"/>
              <a:gd name="connsiteX85" fmla="*/ 313 w 10000"/>
              <a:gd name="connsiteY85" fmla="*/ 2346 h 10000"/>
              <a:gd name="connsiteX86" fmla="*/ 2 w 10000"/>
              <a:gd name="connsiteY86" fmla="*/ 4571 h 10000"/>
              <a:gd name="connsiteX87" fmla="*/ 161 w 10000"/>
              <a:gd name="connsiteY87" fmla="*/ 6339 h 10000"/>
              <a:gd name="connsiteX88" fmla="*/ 157 w 10000"/>
              <a:gd name="connsiteY88" fmla="*/ 4515 h 10000"/>
              <a:gd name="connsiteX89" fmla="*/ 522 w 10000"/>
              <a:gd name="connsiteY89" fmla="*/ 2855 h 10000"/>
              <a:gd name="connsiteX90" fmla="*/ 816 w 10000"/>
              <a:gd name="connsiteY90" fmla="*/ 1601 h 10000"/>
              <a:gd name="connsiteX91" fmla="*/ 1144 w 10000"/>
              <a:gd name="connsiteY91" fmla="*/ 1251 h 10000"/>
              <a:gd name="connsiteX92" fmla="*/ 1906 w 10000"/>
              <a:gd name="connsiteY92" fmla="*/ 1163 h 10000"/>
              <a:gd name="connsiteX93" fmla="*/ 2640 w 10000"/>
              <a:gd name="connsiteY93" fmla="*/ 1228 h 10000"/>
              <a:gd name="connsiteX94" fmla="*/ 3002 w 10000"/>
              <a:gd name="connsiteY94" fmla="*/ 1281 h 10000"/>
              <a:gd name="connsiteX95" fmla="*/ 3322 w 10000"/>
              <a:gd name="connsiteY95" fmla="*/ 1391 h 10000"/>
              <a:gd name="connsiteX96" fmla="*/ 3551 w 10000"/>
              <a:gd name="connsiteY96" fmla="*/ 1168 h 10000"/>
              <a:gd name="connsiteX97" fmla="*/ 3943 w 10000"/>
              <a:gd name="connsiteY97" fmla="*/ 901 h 10000"/>
              <a:gd name="connsiteX98" fmla="*/ 4163 w 10000"/>
              <a:gd name="connsiteY98" fmla="*/ 1364 h 10000"/>
              <a:gd name="connsiteX99" fmla="*/ 4144 w 10000"/>
              <a:gd name="connsiteY9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3191 w 10000"/>
              <a:gd name="connsiteY80" fmla="*/ 930 h 10000"/>
              <a:gd name="connsiteX81" fmla="*/ 2617 w 10000"/>
              <a:gd name="connsiteY81" fmla="*/ 937 h 10000"/>
              <a:gd name="connsiteX82" fmla="*/ 1959 w 10000"/>
              <a:gd name="connsiteY82" fmla="*/ 896 h 10000"/>
              <a:gd name="connsiteX83" fmla="*/ 1136 w 10000"/>
              <a:gd name="connsiteY83" fmla="*/ 888 h 10000"/>
              <a:gd name="connsiteX84" fmla="*/ 520 w 10000"/>
              <a:gd name="connsiteY84" fmla="*/ 1197 h 10000"/>
              <a:gd name="connsiteX85" fmla="*/ 313 w 10000"/>
              <a:gd name="connsiteY85" fmla="*/ 2346 h 10000"/>
              <a:gd name="connsiteX86" fmla="*/ 2 w 10000"/>
              <a:gd name="connsiteY86" fmla="*/ 4571 h 10000"/>
              <a:gd name="connsiteX87" fmla="*/ 161 w 10000"/>
              <a:gd name="connsiteY87" fmla="*/ 6339 h 10000"/>
              <a:gd name="connsiteX88" fmla="*/ 157 w 10000"/>
              <a:gd name="connsiteY88" fmla="*/ 4515 h 10000"/>
              <a:gd name="connsiteX89" fmla="*/ 522 w 10000"/>
              <a:gd name="connsiteY89" fmla="*/ 2855 h 10000"/>
              <a:gd name="connsiteX90" fmla="*/ 816 w 10000"/>
              <a:gd name="connsiteY90" fmla="*/ 1601 h 10000"/>
              <a:gd name="connsiteX91" fmla="*/ 1144 w 10000"/>
              <a:gd name="connsiteY91" fmla="*/ 1251 h 10000"/>
              <a:gd name="connsiteX92" fmla="*/ 1906 w 10000"/>
              <a:gd name="connsiteY92" fmla="*/ 1163 h 10000"/>
              <a:gd name="connsiteX93" fmla="*/ 2640 w 10000"/>
              <a:gd name="connsiteY93" fmla="*/ 1228 h 10000"/>
              <a:gd name="connsiteX94" fmla="*/ 3002 w 10000"/>
              <a:gd name="connsiteY94" fmla="*/ 1281 h 10000"/>
              <a:gd name="connsiteX95" fmla="*/ 3322 w 10000"/>
              <a:gd name="connsiteY95" fmla="*/ 1391 h 10000"/>
              <a:gd name="connsiteX96" fmla="*/ 3551 w 10000"/>
              <a:gd name="connsiteY96" fmla="*/ 1168 h 10000"/>
              <a:gd name="connsiteX97" fmla="*/ 3943 w 10000"/>
              <a:gd name="connsiteY97" fmla="*/ 901 h 10000"/>
              <a:gd name="connsiteX98" fmla="*/ 4163 w 10000"/>
              <a:gd name="connsiteY98" fmla="*/ 1364 h 10000"/>
              <a:gd name="connsiteX99" fmla="*/ 4144 w 10000"/>
              <a:gd name="connsiteY9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002 w 10000"/>
              <a:gd name="connsiteY93" fmla="*/ 1281 h 10000"/>
              <a:gd name="connsiteX94" fmla="*/ 3322 w 10000"/>
              <a:gd name="connsiteY94" fmla="*/ 1391 h 10000"/>
              <a:gd name="connsiteX95" fmla="*/ 3551 w 10000"/>
              <a:gd name="connsiteY95" fmla="*/ 1168 h 10000"/>
              <a:gd name="connsiteX96" fmla="*/ 3943 w 10000"/>
              <a:gd name="connsiteY96" fmla="*/ 901 h 10000"/>
              <a:gd name="connsiteX97" fmla="*/ 4163 w 10000"/>
              <a:gd name="connsiteY97" fmla="*/ 1364 h 10000"/>
              <a:gd name="connsiteX98" fmla="*/ 4144 w 10000"/>
              <a:gd name="connsiteY9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002 w 10000"/>
              <a:gd name="connsiteY93" fmla="*/ 1281 h 10000"/>
              <a:gd name="connsiteX94" fmla="*/ 3551 w 10000"/>
              <a:gd name="connsiteY94" fmla="*/ 1168 h 10000"/>
              <a:gd name="connsiteX95" fmla="*/ 3943 w 10000"/>
              <a:gd name="connsiteY95" fmla="*/ 901 h 10000"/>
              <a:gd name="connsiteX96" fmla="*/ 4163 w 10000"/>
              <a:gd name="connsiteY96" fmla="*/ 1364 h 10000"/>
              <a:gd name="connsiteX97" fmla="*/ 4144 w 10000"/>
              <a:gd name="connsiteY9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551 w 10000"/>
              <a:gd name="connsiteY93" fmla="*/ 1168 h 10000"/>
              <a:gd name="connsiteX94" fmla="*/ 3943 w 10000"/>
              <a:gd name="connsiteY94" fmla="*/ 901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43 w 10000"/>
              <a:gd name="connsiteY94" fmla="*/ 901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718 w 10000"/>
              <a:gd name="connsiteY79" fmla="*/ 687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718 w 10000"/>
              <a:gd name="connsiteY79" fmla="*/ 687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670 w 10000"/>
              <a:gd name="connsiteY79" fmla="*/ 742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079 w 10000"/>
              <a:gd name="connsiteY4" fmla="*/ 5595 h 10000"/>
              <a:gd name="connsiteX5" fmla="*/ 2989 w 10000"/>
              <a:gd name="connsiteY5" fmla="*/ 5764 h 10000"/>
              <a:gd name="connsiteX6" fmla="*/ 3089 w 10000"/>
              <a:gd name="connsiteY6" fmla="*/ 5957 h 10000"/>
              <a:gd name="connsiteX7" fmla="*/ 3343 w 10000"/>
              <a:gd name="connsiteY7" fmla="*/ 6167 h 10000"/>
              <a:gd name="connsiteX8" fmla="*/ 3488 w 10000"/>
              <a:gd name="connsiteY8" fmla="*/ 6555 h 10000"/>
              <a:gd name="connsiteX9" fmla="*/ 3580 w 10000"/>
              <a:gd name="connsiteY9" fmla="*/ 6833 h 10000"/>
              <a:gd name="connsiteX10" fmla="*/ 3762 w 10000"/>
              <a:gd name="connsiteY10" fmla="*/ 7182 h 10000"/>
              <a:gd name="connsiteX11" fmla="*/ 4129 w 10000"/>
              <a:gd name="connsiteY11" fmla="*/ 7883 h 10000"/>
              <a:gd name="connsiteX12" fmla="*/ 4282 w 10000"/>
              <a:gd name="connsiteY12" fmla="*/ 8266 h 10000"/>
              <a:gd name="connsiteX13" fmla="*/ 4367 w 10000"/>
              <a:gd name="connsiteY13" fmla="*/ 8571 h 10000"/>
              <a:gd name="connsiteX14" fmla="*/ 4401 w 10000"/>
              <a:gd name="connsiteY14" fmla="*/ 9095 h 10000"/>
              <a:gd name="connsiteX15" fmla="*/ 4282 w 10000"/>
              <a:gd name="connsiteY15" fmla="*/ 9450 h 10000"/>
              <a:gd name="connsiteX16" fmla="*/ 4224 w 10000"/>
              <a:gd name="connsiteY16" fmla="*/ 9728 h 10000"/>
              <a:gd name="connsiteX17" fmla="*/ 4271 w 10000"/>
              <a:gd name="connsiteY17" fmla="*/ 9866 h 10000"/>
              <a:gd name="connsiteX18" fmla="*/ 4449 w 10000"/>
              <a:gd name="connsiteY18" fmla="*/ 9992 h 10000"/>
              <a:gd name="connsiteX19" fmla="*/ 5127 w 10000"/>
              <a:gd name="connsiteY19" fmla="*/ 9992 h 10000"/>
              <a:gd name="connsiteX20" fmla="*/ 5751 w 10000"/>
              <a:gd name="connsiteY20" fmla="*/ 9972 h 10000"/>
              <a:gd name="connsiteX21" fmla="*/ 5877 w 10000"/>
              <a:gd name="connsiteY21" fmla="*/ 9822 h 10000"/>
              <a:gd name="connsiteX22" fmla="*/ 5867 w 10000"/>
              <a:gd name="connsiteY22" fmla="*/ 9571 h 10000"/>
              <a:gd name="connsiteX23" fmla="*/ 5737 w 10000"/>
              <a:gd name="connsiteY23" fmla="*/ 9313 h 10000"/>
              <a:gd name="connsiteX24" fmla="*/ 5690 w 10000"/>
              <a:gd name="connsiteY24" fmla="*/ 8995 h 10000"/>
              <a:gd name="connsiteX25" fmla="*/ 5685 w 10000"/>
              <a:gd name="connsiteY25" fmla="*/ 8600 h 10000"/>
              <a:gd name="connsiteX26" fmla="*/ 5776 w 10000"/>
              <a:gd name="connsiteY26" fmla="*/ 8204 h 10000"/>
              <a:gd name="connsiteX27" fmla="*/ 5986 w 10000"/>
              <a:gd name="connsiteY27" fmla="*/ 7617 h 10000"/>
              <a:gd name="connsiteX28" fmla="*/ 6102 w 10000"/>
              <a:gd name="connsiteY28" fmla="*/ 7310 h 10000"/>
              <a:gd name="connsiteX29" fmla="*/ 6196 w 10000"/>
              <a:gd name="connsiteY29" fmla="*/ 7178 h 10000"/>
              <a:gd name="connsiteX30" fmla="*/ 6534 w 10000"/>
              <a:gd name="connsiteY30" fmla="*/ 7425 h 10000"/>
              <a:gd name="connsiteX31" fmla="*/ 6902 w 10000"/>
              <a:gd name="connsiteY31" fmla="*/ 7562 h 10000"/>
              <a:gd name="connsiteX32" fmla="*/ 7470 w 10000"/>
              <a:gd name="connsiteY32" fmla="*/ 7675 h 10000"/>
              <a:gd name="connsiteX33" fmla="*/ 7903 w 10000"/>
              <a:gd name="connsiteY33" fmla="*/ 7703 h 10000"/>
              <a:gd name="connsiteX34" fmla="*/ 8301 w 10000"/>
              <a:gd name="connsiteY34" fmla="*/ 7897 h 10000"/>
              <a:gd name="connsiteX35" fmla="*/ 8549 w 10000"/>
              <a:gd name="connsiteY35" fmla="*/ 8063 h 10000"/>
              <a:gd name="connsiteX36" fmla="*/ 8782 w 10000"/>
              <a:gd name="connsiteY36" fmla="*/ 8110 h 10000"/>
              <a:gd name="connsiteX37" fmla="*/ 8758 w 10000"/>
              <a:gd name="connsiteY37" fmla="*/ 7957 h 10000"/>
              <a:gd name="connsiteX38" fmla="*/ 8491 w 10000"/>
              <a:gd name="connsiteY38" fmla="*/ 7797 h 10000"/>
              <a:gd name="connsiteX39" fmla="*/ 8309 w 10000"/>
              <a:gd name="connsiteY39" fmla="*/ 7617 h 10000"/>
              <a:gd name="connsiteX40" fmla="*/ 8286 w 10000"/>
              <a:gd name="connsiteY40" fmla="*/ 7448 h 10000"/>
              <a:gd name="connsiteX41" fmla="*/ 8496 w 10000"/>
              <a:gd name="connsiteY41" fmla="*/ 7276 h 10000"/>
              <a:gd name="connsiteX42" fmla="*/ 8695 w 10000"/>
              <a:gd name="connsiteY42" fmla="*/ 7083 h 10000"/>
              <a:gd name="connsiteX43" fmla="*/ 8406 w 10000"/>
              <a:gd name="connsiteY43" fmla="*/ 6704 h 10000"/>
              <a:gd name="connsiteX44" fmla="*/ 8730 w 10000"/>
              <a:gd name="connsiteY44" fmla="*/ 6352 h 10000"/>
              <a:gd name="connsiteX45" fmla="*/ 8853 w 10000"/>
              <a:gd name="connsiteY45" fmla="*/ 6250 h 10000"/>
              <a:gd name="connsiteX46" fmla="*/ 8801 w 10000"/>
              <a:gd name="connsiteY46" fmla="*/ 6113 h 10000"/>
              <a:gd name="connsiteX47" fmla="*/ 8559 w 10000"/>
              <a:gd name="connsiteY47" fmla="*/ 6213 h 10000"/>
              <a:gd name="connsiteX48" fmla="*/ 8210 w 10000"/>
              <a:gd name="connsiteY48" fmla="*/ 6434 h 10000"/>
              <a:gd name="connsiteX49" fmla="*/ 7909 w 10000"/>
              <a:gd name="connsiteY49" fmla="*/ 6391 h 10000"/>
              <a:gd name="connsiteX50" fmla="*/ 7414 w 10000"/>
              <a:gd name="connsiteY50" fmla="*/ 6265 h 10000"/>
              <a:gd name="connsiteX51" fmla="*/ 6894 w 10000"/>
              <a:gd name="connsiteY51" fmla="*/ 6250 h 10000"/>
              <a:gd name="connsiteX52" fmla="*/ 6487 w 10000"/>
              <a:gd name="connsiteY52" fmla="*/ 6284 h 10000"/>
              <a:gd name="connsiteX53" fmla="*/ 6478 w 10000"/>
              <a:gd name="connsiteY53" fmla="*/ 6113 h 10000"/>
              <a:gd name="connsiteX54" fmla="*/ 6571 w 10000"/>
              <a:gd name="connsiteY54" fmla="*/ 5713 h 10000"/>
              <a:gd name="connsiteX55" fmla="*/ 6632 w 10000"/>
              <a:gd name="connsiteY55" fmla="*/ 5257 h 10000"/>
              <a:gd name="connsiteX56" fmla="*/ 6553 w 10000"/>
              <a:gd name="connsiteY56" fmla="*/ 4694 h 10000"/>
              <a:gd name="connsiteX57" fmla="*/ 6372 w 10000"/>
              <a:gd name="connsiteY57" fmla="*/ 3960 h 10000"/>
              <a:gd name="connsiteX58" fmla="*/ 6187 w 10000"/>
              <a:gd name="connsiteY58" fmla="*/ 3310 h 10000"/>
              <a:gd name="connsiteX59" fmla="*/ 5893 w 10000"/>
              <a:gd name="connsiteY59" fmla="*/ 2386 h 10000"/>
              <a:gd name="connsiteX60" fmla="*/ 5844 w 10000"/>
              <a:gd name="connsiteY60" fmla="*/ 1143 h 10000"/>
              <a:gd name="connsiteX61" fmla="*/ 7340 w 10000"/>
              <a:gd name="connsiteY61" fmla="*/ 1155 h 10000"/>
              <a:gd name="connsiteX62" fmla="*/ 8119 w 10000"/>
              <a:gd name="connsiteY62" fmla="*/ 1927 h 10000"/>
              <a:gd name="connsiteX63" fmla="*/ 8468 w 10000"/>
              <a:gd name="connsiteY63" fmla="*/ 2845 h 10000"/>
              <a:gd name="connsiteX64" fmla="*/ 8955 w 10000"/>
              <a:gd name="connsiteY64" fmla="*/ 3487 h 10000"/>
              <a:gd name="connsiteX65" fmla="*/ 9441 w 10000"/>
              <a:gd name="connsiteY65" fmla="*/ 4299 h 10000"/>
              <a:gd name="connsiteX66" fmla="*/ 10000 w 10000"/>
              <a:gd name="connsiteY66" fmla="*/ 5982 h 10000"/>
              <a:gd name="connsiteX67" fmla="*/ 9756 w 10000"/>
              <a:gd name="connsiteY67" fmla="*/ 4221 h 10000"/>
              <a:gd name="connsiteX68" fmla="*/ 8880 w 10000"/>
              <a:gd name="connsiteY68" fmla="*/ 2913 h 10000"/>
              <a:gd name="connsiteX69" fmla="*/ 8147 w 10000"/>
              <a:gd name="connsiteY69" fmla="*/ 1510 h 10000"/>
              <a:gd name="connsiteX70" fmla="*/ 7383 w 10000"/>
              <a:gd name="connsiteY70" fmla="*/ 829 h 10000"/>
              <a:gd name="connsiteX71" fmla="*/ 6481 w 10000"/>
              <a:gd name="connsiteY71" fmla="*/ 798 h 10000"/>
              <a:gd name="connsiteX72" fmla="*/ 5539 w 10000"/>
              <a:gd name="connsiteY72" fmla="*/ 717 h 10000"/>
              <a:gd name="connsiteX73" fmla="*/ 5314 w 10000"/>
              <a:gd name="connsiteY73" fmla="*/ 603 h 10000"/>
              <a:gd name="connsiteX74" fmla="*/ 5146 w 10000"/>
              <a:gd name="connsiteY74" fmla="*/ 70 h 10000"/>
              <a:gd name="connsiteX75" fmla="*/ 4820 w 10000"/>
              <a:gd name="connsiteY75" fmla="*/ 39 h 10000"/>
              <a:gd name="connsiteX76" fmla="*/ 4697 w 10000"/>
              <a:gd name="connsiteY76" fmla="*/ 344 h 10000"/>
              <a:gd name="connsiteX77" fmla="*/ 4506 w 10000"/>
              <a:gd name="connsiteY77" fmla="*/ 759 h 10000"/>
              <a:gd name="connsiteX78" fmla="*/ 3670 w 10000"/>
              <a:gd name="connsiteY78" fmla="*/ 742 h 10000"/>
              <a:gd name="connsiteX79" fmla="*/ 2617 w 10000"/>
              <a:gd name="connsiteY79" fmla="*/ 937 h 10000"/>
              <a:gd name="connsiteX80" fmla="*/ 1959 w 10000"/>
              <a:gd name="connsiteY80" fmla="*/ 896 h 10000"/>
              <a:gd name="connsiteX81" fmla="*/ 1136 w 10000"/>
              <a:gd name="connsiteY81" fmla="*/ 888 h 10000"/>
              <a:gd name="connsiteX82" fmla="*/ 520 w 10000"/>
              <a:gd name="connsiteY82" fmla="*/ 1197 h 10000"/>
              <a:gd name="connsiteX83" fmla="*/ 313 w 10000"/>
              <a:gd name="connsiteY83" fmla="*/ 2346 h 10000"/>
              <a:gd name="connsiteX84" fmla="*/ 2 w 10000"/>
              <a:gd name="connsiteY84" fmla="*/ 4571 h 10000"/>
              <a:gd name="connsiteX85" fmla="*/ 161 w 10000"/>
              <a:gd name="connsiteY85" fmla="*/ 6339 h 10000"/>
              <a:gd name="connsiteX86" fmla="*/ 157 w 10000"/>
              <a:gd name="connsiteY86" fmla="*/ 4515 h 10000"/>
              <a:gd name="connsiteX87" fmla="*/ 522 w 10000"/>
              <a:gd name="connsiteY87" fmla="*/ 2855 h 10000"/>
              <a:gd name="connsiteX88" fmla="*/ 816 w 10000"/>
              <a:gd name="connsiteY88" fmla="*/ 1601 h 10000"/>
              <a:gd name="connsiteX89" fmla="*/ 1144 w 10000"/>
              <a:gd name="connsiteY89" fmla="*/ 1251 h 10000"/>
              <a:gd name="connsiteX90" fmla="*/ 1906 w 10000"/>
              <a:gd name="connsiteY90" fmla="*/ 1163 h 10000"/>
              <a:gd name="connsiteX91" fmla="*/ 2640 w 10000"/>
              <a:gd name="connsiteY91" fmla="*/ 1228 h 10000"/>
              <a:gd name="connsiteX92" fmla="*/ 3292 w 10000"/>
              <a:gd name="connsiteY92" fmla="*/ 1152 h 10000"/>
              <a:gd name="connsiteX93" fmla="*/ 3933 w 10000"/>
              <a:gd name="connsiteY93" fmla="*/ 995 h 10000"/>
              <a:gd name="connsiteX94" fmla="*/ 4163 w 10000"/>
              <a:gd name="connsiteY94" fmla="*/ 1364 h 10000"/>
              <a:gd name="connsiteX95" fmla="*/ 4144 w 10000"/>
              <a:gd name="connsiteY9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2989 w 10000"/>
              <a:gd name="connsiteY4" fmla="*/ 5764 h 10000"/>
              <a:gd name="connsiteX5" fmla="*/ 3089 w 10000"/>
              <a:gd name="connsiteY5" fmla="*/ 5957 h 10000"/>
              <a:gd name="connsiteX6" fmla="*/ 3343 w 10000"/>
              <a:gd name="connsiteY6" fmla="*/ 6167 h 10000"/>
              <a:gd name="connsiteX7" fmla="*/ 3488 w 10000"/>
              <a:gd name="connsiteY7" fmla="*/ 6555 h 10000"/>
              <a:gd name="connsiteX8" fmla="*/ 3580 w 10000"/>
              <a:gd name="connsiteY8" fmla="*/ 6833 h 10000"/>
              <a:gd name="connsiteX9" fmla="*/ 3762 w 10000"/>
              <a:gd name="connsiteY9" fmla="*/ 7182 h 10000"/>
              <a:gd name="connsiteX10" fmla="*/ 4129 w 10000"/>
              <a:gd name="connsiteY10" fmla="*/ 7883 h 10000"/>
              <a:gd name="connsiteX11" fmla="*/ 4282 w 10000"/>
              <a:gd name="connsiteY11" fmla="*/ 8266 h 10000"/>
              <a:gd name="connsiteX12" fmla="*/ 4367 w 10000"/>
              <a:gd name="connsiteY12" fmla="*/ 8571 h 10000"/>
              <a:gd name="connsiteX13" fmla="*/ 4401 w 10000"/>
              <a:gd name="connsiteY13" fmla="*/ 9095 h 10000"/>
              <a:gd name="connsiteX14" fmla="*/ 4282 w 10000"/>
              <a:gd name="connsiteY14" fmla="*/ 9450 h 10000"/>
              <a:gd name="connsiteX15" fmla="*/ 4224 w 10000"/>
              <a:gd name="connsiteY15" fmla="*/ 9728 h 10000"/>
              <a:gd name="connsiteX16" fmla="*/ 4271 w 10000"/>
              <a:gd name="connsiteY16" fmla="*/ 9866 h 10000"/>
              <a:gd name="connsiteX17" fmla="*/ 4449 w 10000"/>
              <a:gd name="connsiteY17" fmla="*/ 9992 h 10000"/>
              <a:gd name="connsiteX18" fmla="*/ 5127 w 10000"/>
              <a:gd name="connsiteY18" fmla="*/ 9992 h 10000"/>
              <a:gd name="connsiteX19" fmla="*/ 5751 w 10000"/>
              <a:gd name="connsiteY19" fmla="*/ 9972 h 10000"/>
              <a:gd name="connsiteX20" fmla="*/ 5877 w 10000"/>
              <a:gd name="connsiteY20" fmla="*/ 9822 h 10000"/>
              <a:gd name="connsiteX21" fmla="*/ 5867 w 10000"/>
              <a:gd name="connsiteY21" fmla="*/ 9571 h 10000"/>
              <a:gd name="connsiteX22" fmla="*/ 5737 w 10000"/>
              <a:gd name="connsiteY22" fmla="*/ 9313 h 10000"/>
              <a:gd name="connsiteX23" fmla="*/ 5690 w 10000"/>
              <a:gd name="connsiteY23" fmla="*/ 8995 h 10000"/>
              <a:gd name="connsiteX24" fmla="*/ 5685 w 10000"/>
              <a:gd name="connsiteY24" fmla="*/ 8600 h 10000"/>
              <a:gd name="connsiteX25" fmla="*/ 5776 w 10000"/>
              <a:gd name="connsiteY25" fmla="*/ 8204 h 10000"/>
              <a:gd name="connsiteX26" fmla="*/ 5986 w 10000"/>
              <a:gd name="connsiteY26" fmla="*/ 7617 h 10000"/>
              <a:gd name="connsiteX27" fmla="*/ 6102 w 10000"/>
              <a:gd name="connsiteY27" fmla="*/ 7310 h 10000"/>
              <a:gd name="connsiteX28" fmla="*/ 6196 w 10000"/>
              <a:gd name="connsiteY28" fmla="*/ 7178 h 10000"/>
              <a:gd name="connsiteX29" fmla="*/ 6534 w 10000"/>
              <a:gd name="connsiteY29" fmla="*/ 7425 h 10000"/>
              <a:gd name="connsiteX30" fmla="*/ 6902 w 10000"/>
              <a:gd name="connsiteY30" fmla="*/ 7562 h 10000"/>
              <a:gd name="connsiteX31" fmla="*/ 7470 w 10000"/>
              <a:gd name="connsiteY31" fmla="*/ 7675 h 10000"/>
              <a:gd name="connsiteX32" fmla="*/ 7903 w 10000"/>
              <a:gd name="connsiteY32" fmla="*/ 7703 h 10000"/>
              <a:gd name="connsiteX33" fmla="*/ 8301 w 10000"/>
              <a:gd name="connsiteY33" fmla="*/ 7897 h 10000"/>
              <a:gd name="connsiteX34" fmla="*/ 8549 w 10000"/>
              <a:gd name="connsiteY34" fmla="*/ 8063 h 10000"/>
              <a:gd name="connsiteX35" fmla="*/ 8782 w 10000"/>
              <a:gd name="connsiteY35" fmla="*/ 8110 h 10000"/>
              <a:gd name="connsiteX36" fmla="*/ 8758 w 10000"/>
              <a:gd name="connsiteY36" fmla="*/ 7957 h 10000"/>
              <a:gd name="connsiteX37" fmla="*/ 8491 w 10000"/>
              <a:gd name="connsiteY37" fmla="*/ 7797 h 10000"/>
              <a:gd name="connsiteX38" fmla="*/ 8309 w 10000"/>
              <a:gd name="connsiteY38" fmla="*/ 7617 h 10000"/>
              <a:gd name="connsiteX39" fmla="*/ 8286 w 10000"/>
              <a:gd name="connsiteY39" fmla="*/ 7448 h 10000"/>
              <a:gd name="connsiteX40" fmla="*/ 8496 w 10000"/>
              <a:gd name="connsiteY40" fmla="*/ 7276 h 10000"/>
              <a:gd name="connsiteX41" fmla="*/ 8695 w 10000"/>
              <a:gd name="connsiteY41" fmla="*/ 7083 h 10000"/>
              <a:gd name="connsiteX42" fmla="*/ 8406 w 10000"/>
              <a:gd name="connsiteY42" fmla="*/ 6704 h 10000"/>
              <a:gd name="connsiteX43" fmla="*/ 8730 w 10000"/>
              <a:gd name="connsiteY43" fmla="*/ 6352 h 10000"/>
              <a:gd name="connsiteX44" fmla="*/ 8853 w 10000"/>
              <a:gd name="connsiteY44" fmla="*/ 6250 h 10000"/>
              <a:gd name="connsiteX45" fmla="*/ 8801 w 10000"/>
              <a:gd name="connsiteY45" fmla="*/ 6113 h 10000"/>
              <a:gd name="connsiteX46" fmla="*/ 8559 w 10000"/>
              <a:gd name="connsiteY46" fmla="*/ 6213 h 10000"/>
              <a:gd name="connsiteX47" fmla="*/ 8210 w 10000"/>
              <a:gd name="connsiteY47" fmla="*/ 6434 h 10000"/>
              <a:gd name="connsiteX48" fmla="*/ 7909 w 10000"/>
              <a:gd name="connsiteY48" fmla="*/ 6391 h 10000"/>
              <a:gd name="connsiteX49" fmla="*/ 7414 w 10000"/>
              <a:gd name="connsiteY49" fmla="*/ 6265 h 10000"/>
              <a:gd name="connsiteX50" fmla="*/ 6894 w 10000"/>
              <a:gd name="connsiteY50" fmla="*/ 6250 h 10000"/>
              <a:gd name="connsiteX51" fmla="*/ 6487 w 10000"/>
              <a:gd name="connsiteY51" fmla="*/ 6284 h 10000"/>
              <a:gd name="connsiteX52" fmla="*/ 6478 w 10000"/>
              <a:gd name="connsiteY52" fmla="*/ 6113 h 10000"/>
              <a:gd name="connsiteX53" fmla="*/ 6571 w 10000"/>
              <a:gd name="connsiteY53" fmla="*/ 5713 h 10000"/>
              <a:gd name="connsiteX54" fmla="*/ 6632 w 10000"/>
              <a:gd name="connsiteY54" fmla="*/ 5257 h 10000"/>
              <a:gd name="connsiteX55" fmla="*/ 6553 w 10000"/>
              <a:gd name="connsiteY55" fmla="*/ 4694 h 10000"/>
              <a:gd name="connsiteX56" fmla="*/ 6372 w 10000"/>
              <a:gd name="connsiteY56" fmla="*/ 3960 h 10000"/>
              <a:gd name="connsiteX57" fmla="*/ 6187 w 10000"/>
              <a:gd name="connsiteY57" fmla="*/ 3310 h 10000"/>
              <a:gd name="connsiteX58" fmla="*/ 5893 w 10000"/>
              <a:gd name="connsiteY58" fmla="*/ 2386 h 10000"/>
              <a:gd name="connsiteX59" fmla="*/ 5844 w 10000"/>
              <a:gd name="connsiteY59" fmla="*/ 1143 h 10000"/>
              <a:gd name="connsiteX60" fmla="*/ 7340 w 10000"/>
              <a:gd name="connsiteY60" fmla="*/ 1155 h 10000"/>
              <a:gd name="connsiteX61" fmla="*/ 8119 w 10000"/>
              <a:gd name="connsiteY61" fmla="*/ 1927 h 10000"/>
              <a:gd name="connsiteX62" fmla="*/ 8468 w 10000"/>
              <a:gd name="connsiteY62" fmla="*/ 2845 h 10000"/>
              <a:gd name="connsiteX63" fmla="*/ 8955 w 10000"/>
              <a:gd name="connsiteY63" fmla="*/ 3487 h 10000"/>
              <a:gd name="connsiteX64" fmla="*/ 9441 w 10000"/>
              <a:gd name="connsiteY64" fmla="*/ 4299 h 10000"/>
              <a:gd name="connsiteX65" fmla="*/ 10000 w 10000"/>
              <a:gd name="connsiteY65" fmla="*/ 5982 h 10000"/>
              <a:gd name="connsiteX66" fmla="*/ 9756 w 10000"/>
              <a:gd name="connsiteY66" fmla="*/ 4221 h 10000"/>
              <a:gd name="connsiteX67" fmla="*/ 8880 w 10000"/>
              <a:gd name="connsiteY67" fmla="*/ 2913 h 10000"/>
              <a:gd name="connsiteX68" fmla="*/ 8147 w 10000"/>
              <a:gd name="connsiteY68" fmla="*/ 1510 h 10000"/>
              <a:gd name="connsiteX69" fmla="*/ 7383 w 10000"/>
              <a:gd name="connsiteY69" fmla="*/ 829 h 10000"/>
              <a:gd name="connsiteX70" fmla="*/ 6481 w 10000"/>
              <a:gd name="connsiteY70" fmla="*/ 798 h 10000"/>
              <a:gd name="connsiteX71" fmla="*/ 5539 w 10000"/>
              <a:gd name="connsiteY71" fmla="*/ 717 h 10000"/>
              <a:gd name="connsiteX72" fmla="*/ 5314 w 10000"/>
              <a:gd name="connsiteY72" fmla="*/ 603 h 10000"/>
              <a:gd name="connsiteX73" fmla="*/ 5146 w 10000"/>
              <a:gd name="connsiteY73" fmla="*/ 70 h 10000"/>
              <a:gd name="connsiteX74" fmla="*/ 4820 w 10000"/>
              <a:gd name="connsiteY74" fmla="*/ 39 h 10000"/>
              <a:gd name="connsiteX75" fmla="*/ 4697 w 10000"/>
              <a:gd name="connsiteY75" fmla="*/ 344 h 10000"/>
              <a:gd name="connsiteX76" fmla="*/ 4506 w 10000"/>
              <a:gd name="connsiteY76" fmla="*/ 759 h 10000"/>
              <a:gd name="connsiteX77" fmla="*/ 3670 w 10000"/>
              <a:gd name="connsiteY77" fmla="*/ 742 h 10000"/>
              <a:gd name="connsiteX78" fmla="*/ 2617 w 10000"/>
              <a:gd name="connsiteY78" fmla="*/ 937 h 10000"/>
              <a:gd name="connsiteX79" fmla="*/ 1959 w 10000"/>
              <a:gd name="connsiteY79" fmla="*/ 896 h 10000"/>
              <a:gd name="connsiteX80" fmla="*/ 1136 w 10000"/>
              <a:gd name="connsiteY80" fmla="*/ 888 h 10000"/>
              <a:gd name="connsiteX81" fmla="*/ 520 w 10000"/>
              <a:gd name="connsiteY81" fmla="*/ 1197 h 10000"/>
              <a:gd name="connsiteX82" fmla="*/ 313 w 10000"/>
              <a:gd name="connsiteY82" fmla="*/ 2346 h 10000"/>
              <a:gd name="connsiteX83" fmla="*/ 2 w 10000"/>
              <a:gd name="connsiteY83" fmla="*/ 4571 h 10000"/>
              <a:gd name="connsiteX84" fmla="*/ 161 w 10000"/>
              <a:gd name="connsiteY84" fmla="*/ 6339 h 10000"/>
              <a:gd name="connsiteX85" fmla="*/ 157 w 10000"/>
              <a:gd name="connsiteY85" fmla="*/ 4515 h 10000"/>
              <a:gd name="connsiteX86" fmla="*/ 522 w 10000"/>
              <a:gd name="connsiteY86" fmla="*/ 2855 h 10000"/>
              <a:gd name="connsiteX87" fmla="*/ 816 w 10000"/>
              <a:gd name="connsiteY87" fmla="*/ 1601 h 10000"/>
              <a:gd name="connsiteX88" fmla="*/ 1144 w 10000"/>
              <a:gd name="connsiteY88" fmla="*/ 1251 h 10000"/>
              <a:gd name="connsiteX89" fmla="*/ 1906 w 10000"/>
              <a:gd name="connsiteY89" fmla="*/ 1163 h 10000"/>
              <a:gd name="connsiteX90" fmla="*/ 2640 w 10000"/>
              <a:gd name="connsiteY90" fmla="*/ 1228 h 10000"/>
              <a:gd name="connsiteX91" fmla="*/ 3292 w 10000"/>
              <a:gd name="connsiteY91" fmla="*/ 1152 h 10000"/>
              <a:gd name="connsiteX92" fmla="*/ 3933 w 10000"/>
              <a:gd name="connsiteY92" fmla="*/ 995 h 10000"/>
              <a:gd name="connsiteX93" fmla="*/ 4163 w 10000"/>
              <a:gd name="connsiteY93" fmla="*/ 1364 h 10000"/>
              <a:gd name="connsiteX94" fmla="*/ 4144 w 10000"/>
              <a:gd name="connsiteY9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089 w 10000"/>
              <a:gd name="connsiteY4" fmla="*/ 5957 h 10000"/>
              <a:gd name="connsiteX5" fmla="*/ 3343 w 10000"/>
              <a:gd name="connsiteY5" fmla="*/ 6167 h 10000"/>
              <a:gd name="connsiteX6" fmla="*/ 3488 w 10000"/>
              <a:gd name="connsiteY6" fmla="*/ 6555 h 10000"/>
              <a:gd name="connsiteX7" fmla="*/ 3580 w 10000"/>
              <a:gd name="connsiteY7" fmla="*/ 6833 h 10000"/>
              <a:gd name="connsiteX8" fmla="*/ 3762 w 10000"/>
              <a:gd name="connsiteY8" fmla="*/ 7182 h 10000"/>
              <a:gd name="connsiteX9" fmla="*/ 4129 w 10000"/>
              <a:gd name="connsiteY9" fmla="*/ 7883 h 10000"/>
              <a:gd name="connsiteX10" fmla="*/ 4282 w 10000"/>
              <a:gd name="connsiteY10" fmla="*/ 8266 h 10000"/>
              <a:gd name="connsiteX11" fmla="*/ 4367 w 10000"/>
              <a:gd name="connsiteY11" fmla="*/ 8571 h 10000"/>
              <a:gd name="connsiteX12" fmla="*/ 4401 w 10000"/>
              <a:gd name="connsiteY12" fmla="*/ 9095 h 10000"/>
              <a:gd name="connsiteX13" fmla="*/ 4282 w 10000"/>
              <a:gd name="connsiteY13" fmla="*/ 9450 h 10000"/>
              <a:gd name="connsiteX14" fmla="*/ 4224 w 10000"/>
              <a:gd name="connsiteY14" fmla="*/ 9728 h 10000"/>
              <a:gd name="connsiteX15" fmla="*/ 4271 w 10000"/>
              <a:gd name="connsiteY15" fmla="*/ 9866 h 10000"/>
              <a:gd name="connsiteX16" fmla="*/ 4449 w 10000"/>
              <a:gd name="connsiteY16" fmla="*/ 9992 h 10000"/>
              <a:gd name="connsiteX17" fmla="*/ 5127 w 10000"/>
              <a:gd name="connsiteY17" fmla="*/ 9992 h 10000"/>
              <a:gd name="connsiteX18" fmla="*/ 5751 w 10000"/>
              <a:gd name="connsiteY18" fmla="*/ 9972 h 10000"/>
              <a:gd name="connsiteX19" fmla="*/ 5877 w 10000"/>
              <a:gd name="connsiteY19" fmla="*/ 9822 h 10000"/>
              <a:gd name="connsiteX20" fmla="*/ 5867 w 10000"/>
              <a:gd name="connsiteY20" fmla="*/ 9571 h 10000"/>
              <a:gd name="connsiteX21" fmla="*/ 5737 w 10000"/>
              <a:gd name="connsiteY21" fmla="*/ 9313 h 10000"/>
              <a:gd name="connsiteX22" fmla="*/ 5690 w 10000"/>
              <a:gd name="connsiteY22" fmla="*/ 8995 h 10000"/>
              <a:gd name="connsiteX23" fmla="*/ 5685 w 10000"/>
              <a:gd name="connsiteY23" fmla="*/ 8600 h 10000"/>
              <a:gd name="connsiteX24" fmla="*/ 5776 w 10000"/>
              <a:gd name="connsiteY24" fmla="*/ 8204 h 10000"/>
              <a:gd name="connsiteX25" fmla="*/ 5986 w 10000"/>
              <a:gd name="connsiteY25" fmla="*/ 7617 h 10000"/>
              <a:gd name="connsiteX26" fmla="*/ 6102 w 10000"/>
              <a:gd name="connsiteY26" fmla="*/ 7310 h 10000"/>
              <a:gd name="connsiteX27" fmla="*/ 6196 w 10000"/>
              <a:gd name="connsiteY27" fmla="*/ 7178 h 10000"/>
              <a:gd name="connsiteX28" fmla="*/ 6534 w 10000"/>
              <a:gd name="connsiteY28" fmla="*/ 7425 h 10000"/>
              <a:gd name="connsiteX29" fmla="*/ 6902 w 10000"/>
              <a:gd name="connsiteY29" fmla="*/ 7562 h 10000"/>
              <a:gd name="connsiteX30" fmla="*/ 7470 w 10000"/>
              <a:gd name="connsiteY30" fmla="*/ 7675 h 10000"/>
              <a:gd name="connsiteX31" fmla="*/ 7903 w 10000"/>
              <a:gd name="connsiteY31" fmla="*/ 7703 h 10000"/>
              <a:gd name="connsiteX32" fmla="*/ 8301 w 10000"/>
              <a:gd name="connsiteY32" fmla="*/ 7897 h 10000"/>
              <a:gd name="connsiteX33" fmla="*/ 8549 w 10000"/>
              <a:gd name="connsiteY33" fmla="*/ 8063 h 10000"/>
              <a:gd name="connsiteX34" fmla="*/ 8782 w 10000"/>
              <a:gd name="connsiteY34" fmla="*/ 8110 h 10000"/>
              <a:gd name="connsiteX35" fmla="*/ 8758 w 10000"/>
              <a:gd name="connsiteY35" fmla="*/ 7957 h 10000"/>
              <a:gd name="connsiteX36" fmla="*/ 8491 w 10000"/>
              <a:gd name="connsiteY36" fmla="*/ 7797 h 10000"/>
              <a:gd name="connsiteX37" fmla="*/ 8309 w 10000"/>
              <a:gd name="connsiteY37" fmla="*/ 7617 h 10000"/>
              <a:gd name="connsiteX38" fmla="*/ 8286 w 10000"/>
              <a:gd name="connsiteY38" fmla="*/ 7448 h 10000"/>
              <a:gd name="connsiteX39" fmla="*/ 8496 w 10000"/>
              <a:gd name="connsiteY39" fmla="*/ 7276 h 10000"/>
              <a:gd name="connsiteX40" fmla="*/ 8695 w 10000"/>
              <a:gd name="connsiteY40" fmla="*/ 7083 h 10000"/>
              <a:gd name="connsiteX41" fmla="*/ 8406 w 10000"/>
              <a:gd name="connsiteY41" fmla="*/ 6704 h 10000"/>
              <a:gd name="connsiteX42" fmla="*/ 8730 w 10000"/>
              <a:gd name="connsiteY42" fmla="*/ 6352 h 10000"/>
              <a:gd name="connsiteX43" fmla="*/ 8853 w 10000"/>
              <a:gd name="connsiteY43" fmla="*/ 6250 h 10000"/>
              <a:gd name="connsiteX44" fmla="*/ 8801 w 10000"/>
              <a:gd name="connsiteY44" fmla="*/ 6113 h 10000"/>
              <a:gd name="connsiteX45" fmla="*/ 8559 w 10000"/>
              <a:gd name="connsiteY45" fmla="*/ 6213 h 10000"/>
              <a:gd name="connsiteX46" fmla="*/ 8210 w 10000"/>
              <a:gd name="connsiteY46" fmla="*/ 6434 h 10000"/>
              <a:gd name="connsiteX47" fmla="*/ 7909 w 10000"/>
              <a:gd name="connsiteY47" fmla="*/ 6391 h 10000"/>
              <a:gd name="connsiteX48" fmla="*/ 7414 w 10000"/>
              <a:gd name="connsiteY48" fmla="*/ 6265 h 10000"/>
              <a:gd name="connsiteX49" fmla="*/ 6894 w 10000"/>
              <a:gd name="connsiteY49" fmla="*/ 6250 h 10000"/>
              <a:gd name="connsiteX50" fmla="*/ 6487 w 10000"/>
              <a:gd name="connsiteY50" fmla="*/ 6284 h 10000"/>
              <a:gd name="connsiteX51" fmla="*/ 6478 w 10000"/>
              <a:gd name="connsiteY51" fmla="*/ 6113 h 10000"/>
              <a:gd name="connsiteX52" fmla="*/ 6571 w 10000"/>
              <a:gd name="connsiteY52" fmla="*/ 5713 h 10000"/>
              <a:gd name="connsiteX53" fmla="*/ 6632 w 10000"/>
              <a:gd name="connsiteY53" fmla="*/ 5257 h 10000"/>
              <a:gd name="connsiteX54" fmla="*/ 6553 w 10000"/>
              <a:gd name="connsiteY54" fmla="*/ 4694 h 10000"/>
              <a:gd name="connsiteX55" fmla="*/ 6372 w 10000"/>
              <a:gd name="connsiteY55" fmla="*/ 3960 h 10000"/>
              <a:gd name="connsiteX56" fmla="*/ 6187 w 10000"/>
              <a:gd name="connsiteY56" fmla="*/ 3310 h 10000"/>
              <a:gd name="connsiteX57" fmla="*/ 5893 w 10000"/>
              <a:gd name="connsiteY57" fmla="*/ 2386 h 10000"/>
              <a:gd name="connsiteX58" fmla="*/ 5844 w 10000"/>
              <a:gd name="connsiteY58" fmla="*/ 1143 h 10000"/>
              <a:gd name="connsiteX59" fmla="*/ 7340 w 10000"/>
              <a:gd name="connsiteY59" fmla="*/ 1155 h 10000"/>
              <a:gd name="connsiteX60" fmla="*/ 8119 w 10000"/>
              <a:gd name="connsiteY60" fmla="*/ 1927 h 10000"/>
              <a:gd name="connsiteX61" fmla="*/ 8468 w 10000"/>
              <a:gd name="connsiteY61" fmla="*/ 2845 h 10000"/>
              <a:gd name="connsiteX62" fmla="*/ 8955 w 10000"/>
              <a:gd name="connsiteY62" fmla="*/ 3487 h 10000"/>
              <a:gd name="connsiteX63" fmla="*/ 9441 w 10000"/>
              <a:gd name="connsiteY63" fmla="*/ 4299 h 10000"/>
              <a:gd name="connsiteX64" fmla="*/ 10000 w 10000"/>
              <a:gd name="connsiteY64" fmla="*/ 5982 h 10000"/>
              <a:gd name="connsiteX65" fmla="*/ 9756 w 10000"/>
              <a:gd name="connsiteY65" fmla="*/ 4221 h 10000"/>
              <a:gd name="connsiteX66" fmla="*/ 8880 w 10000"/>
              <a:gd name="connsiteY66" fmla="*/ 2913 h 10000"/>
              <a:gd name="connsiteX67" fmla="*/ 8147 w 10000"/>
              <a:gd name="connsiteY67" fmla="*/ 1510 h 10000"/>
              <a:gd name="connsiteX68" fmla="*/ 7383 w 10000"/>
              <a:gd name="connsiteY68" fmla="*/ 829 h 10000"/>
              <a:gd name="connsiteX69" fmla="*/ 6481 w 10000"/>
              <a:gd name="connsiteY69" fmla="*/ 798 h 10000"/>
              <a:gd name="connsiteX70" fmla="*/ 5539 w 10000"/>
              <a:gd name="connsiteY70" fmla="*/ 717 h 10000"/>
              <a:gd name="connsiteX71" fmla="*/ 5314 w 10000"/>
              <a:gd name="connsiteY71" fmla="*/ 603 h 10000"/>
              <a:gd name="connsiteX72" fmla="*/ 5146 w 10000"/>
              <a:gd name="connsiteY72" fmla="*/ 70 h 10000"/>
              <a:gd name="connsiteX73" fmla="*/ 4820 w 10000"/>
              <a:gd name="connsiteY73" fmla="*/ 39 h 10000"/>
              <a:gd name="connsiteX74" fmla="*/ 4697 w 10000"/>
              <a:gd name="connsiteY74" fmla="*/ 344 h 10000"/>
              <a:gd name="connsiteX75" fmla="*/ 4506 w 10000"/>
              <a:gd name="connsiteY75" fmla="*/ 759 h 10000"/>
              <a:gd name="connsiteX76" fmla="*/ 3670 w 10000"/>
              <a:gd name="connsiteY76" fmla="*/ 742 h 10000"/>
              <a:gd name="connsiteX77" fmla="*/ 2617 w 10000"/>
              <a:gd name="connsiteY77" fmla="*/ 937 h 10000"/>
              <a:gd name="connsiteX78" fmla="*/ 1959 w 10000"/>
              <a:gd name="connsiteY78" fmla="*/ 896 h 10000"/>
              <a:gd name="connsiteX79" fmla="*/ 1136 w 10000"/>
              <a:gd name="connsiteY79" fmla="*/ 888 h 10000"/>
              <a:gd name="connsiteX80" fmla="*/ 520 w 10000"/>
              <a:gd name="connsiteY80" fmla="*/ 1197 h 10000"/>
              <a:gd name="connsiteX81" fmla="*/ 313 w 10000"/>
              <a:gd name="connsiteY81" fmla="*/ 2346 h 10000"/>
              <a:gd name="connsiteX82" fmla="*/ 2 w 10000"/>
              <a:gd name="connsiteY82" fmla="*/ 4571 h 10000"/>
              <a:gd name="connsiteX83" fmla="*/ 161 w 10000"/>
              <a:gd name="connsiteY83" fmla="*/ 6339 h 10000"/>
              <a:gd name="connsiteX84" fmla="*/ 157 w 10000"/>
              <a:gd name="connsiteY84" fmla="*/ 4515 h 10000"/>
              <a:gd name="connsiteX85" fmla="*/ 522 w 10000"/>
              <a:gd name="connsiteY85" fmla="*/ 2855 h 10000"/>
              <a:gd name="connsiteX86" fmla="*/ 816 w 10000"/>
              <a:gd name="connsiteY86" fmla="*/ 1601 h 10000"/>
              <a:gd name="connsiteX87" fmla="*/ 1144 w 10000"/>
              <a:gd name="connsiteY87" fmla="*/ 1251 h 10000"/>
              <a:gd name="connsiteX88" fmla="*/ 1906 w 10000"/>
              <a:gd name="connsiteY88" fmla="*/ 1163 h 10000"/>
              <a:gd name="connsiteX89" fmla="*/ 2640 w 10000"/>
              <a:gd name="connsiteY89" fmla="*/ 1228 h 10000"/>
              <a:gd name="connsiteX90" fmla="*/ 3292 w 10000"/>
              <a:gd name="connsiteY90" fmla="*/ 1152 h 10000"/>
              <a:gd name="connsiteX91" fmla="*/ 3933 w 10000"/>
              <a:gd name="connsiteY91" fmla="*/ 995 h 10000"/>
              <a:gd name="connsiteX92" fmla="*/ 4163 w 10000"/>
              <a:gd name="connsiteY92" fmla="*/ 1364 h 10000"/>
              <a:gd name="connsiteX93" fmla="*/ 4144 w 10000"/>
              <a:gd name="connsiteY93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343 w 10000"/>
              <a:gd name="connsiteY4" fmla="*/ 6167 h 10000"/>
              <a:gd name="connsiteX5" fmla="*/ 3488 w 10000"/>
              <a:gd name="connsiteY5" fmla="*/ 6555 h 10000"/>
              <a:gd name="connsiteX6" fmla="*/ 3580 w 10000"/>
              <a:gd name="connsiteY6" fmla="*/ 6833 h 10000"/>
              <a:gd name="connsiteX7" fmla="*/ 3762 w 10000"/>
              <a:gd name="connsiteY7" fmla="*/ 7182 h 10000"/>
              <a:gd name="connsiteX8" fmla="*/ 4129 w 10000"/>
              <a:gd name="connsiteY8" fmla="*/ 7883 h 10000"/>
              <a:gd name="connsiteX9" fmla="*/ 4282 w 10000"/>
              <a:gd name="connsiteY9" fmla="*/ 8266 h 10000"/>
              <a:gd name="connsiteX10" fmla="*/ 4367 w 10000"/>
              <a:gd name="connsiteY10" fmla="*/ 8571 h 10000"/>
              <a:gd name="connsiteX11" fmla="*/ 4401 w 10000"/>
              <a:gd name="connsiteY11" fmla="*/ 9095 h 10000"/>
              <a:gd name="connsiteX12" fmla="*/ 4282 w 10000"/>
              <a:gd name="connsiteY12" fmla="*/ 9450 h 10000"/>
              <a:gd name="connsiteX13" fmla="*/ 4224 w 10000"/>
              <a:gd name="connsiteY13" fmla="*/ 9728 h 10000"/>
              <a:gd name="connsiteX14" fmla="*/ 4271 w 10000"/>
              <a:gd name="connsiteY14" fmla="*/ 9866 h 10000"/>
              <a:gd name="connsiteX15" fmla="*/ 4449 w 10000"/>
              <a:gd name="connsiteY15" fmla="*/ 9992 h 10000"/>
              <a:gd name="connsiteX16" fmla="*/ 5127 w 10000"/>
              <a:gd name="connsiteY16" fmla="*/ 9992 h 10000"/>
              <a:gd name="connsiteX17" fmla="*/ 5751 w 10000"/>
              <a:gd name="connsiteY17" fmla="*/ 9972 h 10000"/>
              <a:gd name="connsiteX18" fmla="*/ 5877 w 10000"/>
              <a:gd name="connsiteY18" fmla="*/ 9822 h 10000"/>
              <a:gd name="connsiteX19" fmla="*/ 5867 w 10000"/>
              <a:gd name="connsiteY19" fmla="*/ 9571 h 10000"/>
              <a:gd name="connsiteX20" fmla="*/ 5737 w 10000"/>
              <a:gd name="connsiteY20" fmla="*/ 9313 h 10000"/>
              <a:gd name="connsiteX21" fmla="*/ 5690 w 10000"/>
              <a:gd name="connsiteY21" fmla="*/ 8995 h 10000"/>
              <a:gd name="connsiteX22" fmla="*/ 5685 w 10000"/>
              <a:gd name="connsiteY22" fmla="*/ 8600 h 10000"/>
              <a:gd name="connsiteX23" fmla="*/ 5776 w 10000"/>
              <a:gd name="connsiteY23" fmla="*/ 8204 h 10000"/>
              <a:gd name="connsiteX24" fmla="*/ 5986 w 10000"/>
              <a:gd name="connsiteY24" fmla="*/ 7617 h 10000"/>
              <a:gd name="connsiteX25" fmla="*/ 6102 w 10000"/>
              <a:gd name="connsiteY25" fmla="*/ 7310 h 10000"/>
              <a:gd name="connsiteX26" fmla="*/ 6196 w 10000"/>
              <a:gd name="connsiteY26" fmla="*/ 7178 h 10000"/>
              <a:gd name="connsiteX27" fmla="*/ 6534 w 10000"/>
              <a:gd name="connsiteY27" fmla="*/ 7425 h 10000"/>
              <a:gd name="connsiteX28" fmla="*/ 6902 w 10000"/>
              <a:gd name="connsiteY28" fmla="*/ 7562 h 10000"/>
              <a:gd name="connsiteX29" fmla="*/ 7470 w 10000"/>
              <a:gd name="connsiteY29" fmla="*/ 7675 h 10000"/>
              <a:gd name="connsiteX30" fmla="*/ 7903 w 10000"/>
              <a:gd name="connsiteY30" fmla="*/ 7703 h 10000"/>
              <a:gd name="connsiteX31" fmla="*/ 8301 w 10000"/>
              <a:gd name="connsiteY31" fmla="*/ 7897 h 10000"/>
              <a:gd name="connsiteX32" fmla="*/ 8549 w 10000"/>
              <a:gd name="connsiteY32" fmla="*/ 8063 h 10000"/>
              <a:gd name="connsiteX33" fmla="*/ 8782 w 10000"/>
              <a:gd name="connsiteY33" fmla="*/ 8110 h 10000"/>
              <a:gd name="connsiteX34" fmla="*/ 8758 w 10000"/>
              <a:gd name="connsiteY34" fmla="*/ 7957 h 10000"/>
              <a:gd name="connsiteX35" fmla="*/ 8491 w 10000"/>
              <a:gd name="connsiteY35" fmla="*/ 7797 h 10000"/>
              <a:gd name="connsiteX36" fmla="*/ 8309 w 10000"/>
              <a:gd name="connsiteY36" fmla="*/ 7617 h 10000"/>
              <a:gd name="connsiteX37" fmla="*/ 8286 w 10000"/>
              <a:gd name="connsiteY37" fmla="*/ 7448 h 10000"/>
              <a:gd name="connsiteX38" fmla="*/ 8496 w 10000"/>
              <a:gd name="connsiteY38" fmla="*/ 7276 h 10000"/>
              <a:gd name="connsiteX39" fmla="*/ 8695 w 10000"/>
              <a:gd name="connsiteY39" fmla="*/ 7083 h 10000"/>
              <a:gd name="connsiteX40" fmla="*/ 8406 w 10000"/>
              <a:gd name="connsiteY40" fmla="*/ 6704 h 10000"/>
              <a:gd name="connsiteX41" fmla="*/ 8730 w 10000"/>
              <a:gd name="connsiteY41" fmla="*/ 6352 h 10000"/>
              <a:gd name="connsiteX42" fmla="*/ 8853 w 10000"/>
              <a:gd name="connsiteY42" fmla="*/ 6250 h 10000"/>
              <a:gd name="connsiteX43" fmla="*/ 8801 w 10000"/>
              <a:gd name="connsiteY43" fmla="*/ 6113 h 10000"/>
              <a:gd name="connsiteX44" fmla="*/ 8559 w 10000"/>
              <a:gd name="connsiteY44" fmla="*/ 6213 h 10000"/>
              <a:gd name="connsiteX45" fmla="*/ 8210 w 10000"/>
              <a:gd name="connsiteY45" fmla="*/ 6434 h 10000"/>
              <a:gd name="connsiteX46" fmla="*/ 7909 w 10000"/>
              <a:gd name="connsiteY46" fmla="*/ 6391 h 10000"/>
              <a:gd name="connsiteX47" fmla="*/ 7414 w 10000"/>
              <a:gd name="connsiteY47" fmla="*/ 6265 h 10000"/>
              <a:gd name="connsiteX48" fmla="*/ 6894 w 10000"/>
              <a:gd name="connsiteY48" fmla="*/ 6250 h 10000"/>
              <a:gd name="connsiteX49" fmla="*/ 6487 w 10000"/>
              <a:gd name="connsiteY49" fmla="*/ 6284 h 10000"/>
              <a:gd name="connsiteX50" fmla="*/ 6478 w 10000"/>
              <a:gd name="connsiteY50" fmla="*/ 6113 h 10000"/>
              <a:gd name="connsiteX51" fmla="*/ 6571 w 10000"/>
              <a:gd name="connsiteY51" fmla="*/ 5713 h 10000"/>
              <a:gd name="connsiteX52" fmla="*/ 6632 w 10000"/>
              <a:gd name="connsiteY52" fmla="*/ 5257 h 10000"/>
              <a:gd name="connsiteX53" fmla="*/ 6553 w 10000"/>
              <a:gd name="connsiteY53" fmla="*/ 4694 h 10000"/>
              <a:gd name="connsiteX54" fmla="*/ 6372 w 10000"/>
              <a:gd name="connsiteY54" fmla="*/ 3960 h 10000"/>
              <a:gd name="connsiteX55" fmla="*/ 6187 w 10000"/>
              <a:gd name="connsiteY55" fmla="*/ 3310 h 10000"/>
              <a:gd name="connsiteX56" fmla="*/ 5893 w 10000"/>
              <a:gd name="connsiteY56" fmla="*/ 2386 h 10000"/>
              <a:gd name="connsiteX57" fmla="*/ 5844 w 10000"/>
              <a:gd name="connsiteY57" fmla="*/ 1143 h 10000"/>
              <a:gd name="connsiteX58" fmla="*/ 7340 w 10000"/>
              <a:gd name="connsiteY58" fmla="*/ 1155 h 10000"/>
              <a:gd name="connsiteX59" fmla="*/ 8119 w 10000"/>
              <a:gd name="connsiteY59" fmla="*/ 1927 h 10000"/>
              <a:gd name="connsiteX60" fmla="*/ 8468 w 10000"/>
              <a:gd name="connsiteY60" fmla="*/ 2845 h 10000"/>
              <a:gd name="connsiteX61" fmla="*/ 8955 w 10000"/>
              <a:gd name="connsiteY61" fmla="*/ 3487 h 10000"/>
              <a:gd name="connsiteX62" fmla="*/ 9441 w 10000"/>
              <a:gd name="connsiteY62" fmla="*/ 4299 h 10000"/>
              <a:gd name="connsiteX63" fmla="*/ 10000 w 10000"/>
              <a:gd name="connsiteY63" fmla="*/ 5982 h 10000"/>
              <a:gd name="connsiteX64" fmla="*/ 9756 w 10000"/>
              <a:gd name="connsiteY64" fmla="*/ 4221 h 10000"/>
              <a:gd name="connsiteX65" fmla="*/ 8880 w 10000"/>
              <a:gd name="connsiteY65" fmla="*/ 2913 h 10000"/>
              <a:gd name="connsiteX66" fmla="*/ 8147 w 10000"/>
              <a:gd name="connsiteY66" fmla="*/ 1510 h 10000"/>
              <a:gd name="connsiteX67" fmla="*/ 7383 w 10000"/>
              <a:gd name="connsiteY67" fmla="*/ 829 h 10000"/>
              <a:gd name="connsiteX68" fmla="*/ 6481 w 10000"/>
              <a:gd name="connsiteY68" fmla="*/ 798 h 10000"/>
              <a:gd name="connsiteX69" fmla="*/ 5539 w 10000"/>
              <a:gd name="connsiteY69" fmla="*/ 717 h 10000"/>
              <a:gd name="connsiteX70" fmla="*/ 5314 w 10000"/>
              <a:gd name="connsiteY70" fmla="*/ 603 h 10000"/>
              <a:gd name="connsiteX71" fmla="*/ 5146 w 10000"/>
              <a:gd name="connsiteY71" fmla="*/ 70 h 10000"/>
              <a:gd name="connsiteX72" fmla="*/ 4820 w 10000"/>
              <a:gd name="connsiteY72" fmla="*/ 39 h 10000"/>
              <a:gd name="connsiteX73" fmla="*/ 4697 w 10000"/>
              <a:gd name="connsiteY73" fmla="*/ 344 h 10000"/>
              <a:gd name="connsiteX74" fmla="*/ 4506 w 10000"/>
              <a:gd name="connsiteY74" fmla="*/ 759 h 10000"/>
              <a:gd name="connsiteX75" fmla="*/ 3670 w 10000"/>
              <a:gd name="connsiteY75" fmla="*/ 742 h 10000"/>
              <a:gd name="connsiteX76" fmla="*/ 2617 w 10000"/>
              <a:gd name="connsiteY76" fmla="*/ 937 h 10000"/>
              <a:gd name="connsiteX77" fmla="*/ 1959 w 10000"/>
              <a:gd name="connsiteY77" fmla="*/ 896 h 10000"/>
              <a:gd name="connsiteX78" fmla="*/ 1136 w 10000"/>
              <a:gd name="connsiteY78" fmla="*/ 888 h 10000"/>
              <a:gd name="connsiteX79" fmla="*/ 520 w 10000"/>
              <a:gd name="connsiteY79" fmla="*/ 1197 h 10000"/>
              <a:gd name="connsiteX80" fmla="*/ 313 w 10000"/>
              <a:gd name="connsiteY80" fmla="*/ 2346 h 10000"/>
              <a:gd name="connsiteX81" fmla="*/ 2 w 10000"/>
              <a:gd name="connsiteY81" fmla="*/ 4571 h 10000"/>
              <a:gd name="connsiteX82" fmla="*/ 161 w 10000"/>
              <a:gd name="connsiteY82" fmla="*/ 6339 h 10000"/>
              <a:gd name="connsiteX83" fmla="*/ 157 w 10000"/>
              <a:gd name="connsiteY83" fmla="*/ 4515 h 10000"/>
              <a:gd name="connsiteX84" fmla="*/ 522 w 10000"/>
              <a:gd name="connsiteY84" fmla="*/ 2855 h 10000"/>
              <a:gd name="connsiteX85" fmla="*/ 816 w 10000"/>
              <a:gd name="connsiteY85" fmla="*/ 1601 h 10000"/>
              <a:gd name="connsiteX86" fmla="*/ 1144 w 10000"/>
              <a:gd name="connsiteY86" fmla="*/ 1251 h 10000"/>
              <a:gd name="connsiteX87" fmla="*/ 1906 w 10000"/>
              <a:gd name="connsiteY87" fmla="*/ 1163 h 10000"/>
              <a:gd name="connsiteX88" fmla="*/ 2640 w 10000"/>
              <a:gd name="connsiteY88" fmla="*/ 1228 h 10000"/>
              <a:gd name="connsiteX89" fmla="*/ 3292 w 10000"/>
              <a:gd name="connsiteY89" fmla="*/ 1152 h 10000"/>
              <a:gd name="connsiteX90" fmla="*/ 3933 w 10000"/>
              <a:gd name="connsiteY90" fmla="*/ 995 h 10000"/>
              <a:gd name="connsiteX91" fmla="*/ 4163 w 10000"/>
              <a:gd name="connsiteY91" fmla="*/ 1364 h 10000"/>
              <a:gd name="connsiteX92" fmla="*/ 4144 w 10000"/>
              <a:gd name="connsiteY92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488 w 10000"/>
              <a:gd name="connsiteY4" fmla="*/ 6555 h 10000"/>
              <a:gd name="connsiteX5" fmla="*/ 3580 w 10000"/>
              <a:gd name="connsiteY5" fmla="*/ 6833 h 10000"/>
              <a:gd name="connsiteX6" fmla="*/ 3762 w 10000"/>
              <a:gd name="connsiteY6" fmla="*/ 7182 h 10000"/>
              <a:gd name="connsiteX7" fmla="*/ 4129 w 10000"/>
              <a:gd name="connsiteY7" fmla="*/ 7883 h 10000"/>
              <a:gd name="connsiteX8" fmla="*/ 4282 w 10000"/>
              <a:gd name="connsiteY8" fmla="*/ 8266 h 10000"/>
              <a:gd name="connsiteX9" fmla="*/ 4367 w 10000"/>
              <a:gd name="connsiteY9" fmla="*/ 8571 h 10000"/>
              <a:gd name="connsiteX10" fmla="*/ 4401 w 10000"/>
              <a:gd name="connsiteY10" fmla="*/ 9095 h 10000"/>
              <a:gd name="connsiteX11" fmla="*/ 4282 w 10000"/>
              <a:gd name="connsiteY11" fmla="*/ 9450 h 10000"/>
              <a:gd name="connsiteX12" fmla="*/ 4224 w 10000"/>
              <a:gd name="connsiteY12" fmla="*/ 9728 h 10000"/>
              <a:gd name="connsiteX13" fmla="*/ 4271 w 10000"/>
              <a:gd name="connsiteY13" fmla="*/ 9866 h 10000"/>
              <a:gd name="connsiteX14" fmla="*/ 4449 w 10000"/>
              <a:gd name="connsiteY14" fmla="*/ 9992 h 10000"/>
              <a:gd name="connsiteX15" fmla="*/ 5127 w 10000"/>
              <a:gd name="connsiteY15" fmla="*/ 9992 h 10000"/>
              <a:gd name="connsiteX16" fmla="*/ 5751 w 10000"/>
              <a:gd name="connsiteY16" fmla="*/ 9972 h 10000"/>
              <a:gd name="connsiteX17" fmla="*/ 5877 w 10000"/>
              <a:gd name="connsiteY17" fmla="*/ 9822 h 10000"/>
              <a:gd name="connsiteX18" fmla="*/ 5867 w 10000"/>
              <a:gd name="connsiteY18" fmla="*/ 9571 h 10000"/>
              <a:gd name="connsiteX19" fmla="*/ 5737 w 10000"/>
              <a:gd name="connsiteY19" fmla="*/ 9313 h 10000"/>
              <a:gd name="connsiteX20" fmla="*/ 5690 w 10000"/>
              <a:gd name="connsiteY20" fmla="*/ 8995 h 10000"/>
              <a:gd name="connsiteX21" fmla="*/ 5685 w 10000"/>
              <a:gd name="connsiteY21" fmla="*/ 8600 h 10000"/>
              <a:gd name="connsiteX22" fmla="*/ 5776 w 10000"/>
              <a:gd name="connsiteY22" fmla="*/ 8204 h 10000"/>
              <a:gd name="connsiteX23" fmla="*/ 5986 w 10000"/>
              <a:gd name="connsiteY23" fmla="*/ 7617 h 10000"/>
              <a:gd name="connsiteX24" fmla="*/ 6102 w 10000"/>
              <a:gd name="connsiteY24" fmla="*/ 7310 h 10000"/>
              <a:gd name="connsiteX25" fmla="*/ 6196 w 10000"/>
              <a:gd name="connsiteY25" fmla="*/ 7178 h 10000"/>
              <a:gd name="connsiteX26" fmla="*/ 6534 w 10000"/>
              <a:gd name="connsiteY26" fmla="*/ 7425 h 10000"/>
              <a:gd name="connsiteX27" fmla="*/ 6902 w 10000"/>
              <a:gd name="connsiteY27" fmla="*/ 7562 h 10000"/>
              <a:gd name="connsiteX28" fmla="*/ 7470 w 10000"/>
              <a:gd name="connsiteY28" fmla="*/ 7675 h 10000"/>
              <a:gd name="connsiteX29" fmla="*/ 7903 w 10000"/>
              <a:gd name="connsiteY29" fmla="*/ 7703 h 10000"/>
              <a:gd name="connsiteX30" fmla="*/ 8301 w 10000"/>
              <a:gd name="connsiteY30" fmla="*/ 7897 h 10000"/>
              <a:gd name="connsiteX31" fmla="*/ 8549 w 10000"/>
              <a:gd name="connsiteY31" fmla="*/ 8063 h 10000"/>
              <a:gd name="connsiteX32" fmla="*/ 8782 w 10000"/>
              <a:gd name="connsiteY32" fmla="*/ 8110 h 10000"/>
              <a:gd name="connsiteX33" fmla="*/ 8758 w 10000"/>
              <a:gd name="connsiteY33" fmla="*/ 7957 h 10000"/>
              <a:gd name="connsiteX34" fmla="*/ 8491 w 10000"/>
              <a:gd name="connsiteY34" fmla="*/ 7797 h 10000"/>
              <a:gd name="connsiteX35" fmla="*/ 8309 w 10000"/>
              <a:gd name="connsiteY35" fmla="*/ 7617 h 10000"/>
              <a:gd name="connsiteX36" fmla="*/ 8286 w 10000"/>
              <a:gd name="connsiteY36" fmla="*/ 7448 h 10000"/>
              <a:gd name="connsiteX37" fmla="*/ 8496 w 10000"/>
              <a:gd name="connsiteY37" fmla="*/ 7276 h 10000"/>
              <a:gd name="connsiteX38" fmla="*/ 8695 w 10000"/>
              <a:gd name="connsiteY38" fmla="*/ 7083 h 10000"/>
              <a:gd name="connsiteX39" fmla="*/ 8406 w 10000"/>
              <a:gd name="connsiteY39" fmla="*/ 6704 h 10000"/>
              <a:gd name="connsiteX40" fmla="*/ 8730 w 10000"/>
              <a:gd name="connsiteY40" fmla="*/ 6352 h 10000"/>
              <a:gd name="connsiteX41" fmla="*/ 8853 w 10000"/>
              <a:gd name="connsiteY41" fmla="*/ 6250 h 10000"/>
              <a:gd name="connsiteX42" fmla="*/ 8801 w 10000"/>
              <a:gd name="connsiteY42" fmla="*/ 6113 h 10000"/>
              <a:gd name="connsiteX43" fmla="*/ 8559 w 10000"/>
              <a:gd name="connsiteY43" fmla="*/ 6213 h 10000"/>
              <a:gd name="connsiteX44" fmla="*/ 8210 w 10000"/>
              <a:gd name="connsiteY44" fmla="*/ 6434 h 10000"/>
              <a:gd name="connsiteX45" fmla="*/ 7909 w 10000"/>
              <a:gd name="connsiteY45" fmla="*/ 6391 h 10000"/>
              <a:gd name="connsiteX46" fmla="*/ 7414 w 10000"/>
              <a:gd name="connsiteY46" fmla="*/ 6265 h 10000"/>
              <a:gd name="connsiteX47" fmla="*/ 6894 w 10000"/>
              <a:gd name="connsiteY47" fmla="*/ 6250 h 10000"/>
              <a:gd name="connsiteX48" fmla="*/ 6487 w 10000"/>
              <a:gd name="connsiteY48" fmla="*/ 6284 h 10000"/>
              <a:gd name="connsiteX49" fmla="*/ 6478 w 10000"/>
              <a:gd name="connsiteY49" fmla="*/ 6113 h 10000"/>
              <a:gd name="connsiteX50" fmla="*/ 6571 w 10000"/>
              <a:gd name="connsiteY50" fmla="*/ 5713 h 10000"/>
              <a:gd name="connsiteX51" fmla="*/ 6632 w 10000"/>
              <a:gd name="connsiteY51" fmla="*/ 5257 h 10000"/>
              <a:gd name="connsiteX52" fmla="*/ 6553 w 10000"/>
              <a:gd name="connsiteY52" fmla="*/ 4694 h 10000"/>
              <a:gd name="connsiteX53" fmla="*/ 6372 w 10000"/>
              <a:gd name="connsiteY53" fmla="*/ 3960 h 10000"/>
              <a:gd name="connsiteX54" fmla="*/ 6187 w 10000"/>
              <a:gd name="connsiteY54" fmla="*/ 3310 h 10000"/>
              <a:gd name="connsiteX55" fmla="*/ 5893 w 10000"/>
              <a:gd name="connsiteY55" fmla="*/ 2386 h 10000"/>
              <a:gd name="connsiteX56" fmla="*/ 5844 w 10000"/>
              <a:gd name="connsiteY56" fmla="*/ 1143 h 10000"/>
              <a:gd name="connsiteX57" fmla="*/ 7340 w 10000"/>
              <a:gd name="connsiteY57" fmla="*/ 1155 h 10000"/>
              <a:gd name="connsiteX58" fmla="*/ 8119 w 10000"/>
              <a:gd name="connsiteY58" fmla="*/ 1927 h 10000"/>
              <a:gd name="connsiteX59" fmla="*/ 8468 w 10000"/>
              <a:gd name="connsiteY59" fmla="*/ 2845 h 10000"/>
              <a:gd name="connsiteX60" fmla="*/ 8955 w 10000"/>
              <a:gd name="connsiteY60" fmla="*/ 3487 h 10000"/>
              <a:gd name="connsiteX61" fmla="*/ 9441 w 10000"/>
              <a:gd name="connsiteY61" fmla="*/ 4299 h 10000"/>
              <a:gd name="connsiteX62" fmla="*/ 10000 w 10000"/>
              <a:gd name="connsiteY62" fmla="*/ 5982 h 10000"/>
              <a:gd name="connsiteX63" fmla="*/ 9756 w 10000"/>
              <a:gd name="connsiteY63" fmla="*/ 4221 h 10000"/>
              <a:gd name="connsiteX64" fmla="*/ 8880 w 10000"/>
              <a:gd name="connsiteY64" fmla="*/ 2913 h 10000"/>
              <a:gd name="connsiteX65" fmla="*/ 8147 w 10000"/>
              <a:gd name="connsiteY65" fmla="*/ 1510 h 10000"/>
              <a:gd name="connsiteX66" fmla="*/ 7383 w 10000"/>
              <a:gd name="connsiteY66" fmla="*/ 829 h 10000"/>
              <a:gd name="connsiteX67" fmla="*/ 6481 w 10000"/>
              <a:gd name="connsiteY67" fmla="*/ 798 h 10000"/>
              <a:gd name="connsiteX68" fmla="*/ 5539 w 10000"/>
              <a:gd name="connsiteY68" fmla="*/ 717 h 10000"/>
              <a:gd name="connsiteX69" fmla="*/ 5314 w 10000"/>
              <a:gd name="connsiteY69" fmla="*/ 603 h 10000"/>
              <a:gd name="connsiteX70" fmla="*/ 5146 w 10000"/>
              <a:gd name="connsiteY70" fmla="*/ 70 h 10000"/>
              <a:gd name="connsiteX71" fmla="*/ 4820 w 10000"/>
              <a:gd name="connsiteY71" fmla="*/ 39 h 10000"/>
              <a:gd name="connsiteX72" fmla="*/ 4697 w 10000"/>
              <a:gd name="connsiteY72" fmla="*/ 344 h 10000"/>
              <a:gd name="connsiteX73" fmla="*/ 4506 w 10000"/>
              <a:gd name="connsiteY73" fmla="*/ 759 h 10000"/>
              <a:gd name="connsiteX74" fmla="*/ 3670 w 10000"/>
              <a:gd name="connsiteY74" fmla="*/ 742 h 10000"/>
              <a:gd name="connsiteX75" fmla="*/ 2617 w 10000"/>
              <a:gd name="connsiteY75" fmla="*/ 937 h 10000"/>
              <a:gd name="connsiteX76" fmla="*/ 1959 w 10000"/>
              <a:gd name="connsiteY76" fmla="*/ 896 h 10000"/>
              <a:gd name="connsiteX77" fmla="*/ 1136 w 10000"/>
              <a:gd name="connsiteY77" fmla="*/ 888 h 10000"/>
              <a:gd name="connsiteX78" fmla="*/ 520 w 10000"/>
              <a:gd name="connsiteY78" fmla="*/ 1197 h 10000"/>
              <a:gd name="connsiteX79" fmla="*/ 313 w 10000"/>
              <a:gd name="connsiteY79" fmla="*/ 2346 h 10000"/>
              <a:gd name="connsiteX80" fmla="*/ 2 w 10000"/>
              <a:gd name="connsiteY80" fmla="*/ 4571 h 10000"/>
              <a:gd name="connsiteX81" fmla="*/ 161 w 10000"/>
              <a:gd name="connsiteY81" fmla="*/ 6339 h 10000"/>
              <a:gd name="connsiteX82" fmla="*/ 157 w 10000"/>
              <a:gd name="connsiteY82" fmla="*/ 4515 h 10000"/>
              <a:gd name="connsiteX83" fmla="*/ 522 w 10000"/>
              <a:gd name="connsiteY83" fmla="*/ 2855 h 10000"/>
              <a:gd name="connsiteX84" fmla="*/ 816 w 10000"/>
              <a:gd name="connsiteY84" fmla="*/ 1601 h 10000"/>
              <a:gd name="connsiteX85" fmla="*/ 1144 w 10000"/>
              <a:gd name="connsiteY85" fmla="*/ 1251 h 10000"/>
              <a:gd name="connsiteX86" fmla="*/ 1906 w 10000"/>
              <a:gd name="connsiteY86" fmla="*/ 1163 h 10000"/>
              <a:gd name="connsiteX87" fmla="*/ 2640 w 10000"/>
              <a:gd name="connsiteY87" fmla="*/ 1228 h 10000"/>
              <a:gd name="connsiteX88" fmla="*/ 3292 w 10000"/>
              <a:gd name="connsiteY88" fmla="*/ 1152 h 10000"/>
              <a:gd name="connsiteX89" fmla="*/ 3933 w 10000"/>
              <a:gd name="connsiteY89" fmla="*/ 995 h 10000"/>
              <a:gd name="connsiteX90" fmla="*/ 4163 w 10000"/>
              <a:gd name="connsiteY90" fmla="*/ 1364 h 10000"/>
              <a:gd name="connsiteX91" fmla="*/ 4144 w 10000"/>
              <a:gd name="connsiteY91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580 w 10000"/>
              <a:gd name="connsiteY4" fmla="*/ 6833 h 10000"/>
              <a:gd name="connsiteX5" fmla="*/ 3762 w 10000"/>
              <a:gd name="connsiteY5" fmla="*/ 7182 h 10000"/>
              <a:gd name="connsiteX6" fmla="*/ 4129 w 10000"/>
              <a:gd name="connsiteY6" fmla="*/ 7883 h 10000"/>
              <a:gd name="connsiteX7" fmla="*/ 4282 w 10000"/>
              <a:gd name="connsiteY7" fmla="*/ 8266 h 10000"/>
              <a:gd name="connsiteX8" fmla="*/ 4367 w 10000"/>
              <a:gd name="connsiteY8" fmla="*/ 8571 h 10000"/>
              <a:gd name="connsiteX9" fmla="*/ 4401 w 10000"/>
              <a:gd name="connsiteY9" fmla="*/ 9095 h 10000"/>
              <a:gd name="connsiteX10" fmla="*/ 4282 w 10000"/>
              <a:gd name="connsiteY10" fmla="*/ 9450 h 10000"/>
              <a:gd name="connsiteX11" fmla="*/ 4224 w 10000"/>
              <a:gd name="connsiteY11" fmla="*/ 9728 h 10000"/>
              <a:gd name="connsiteX12" fmla="*/ 4271 w 10000"/>
              <a:gd name="connsiteY12" fmla="*/ 9866 h 10000"/>
              <a:gd name="connsiteX13" fmla="*/ 4449 w 10000"/>
              <a:gd name="connsiteY13" fmla="*/ 9992 h 10000"/>
              <a:gd name="connsiteX14" fmla="*/ 5127 w 10000"/>
              <a:gd name="connsiteY14" fmla="*/ 9992 h 10000"/>
              <a:gd name="connsiteX15" fmla="*/ 5751 w 10000"/>
              <a:gd name="connsiteY15" fmla="*/ 9972 h 10000"/>
              <a:gd name="connsiteX16" fmla="*/ 5877 w 10000"/>
              <a:gd name="connsiteY16" fmla="*/ 9822 h 10000"/>
              <a:gd name="connsiteX17" fmla="*/ 5867 w 10000"/>
              <a:gd name="connsiteY17" fmla="*/ 9571 h 10000"/>
              <a:gd name="connsiteX18" fmla="*/ 5737 w 10000"/>
              <a:gd name="connsiteY18" fmla="*/ 9313 h 10000"/>
              <a:gd name="connsiteX19" fmla="*/ 5690 w 10000"/>
              <a:gd name="connsiteY19" fmla="*/ 8995 h 10000"/>
              <a:gd name="connsiteX20" fmla="*/ 5685 w 10000"/>
              <a:gd name="connsiteY20" fmla="*/ 8600 h 10000"/>
              <a:gd name="connsiteX21" fmla="*/ 5776 w 10000"/>
              <a:gd name="connsiteY21" fmla="*/ 8204 h 10000"/>
              <a:gd name="connsiteX22" fmla="*/ 5986 w 10000"/>
              <a:gd name="connsiteY22" fmla="*/ 7617 h 10000"/>
              <a:gd name="connsiteX23" fmla="*/ 6102 w 10000"/>
              <a:gd name="connsiteY23" fmla="*/ 7310 h 10000"/>
              <a:gd name="connsiteX24" fmla="*/ 6196 w 10000"/>
              <a:gd name="connsiteY24" fmla="*/ 7178 h 10000"/>
              <a:gd name="connsiteX25" fmla="*/ 6534 w 10000"/>
              <a:gd name="connsiteY25" fmla="*/ 7425 h 10000"/>
              <a:gd name="connsiteX26" fmla="*/ 6902 w 10000"/>
              <a:gd name="connsiteY26" fmla="*/ 7562 h 10000"/>
              <a:gd name="connsiteX27" fmla="*/ 7470 w 10000"/>
              <a:gd name="connsiteY27" fmla="*/ 7675 h 10000"/>
              <a:gd name="connsiteX28" fmla="*/ 7903 w 10000"/>
              <a:gd name="connsiteY28" fmla="*/ 7703 h 10000"/>
              <a:gd name="connsiteX29" fmla="*/ 8301 w 10000"/>
              <a:gd name="connsiteY29" fmla="*/ 7897 h 10000"/>
              <a:gd name="connsiteX30" fmla="*/ 8549 w 10000"/>
              <a:gd name="connsiteY30" fmla="*/ 8063 h 10000"/>
              <a:gd name="connsiteX31" fmla="*/ 8782 w 10000"/>
              <a:gd name="connsiteY31" fmla="*/ 8110 h 10000"/>
              <a:gd name="connsiteX32" fmla="*/ 8758 w 10000"/>
              <a:gd name="connsiteY32" fmla="*/ 7957 h 10000"/>
              <a:gd name="connsiteX33" fmla="*/ 8491 w 10000"/>
              <a:gd name="connsiteY33" fmla="*/ 7797 h 10000"/>
              <a:gd name="connsiteX34" fmla="*/ 8309 w 10000"/>
              <a:gd name="connsiteY34" fmla="*/ 7617 h 10000"/>
              <a:gd name="connsiteX35" fmla="*/ 8286 w 10000"/>
              <a:gd name="connsiteY35" fmla="*/ 7448 h 10000"/>
              <a:gd name="connsiteX36" fmla="*/ 8496 w 10000"/>
              <a:gd name="connsiteY36" fmla="*/ 7276 h 10000"/>
              <a:gd name="connsiteX37" fmla="*/ 8695 w 10000"/>
              <a:gd name="connsiteY37" fmla="*/ 7083 h 10000"/>
              <a:gd name="connsiteX38" fmla="*/ 8406 w 10000"/>
              <a:gd name="connsiteY38" fmla="*/ 6704 h 10000"/>
              <a:gd name="connsiteX39" fmla="*/ 8730 w 10000"/>
              <a:gd name="connsiteY39" fmla="*/ 6352 h 10000"/>
              <a:gd name="connsiteX40" fmla="*/ 8853 w 10000"/>
              <a:gd name="connsiteY40" fmla="*/ 6250 h 10000"/>
              <a:gd name="connsiteX41" fmla="*/ 8801 w 10000"/>
              <a:gd name="connsiteY41" fmla="*/ 6113 h 10000"/>
              <a:gd name="connsiteX42" fmla="*/ 8559 w 10000"/>
              <a:gd name="connsiteY42" fmla="*/ 6213 h 10000"/>
              <a:gd name="connsiteX43" fmla="*/ 8210 w 10000"/>
              <a:gd name="connsiteY43" fmla="*/ 6434 h 10000"/>
              <a:gd name="connsiteX44" fmla="*/ 7909 w 10000"/>
              <a:gd name="connsiteY44" fmla="*/ 6391 h 10000"/>
              <a:gd name="connsiteX45" fmla="*/ 7414 w 10000"/>
              <a:gd name="connsiteY45" fmla="*/ 6265 h 10000"/>
              <a:gd name="connsiteX46" fmla="*/ 6894 w 10000"/>
              <a:gd name="connsiteY46" fmla="*/ 6250 h 10000"/>
              <a:gd name="connsiteX47" fmla="*/ 6487 w 10000"/>
              <a:gd name="connsiteY47" fmla="*/ 6284 h 10000"/>
              <a:gd name="connsiteX48" fmla="*/ 6478 w 10000"/>
              <a:gd name="connsiteY48" fmla="*/ 6113 h 10000"/>
              <a:gd name="connsiteX49" fmla="*/ 6571 w 10000"/>
              <a:gd name="connsiteY49" fmla="*/ 5713 h 10000"/>
              <a:gd name="connsiteX50" fmla="*/ 6632 w 10000"/>
              <a:gd name="connsiteY50" fmla="*/ 5257 h 10000"/>
              <a:gd name="connsiteX51" fmla="*/ 6553 w 10000"/>
              <a:gd name="connsiteY51" fmla="*/ 4694 h 10000"/>
              <a:gd name="connsiteX52" fmla="*/ 6372 w 10000"/>
              <a:gd name="connsiteY52" fmla="*/ 3960 h 10000"/>
              <a:gd name="connsiteX53" fmla="*/ 6187 w 10000"/>
              <a:gd name="connsiteY53" fmla="*/ 3310 h 10000"/>
              <a:gd name="connsiteX54" fmla="*/ 5893 w 10000"/>
              <a:gd name="connsiteY54" fmla="*/ 2386 h 10000"/>
              <a:gd name="connsiteX55" fmla="*/ 5844 w 10000"/>
              <a:gd name="connsiteY55" fmla="*/ 1143 h 10000"/>
              <a:gd name="connsiteX56" fmla="*/ 7340 w 10000"/>
              <a:gd name="connsiteY56" fmla="*/ 1155 h 10000"/>
              <a:gd name="connsiteX57" fmla="*/ 8119 w 10000"/>
              <a:gd name="connsiteY57" fmla="*/ 1927 h 10000"/>
              <a:gd name="connsiteX58" fmla="*/ 8468 w 10000"/>
              <a:gd name="connsiteY58" fmla="*/ 2845 h 10000"/>
              <a:gd name="connsiteX59" fmla="*/ 8955 w 10000"/>
              <a:gd name="connsiteY59" fmla="*/ 3487 h 10000"/>
              <a:gd name="connsiteX60" fmla="*/ 9441 w 10000"/>
              <a:gd name="connsiteY60" fmla="*/ 4299 h 10000"/>
              <a:gd name="connsiteX61" fmla="*/ 10000 w 10000"/>
              <a:gd name="connsiteY61" fmla="*/ 5982 h 10000"/>
              <a:gd name="connsiteX62" fmla="*/ 9756 w 10000"/>
              <a:gd name="connsiteY62" fmla="*/ 4221 h 10000"/>
              <a:gd name="connsiteX63" fmla="*/ 8880 w 10000"/>
              <a:gd name="connsiteY63" fmla="*/ 2913 h 10000"/>
              <a:gd name="connsiteX64" fmla="*/ 8147 w 10000"/>
              <a:gd name="connsiteY64" fmla="*/ 1510 h 10000"/>
              <a:gd name="connsiteX65" fmla="*/ 7383 w 10000"/>
              <a:gd name="connsiteY65" fmla="*/ 829 h 10000"/>
              <a:gd name="connsiteX66" fmla="*/ 6481 w 10000"/>
              <a:gd name="connsiteY66" fmla="*/ 798 h 10000"/>
              <a:gd name="connsiteX67" fmla="*/ 5539 w 10000"/>
              <a:gd name="connsiteY67" fmla="*/ 717 h 10000"/>
              <a:gd name="connsiteX68" fmla="*/ 5314 w 10000"/>
              <a:gd name="connsiteY68" fmla="*/ 603 h 10000"/>
              <a:gd name="connsiteX69" fmla="*/ 5146 w 10000"/>
              <a:gd name="connsiteY69" fmla="*/ 70 h 10000"/>
              <a:gd name="connsiteX70" fmla="*/ 4820 w 10000"/>
              <a:gd name="connsiteY70" fmla="*/ 39 h 10000"/>
              <a:gd name="connsiteX71" fmla="*/ 4697 w 10000"/>
              <a:gd name="connsiteY71" fmla="*/ 344 h 10000"/>
              <a:gd name="connsiteX72" fmla="*/ 4506 w 10000"/>
              <a:gd name="connsiteY72" fmla="*/ 759 h 10000"/>
              <a:gd name="connsiteX73" fmla="*/ 3670 w 10000"/>
              <a:gd name="connsiteY73" fmla="*/ 742 h 10000"/>
              <a:gd name="connsiteX74" fmla="*/ 2617 w 10000"/>
              <a:gd name="connsiteY74" fmla="*/ 937 h 10000"/>
              <a:gd name="connsiteX75" fmla="*/ 1959 w 10000"/>
              <a:gd name="connsiteY75" fmla="*/ 896 h 10000"/>
              <a:gd name="connsiteX76" fmla="*/ 1136 w 10000"/>
              <a:gd name="connsiteY76" fmla="*/ 888 h 10000"/>
              <a:gd name="connsiteX77" fmla="*/ 520 w 10000"/>
              <a:gd name="connsiteY77" fmla="*/ 1197 h 10000"/>
              <a:gd name="connsiteX78" fmla="*/ 313 w 10000"/>
              <a:gd name="connsiteY78" fmla="*/ 2346 h 10000"/>
              <a:gd name="connsiteX79" fmla="*/ 2 w 10000"/>
              <a:gd name="connsiteY79" fmla="*/ 4571 h 10000"/>
              <a:gd name="connsiteX80" fmla="*/ 161 w 10000"/>
              <a:gd name="connsiteY80" fmla="*/ 6339 h 10000"/>
              <a:gd name="connsiteX81" fmla="*/ 157 w 10000"/>
              <a:gd name="connsiteY81" fmla="*/ 4515 h 10000"/>
              <a:gd name="connsiteX82" fmla="*/ 522 w 10000"/>
              <a:gd name="connsiteY82" fmla="*/ 2855 h 10000"/>
              <a:gd name="connsiteX83" fmla="*/ 816 w 10000"/>
              <a:gd name="connsiteY83" fmla="*/ 1601 h 10000"/>
              <a:gd name="connsiteX84" fmla="*/ 1144 w 10000"/>
              <a:gd name="connsiteY84" fmla="*/ 1251 h 10000"/>
              <a:gd name="connsiteX85" fmla="*/ 1906 w 10000"/>
              <a:gd name="connsiteY85" fmla="*/ 1163 h 10000"/>
              <a:gd name="connsiteX86" fmla="*/ 2640 w 10000"/>
              <a:gd name="connsiteY86" fmla="*/ 1228 h 10000"/>
              <a:gd name="connsiteX87" fmla="*/ 3292 w 10000"/>
              <a:gd name="connsiteY87" fmla="*/ 1152 h 10000"/>
              <a:gd name="connsiteX88" fmla="*/ 3933 w 10000"/>
              <a:gd name="connsiteY88" fmla="*/ 995 h 10000"/>
              <a:gd name="connsiteX89" fmla="*/ 4163 w 10000"/>
              <a:gd name="connsiteY89" fmla="*/ 1364 h 10000"/>
              <a:gd name="connsiteX90" fmla="*/ 4144 w 10000"/>
              <a:gd name="connsiteY9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689 w 10000"/>
              <a:gd name="connsiteY30" fmla="*/ 8096 h 10000"/>
              <a:gd name="connsiteX31" fmla="*/ 8782 w 10000"/>
              <a:gd name="connsiteY31" fmla="*/ 8110 h 10000"/>
              <a:gd name="connsiteX32" fmla="*/ 8758 w 10000"/>
              <a:gd name="connsiteY32" fmla="*/ 7957 h 10000"/>
              <a:gd name="connsiteX33" fmla="*/ 8491 w 10000"/>
              <a:gd name="connsiteY33" fmla="*/ 7797 h 10000"/>
              <a:gd name="connsiteX34" fmla="*/ 8309 w 10000"/>
              <a:gd name="connsiteY34" fmla="*/ 7617 h 10000"/>
              <a:gd name="connsiteX35" fmla="*/ 8286 w 10000"/>
              <a:gd name="connsiteY35" fmla="*/ 7448 h 10000"/>
              <a:gd name="connsiteX36" fmla="*/ 8496 w 10000"/>
              <a:gd name="connsiteY36" fmla="*/ 7276 h 10000"/>
              <a:gd name="connsiteX37" fmla="*/ 8695 w 10000"/>
              <a:gd name="connsiteY37" fmla="*/ 7083 h 10000"/>
              <a:gd name="connsiteX38" fmla="*/ 8406 w 10000"/>
              <a:gd name="connsiteY38" fmla="*/ 6704 h 10000"/>
              <a:gd name="connsiteX39" fmla="*/ 8730 w 10000"/>
              <a:gd name="connsiteY39" fmla="*/ 6352 h 10000"/>
              <a:gd name="connsiteX40" fmla="*/ 8853 w 10000"/>
              <a:gd name="connsiteY40" fmla="*/ 6250 h 10000"/>
              <a:gd name="connsiteX41" fmla="*/ 8801 w 10000"/>
              <a:gd name="connsiteY41" fmla="*/ 6113 h 10000"/>
              <a:gd name="connsiteX42" fmla="*/ 8559 w 10000"/>
              <a:gd name="connsiteY42" fmla="*/ 6213 h 10000"/>
              <a:gd name="connsiteX43" fmla="*/ 8210 w 10000"/>
              <a:gd name="connsiteY43" fmla="*/ 6434 h 10000"/>
              <a:gd name="connsiteX44" fmla="*/ 7909 w 10000"/>
              <a:gd name="connsiteY44" fmla="*/ 6391 h 10000"/>
              <a:gd name="connsiteX45" fmla="*/ 7414 w 10000"/>
              <a:gd name="connsiteY45" fmla="*/ 6265 h 10000"/>
              <a:gd name="connsiteX46" fmla="*/ 6894 w 10000"/>
              <a:gd name="connsiteY46" fmla="*/ 6250 h 10000"/>
              <a:gd name="connsiteX47" fmla="*/ 6487 w 10000"/>
              <a:gd name="connsiteY47" fmla="*/ 6284 h 10000"/>
              <a:gd name="connsiteX48" fmla="*/ 6478 w 10000"/>
              <a:gd name="connsiteY48" fmla="*/ 6113 h 10000"/>
              <a:gd name="connsiteX49" fmla="*/ 6571 w 10000"/>
              <a:gd name="connsiteY49" fmla="*/ 5713 h 10000"/>
              <a:gd name="connsiteX50" fmla="*/ 6632 w 10000"/>
              <a:gd name="connsiteY50" fmla="*/ 5257 h 10000"/>
              <a:gd name="connsiteX51" fmla="*/ 6553 w 10000"/>
              <a:gd name="connsiteY51" fmla="*/ 4694 h 10000"/>
              <a:gd name="connsiteX52" fmla="*/ 6372 w 10000"/>
              <a:gd name="connsiteY52" fmla="*/ 3960 h 10000"/>
              <a:gd name="connsiteX53" fmla="*/ 6187 w 10000"/>
              <a:gd name="connsiteY53" fmla="*/ 3310 h 10000"/>
              <a:gd name="connsiteX54" fmla="*/ 5893 w 10000"/>
              <a:gd name="connsiteY54" fmla="*/ 2386 h 10000"/>
              <a:gd name="connsiteX55" fmla="*/ 5844 w 10000"/>
              <a:gd name="connsiteY55" fmla="*/ 1143 h 10000"/>
              <a:gd name="connsiteX56" fmla="*/ 7340 w 10000"/>
              <a:gd name="connsiteY56" fmla="*/ 1155 h 10000"/>
              <a:gd name="connsiteX57" fmla="*/ 8119 w 10000"/>
              <a:gd name="connsiteY57" fmla="*/ 1927 h 10000"/>
              <a:gd name="connsiteX58" fmla="*/ 8468 w 10000"/>
              <a:gd name="connsiteY58" fmla="*/ 2845 h 10000"/>
              <a:gd name="connsiteX59" fmla="*/ 8955 w 10000"/>
              <a:gd name="connsiteY59" fmla="*/ 3487 h 10000"/>
              <a:gd name="connsiteX60" fmla="*/ 9441 w 10000"/>
              <a:gd name="connsiteY60" fmla="*/ 4299 h 10000"/>
              <a:gd name="connsiteX61" fmla="*/ 10000 w 10000"/>
              <a:gd name="connsiteY61" fmla="*/ 5982 h 10000"/>
              <a:gd name="connsiteX62" fmla="*/ 9756 w 10000"/>
              <a:gd name="connsiteY62" fmla="*/ 4221 h 10000"/>
              <a:gd name="connsiteX63" fmla="*/ 8880 w 10000"/>
              <a:gd name="connsiteY63" fmla="*/ 2913 h 10000"/>
              <a:gd name="connsiteX64" fmla="*/ 8147 w 10000"/>
              <a:gd name="connsiteY64" fmla="*/ 1510 h 10000"/>
              <a:gd name="connsiteX65" fmla="*/ 7383 w 10000"/>
              <a:gd name="connsiteY65" fmla="*/ 829 h 10000"/>
              <a:gd name="connsiteX66" fmla="*/ 6481 w 10000"/>
              <a:gd name="connsiteY66" fmla="*/ 798 h 10000"/>
              <a:gd name="connsiteX67" fmla="*/ 5539 w 10000"/>
              <a:gd name="connsiteY67" fmla="*/ 717 h 10000"/>
              <a:gd name="connsiteX68" fmla="*/ 5314 w 10000"/>
              <a:gd name="connsiteY68" fmla="*/ 603 h 10000"/>
              <a:gd name="connsiteX69" fmla="*/ 5146 w 10000"/>
              <a:gd name="connsiteY69" fmla="*/ 70 h 10000"/>
              <a:gd name="connsiteX70" fmla="*/ 4820 w 10000"/>
              <a:gd name="connsiteY70" fmla="*/ 39 h 10000"/>
              <a:gd name="connsiteX71" fmla="*/ 4697 w 10000"/>
              <a:gd name="connsiteY71" fmla="*/ 344 h 10000"/>
              <a:gd name="connsiteX72" fmla="*/ 4506 w 10000"/>
              <a:gd name="connsiteY72" fmla="*/ 759 h 10000"/>
              <a:gd name="connsiteX73" fmla="*/ 3670 w 10000"/>
              <a:gd name="connsiteY73" fmla="*/ 742 h 10000"/>
              <a:gd name="connsiteX74" fmla="*/ 2617 w 10000"/>
              <a:gd name="connsiteY74" fmla="*/ 937 h 10000"/>
              <a:gd name="connsiteX75" fmla="*/ 1959 w 10000"/>
              <a:gd name="connsiteY75" fmla="*/ 896 h 10000"/>
              <a:gd name="connsiteX76" fmla="*/ 1136 w 10000"/>
              <a:gd name="connsiteY76" fmla="*/ 888 h 10000"/>
              <a:gd name="connsiteX77" fmla="*/ 520 w 10000"/>
              <a:gd name="connsiteY77" fmla="*/ 1197 h 10000"/>
              <a:gd name="connsiteX78" fmla="*/ 313 w 10000"/>
              <a:gd name="connsiteY78" fmla="*/ 2346 h 10000"/>
              <a:gd name="connsiteX79" fmla="*/ 2 w 10000"/>
              <a:gd name="connsiteY79" fmla="*/ 4571 h 10000"/>
              <a:gd name="connsiteX80" fmla="*/ 161 w 10000"/>
              <a:gd name="connsiteY80" fmla="*/ 6339 h 10000"/>
              <a:gd name="connsiteX81" fmla="*/ 157 w 10000"/>
              <a:gd name="connsiteY81" fmla="*/ 4515 h 10000"/>
              <a:gd name="connsiteX82" fmla="*/ 522 w 10000"/>
              <a:gd name="connsiteY82" fmla="*/ 2855 h 10000"/>
              <a:gd name="connsiteX83" fmla="*/ 816 w 10000"/>
              <a:gd name="connsiteY83" fmla="*/ 1601 h 10000"/>
              <a:gd name="connsiteX84" fmla="*/ 1144 w 10000"/>
              <a:gd name="connsiteY84" fmla="*/ 1251 h 10000"/>
              <a:gd name="connsiteX85" fmla="*/ 1906 w 10000"/>
              <a:gd name="connsiteY85" fmla="*/ 1163 h 10000"/>
              <a:gd name="connsiteX86" fmla="*/ 2640 w 10000"/>
              <a:gd name="connsiteY86" fmla="*/ 1228 h 10000"/>
              <a:gd name="connsiteX87" fmla="*/ 3292 w 10000"/>
              <a:gd name="connsiteY87" fmla="*/ 1152 h 10000"/>
              <a:gd name="connsiteX88" fmla="*/ 3933 w 10000"/>
              <a:gd name="connsiteY88" fmla="*/ 995 h 10000"/>
              <a:gd name="connsiteX89" fmla="*/ 4163 w 10000"/>
              <a:gd name="connsiteY89" fmla="*/ 1364 h 10000"/>
              <a:gd name="connsiteX90" fmla="*/ 4144 w 10000"/>
              <a:gd name="connsiteY9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782 w 10000"/>
              <a:gd name="connsiteY29" fmla="*/ 8110 h 10000"/>
              <a:gd name="connsiteX30" fmla="*/ 8758 w 10000"/>
              <a:gd name="connsiteY30" fmla="*/ 7957 h 10000"/>
              <a:gd name="connsiteX31" fmla="*/ 8491 w 10000"/>
              <a:gd name="connsiteY31" fmla="*/ 7797 h 10000"/>
              <a:gd name="connsiteX32" fmla="*/ 8309 w 10000"/>
              <a:gd name="connsiteY32" fmla="*/ 7617 h 10000"/>
              <a:gd name="connsiteX33" fmla="*/ 8286 w 10000"/>
              <a:gd name="connsiteY33" fmla="*/ 7448 h 10000"/>
              <a:gd name="connsiteX34" fmla="*/ 8496 w 10000"/>
              <a:gd name="connsiteY34" fmla="*/ 7276 h 10000"/>
              <a:gd name="connsiteX35" fmla="*/ 8695 w 10000"/>
              <a:gd name="connsiteY35" fmla="*/ 7083 h 10000"/>
              <a:gd name="connsiteX36" fmla="*/ 8406 w 10000"/>
              <a:gd name="connsiteY36" fmla="*/ 6704 h 10000"/>
              <a:gd name="connsiteX37" fmla="*/ 8730 w 10000"/>
              <a:gd name="connsiteY37" fmla="*/ 6352 h 10000"/>
              <a:gd name="connsiteX38" fmla="*/ 8853 w 10000"/>
              <a:gd name="connsiteY38" fmla="*/ 6250 h 10000"/>
              <a:gd name="connsiteX39" fmla="*/ 8801 w 10000"/>
              <a:gd name="connsiteY39" fmla="*/ 6113 h 10000"/>
              <a:gd name="connsiteX40" fmla="*/ 8559 w 10000"/>
              <a:gd name="connsiteY40" fmla="*/ 6213 h 10000"/>
              <a:gd name="connsiteX41" fmla="*/ 8210 w 10000"/>
              <a:gd name="connsiteY41" fmla="*/ 6434 h 10000"/>
              <a:gd name="connsiteX42" fmla="*/ 7909 w 10000"/>
              <a:gd name="connsiteY42" fmla="*/ 6391 h 10000"/>
              <a:gd name="connsiteX43" fmla="*/ 7414 w 10000"/>
              <a:gd name="connsiteY43" fmla="*/ 6265 h 10000"/>
              <a:gd name="connsiteX44" fmla="*/ 6894 w 10000"/>
              <a:gd name="connsiteY44" fmla="*/ 6250 h 10000"/>
              <a:gd name="connsiteX45" fmla="*/ 6487 w 10000"/>
              <a:gd name="connsiteY45" fmla="*/ 6284 h 10000"/>
              <a:gd name="connsiteX46" fmla="*/ 6478 w 10000"/>
              <a:gd name="connsiteY46" fmla="*/ 6113 h 10000"/>
              <a:gd name="connsiteX47" fmla="*/ 6571 w 10000"/>
              <a:gd name="connsiteY47" fmla="*/ 5713 h 10000"/>
              <a:gd name="connsiteX48" fmla="*/ 6632 w 10000"/>
              <a:gd name="connsiteY48" fmla="*/ 5257 h 10000"/>
              <a:gd name="connsiteX49" fmla="*/ 6553 w 10000"/>
              <a:gd name="connsiteY49" fmla="*/ 4694 h 10000"/>
              <a:gd name="connsiteX50" fmla="*/ 6372 w 10000"/>
              <a:gd name="connsiteY50" fmla="*/ 3960 h 10000"/>
              <a:gd name="connsiteX51" fmla="*/ 6187 w 10000"/>
              <a:gd name="connsiteY51" fmla="*/ 3310 h 10000"/>
              <a:gd name="connsiteX52" fmla="*/ 5893 w 10000"/>
              <a:gd name="connsiteY52" fmla="*/ 2386 h 10000"/>
              <a:gd name="connsiteX53" fmla="*/ 5844 w 10000"/>
              <a:gd name="connsiteY53" fmla="*/ 1143 h 10000"/>
              <a:gd name="connsiteX54" fmla="*/ 7340 w 10000"/>
              <a:gd name="connsiteY54" fmla="*/ 1155 h 10000"/>
              <a:gd name="connsiteX55" fmla="*/ 8119 w 10000"/>
              <a:gd name="connsiteY55" fmla="*/ 1927 h 10000"/>
              <a:gd name="connsiteX56" fmla="*/ 8468 w 10000"/>
              <a:gd name="connsiteY56" fmla="*/ 2845 h 10000"/>
              <a:gd name="connsiteX57" fmla="*/ 8955 w 10000"/>
              <a:gd name="connsiteY57" fmla="*/ 3487 h 10000"/>
              <a:gd name="connsiteX58" fmla="*/ 9441 w 10000"/>
              <a:gd name="connsiteY58" fmla="*/ 4299 h 10000"/>
              <a:gd name="connsiteX59" fmla="*/ 10000 w 10000"/>
              <a:gd name="connsiteY59" fmla="*/ 5982 h 10000"/>
              <a:gd name="connsiteX60" fmla="*/ 9756 w 10000"/>
              <a:gd name="connsiteY60" fmla="*/ 4221 h 10000"/>
              <a:gd name="connsiteX61" fmla="*/ 8880 w 10000"/>
              <a:gd name="connsiteY61" fmla="*/ 2913 h 10000"/>
              <a:gd name="connsiteX62" fmla="*/ 8147 w 10000"/>
              <a:gd name="connsiteY62" fmla="*/ 1510 h 10000"/>
              <a:gd name="connsiteX63" fmla="*/ 7383 w 10000"/>
              <a:gd name="connsiteY63" fmla="*/ 829 h 10000"/>
              <a:gd name="connsiteX64" fmla="*/ 6481 w 10000"/>
              <a:gd name="connsiteY64" fmla="*/ 798 h 10000"/>
              <a:gd name="connsiteX65" fmla="*/ 5539 w 10000"/>
              <a:gd name="connsiteY65" fmla="*/ 717 h 10000"/>
              <a:gd name="connsiteX66" fmla="*/ 5314 w 10000"/>
              <a:gd name="connsiteY66" fmla="*/ 603 h 10000"/>
              <a:gd name="connsiteX67" fmla="*/ 5146 w 10000"/>
              <a:gd name="connsiteY67" fmla="*/ 70 h 10000"/>
              <a:gd name="connsiteX68" fmla="*/ 4820 w 10000"/>
              <a:gd name="connsiteY68" fmla="*/ 39 h 10000"/>
              <a:gd name="connsiteX69" fmla="*/ 4697 w 10000"/>
              <a:gd name="connsiteY69" fmla="*/ 344 h 10000"/>
              <a:gd name="connsiteX70" fmla="*/ 4506 w 10000"/>
              <a:gd name="connsiteY70" fmla="*/ 759 h 10000"/>
              <a:gd name="connsiteX71" fmla="*/ 3670 w 10000"/>
              <a:gd name="connsiteY71" fmla="*/ 742 h 10000"/>
              <a:gd name="connsiteX72" fmla="*/ 2617 w 10000"/>
              <a:gd name="connsiteY72" fmla="*/ 937 h 10000"/>
              <a:gd name="connsiteX73" fmla="*/ 1959 w 10000"/>
              <a:gd name="connsiteY73" fmla="*/ 896 h 10000"/>
              <a:gd name="connsiteX74" fmla="*/ 1136 w 10000"/>
              <a:gd name="connsiteY74" fmla="*/ 888 h 10000"/>
              <a:gd name="connsiteX75" fmla="*/ 520 w 10000"/>
              <a:gd name="connsiteY75" fmla="*/ 1197 h 10000"/>
              <a:gd name="connsiteX76" fmla="*/ 313 w 10000"/>
              <a:gd name="connsiteY76" fmla="*/ 2346 h 10000"/>
              <a:gd name="connsiteX77" fmla="*/ 2 w 10000"/>
              <a:gd name="connsiteY77" fmla="*/ 4571 h 10000"/>
              <a:gd name="connsiteX78" fmla="*/ 161 w 10000"/>
              <a:gd name="connsiteY78" fmla="*/ 6339 h 10000"/>
              <a:gd name="connsiteX79" fmla="*/ 157 w 10000"/>
              <a:gd name="connsiteY79" fmla="*/ 4515 h 10000"/>
              <a:gd name="connsiteX80" fmla="*/ 522 w 10000"/>
              <a:gd name="connsiteY80" fmla="*/ 2855 h 10000"/>
              <a:gd name="connsiteX81" fmla="*/ 816 w 10000"/>
              <a:gd name="connsiteY81" fmla="*/ 1601 h 10000"/>
              <a:gd name="connsiteX82" fmla="*/ 1144 w 10000"/>
              <a:gd name="connsiteY82" fmla="*/ 1251 h 10000"/>
              <a:gd name="connsiteX83" fmla="*/ 1906 w 10000"/>
              <a:gd name="connsiteY83" fmla="*/ 1163 h 10000"/>
              <a:gd name="connsiteX84" fmla="*/ 2640 w 10000"/>
              <a:gd name="connsiteY84" fmla="*/ 1228 h 10000"/>
              <a:gd name="connsiteX85" fmla="*/ 3292 w 10000"/>
              <a:gd name="connsiteY85" fmla="*/ 1152 h 10000"/>
              <a:gd name="connsiteX86" fmla="*/ 3933 w 10000"/>
              <a:gd name="connsiteY86" fmla="*/ 995 h 10000"/>
              <a:gd name="connsiteX87" fmla="*/ 4163 w 10000"/>
              <a:gd name="connsiteY87" fmla="*/ 1364 h 10000"/>
              <a:gd name="connsiteX88" fmla="*/ 4144 w 10000"/>
              <a:gd name="connsiteY8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782 w 10000"/>
              <a:gd name="connsiteY29" fmla="*/ 8110 h 10000"/>
              <a:gd name="connsiteX30" fmla="*/ 8491 w 10000"/>
              <a:gd name="connsiteY30" fmla="*/ 7797 h 10000"/>
              <a:gd name="connsiteX31" fmla="*/ 8309 w 10000"/>
              <a:gd name="connsiteY31" fmla="*/ 7617 h 10000"/>
              <a:gd name="connsiteX32" fmla="*/ 8286 w 10000"/>
              <a:gd name="connsiteY32" fmla="*/ 7448 h 10000"/>
              <a:gd name="connsiteX33" fmla="*/ 8496 w 10000"/>
              <a:gd name="connsiteY33" fmla="*/ 7276 h 10000"/>
              <a:gd name="connsiteX34" fmla="*/ 8695 w 10000"/>
              <a:gd name="connsiteY34" fmla="*/ 7083 h 10000"/>
              <a:gd name="connsiteX35" fmla="*/ 8406 w 10000"/>
              <a:gd name="connsiteY35" fmla="*/ 6704 h 10000"/>
              <a:gd name="connsiteX36" fmla="*/ 8730 w 10000"/>
              <a:gd name="connsiteY36" fmla="*/ 6352 h 10000"/>
              <a:gd name="connsiteX37" fmla="*/ 8853 w 10000"/>
              <a:gd name="connsiteY37" fmla="*/ 6250 h 10000"/>
              <a:gd name="connsiteX38" fmla="*/ 8801 w 10000"/>
              <a:gd name="connsiteY38" fmla="*/ 6113 h 10000"/>
              <a:gd name="connsiteX39" fmla="*/ 8559 w 10000"/>
              <a:gd name="connsiteY39" fmla="*/ 6213 h 10000"/>
              <a:gd name="connsiteX40" fmla="*/ 8210 w 10000"/>
              <a:gd name="connsiteY40" fmla="*/ 6434 h 10000"/>
              <a:gd name="connsiteX41" fmla="*/ 7909 w 10000"/>
              <a:gd name="connsiteY41" fmla="*/ 6391 h 10000"/>
              <a:gd name="connsiteX42" fmla="*/ 7414 w 10000"/>
              <a:gd name="connsiteY42" fmla="*/ 6265 h 10000"/>
              <a:gd name="connsiteX43" fmla="*/ 6894 w 10000"/>
              <a:gd name="connsiteY43" fmla="*/ 6250 h 10000"/>
              <a:gd name="connsiteX44" fmla="*/ 6487 w 10000"/>
              <a:gd name="connsiteY44" fmla="*/ 6284 h 10000"/>
              <a:gd name="connsiteX45" fmla="*/ 6478 w 10000"/>
              <a:gd name="connsiteY45" fmla="*/ 6113 h 10000"/>
              <a:gd name="connsiteX46" fmla="*/ 6571 w 10000"/>
              <a:gd name="connsiteY46" fmla="*/ 5713 h 10000"/>
              <a:gd name="connsiteX47" fmla="*/ 6632 w 10000"/>
              <a:gd name="connsiteY47" fmla="*/ 5257 h 10000"/>
              <a:gd name="connsiteX48" fmla="*/ 6553 w 10000"/>
              <a:gd name="connsiteY48" fmla="*/ 4694 h 10000"/>
              <a:gd name="connsiteX49" fmla="*/ 6372 w 10000"/>
              <a:gd name="connsiteY49" fmla="*/ 3960 h 10000"/>
              <a:gd name="connsiteX50" fmla="*/ 6187 w 10000"/>
              <a:gd name="connsiteY50" fmla="*/ 3310 h 10000"/>
              <a:gd name="connsiteX51" fmla="*/ 5893 w 10000"/>
              <a:gd name="connsiteY51" fmla="*/ 2386 h 10000"/>
              <a:gd name="connsiteX52" fmla="*/ 5844 w 10000"/>
              <a:gd name="connsiteY52" fmla="*/ 1143 h 10000"/>
              <a:gd name="connsiteX53" fmla="*/ 7340 w 10000"/>
              <a:gd name="connsiteY53" fmla="*/ 1155 h 10000"/>
              <a:gd name="connsiteX54" fmla="*/ 8119 w 10000"/>
              <a:gd name="connsiteY54" fmla="*/ 1927 h 10000"/>
              <a:gd name="connsiteX55" fmla="*/ 8468 w 10000"/>
              <a:gd name="connsiteY55" fmla="*/ 2845 h 10000"/>
              <a:gd name="connsiteX56" fmla="*/ 8955 w 10000"/>
              <a:gd name="connsiteY56" fmla="*/ 3487 h 10000"/>
              <a:gd name="connsiteX57" fmla="*/ 9441 w 10000"/>
              <a:gd name="connsiteY57" fmla="*/ 4299 h 10000"/>
              <a:gd name="connsiteX58" fmla="*/ 10000 w 10000"/>
              <a:gd name="connsiteY58" fmla="*/ 5982 h 10000"/>
              <a:gd name="connsiteX59" fmla="*/ 9756 w 10000"/>
              <a:gd name="connsiteY59" fmla="*/ 4221 h 10000"/>
              <a:gd name="connsiteX60" fmla="*/ 8880 w 10000"/>
              <a:gd name="connsiteY60" fmla="*/ 2913 h 10000"/>
              <a:gd name="connsiteX61" fmla="*/ 8147 w 10000"/>
              <a:gd name="connsiteY61" fmla="*/ 1510 h 10000"/>
              <a:gd name="connsiteX62" fmla="*/ 7383 w 10000"/>
              <a:gd name="connsiteY62" fmla="*/ 829 h 10000"/>
              <a:gd name="connsiteX63" fmla="*/ 6481 w 10000"/>
              <a:gd name="connsiteY63" fmla="*/ 798 h 10000"/>
              <a:gd name="connsiteX64" fmla="*/ 5539 w 10000"/>
              <a:gd name="connsiteY64" fmla="*/ 717 h 10000"/>
              <a:gd name="connsiteX65" fmla="*/ 5314 w 10000"/>
              <a:gd name="connsiteY65" fmla="*/ 603 h 10000"/>
              <a:gd name="connsiteX66" fmla="*/ 5146 w 10000"/>
              <a:gd name="connsiteY66" fmla="*/ 70 h 10000"/>
              <a:gd name="connsiteX67" fmla="*/ 4820 w 10000"/>
              <a:gd name="connsiteY67" fmla="*/ 39 h 10000"/>
              <a:gd name="connsiteX68" fmla="*/ 4697 w 10000"/>
              <a:gd name="connsiteY68" fmla="*/ 344 h 10000"/>
              <a:gd name="connsiteX69" fmla="*/ 4506 w 10000"/>
              <a:gd name="connsiteY69" fmla="*/ 759 h 10000"/>
              <a:gd name="connsiteX70" fmla="*/ 3670 w 10000"/>
              <a:gd name="connsiteY70" fmla="*/ 742 h 10000"/>
              <a:gd name="connsiteX71" fmla="*/ 2617 w 10000"/>
              <a:gd name="connsiteY71" fmla="*/ 937 h 10000"/>
              <a:gd name="connsiteX72" fmla="*/ 1959 w 10000"/>
              <a:gd name="connsiteY72" fmla="*/ 896 h 10000"/>
              <a:gd name="connsiteX73" fmla="*/ 1136 w 10000"/>
              <a:gd name="connsiteY73" fmla="*/ 888 h 10000"/>
              <a:gd name="connsiteX74" fmla="*/ 520 w 10000"/>
              <a:gd name="connsiteY74" fmla="*/ 1197 h 10000"/>
              <a:gd name="connsiteX75" fmla="*/ 313 w 10000"/>
              <a:gd name="connsiteY75" fmla="*/ 2346 h 10000"/>
              <a:gd name="connsiteX76" fmla="*/ 2 w 10000"/>
              <a:gd name="connsiteY76" fmla="*/ 4571 h 10000"/>
              <a:gd name="connsiteX77" fmla="*/ 161 w 10000"/>
              <a:gd name="connsiteY77" fmla="*/ 6339 h 10000"/>
              <a:gd name="connsiteX78" fmla="*/ 157 w 10000"/>
              <a:gd name="connsiteY78" fmla="*/ 4515 h 10000"/>
              <a:gd name="connsiteX79" fmla="*/ 522 w 10000"/>
              <a:gd name="connsiteY79" fmla="*/ 2855 h 10000"/>
              <a:gd name="connsiteX80" fmla="*/ 816 w 10000"/>
              <a:gd name="connsiteY80" fmla="*/ 1601 h 10000"/>
              <a:gd name="connsiteX81" fmla="*/ 1144 w 10000"/>
              <a:gd name="connsiteY81" fmla="*/ 1251 h 10000"/>
              <a:gd name="connsiteX82" fmla="*/ 1906 w 10000"/>
              <a:gd name="connsiteY82" fmla="*/ 1163 h 10000"/>
              <a:gd name="connsiteX83" fmla="*/ 2640 w 10000"/>
              <a:gd name="connsiteY83" fmla="*/ 1228 h 10000"/>
              <a:gd name="connsiteX84" fmla="*/ 3292 w 10000"/>
              <a:gd name="connsiteY84" fmla="*/ 1152 h 10000"/>
              <a:gd name="connsiteX85" fmla="*/ 3933 w 10000"/>
              <a:gd name="connsiteY85" fmla="*/ 995 h 10000"/>
              <a:gd name="connsiteX86" fmla="*/ 4163 w 10000"/>
              <a:gd name="connsiteY86" fmla="*/ 1364 h 10000"/>
              <a:gd name="connsiteX87" fmla="*/ 4144 w 10000"/>
              <a:gd name="connsiteY8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491 w 10000"/>
              <a:gd name="connsiteY29" fmla="*/ 7797 h 10000"/>
              <a:gd name="connsiteX30" fmla="*/ 8309 w 10000"/>
              <a:gd name="connsiteY30" fmla="*/ 7617 h 10000"/>
              <a:gd name="connsiteX31" fmla="*/ 8286 w 10000"/>
              <a:gd name="connsiteY31" fmla="*/ 7448 h 10000"/>
              <a:gd name="connsiteX32" fmla="*/ 8496 w 10000"/>
              <a:gd name="connsiteY32" fmla="*/ 7276 h 10000"/>
              <a:gd name="connsiteX33" fmla="*/ 8695 w 10000"/>
              <a:gd name="connsiteY33" fmla="*/ 7083 h 10000"/>
              <a:gd name="connsiteX34" fmla="*/ 8406 w 10000"/>
              <a:gd name="connsiteY34" fmla="*/ 6704 h 10000"/>
              <a:gd name="connsiteX35" fmla="*/ 8730 w 10000"/>
              <a:gd name="connsiteY35" fmla="*/ 6352 h 10000"/>
              <a:gd name="connsiteX36" fmla="*/ 8853 w 10000"/>
              <a:gd name="connsiteY36" fmla="*/ 6250 h 10000"/>
              <a:gd name="connsiteX37" fmla="*/ 8801 w 10000"/>
              <a:gd name="connsiteY37" fmla="*/ 6113 h 10000"/>
              <a:gd name="connsiteX38" fmla="*/ 8559 w 10000"/>
              <a:gd name="connsiteY38" fmla="*/ 6213 h 10000"/>
              <a:gd name="connsiteX39" fmla="*/ 8210 w 10000"/>
              <a:gd name="connsiteY39" fmla="*/ 6434 h 10000"/>
              <a:gd name="connsiteX40" fmla="*/ 7909 w 10000"/>
              <a:gd name="connsiteY40" fmla="*/ 6391 h 10000"/>
              <a:gd name="connsiteX41" fmla="*/ 7414 w 10000"/>
              <a:gd name="connsiteY41" fmla="*/ 6265 h 10000"/>
              <a:gd name="connsiteX42" fmla="*/ 6894 w 10000"/>
              <a:gd name="connsiteY42" fmla="*/ 6250 h 10000"/>
              <a:gd name="connsiteX43" fmla="*/ 6487 w 10000"/>
              <a:gd name="connsiteY43" fmla="*/ 6284 h 10000"/>
              <a:gd name="connsiteX44" fmla="*/ 6478 w 10000"/>
              <a:gd name="connsiteY44" fmla="*/ 6113 h 10000"/>
              <a:gd name="connsiteX45" fmla="*/ 6571 w 10000"/>
              <a:gd name="connsiteY45" fmla="*/ 5713 h 10000"/>
              <a:gd name="connsiteX46" fmla="*/ 6632 w 10000"/>
              <a:gd name="connsiteY46" fmla="*/ 5257 h 10000"/>
              <a:gd name="connsiteX47" fmla="*/ 6553 w 10000"/>
              <a:gd name="connsiteY47" fmla="*/ 4694 h 10000"/>
              <a:gd name="connsiteX48" fmla="*/ 6372 w 10000"/>
              <a:gd name="connsiteY48" fmla="*/ 3960 h 10000"/>
              <a:gd name="connsiteX49" fmla="*/ 6187 w 10000"/>
              <a:gd name="connsiteY49" fmla="*/ 3310 h 10000"/>
              <a:gd name="connsiteX50" fmla="*/ 5893 w 10000"/>
              <a:gd name="connsiteY50" fmla="*/ 2386 h 10000"/>
              <a:gd name="connsiteX51" fmla="*/ 5844 w 10000"/>
              <a:gd name="connsiteY51" fmla="*/ 1143 h 10000"/>
              <a:gd name="connsiteX52" fmla="*/ 7340 w 10000"/>
              <a:gd name="connsiteY52" fmla="*/ 1155 h 10000"/>
              <a:gd name="connsiteX53" fmla="*/ 8119 w 10000"/>
              <a:gd name="connsiteY53" fmla="*/ 1927 h 10000"/>
              <a:gd name="connsiteX54" fmla="*/ 8468 w 10000"/>
              <a:gd name="connsiteY54" fmla="*/ 2845 h 10000"/>
              <a:gd name="connsiteX55" fmla="*/ 8955 w 10000"/>
              <a:gd name="connsiteY55" fmla="*/ 3487 h 10000"/>
              <a:gd name="connsiteX56" fmla="*/ 9441 w 10000"/>
              <a:gd name="connsiteY56" fmla="*/ 4299 h 10000"/>
              <a:gd name="connsiteX57" fmla="*/ 10000 w 10000"/>
              <a:gd name="connsiteY57" fmla="*/ 5982 h 10000"/>
              <a:gd name="connsiteX58" fmla="*/ 9756 w 10000"/>
              <a:gd name="connsiteY58" fmla="*/ 4221 h 10000"/>
              <a:gd name="connsiteX59" fmla="*/ 8880 w 10000"/>
              <a:gd name="connsiteY59" fmla="*/ 2913 h 10000"/>
              <a:gd name="connsiteX60" fmla="*/ 8147 w 10000"/>
              <a:gd name="connsiteY60" fmla="*/ 1510 h 10000"/>
              <a:gd name="connsiteX61" fmla="*/ 7383 w 10000"/>
              <a:gd name="connsiteY61" fmla="*/ 829 h 10000"/>
              <a:gd name="connsiteX62" fmla="*/ 6481 w 10000"/>
              <a:gd name="connsiteY62" fmla="*/ 798 h 10000"/>
              <a:gd name="connsiteX63" fmla="*/ 5539 w 10000"/>
              <a:gd name="connsiteY63" fmla="*/ 717 h 10000"/>
              <a:gd name="connsiteX64" fmla="*/ 5314 w 10000"/>
              <a:gd name="connsiteY64" fmla="*/ 603 h 10000"/>
              <a:gd name="connsiteX65" fmla="*/ 5146 w 10000"/>
              <a:gd name="connsiteY65" fmla="*/ 70 h 10000"/>
              <a:gd name="connsiteX66" fmla="*/ 4820 w 10000"/>
              <a:gd name="connsiteY66" fmla="*/ 39 h 10000"/>
              <a:gd name="connsiteX67" fmla="*/ 4697 w 10000"/>
              <a:gd name="connsiteY67" fmla="*/ 344 h 10000"/>
              <a:gd name="connsiteX68" fmla="*/ 4506 w 10000"/>
              <a:gd name="connsiteY68" fmla="*/ 759 h 10000"/>
              <a:gd name="connsiteX69" fmla="*/ 3670 w 10000"/>
              <a:gd name="connsiteY69" fmla="*/ 742 h 10000"/>
              <a:gd name="connsiteX70" fmla="*/ 2617 w 10000"/>
              <a:gd name="connsiteY70" fmla="*/ 937 h 10000"/>
              <a:gd name="connsiteX71" fmla="*/ 1959 w 10000"/>
              <a:gd name="connsiteY71" fmla="*/ 896 h 10000"/>
              <a:gd name="connsiteX72" fmla="*/ 1136 w 10000"/>
              <a:gd name="connsiteY72" fmla="*/ 888 h 10000"/>
              <a:gd name="connsiteX73" fmla="*/ 520 w 10000"/>
              <a:gd name="connsiteY73" fmla="*/ 1197 h 10000"/>
              <a:gd name="connsiteX74" fmla="*/ 313 w 10000"/>
              <a:gd name="connsiteY74" fmla="*/ 2346 h 10000"/>
              <a:gd name="connsiteX75" fmla="*/ 2 w 10000"/>
              <a:gd name="connsiteY75" fmla="*/ 4571 h 10000"/>
              <a:gd name="connsiteX76" fmla="*/ 161 w 10000"/>
              <a:gd name="connsiteY76" fmla="*/ 6339 h 10000"/>
              <a:gd name="connsiteX77" fmla="*/ 157 w 10000"/>
              <a:gd name="connsiteY77" fmla="*/ 4515 h 10000"/>
              <a:gd name="connsiteX78" fmla="*/ 522 w 10000"/>
              <a:gd name="connsiteY78" fmla="*/ 2855 h 10000"/>
              <a:gd name="connsiteX79" fmla="*/ 816 w 10000"/>
              <a:gd name="connsiteY79" fmla="*/ 1601 h 10000"/>
              <a:gd name="connsiteX80" fmla="*/ 1144 w 10000"/>
              <a:gd name="connsiteY80" fmla="*/ 1251 h 10000"/>
              <a:gd name="connsiteX81" fmla="*/ 1906 w 10000"/>
              <a:gd name="connsiteY81" fmla="*/ 1163 h 10000"/>
              <a:gd name="connsiteX82" fmla="*/ 2640 w 10000"/>
              <a:gd name="connsiteY82" fmla="*/ 1228 h 10000"/>
              <a:gd name="connsiteX83" fmla="*/ 3292 w 10000"/>
              <a:gd name="connsiteY83" fmla="*/ 1152 h 10000"/>
              <a:gd name="connsiteX84" fmla="*/ 3933 w 10000"/>
              <a:gd name="connsiteY84" fmla="*/ 995 h 10000"/>
              <a:gd name="connsiteX85" fmla="*/ 4163 w 10000"/>
              <a:gd name="connsiteY85" fmla="*/ 1364 h 10000"/>
              <a:gd name="connsiteX86" fmla="*/ 4144 w 10000"/>
              <a:gd name="connsiteY8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491 w 10000"/>
              <a:gd name="connsiteY28" fmla="*/ 7797 h 10000"/>
              <a:gd name="connsiteX29" fmla="*/ 8309 w 10000"/>
              <a:gd name="connsiteY29" fmla="*/ 7617 h 10000"/>
              <a:gd name="connsiteX30" fmla="*/ 8286 w 10000"/>
              <a:gd name="connsiteY30" fmla="*/ 7448 h 10000"/>
              <a:gd name="connsiteX31" fmla="*/ 8496 w 10000"/>
              <a:gd name="connsiteY31" fmla="*/ 7276 h 10000"/>
              <a:gd name="connsiteX32" fmla="*/ 8695 w 10000"/>
              <a:gd name="connsiteY32" fmla="*/ 7083 h 10000"/>
              <a:gd name="connsiteX33" fmla="*/ 8406 w 10000"/>
              <a:gd name="connsiteY33" fmla="*/ 6704 h 10000"/>
              <a:gd name="connsiteX34" fmla="*/ 8730 w 10000"/>
              <a:gd name="connsiteY34" fmla="*/ 6352 h 10000"/>
              <a:gd name="connsiteX35" fmla="*/ 8853 w 10000"/>
              <a:gd name="connsiteY35" fmla="*/ 6250 h 10000"/>
              <a:gd name="connsiteX36" fmla="*/ 8801 w 10000"/>
              <a:gd name="connsiteY36" fmla="*/ 6113 h 10000"/>
              <a:gd name="connsiteX37" fmla="*/ 8559 w 10000"/>
              <a:gd name="connsiteY37" fmla="*/ 6213 h 10000"/>
              <a:gd name="connsiteX38" fmla="*/ 8210 w 10000"/>
              <a:gd name="connsiteY38" fmla="*/ 6434 h 10000"/>
              <a:gd name="connsiteX39" fmla="*/ 7909 w 10000"/>
              <a:gd name="connsiteY39" fmla="*/ 6391 h 10000"/>
              <a:gd name="connsiteX40" fmla="*/ 7414 w 10000"/>
              <a:gd name="connsiteY40" fmla="*/ 6265 h 10000"/>
              <a:gd name="connsiteX41" fmla="*/ 6894 w 10000"/>
              <a:gd name="connsiteY41" fmla="*/ 6250 h 10000"/>
              <a:gd name="connsiteX42" fmla="*/ 6487 w 10000"/>
              <a:gd name="connsiteY42" fmla="*/ 6284 h 10000"/>
              <a:gd name="connsiteX43" fmla="*/ 6478 w 10000"/>
              <a:gd name="connsiteY43" fmla="*/ 6113 h 10000"/>
              <a:gd name="connsiteX44" fmla="*/ 6571 w 10000"/>
              <a:gd name="connsiteY44" fmla="*/ 5713 h 10000"/>
              <a:gd name="connsiteX45" fmla="*/ 6632 w 10000"/>
              <a:gd name="connsiteY45" fmla="*/ 5257 h 10000"/>
              <a:gd name="connsiteX46" fmla="*/ 6553 w 10000"/>
              <a:gd name="connsiteY46" fmla="*/ 4694 h 10000"/>
              <a:gd name="connsiteX47" fmla="*/ 6372 w 10000"/>
              <a:gd name="connsiteY47" fmla="*/ 3960 h 10000"/>
              <a:gd name="connsiteX48" fmla="*/ 6187 w 10000"/>
              <a:gd name="connsiteY48" fmla="*/ 3310 h 10000"/>
              <a:gd name="connsiteX49" fmla="*/ 5893 w 10000"/>
              <a:gd name="connsiteY49" fmla="*/ 2386 h 10000"/>
              <a:gd name="connsiteX50" fmla="*/ 5844 w 10000"/>
              <a:gd name="connsiteY50" fmla="*/ 1143 h 10000"/>
              <a:gd name="connsiteX51" fmla="*/ 7340 w 10000"/>
              <a:gd name="connsiteY51" fmla="*/ 1155 h 10000"/>
              <a:gd name="connsiteX52" fmla="*/ 8119 w 10000"/>
              <a:gd name="connsiteY52" fmla="*/ 1927 h 10000"/>
              <a:gd name="connsiteX53" fmla="*/ 8468 w 10000"/>
              <a:gd name="connsiteY53" fmla="*/ 2845 h 10000"/>
              <a:gd name="connsiteX54" fmla="*/ 8955 w 10000"/>
              <a:gd name="connsiteY54" fmla="*/ 3487 h 10000"/>
              <a:gd name="connsiteX55" fmla="*/ 9441 w 10000"/>
              <a:gd name="connsiteY55" fmla="*/ 4299 h 10000"/>
              <a:gd name="connsiteX56" fmla="*/ 10000 w 10000"/>
              <a:gd name="connsiteY56" fmla="*/ 5982 h 10000"/>
              <a:gd name="connsiteX57" fmla="*/ 9756 w 10000"/>
              <a:gd name="connsiteY57" fmla="*/ 4221 h 10000"/>
              <a:gd name="connsiteX58" fmla="*/ 8880 w 10000"/>
              <a:gd name="connsiteY58" fmla="*/ 2913 h 10000"/>
              <a:gd name="connsiteX59" fmla="*/ 8147 w 10000"/>
              <a:gd name="connsiteY59" fmla="*/ 1510 h 10000"/>
              <a:gd name="connsiteX60" fmla="*/ 7383 w 10000"/>
              <a:gd name="connsiteY60" fmla="*/ 829 h 10000"/>
              <a:gd name="connsiteX61" fmla="*/ 6481 w 10000"/>
              <a:gd name="connsiteY61" fmla="*/ 798 h 10000"/>
              <a:gd name="connsiteX62" fmla="*/ 5539 w 10000"/>
              <a:gd name="connsiteY62" fmla="*/ 717 h 10000"/>
              <a:gd name="connsiteX63" fmla="*/ 5314 w 10000"/>
              <a:gd name="connsiteY63" fmla="*/ 603 h 10000"/>
              <a:gd name="connsiteX64" fmla="*/ 5146 w 10000"/>
              <a:gd name="connsiteY64" fmla="*/ 70 h 10000"/>
              <a:gd name="connsiteX65" fmla="*/ 4820 w 10000"/>
              <a:gd name="connsiteY65" fmla="*/ 39 h 10000"/>
              <a:gd name="connsiteX66" fmla="*/ 4697 w 10000"/>
              <a:gd name="connsiteY66" fmla="*/ 344 h 10000"/>
              <a:gd name="connsiteX67" fmla="*/ 4506 w 10000"/>
              <a:gd name="connsiteY67" fmla="*/ 759 h 10000"/>
              <a:gd name="connsiteX68" fmla="*/ 3670 w 10000"/>
              <a:gd name="connsiteY68" fmla="*/ 742 h 10000"/>
              <a:gd name="connsiteX69" fmla="*/ 2617 w 10000"/>
              <a:gd name="connsiteY69" fmla="*/ 937 h 10000"/>
              <a:gd name="connsiteX70" fmla="*/ 1959 w 10000"/>
              <a:gd name="connsiteY70" fmla="*/ 896 h 10000"/>
              <a:gd name="connsiteX71" fmla="*/ 1136 w 10000"/>
              <a:gd name="connsiteY71" fmla="*/ 888 h 10000"/>
              <a:gd name="connsiteX72" fmla="*/ 520 w 10000"/>
              <a:gd name="connsiteY72" fmla="*/ 1197 h 10000"/>
              <a:gd name="connsiteX73" fmla="*/ 313 w 10000"/>
              <a:gd name="connsiteY73" fmla="*/ 2346 h 10000"/>
              <a:gd name="connsiteX74" fmla="*/ 2 w 10000"/>
              <a:gd name="connsiteY74" fmla="*/ 4571 h 10000"/>
              <a:gd name="connsiteX75" fmla="*/ 161 w 10000"/>
              <a:gd name="connsiteY75" fmla="*/ 6339 h 10000"/>
              <a:gd name="connsiteX76" fmla="*/ 157 w 10000"/>
              <a:gd name="connsiteY76" fmla="*/ 4515 h 10000"/>
              <a:gd name="connsiteX77" fmla="*/ 522 w 10000"/>
              <a:gd name="connsiteY77" fmla="*/ 2855 h 10000"/>
              <a:gd name="connsiteX78" fmla="*/ 816 w 10000"/>
              <a:gd name="connsiteY78" fmla="*/ 1601 h 10000"/>
              <a:gd name="connsiteX79" fmla="*/ 1144 w 10000"/>
              <a:gd name="connsiteY79" fmla="*/ 1251 h 10000"/>
              <a:gd name="connsiteX80" fmla="*/ 1906 w 10000"/>
              <a:gd name="connsiteY80" fmla="*/ 1163 h 10000"/>
              <a:gd name="connsiteX81" fmla="*/ 2640 w 10000"/>
              <a:gd name="connsiteY81" fmla="*/ 1228 h 10000"/>
              <a:gd name="connsiteX82" fmla="*/ 3292 w 10000"/>
              <a:gd name="connsiteY82" fmla="*/ 1152 h 10000"/>
              <a:gd name="connsiteX83" fmla="*/ 3933 w 10000"/>
              <a:gd name="connsiteY83" fmla="*/ 995 h 10000"/>
              <a:gd name="connsiteX84" fmla="*/ 4163 w 10000"/>
              <a:gd name="connsiteY84" fmla="*/ 1364 h 10000"/>
              <a:gd name="connsiteX85" fmla="*/ 4144 w 10000"/>
              <a:gd name="connsiteY8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9 w 10000"/>
              <a:gd name="connsiteY28" fmla="*/ 7617 h 10000"/>
              <a:gd name="connsiteX29" fmla="*/ 8286 w 10000"/>
              <a:gd name="connsiteY29" fmla="*/ 7448 h 10000"/>
              <a:gd name="connsiteX30" fmla="*/ 8496 w 10000"/>
              <a:gd name="connsiteY30" fmla="*/ 7276 h 10000"/>
              <a:gd name="connsiteX31" fmla="*/ 8695 w 10000"/>
              <a:gd name="connsiteY31" fmla="*/ 7083 h 10000"/>
              <a:gd name="connsiteX32" fmla="*/ 8406 w 10000"/>
              <a:gd name="connsiteY32" fmla="*/ 6704 h 10000"/>
              <a:gd name="connsiteX33" fmla="*/ 8730 w 10000"/>
              <a:gd name="connsiteY33" fmla="*/ 6352 h 10000"/>
              <a:gd name="connsiteX34" fmla="*/ 8853 w 10000"/>
              <a:gd name="connsiteY34" fmla="*/ 6250 h 10000"/>
              <a:gd name="connsiteX35" fmla="*/ 8801 w 10000"/>
              <a:gd name="connsiteY35" fmla="*/ 6113 h 10000"/>
              <a:gd name="connsiteX36" fmla="*/ 8559 w 10000"/>
              <a:gd name="connsiteY36" fmla="*/ 6213 h 10000"/>
              <a:gd name="connsiteX37" fmla="*/ 8210 w 10000"/>
              <a:gd name="connsiteY37" fmla="*/ 6434 h 10000"/>
              <a:gd name="connsiteX38" fmla="*/ 7909 w 10000"/>
              <a:gd name="connsiteY38" fmla="*/ 6391 h 10000"/>
              <a:gd name="connsiteX39" fmla="*/ 7414 w 10000"/>
              <a:gd name="connsiteY39" fmla="*/ 6265 h 10000"/>
              <a:gd name="connsiteX40" fmla="*/ 6894 w 10000"/>
              <a:gd name="connsiteY40" fmla="*/ 6250 h 10000"/>
              <a:gd name="connsiteX41" fmla="*/ 6487 w 10000"/>
              <a:gd name="connsiteY41" fmla="*/ 6284 h 10000"/>
              <a:gd name="connsiteX42" fmla="*/ 6478 w 10000"/>
              <a:gd name="connsiteY42" fmla="*/ 6113 h 10000"/>
              <a:gd name="connsiteX43" fmla="*/ 6571 w 10000"/>
              <a:gd name="connsiteY43" fmla="*/ 5713 h 10000"/>
              <a:gd name="connsiteX44" fmla="*/ 6632 w 10000"/>
              <a:gd name="connsiteY44" fmla="*/ 5257 h 10000"/>
              <a:gd name="connsiteX45" fmla="*/ 6553 w 10000"/>
              <a:gd name="connsiteY45" fmla="*/ 4694 h 10000"/>
              <a:gd name="connsiteX46" fmla="*/ 6372 w 10000"/>
              <a:gd name="connsiteY46" fmla="*/ 3960 h 10000"/>
              <a:gd name="connsiteX47" fmla="*/ 6187 w 10000"/>
              <a:gd name="connsiteY47" fmla="*/ 3310 h 10000"/>
              <a:gd name="connsiteX48" fmla="*/ 5893 w 10000"/>
              <a:gd name="connsiteY48" fmla="*/ 2386 h 10000"/>
              <a:gd name="connsiteX49" fmla="*/ 5844 w 10000"/>
              <a:gd name="connsiteY49" fmla="*/ 1143 h 10000"/>
              <a:gd name="connsiteX50" fmla="*/ 7340 w 10000"/>
              <a:gd name="connsiteY50" fmla="*/ 1155 h 10000"/>
              <a:gd name="connsiteX51" fmla="*/ 8119 w 10000"/>
              <a:gd name="connsiteY51" fmla="*/ 1927 h 10000"/>
              <a:gd name="connsiteX52" fmla="*/ 8468 w 10000"/>
              <a:gd name="connsiteY52" fmla="*/ 2845 h 10000"/>
              <a:gd name="connsiteX53" fmla="*/ 8955 w 10000"/>
              <a:gd name="connsiteY53" fmla="*/ 3487 h 10000"/>
              <a:gd name="connsiteX54" fmla="*/ 9441 w 10000"/>
              <a:gd name="connsiteY54" fmla="*/ 4299 h 10000"/>
              <a:gd name="connsiteX55" fmla="*/ 10000 w 10000"/>
              <a:gd name="connsiteY55" fmla="*/ 5982 h 10000"/>
              <a:gd name="connsiteX56" fmla="*/ 9756 w 10000"/>
              <a:gd name="connsiteY56" fmla="*/ 4221 h 10000"/>
              <a:gd name="connsiteX57" fmla="*/ 8880 w 10000"/>
              <a:gd name="connsiteY57" fmla="*/ 2913 h 10000"/>
              <a:gd name="connsiteX58" fmla="*/ 8147 w 10000"/>
              <a:gd name="connsiteY58" fmla="*/ 1510 h 10000"/>
              <a:gd name="connsiteX59" fmla="*/ 7383 w 10000"/>
              <a:gd name="connsiteY59" fmla="*/ 829 h 10000"/>
              <a:gd name="connsiteX60" fmla="*/ 6481 w 10000"/>
              <a:gd name="connsiteY60" fmla="*/ 798 h 10000"/>
              <a:gd name="connsiteX61" fmla="*/ 5539 w 10000"/>
              <a:gd name="connsiteY61" fmla="*/ 717 h 10000"/>
              <a:gd name="connsiteX62" fmla="*/ 5314 w 10000"/>
              <a:gd name="connsiteY62" fmla="*/ 603 h 10000"/>
              <a:gd name="connsiteX63" fmla="*/ 5146 w 10000"/>
              <a:gd name="connsiteY63" fmla="*/ 70 h 10000"/>
              <a:gd name="connsiteX64" fmla="*/ 4820 w 10000"/>
              <a:gd name="connsiteY64" fmla="*/ 39 h 10000"/>
              <a:gd name="connsiteX65" fmla="*/ 4697 w 10000"/>
              <a:gd name="connsiteY65" fmla="*/ 344 h 10000"/>
              <a:gd name="connsiteX66" fmla="*/ 4506 w 10000"/>
              <a:gd name="connsiteY66" fmla="*/ 759 h 10000"/>
              <a:gd name="connsiteX67" fmla="*/ 3670 w 10000"/>
              <a:gd name="connsiteY67" fmla="*/ 742 h 10000"/>
              <a:gd name="connsiteX68" fmla="*/ 2617 w 10000"/>
              <a:gd name="connsiteY68" fmla="*/ 937 h 10000"/>
              <a:gd name="connsiteX69" fmla="*/ 1959 w 10000"/>
              <a:gd name="connsiteY69" fmla="*/ 896 h 10000"/>
              <a:gd name="connsiteX70" fmla="*/ 1136 w 10000"/>
              <a:gd name="connsiteY70" fmla="*/ 888 h 10000"/>
              <a:gd name="connsiteX71" fmla="*/ 520 w 10000"/>
              <a:gd name="connsiteY71" fmla="*/ 1197 h 10000"/>
              <a:gd name="connsiteX72" fmla="*/ 313 w 10000"/>
              <a:gd name="connsiteY72" fmla="*/ 2346 h 10000"/>
              <a:gd name="connsiteX73" fmla="*/ 2 w 10000"/>
              <a:gd name="connsiteY73" fmla="*/ 4571 h 10000"/>
              <a:gd name="connsiteX74" fmla="*/ 161 w 10000"/>
              <a:gd name="connsiteY74" fmla="*/ 6339 h 10000"/>
              <a:gd name="connsiteX75" fmla="*/ 157 w 10000"/>
              <a:gd name="connsiteY75" fmla="*/ 4515 h 10000"/>
              <a:gd name="connsiteX76" fmla="*/ 522 w 10000"/>
              <a:gd name="connsiteY76" fmla="*/ 2855 h 10000"/>
              <a:gd name="connsiteX77" fmla="*/ 816 w 10000"/>
              <a:gd name="connsiteY77" fmla="*/ 1601 h 10000"/>
              <a:gd name="connsiteX78" fmla="*/ 1144 w 10000"/>
              <a:gd name="connsiteY78" fmla="*/ 1251 h 10000"/>
              <a:gd name="connsiteX79" fmla="*/ 1906 w 10000"/>
              <a:gd name="connsiteY79" fmla="*/ 1163 h 10000"/>
              <a:gd name="connsiteX80" fmla="*/ 2640 w 10000"/>
              <a:gd name="connsiteY80" fmla="*/ 1228 h 10000"/>
              <a:gd name="connsiteX81" fmla="*/ 3292 w 10000"/>
              <a:gd name="connsiteY81" fmla="*/ 1152 h 10000"/>
              <a:gd name="connsiteX82" fmla="*/ 3933 w 10000"/>
              <a:gd name="connsiteY82" fmla="*/ 995 h 10000"/>
              <a:gd name="connsiteX83" fmla="*/ 4163 w 10000"/>
              <a:gd name="connsiteY83" fmla="*/ 1364 h 10000"/>
              <a:gd name="connsiteX84" fmla="*/ 4144 w 10000"/>
              <a:gd name="connsiteY8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8309 w 10000"/>
              <a:gd name="connsiteY27" fmla="*/ 7617 h 10000"/>
              <a:gd name="connsiteX28" fmla="*/ 8286 w 10000"/>
              <a:gd name="connsiteY28" fmla="*/ 7448 h 10000"/>
              <a:gd name="connsiteX29" fmla="*/ 8496 w 10000"/>
              <a:gd name="connsiteY29" fmla="*/ 7276 h 10000"/>
              <a:gd name="connsiteX30" fmla="*/ 8695 w 10000"/>
              <a:gd name="connsiteY30" fmla="*/ 7083 h 10000"/>
              <a:gd name="connsiteX31" fmla="*/ 8406 w 10000"/>
              <a:gd name="connsiteY31" fmla="*/ 6704 h 10000"/>
              <a:gd name="connsiteX32" fmla="*/ 8730 w 10000"/>
              <a:gd name="connsiteY32" fmla="*/ 6352 h 10000"/>
              <a:gd name="connsiteX33" fmla="*/ 8853 w 10000"/>
              <a:gd name="connsiteY33" fmla="*/ 6250 h 10000"/>
              <a:gd name="connsiteX34" fmla="*/ 8801 w 10000"/>
              <a:gd name="connsiteY34" fmla="*/ 6113 h 10000"/>
              <a:gd name="connsiteX35" fmla="*/ 8559 w 10000"/>
              <a:gd name="connsiteY35" fmla="*/ 6213 h 10000"/>
              <a:gd name="connsiteX36" fmla="*/ 8210 w 10000"/>
              <a:gd name="connsiteY36" fmla="*/ 6434 h 10000"/>
              <a:gd name="connsiteX37" fmla="*/ 7909 w 10000"/>
              <a:gd name="connsiteY37" fmla="*/ 6391 h 10000"/>
              <a:gd name="connsiteX38" fmla="*/ 7414 w 10000"/>
              <a:gd name="connsiteY38" fmla="*/ 6265 h 10000"/>
              <a:gd name="connsiteX39" fmla="*/ 6894 w 10000"/>
              <a:gd name="connsiteY39" fmla="*/ 6250 h 10000"/>
              <a:gd name="connsiteX40" fmla="*/ 6487 w 10000"/>
              <a:gd name="connsiteY40" fmla="*/ 6284 h 10000"/>
              <a:gd name="connsiteX41" fmla="*/ 6478 w 10000"/>
              <a:gd name="connsiteY41" fmla="*/ 6113 h 10000"/>
              <a:gd name="connsiteX42" fmla="*/ 6571 w 10000"/>
              <a:gd name="connsiteY42" fmla="*/ 5713 h 10000"/>
              <a:gd name="connsiteX43" fmla="*/ 6632 w 10000"/>
              <a:gd name="connsiteY43" fmla="*/ 5257 h 10000"/>
              <a:gd name="connsiteX44" fmla="*/ 6553 w 10000"/>
              <a:gd name="connsiteY44" fmla="*/ 4694 h 10000"/>
              <a:gd name="connsiteX45" fmla="*/ 6372 w 10000"/>
              <a:gd name="connsiteY45" fmla="*/ 3960 h 10000"/>
              <a:gd name="connsiteX46" fmla="*/ 6187 w 10000"/>
              <a:gd name="connsiteY46" fmla="*/ 3310 h 10000"/>
              <a:gd name="connsiteX47" fmla="*/ 5893 w 10000"/>
              <a:gd name="connsiteY47" fmla="*/ 2386 h 10000"/>
              <a:gd name="connsiteX48" fmla="*/ 5844 w 10000"/>
              <a:gd name="connsiteY48" fmla="*/ 1143 h 10000"/>
              <a:gd name="connsiteX49" fmla="*/ 7340 w 10000"/>
              <a:gd name="connsiteY49" fmla="*/ 1155 h 10000"/>
              <a:gd name="connsiteX50" fmla="*/ 8119 w 10000"/>
              <a:gd name="connsiteY50" fmla="*/ 1927 h 10000"/>
              <a:gd name="connsiteX51" fmla="*/ 8468 w 10000"/>
              <a:gd name="connsiteY51" fmla="*/ 2845 h 10000"/>
              <a:gd name="connsiteX52" fmla="*/ 8955 w 10000"/>
              <a:gd name="connsiteY52" fmla="*/ 3487 h 10000"/>
              <a:gd name="connsiteX53" fmla="*/ 9441 w 10000"/>
              <a:gd name="connsiteY53" fmla="*/ 4299 h 10000"/>
              <a:gd name="connsiteX54" fmla="*/ 10000 w 10000"/>
              <a:gd name="connsiteY54" fmla="*/ 5982 h 10000"/>
              <a:gd name="connsiteX55" fmla="*/ 9756 w 10000"/>
              <a:gd name="connsiteY55" fmla="*/ 4221 h 10000"/>
              <a:gd name="connsiteX56" fmla="*/ 8880 w 10000"/>
              <a:gd name="connsiteY56" fmla="*/ 2913 h 10000"/>
              <a:gd name="connsiteX57" fmla="*/ 8147 w 10000"/>
              <a:gd name="connsiteY57" fmla="*/ 1510 h 10000"/>
              <a:gd name="connsiteX58" fmla="*/ 7383 w 10000"/>
              <a:gd name="connsiteY58" fmla="*/ 829 h 10000"/>
              <a:gd name="connsiteX59" fmla="*/ 6481 w 10000"/>
              <a:gd name="connsiteY59" fmla="*/ 798 h 10000"/>
              <a:gd name="connsiteX60" fmla="*/ 5539 w 10000"/>
              <a:gd name="connsiteY60" fmla="*/ 717 h 10000"/>
              <a:gd name="connsiteX61" fmla="*/ 5314 w 10000"/>
              <a:gd name="connsiteY61" fmla="*/ 603 h 10000"/>
              <a:gd name="connsiteX62" fmla="*/ 5146 w 10000"/>
              <a:gd name="connsiteY62" fmla="*/ 70 h 10000"/>
              <a:gd name="connsiteX63" fmla="*/ 4820 w 10000"/>
              <a:gd name="connsiteY63" fmla="*/ 39 h 10000"/>
              <a:gd name="connsiteX64" fmla="*/ 4697 w 10000"/>
              <a:gd name="connsiteY64" fmla="*/ 344 h 10000"/>
              <a:gd name="connsiteX65" fmla="*/ 4506 w 10000"/>
              <a:gd name="connsiteY65" fmla="*/ 759 h 10000"/>
              <a:gd name="connsiteX66" fmla="*/ 3670 w 10000"/>
              <a:gd name="connsiteY66" fmla="*/ 742 h 10000"/>
              <a:gd name="connsiteX67" fmla="*/ 2617 w 10000"/>
              <a:gd name="connsiteY67" fmla="*/ 937 h 10000"/>
              <a:gd name="connsiteX68" fmla="*/ 1959 w 10000"/>
              <a:gd name="connsiteY68" fmla="*/ 896 h 10000"/>
              <a:gd name="connsiteX69" fmla="*/ 1136 w 10000"/>
              <a:gd name="connsiteY69" fmla="*/ 888 h 10000"/>
              <a:gd name="connsiteX70" fmla="*/ 520 w 10000"/>
              <a:gd name="connsiteY70" fmla="*/ 1197 h 10000"/>
              <a:gd name="connsiteX71" fmla="*/ 313 w 10000"/>
              <a:gd name="connsiteY71" fmla="*/ 2346 h 10000"/>
              <a:gd name="connsiteX72" fmla="*/ 2 w 10000"/>
              <a:gd name="connsiteY72" fmla="*/ 4571 h 10000"/>
              <a:gd name="connsiteX73" fmla="*/ 161 w 10000"/>
              <a:gd name="connsiteY73" fmla="*/ 6339 h 10000"/>
              <a:gd name="connsiteX74" fmla="*/ 157 w 10000"/>
              <a:gd name="connsiteY74" fmla="*/ 4515 h 10000"/>
              <a:gd name="connsiteX75" fmla="*/ 522 w 10000"/>
              <a:gd name="connsiteY75" fmla="*/ 2855 h 10000"/>
              <a:gd name="connsiteX76" fmla="*/ 816 w 10000"/>
              <a:gd name="connsiteY76" fmla="*/ 1601 h 10000"/>
              <a:gd name="connsiteX77" fmla="*/ 1144 w 10000"/>
              <a:gd name="connsiteY77" fmla="*/ 1251 h 10000"/>
              <a:gd name="connsiteX78" fmla="*/ 1906 w 10000"/>
              <a:gd name="connsiteY78" fmla="*/ 1163 h 10000"/>
              <a:gd name="connsiteX79" fmla="*/ 2640 w 10000"/>
              <a:gd name="connsiteY79" fmla="*/ 1228 h 10000"/>
              <a:gd name="connsiteX80" fmla="*/ 3292 w 10000"/>
              <a:gd name="connsiteY80" fmla="*/ 1152 h 10000"/>
              <a:gd name="connsiteX81" fmla="*/ 3933 w 10000"/>
              <a:gd name="connsiteY81" fmla="*/ 995 h 10000"/>
              <a:gd name="connsiteX82" fmla="*/ 4163 w 10000"/>
              <a:gd name="connsiteY82" fmla="*/ 1364 h 10000"/>
              <a:gd name="connsiteX83" fmla="*/ 4144 w 10000"/>
              <a:gd name="connsiteY83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8309 w 10000"/>
              <a:gd name="connsiteY26" fmla="*/ 7617 h 10000"/>
              <a:gd name="connsiteX27" fmla="*/ 8286 w 10000"/>
              <a:gd name="connsiteY27" fmla="*/ 7448 h 10000"/>
              <a:gd name="connsiteX28" fmla="*/ 8496 w 10000"/>
              <a:gd name="connsiteY28" fmla="*/ 7276 h 10000"/>
              <a:gd name="connsiteX29" fmla="*/ 8695 w 10000"/>
              <a:gd name="connsiteY29" fmla="*/ 7083 h 10000"/>
              <a:gd name="connsiteX30" fmla="*/ 8406 w 10000"/>
              <a:gd name="connsiteY30" fmla="*/ 6704 h 10000"/>
              <a:gd name="connsiteX31" fmla="*/ 8730 w 10000"/>
              <a:gd name="connsiteY31" fmla="*/ 6352 h 10000"/>
              <a:gd name="connsiteX32" fmla="*/ 8853 w 10000"/>
              <a:gd name="connsiteY32" fmla="*/ 6250 h 10000"/>
              <a:gd name="connsiteX33" fmla="*/ 8801 w 10000"/>
              <a:gd name="connsiteY33" fmla="*/ 6113 h 10000"/>
              <a:gd name="connsiteX34" fmla="*/ 8559 w 10000"/>
              <a:gd name="connsiteY34" fmla="*/ 6213 h 10000"/>
              <a:gd name="connsiteX35" fmla="*/ 8210 w 10000"/>
              <a:gd name="connsiteY35" fmla="*/ 6434 h 10000"/>
              <a:gd name="connsiteX36" fmla="*/ 7909 w 10000"/>
              <a:gd name="connsiteY36" fmla="*/ 6391 h 10000"/>
              <a:gd name="connsiteX37" fmla="*/ 7414 w 10000"/>
              <a:gd name="connsiteY37" fmla="*/ 6265 h 10000"/>
              <a:gd name="connsiteX38" fmla="*/ 6894 w 10000"/>
              <a:gd name="connsiteY38" fmla="*/ 6250 h 10000"/>
              <a:gd name="connsiteX39" fmla="*/ 6487 w 10000"/>
              <a:gd name="connsiteY39" fmla="*/ 6284 h 10000"/>
              <a:gd name="connsiteX40" fmla="*/ 6478 w 10000"/>
              <a:gd name="connsiteY40" fmla="*/ 6113 h 10000"/>
              <a:gd name="connsiteX41" fmla="*/ 6571 w 10000"/>
              <a:gd name="connsiteY41" fmla="*/ 5713 h 10000"/>
              <a:gd name="connsiteX42" fmla="*/ 6632 w 10000"/>
              <a:gd name="connsiteY42" fmla="*/ 5257 h 10000"/>
              <a:gd name="connsiteX43" fmla="*/ 6553 w 10000"/>
              <a:gd name="connsiteY43" fmla="*/ 4694 h 10000"/>
              <a:gd name="connsiteX44" fmla="*/ 6372 w 10000"/>
              <a:gd name="connsiteY44" fmla="*/ 3960 h 10000"/>
              <a:gd name="connsiteX45" fmla="*/ 6187 w 10000"/>
              <a:gd name="connsiteY45" fmla="*/ 3310 h 10000"/>
              <a:gd name="connsiteX46" fmla="*/ 5893 w 10000"/>
              <a:gd name="connsiteY46" fmla="*/ 2386 h 10000"/>
              <a:gd name="connsiteX47" fmla="*/ 5844 w 10000"/>
              <a:gd name="connsiteY47" fmla="*/ 1143 h 10000"/>
              <a:gd name="connsiteX48" fmla="*/ 7340 w 10000"/>
              <a:gd name="connsiteY48" fmla="*/ 1155 h 10000"/>
              <a:gd name="connsiteX49" fmla="*/ 8119 w 10000"/>
              <a:gd name="connsiteY49" fmla="*/ 1927 h 10000"/>
              <a:gd name="connsiteX50" fmla="*/ 8468 w 10000"/>
              <a:gd name="connsiteY50" fmla="*/ 2845 h 10000"/>
              <a:gd name="connsiteX51" fmla="*/ 8955 w 10000"/>
              <a:gd name="connsiteY51" fmla="*/ 3487 h 10000"/>
              <a:gd name="connsiteX52" fmla="*/ 9441 w 10000"/>
              <a:gd name="connsiteY52" fmla="*/ 4299 h 10000"/>
              <a:gd name="connsiteX53" fmla="*/ 10000 w 10000"/>
              <a:gd name="connsiteY53" fmla="*/ 5982 h 10000"/>
              <a:gd name="connsiteX54" fmla="*/ 9756 w 10000"/>
              <a:gd name="connsiteY54" fmla="*/ 4221 h 10000"/>
              <a:gd name="connsiteX55" fmla="*/ 8880 w 10000"/>
              <a:gd name="connsiteY55" fmla="*/ 2913 h 10000"/>
              <a:gd name="connsiteX56" fmla="*/ 8147 w 10000"/>
              <a:gd name="connsiteY56" fmla="*/ 1510 h 10000"/>
              <a:gd name="connsiteX57" fmla="*/ 7383 w 10000"/>
              <a:gd name="connsiteY57" fmla="*/ 829 h 10000"/>
              <a:gd name="connsiteX58" fmla="*/ 6481 w 10000"/>
              <a:gd name="connsiteY58" fmla="*/ 798 h 10000"/>
              <a:gd name="connsiteX59" fmla="*/ 5539 w 10000"/>
              <a:gd name="connsiteY59" fmla="*/ 717 h 10000"/>
              <a:gd name="connsiteX60" fmla="*/ 5314 w 10000"/>
              <a:gd name="connsiteY60" fmla="*/ 603 h 10000"/>
              <a:gd name="connsiteX61" fmla="*/ 5146 w 10000"/>
              <a:gd name="connsiteY61" fmla="*/ 70 h 10000"/>
              <a:gd name="connsiteX62" fmla="*/ 4820 w 10000"/>
              <a:gd name="connsiteY62" fmla="*/ 39 h 10000"/>
              <a:gd name="connsiteX63" fmla="*/ 4697 w 10000"/>
              <a:gd name="connsiteY63" fmla="*/ 344 h 10000"/>
              <a:gd name="connsiteX64" fmla="*/ 4506 w 10000"/>
              <a:gd name="connsiteY64" fmla="*/ 759 h 10000"/>
              <a:gd name="connsiteX65" fmla="*/ 3670 w 10000"/>
              <a:gd name="connsiteY65" fmla="*/ 742 h 10000"/>
              <a:gd name="connsiteX66" fmla="*/ 2617 w 10000"/>
              <a:gd name="connsiteY66" fmla="*/ 937 h 10000"/>
              <a:gd name="connsiteX67" fmla="*/ 1959 w 10000"/>
              <a:gd name="connsiteY67" fmla="*/ 896 h 10000"/>
              <a:gd name="connsiteX68" fmla="*/ 1136 w 10000"/>
              <a:gd name="connsiteY68" fmla="*/ 888 h 10000"/>
              <a:gd name="connsiteX69" fmla="*/ 520 w 10000"/>
              <a:gd name="connsiteY69" fmla="*/ 1197 h 10000"/>
              <a:gd name="connsiteX70" fmla="*/ 313 w 10000"/>
              <a:gd name="connsiteY70" fmla="*/ 2346 h 10000"/>
              <a:gd name="connsiteX71" fmla="*/ 2 w 10000"/>
              <a:gd name="connsiteY71" fmla="*/ 4571 h 10000"/>
              <a:gd name="connsiteX72" fmla="*/ 161 w 10000"/>
              <a:gd name="connsiteY72" fmla="*/ 6339 h 10000"/>
              <a:gd name="connsiteX73" fmla="*/ 157 w 10000"/>
              <a:gd name="connsiteY73" fmla="*/ 4515 h 10000"/>
              <a:gd name="connsiteX74" fmla="*/ 522 w 10000"/>
              <a:gd name="connsiteY74" fmla="*/ 2855 h 10000"/>
              <a:gd name="connsiteX75" fmla="*/ 816 w 10000"/>
              <a:gd name="connsiteY75" fmla="*/ 1601 h 10000"/>
              <a:gd name="connsiteX76" fmla="*/ 1144 w 10000"/>
              <a:gd name="connsiteY76" fmla="*/ 1251 h 10000"/>
              <a:gd name="connsiteX77" fmla="*/ 1906 w 10000"/>
              <a:gd name="connsiteY77" fmla="*/ 1163 h 10000"/>
              <a:gd name="connsiteX78" fmla="*/ 2640 w 10000"/>
              <a:gd name="connsiteY78" fmla="*/ 1228 h 10000"/>
              <a:gd name="connsiteX79" fmla="*/ 3292 w 10000"/>
              <a:gd name="connsiteY79" fmla="*/ 1152 h 10000"/>
              <a:gd name="connsiteX80" fmla="*/ 3933 w 10000"/>
              <a:gd name="connsiteY80" fmla="*/ 995 h 10000"/>
              <a:gd name="connsiteX81" fmla="*/ 4163 w 10000"/>
              <a:gd name="connsiteY81" fmla="*/ 1364 h 10000"/>
              <a:gd name="connsiteX82" fmla="*/ 4144 w 10000"/>
              <a:gd name="connsiteY82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8309 w 10000"/>
              <a:gd name="connsiteY25" fmla="*/ 7617 h 10000"/>
              <a:gd name="connsiteX26" fmla="*/ 8286 w 10000"/>
              <a:gd name="connsiteY26" fmla="*/ 7448 h 10000"/>
              <a:gd name="connsiteX27" fmla="*/ 8496 w 10000"/>
              <a:gd name="connsiteY27" fmla="*/ 7276 h 10000"/>
              <a:gd name="connsiteX28" fmla="*/ 8695 w 10000"/>
              <a:gd name="connsiteY28" fmla="*/ 7083 h 10000"/>
              <a:gd name="connsiteX29" fmla="*/ 8406 w 10000"/>
              <a:gd name="connsiteY29" fmla="*/ 6704 h 10000"/>
              <a:gd name="connsiteX30" fmla="*/ 8730 w 10000"/>
              <a:gd name="connsiteY30" fmla="*/ 6352 h 10000"/>
              <a:gd name="connsiteX31" fmla="*/ 8853 w 10000"/>
              <a:gd name="connsiteY31" fmla="*/ 6250 h 10000"/>
              <a:gd name="connsiteX32" fmla="*/ 8801 w 10000"/>
              <a:gd name="connsiteY32" fmla="*/ 6113 h 10000"/>
              <a:gd name="connsiteX33" fmla="*/ 8559 w 10000"/>
              <a:gd name="connsiteY33" fmla="*/ 6213 h 10000"/>
              <a:gd name="connsiteX34" fmla="*/ 8210 w 10000"/>
              <a:gd name="connsiteY34" fmla="*/ 6434 h 10000"/>
              <a:gd name="connsiteX35" fmla="*/ 7909 w 10000"/>
              <a:gd name="connsiteY35" fmla="*/ 6391 h 10000"/>
              <a:gd name="connsiteX36" fmla="*/ 7414 w 10000"/>
              <a:gd name="connsiteY36" fmla="*/ 6265 h 10000"/>
              <a:gd name="connsiteX37" fmla="*/ 6894 w 10000"/>
              <a:gd name="connsiteY37" fmla="*/ 6250 h 10000"/>
              <a:gd name="connsiteX38" fmla="*/ 6487 w 10000"/>
              <a:gd name="connsiteY38" fmla="*/ 6284 h 10000"/>
              <a:gd name="connsiteX39" fmla="*/ 6478 w 10000"/>
              <a:gd name="connsiteY39" fmla="*/ 6113 h 10000"/>
              <a:gd name="connsiteX40" fmla="*/ 6571 w 10000"/>
              <a:gd name="connsiteY40" fmla="*/ 5713 h 10000"/>
              <a:gd name="connsiteX41" fmla="*/ 6632 w 10000"/>
              <a:gd name="connsiteY41" fmla="*/ 5257 h 10000"/>
              <a:gd name="connsiteX42" fmla="*/ 6553 w 10000"/>
              <a:gd name="connsiteY42" fmla="*/ 4694 h 10000"/>
              <a:gd name="connsiteX43" fmla="*/ 6372 w 10000"/>
              <a:gd name="connsiteY43" fmla="*/ 3960 h 10000"/>
              <a:gd name="connsiteX44" fmla="*/ 6187 w 10000"/>
              <a:gd name="connsiteY44" fmla="*/ 3310 h 10000"/>
              <a:gd name="connsiteX45" fmla="*/ 5893 w 10000"/>
              <a:gd name="connsiteY45" fmla="*/ 2386 h 10000"/>
              <a:gd name="connsiteX46" fmla="*/ 5844 w 10000"/>
              <a:gd name="connsiteY46" fmla="*/ 1143 h 10000"/>
              <a:gd name="connsiteX47" fmla="*/ 7340 w 10000"/>
              <a:gd name="connsiteY47" fmla="*/ 1155 h 10000"/>
              <a:gd name="connsiteX48" fmla="*/ 8119 w 10000"/>
              <a:gd name="connsiteY48" fmla="*/ 1927 h 10000"/>
              <a:gd name="connsiteX49" fmla="*/ 8468 w 10000"/>
              <a:gd name="connsiteY49" fmla="*/ 2845 h 10000"/>
              <a:gd name="connsiteX50" fmla="*/ 8955 w 10000"/>
              <a:gd name="connsiteY50" fmla="*/ 3487 h 10000"/>
              <a:gd name="connsiteX51" fmla="*/ 9441 w 10000"/>
              <a:gd name="connsiteY51" fmla="*/ 4299 h 10000"/>
              <a:gd name="connsiteX52" fmla="*/ 10000 w 10000"/>
              <a:gd name="connsiteY52" fmla="*/ 5982 h 10000"/>
              <a:gd name="connsiteX53" fmla="*/ 9756 w 10000"/>
              <a:gd name="connsiteY53" fmla="*/ 4221 h 10000"/>
              <a:gd name="connsiteX54" fmla="*/ 8880 w 10000"/>
              <a:gd name="connsiteY54" fmla="*/ 2913 h 10000"/>
              <a:gd name="connsiteX55" fmla="*/ 8147 w 10000"/>
              <a:gd name="connsiteY55" fmla="*/ 1510 h 10000"/>
              <a:gd name="connsiteX56" fmla="*/ 7383 w 10000"/>
              <a:gd name="connsiteY56" fmla="*/ 829 h 10000"/>
              <a:gd name="connsiteX57" fmla="*/ 6481 w 10000"/>
              <a:gd name="connsiteY57" fmla="*/ 798 h 10000"/>
              <a:gd name="connsiteX58" fmla="*/ 5539 w 10000"/>
              <a:gd name="connsiteY58" fmla="*/ 717 h 10000"/>
              <a:gd name="connsiteX59" fmla="*/ 5314 w 10000"/>
              <a:gd name="connsiteY59" fmla="*/ 603 h 10000"/>
              <a:gd name="connsiteX60" fmla="*/ 5146 w 10000"/>
              <a:gd name="connsiteY60" fmla="*/ 70 h 10000"/>
              <a:gd name="connsiteX61" fmla="*/ 4820 w 10000"/>
              <a:gd name="connsiteY61" fmla="*/ 39 h 10000"/>
              <a:gd name="connsiteX62" fmla="*/ 4697 w 10000"/>
              <a:gd name="connsiteY62" fmla="*/ 344 h 10000"/>
              <a:gd name="connsiteX63" fmla="*/ 4506 w 10000"/>
              <a:gd name="connsiteY63" fmla="*/ 759 h 10000"/>
              <a:gd name="connsiteX64" fmla="*/ 3670 w 10000"/>
              <a:gd name="connsiteY64" fmla="*/ 742 h 10000"/>
              <a:gd name="connsiteX65" fmla="*/ 2617 w 10000"/>
              <a:gd name="connsiteY65" fmla="*/ 937 h 10000"/>
              <a:gd name="connsiteX66" fmla="*/ 1959 w 10000"/>
              <a:gd name="connsiteY66" fmla="*/ 896 h 10000"/>
              <a:gd name="connsiteX67" fmla="*/ 1136 w 10000"/>
              <a:gd name="connsiteY67" fmla="*/ 888 h 10000"/>
              <a:gd name="connsiteX68" fmla="*/ 520 w 10000"/>
              <a:gd name="connsiteY68" fmla="*/ 1197 h 10000"/>
              <a:gd name="connsiteX69" fmla="*/ 313 w 10000"/>
              <a:gd name="connsiteY69" fmla="*/ 2346 h 10000"/>
              <a:gd name="connsiteX70" fmla="*/ 2 w 10000"/>
              <a:gd name="connsiteY70" fmla="*/ 4571 h 10000"/>
              <a:gd name="connsiteX71" fmla="*/ 161 w 10000"/>
              <a:gd name="connsiteY71" fmla="*/ 6339 h 10000"/>
              <a:gd name="connsiteX72" fmla="*/ 157 w 10000"/>
              <a:gd name="connsiteY72" fmla="*/ 4515 h 10000"/>
              <a:gd name="connsiteX73" fmla="*/ 522 w 10000"/>
              <a:gd name="connsiteY73" fmla="*/ 2855 h 10000"/>
              <a:gd name="connsiteX74" fmla="*/ 816 w 10000"/>
              <a:gd name="connsiteY74" fmla="*/ 1601 h 10000"/>
              <a:gd name="connsiteX75" fmla="*/ 1144 w 10000"/>
              <a:gd name="connsiteY75" fmla="*/ 1251 h 10000"/>
              <a:gd name="connsiteX76" fmla="*/ 1906 w 10000"/>
              <a:gd name="connsiteY76" fmla="*/ 1163 h 10000"/>
              <a:gd name="connsiteX77" fmla="*/ 2640 w 10000"/>
              <a:gd name="connsiteY77" fmla="*/ 1228 h 10000"/>
              <a:gd name="connsiteX78" fmla="*/ 3292 w 10000"/>
              <a:gd name="connsiteY78" fmla="*/ 1152 h 10000"/>
              <a:gd name="connsiteX79" fmla="*/ 3933 w 10000"/>
              <a:gd name="connsiteY79" fmla="*/ 995 h 10000"/>
              <a:gd name="connsiteX80" fmla="*/ 4163 w 10000"/>
              <a:gd name="connsiteY80" fmla="*/ 1364 h 10000"/>
              <a:gd name="connsiteX81" fmla="*/ 4144 w 10000"/>
              <a:gd name="connsiteY81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309 w 10000"/>
              <a:gd name="connsiteY24" fmla="*/ 7617 h 10000"/>
              <a:gd name="connsiteX25" fmla="*/ 8286 w 10000"/>
              <a:gd name="connsiteY25" fmla="*/ 7448 h 10000"/>
              <a:gd name="connsiteX26" fmla="*/ 8496 w 10000"/>
              <a:gd name="connsiteY26" fmla="*/ 7276 h 10000"/>
              <a:gd name="connsiteX27" fmla="*/ 8695 w 10000"/>
              <a:gd name="connsiteY27" fmla="*/ 7083 h 10000"/>
              <a:gd name="connsiteX28" fmla="*/ 8406 w 10000"/>
              <a:gd name="connsiteY28" fmla="*/ 6704 h 10000"/>
              <a:gd name="connsiteX29" fmla="*/ 8730 w 10000"/>
              <a:gd name="connsiteY29" fmla="*/ 6352 h 10000"/>
              <a:gd name="connsiteX30" fmla="*/ 8853 w 10000"/>
              <a:gd name="connsiteY30" fmla="*/ 6250 h 10000"/>
              <a:gd name="connsiteX31" fmla="*/ 8801 w 10000"/>
              <a:gd name="connsiteY31" fmla="*/ 6113 h 10000"/>
              <a:gd name="connsiteX32" fmla="*/ 8559 w 10000"/>
              <a:gd name="connsiteY32" fmla="*/ 6213 h 10000"/>
              <a:gd name="connsiteX33" fmla="*/ 8210 w 10000"/>
              <a:gd name="connsiteY33" fmla="*/ 6434 h 10000"/>
              <a:gd name="connsiteX34" fmla="*/ 7909 w 10000"/>
              <a:gd name="connsiteY34" fmla="*/ 6391 h 10000"/>
              <a:gd name="connsiteX35" fmla="*/ 7414 w 10000"/>
              <a:gd name="connsiteY35" fmla="*/ 6265 h 10000"/>
              <a:gd name="connsiteX36" fmla="*/ 6894 w 10000"/>
              <a:gd name="connsiteY36" fmla="*/ 6250 h 10000"/>
              <a:gd name="connsiteX37" fmla="*/ 6487 w 10000"/>
              <a:gd name="connsiteY37" fmla="*/ 6284 h 10000"/>
              <a:gd name="connsiteX38" fmla="*/ 6478 w 10000"/>
              <a:gd name="connsiteY38" fmla="*/ 6113 h 10000"/>
              <a:gd name="connsiteX39" fmla="*/ 6571 w 10000"/>
              <a:gd name="connsiteY39" fmla="*/ 5713 h 10000"/>
              <a:gd name="connsiteX40" fmla="*/ 6632 w 10000"/>
              <a:gd name="connsiteY40" fmla="*/ 5257 h 10000"/>
              <a:gd name="connsiteX41" fmla="*/ 6553 w 10000"/>
              <a:gd name="connsiteY41" fmla="*/ 4694 h 10000"/>
              <a:gd name="connsiteX42" fmla="*/ 6372 w 10000"/>
              <a:gd name="connsiteY42" fmla="*/ 3960 h 10000"/>
              <a:gd name="connsiteX43" fmla="*/ 6187 w 10000"/>
              <a:gd name="connsiteY43" fmla="*/ 3310 h 10000"/>
              <a:gd name="connsiteX44" fmla="*/ 5893 w 10000"/>
              <a:gd name="connsiteY44" fmla="*/ 2386 h 10000"/>
              <a:gd name="connsiteX45" fmla="*/ 5844 w 10000"/>
              <a:gd name="connsiteY45" fmla="*/ 1143 h 10000"/>
              <a:gd name="connsiteX46" fmla="*/ 7340 w 10000"/>
              <a:gd name="connsiteY46" fmla="*/ 1155 h 10000"/>
              <a:gd name="connsiteX47" fmla="*/ 8119 w 10000"/>
              <a:gd name="connsiteY47" fmla="*/ 1927 h 10000"/>
              <a:gd name="connsiteX48" fmla="*/ 8468 w 10000"/>
              <a:gd name="connsiteY48" fmla="*/ 2845 h 10000"/>
              <a:gd name="connsiteX49" fmla="*/ 8955 w 10000"/>
              <a:gd name="connsiteY49" fmla="*/ 3487 h 10000"/>
              <a:gd name="connsiteX50" fmla="*/ 9441 w 10000"/>
              <a:gd name="connsiteY50" fmla="*/ 4299 h 10000"/>
              <a:gd name="connsiteX51" fmla="*/ 10000 w 10000"/>
              <a:gd name="connsiteY51" fmla="*/ 5982 h 10000"/>
              <a:gd name="connsiteX52" fmla="*/ 9756 w 10000"/>
              <a:gd name="connsiteY52" fmla="*/ 4221 h 10000"/>
              <a:gd name="connsiteX53" fmla="*/ 8880 w 10000"/>
              <a:gd name="connsiteY53" fmla="*/ 2913 h 10000"/>
              <a:gd name="connsiteX54" fmla="*/ 8147 w 10000"/>
              <a:gd name="connsiteY54" fmla="*/ 1510 h 10000"/>
              <a:gd name="connsiteX55" fmla="*/ 7383 w 10000"/>
              <a:gd name="connsiteY55" fmla="*/ 829 h 10000"/>
              <a:gd name="connsiteX56" fmla="*/ 6481 w 10000"/>
              <a:gd name="connsiteY56" fmla="*/ 798 h 10000"/>
              <a:gd name="connsiteX57" fmla="*/ 5539 w 10000"/>
              <a:gd name="connsiteY57" fmla="*/ 717 h 10000"/>
              <a:gd name="connsiteX58" fmla="*/ 5314 w 10000"/>
              <a:gd name="connsiteY58" fmla="*/ 603 h 10000"/>
              <a:gd name="connsiteX59" fmla="*/ 5146 w 10000"/>
              <a:gd name="connsiteY59" fmla="*/ 70 h 10000"/>
              <a:gd name="connsiteX60" fmla="*/ 4820 w 10000"/>
              <a:gd name="connsiteY60" fmla="*/ 39 h 10000"/>
              <a:gd name="connsiteX61" fmla="*/ 4697 w 10000"/>
              <a:gd name="connsiteY61" fmla="*/ 344 h 10000"/>
              <a:gd name="connsiteX62" fmla="*/ 4506 w 10000"/>
              <a:gd name="connsiteY62" fmla="*/ 759 h 10000"/>
              <a:gd name="connsiteX63" fmla="*/ 3670 w 10000"/>
              <a:gd name="connsiteY63" fmla="*/ 742 h 10000"/>
              <a:gd name="connsiteX64" fmla="*/ 2617 w 10000"/>
              <a:gd name="connsiteY64" fmla="*/ 937 h 10000"/>
              <a:gd name="connsiteX65" fmla="*/ 1959 w 10000"/>
              <a:gd name="connsiteY65" fmla="*/ 896 h 10000"/>
              <a:gd name="connsiteX66" fmla="*/ 1136 w 10000"/>
              <a:gd name="connsiteY66" fmla="*/ 888 h 10000"/>
              <a:gd name="connsiteX67" fmla="*/ 520 w 10000"/>
              <a:gd name="connsiteY67" fmla="*/ 1197 h 10000"/>
              <a:gd name="connsiteX68" fmla="*/ 313 w 10000"/>
              <a:gd name="connsiteY68" fmla="*/ 2346 h 10000"/>
              <a:gd name="connsiteX69" fmla="*/ 2 w 10000"/>
              <a:gd name="connsiteY69" fmla="*/ 4571 h 10000"/>
              <a:gd name="connsiteX70" fmla="*/ 161 w 10000"/>
              <a:gd name="connsiteY70" fmla="*/ 6339 h 10000"/>
              <a:gd name="connsiteX71" fmla="*/ 157 w 10000"/>
              <a:gd name="connsiteY71" fmla="*/ 4515 h 10000"/>
              <a:gd name="connsiteX72" fmla="*/ 522 w 10000"/>
              <a:gd name="connsiteY72" fmla="*/ 2855 h 10000"/>
              <a:gd name="connsiteX73" fmla="*/ 816 w 10000"/>
              <a:gd name="connsiteY73" fmla="*/ 1601 h 10000"/>
              <a:gd name="connsiteX74" fmla="*/ 1144 w 10000"/>
              <a:gd name="connsiteY74" fmla="*/ 1251 h 10000"/>
              <a:gd name="connsiteX75" fmla="*/ 1906 w 10000"/>
              <a:gd name="connsiteY75" fmla="*/ 1163 h 10000"/>
              <a:gd name="connsiteX76" fmla="*/ 2640 w 10000"/>
              <a:gd name="connsiteY76" fmla="*/ 1228 h 10000"/>
              <a:gd name="connsiteX77" fmla="*/ 3292 w 10000"/>
              <a:gd name="connsiteY77" fmla="*/ 1152 h 10000"/>
              <a:gd name="connsiteX78" fmla="*/ 3933 w 10000"/>
              <a:gd name="connsiteY78" fmla="*/ 995 h 10000"/>
              <a:gd name="connsiteX79" fmla="*/ 4163 w 10000"/>
              <a:gd name="connsiteY79" fmla="*/ 1364 h 10000"/>
              <a:gd name="connsiteX80" fmla="*/ 4144 w 10000"/>
              <a:gd name="connsiteY8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286 w 10000"/>
              <a:gd name="connsiteY24" fmla="*/ 7448 h 10000"/>
              <a:gd name="connsiteX25" fmla="*/ 8496 w 10000"/>
              <a:gd name="connsiteY25" fmla="*/ 7276 h 10000"/>
              <a:gd name="connsiteX26" fmla="*/ 8695 w 10000"/>
              <a:gd name="connsiteY26" fmla="*/ 7083 h 10000"/>
              <a:gd name="connsiteX27" fmla="*/ 8406 w 10000"/>
              <a:gd name="connsiteY27" fmla="*/ 6704 h 10000"/>
              <a:gd name="connsiteX28" fmla="*/ 8730 w 10000"/>
              <a:gd name="connsiteY28" fmla="*/ 6352 h 10000"/>
              <a:gd name="connsiteX29" fmla="*/ 8853 w 10000"/>
              <a:gd name="connsiteY29" fmla="*/ 6250 h 10000"/>
              <a:gd name="connsiteX30" fmla="*/ 8801 w 10000"/>
              <a:gd name="connsiteY30" fmla="*/ 6113 h 10000"/>
              <a:gd name="connsiteX31" fmla="*/ 8559 w 10000"/>
              <a:gd name="connsiteY31" fmla="*/ 6213 h 10000"/>
              <a:gd name="connsiteX32" fmla="*/ 8210 w 10000"/>
              <a:gd name="connsiteY32" fmla="*/ 6434 h 10000"/>
              <a:gd name="connsiteX33" fmla="*/ 7909 w 10000"/>
              <a:gd name="connsiteY33" fmla="*/ 6391 h 10000"/>
              <a:gd name="connsiteX34" fmla="*/ 7414 w 10000"/>
              <a:gd name="connsiteY34" fmla="*/ 6265 h 10000"/>
              <a:gd name="connsiteX35" fmla="*/ 6894 w 10000"/>
              <a:gd name="connsiteY35" fmla="*/ 6250 h 10000"/>
              <a:gd name="connsiteX36" fmla="*/ 6487 w 10000"/>
              <a:gd name="connsiteY36" fmla="*/ 6284 h 10000"/>
              <a:gd name="connsiteX37" fmla="*/ 6478 w 10000"/>
              <a:gd name="connsiteY37" fmla="*/ 6113 h 10000"/>
              <a:gd name="connsiteX38" fmla="*/ 6571 w 10000"/>
              <a:gd name="connsiteY38" fmla="*/ 5713 h 10000"/>
              <a:gd name="connsiteX39" fmla="*/ 6632 w 10000"/>
              <a:gd name="connsiteY39" fmla="*/ 5257 h 10000"/>
              <a:gd name="connsiteX40" fmla="*/ 6553 w 10000"/>
              <a:gd name="connsiteY40" fmla="*/ 4694 h 10000"/>
              <a:gd name="connsiteX41" fmla="*/ 6372 w 10000"/>
              <a:gd name="connsiteY41" fmla="*/ 3960 h 10000"/>
              <a:gd name="connsiteX42" fmla="*/ 6187 w 10000"/>
              <a:gd name="connsiteY42" fmla="*/ 3310 h 10000"/>
              <a:gd name="connsiteX43" fmla="*/ 5893 w 10000"/>
              <a:gd name="connsiteY43" fmla="*/ 2386 h 10000"/>
              <a:gd name="connsiteX44" fmla="*/ 5844 w 10000"/>
              <a:gd name="connsiteY44" fmla="*/ 1143 h 10000"/>
              <a:gd name="connsiteX45" fmla="*/ 7340 w 10000"/>
              <a:gd name="connsiteY45" fmla="*/ 1155 h 10000"/>
              <a:gd name="connsiteX46" fmla="*/ 8119 w 10000"/>
              <a:gd name="connsiteY46" fmla="*/ 1927 h 10000"/>
              <a:gd name="connsiteX47" fmla="*/ 8468 w 10000"/>
              <a:gd name="connsiteY47" fmla="*/ 2845 h 10000"/>
              <a:gd name="connsiteX48" fmla="*/ 8955 w 10000"/>
              <a:gd name="connsiteY48" fmla="*/ 3487 h 10000"/>
              <a:gd name="connsiteX49" fmla="*/ 9441 w 10000"/>
              <a:gd name="connsiteY49" fmla="*/ 4299 h 10000"/>
              <a:gd name="connsiteX50" fmla="*/ 10000 w 10000"/>
              <a:gd name="connsiteY50" fmla="*/ 5982 h 10000"/>
              <a:gd name="connsiteX51" fmla="*/ 9756 w 10000"/>
              <a:gd name="connsiteY51" fmla="*/ 4221 h 10000"/>
              <a:gd name="connsiteX52" fmla="*/ 8880 w 10000"/>
              <a:gd name="connsiteY52" fmla="*/ 2913 h 10000"/>
              <a:gd name="connsiteX53" fmla="*/ 8147 w 10000"/>
              <a:gd name="connsiteY53" fmla="*/ 1510 h 10000"/>
              <a:gd name="connsiteX54" fmla="*/ 7383 w 10000"/>
              <a:gd name="connsiteY54" fmla="*/ 829 h 10000"/>
              <a:gd name="connsiteX55" fmla="*/ 6481 w 10000"/>
              <a:gd name="connsiteY55" fmla="*/ 798 h 10000"/>
              <a:gd name="connsiteX56" fmla="*/ 5539 w 10000"/>
              <a:gd name="connsiteY56" fmla="*/ 717 h 10000"/>
              <a:gd name="connsiteX57" fmla="*/ 5314 w 10000"/>
              <a:gd name="connsiteY57" fmla="*/ 603 h 10000"/>
              <a:gd name="connsiteX58" fmla="*/ 5146 w 10000"/>
              <a:gd name="connsiteY58" fmla="*/ 70 h 10000"/>
              <a:gd name="connsiteX59" fmla="*/ 4820 w 10000"/>
              <a:gd name="connsiteY59" fmla="*/ 39 h 10000"/>
              <a:gd name="connsiteX60" fmla="*/ 4697 w 10000"/>
              <a:gd name="connsiteY60" fmla="*/ 344 h 10000"/>
              <a:gd name="connsiteX61" fmla="*/ 4506 w 10000"/>
              <a:gd name="connsiteY61" fmla="*/ 759 h 10000"/>
              <a:gd name="connsiteX62" fmla="*/ 3670 w 10000"/>
              <a:gd name="connsiteY62" fmla="*/ 742 h 10000"/>
              <a:gd name="connsiteX63" fmla="*/ 2617 w 10000"/>
              <a:gd name="connsiteY63" fmla="*/ 937 h 10000"/>
              <a:gd name="connsiteX64" fmla="*/ 1959 w 10000"/>
              <a:gd name="connsiteY64" fmla="*/ 896 h 10000"/>
              <a:gd name="connsiteX65" fmla="*/ 1136 w 10000"/>
              <a:gd name="connsiteY65" fmla="*/ 888 h 10000"/>
              <a:gd name="connsiteX66" fmla="*/ 520 w 10000"/>
              <a:gd name="connsiteY66" fmla="*/ 1197 h 10000"/>
              <a:gd name="connsiteX67" fmla="*/ 313 w 10000"/>
              <a:gd name="connsiteY67" fmla="*/ 2346 h 10000"/>
              <a:gd name="connsiteX68" fmla="*/ 2 w 10000"/>
              <a:gd name="connsiteY68" fmla="*/ 4571 h 10000"/>
              <a:gd name="connsiteX69" fmla="*/ 161 w 10000"/>
              <a:gd name="connsiteY69" fmla="*/ 6339 h 10000"/>
              <a:gd name="connsiteX70" fmla="*/ 157 w 10000"/>
              <a:gd name="connsiteY70" fmla="*/ 4515 h 10000"/>
              <a:gd name="connsiteX71" fmla="*/ 522 w 10000"/>
              <a:gd name="connsiteY71" fmla="*/ 2855 h 10000"/>
              <a:gd name="connsiteX72" fmla="*/ 816 w 10000"/>
              <a:gd name="connsiteY72" fmla="*/ 1601 h 10000"/>
              <a:gd name="connsiteX73" fmla="*/ 1144 w 10000"/>
              <a:gd name="connsiteY73" fmla="*/ 1251 h 10000"/>
              <a:gd name="connsiteX74" fmla="*/ 1906 w 10000"/>
              <a:gd name="connsiteY74" fmla="*/ 1163 h 10000"/>
              <a:gd name="connsiteX75" fmla="*/ 2640 w 10000"/>
              <a:gd name="connsiteY75" fmla="*/ 1228 h 10000"/>
              <a:gd name="connsiteX76" fmla="*/ 3292 w 10000"/>
              <a:gd name="connsiteY76" fmla="*/ 1152 h 10000"/>
              <a:gd name="connsiteX77" fmla="*/ 3933 w 10000"/>
              <a:gd name="connsiteY77" fmla="*/ 995 h 10000"/>
              <a:gd name="connsiteX78" fmla="*/ 4163 w 10000"/>
              <a:gd name="connsiteY78" fmla="*/ 1364 h 10000"/>
              <a:gd name="connsiteX79" fmla="*/ 4144 w 10000"/>
              <a:gd name="connsiteY7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496 w 10000"/>
              <a:gd name="connsiteY24" fmla="*/ 7276 h 10000"/>
              <a:gd name="connsiteX25" fmla="*/ 8695 w 10000"/>
              <a:gd name="connsiteY25" fmla="*/ 7083 h 10000"/>
              <a:gd name="connsiteX26" fmla="*/ 8406 w 10000"/>
              <a:gd name="connsiteY26" fmla="*/ 6704 h 10000"/>
              <a:gd name="connsiteX27" fmla="*/ 8730 w 10000"/>
              <a:gd name="connsiteY27" fmla="*/ 6352 h 10000"/>
              <a:gd name="connsiteX28" fmla="*/ 8853 w 10000"/>
              <a:gd name="connsiteY28" fmla="*/ 6250 h 10000"/>
              <a:gd name="connsiteX29" fmla="*/ 8801 w 10000"/>
              <a:gd name="connsiteY29" fmla="*/ 6113 h 10000"/>
              <a:gd name="connsiteX30" fmla="*/ 8559 w 10000"/>
              <a:gd name="connsiteY30" fmla="*/ 6213 h 10000"/>
              <a:gd name="connsiteX31" fmla="*/ 8210 w 10000"/>
              <a:gd name="connsiteY31" fmla="*/ 6434 h 10000"/>
              <a:gd name="connsiteX32" fmla="*/ 7909 w 10000"/>
              <a:gd name="connsiteY32" fmla="*/ 6391 h 10000"/>
              <a:gd name="connsiteX33" fmla="*/ 7414 w 10000"/>
              <a:gd name="connsiteY33" fmla="*/ 6265 h 10000"/>
              <a:gd name="connsiteX34" fmla="*/ 6894 w 10000"/>
              <a:gd name="connsiteY34" fmla="*/ 6250 h 10000"/>
              <a:gd name="connsiteX35" fmla="*/ 6487 w 10000"/>
              <a:gd name="connsiteY35" fmla="*/ 6284 h 10000"/>
              <a:gd name="connsiteX36" fmla="*/ 6478 w 10000"/>
              <a:gd name="connsiteY36" fmla="*/ 6113 h 10000"/>
              <a:gd name="connsiteX37" fmla="*/ 6571 w 10000"/>
              <a:gd name="connsiteY37" fmla="*/ 5713 h 10000"/>
              <a:gd name="connsiteX38" fmla="*/ 6632 w 10000"/>
              <a:gd name="connsiteY38" fmla="*/ 5257 h 10000"/>
              <a:gd name="connsiteX39" fmla="*/ 6553 w 10000"/>
              <a:gd name="connsiteY39" fmla="*/ 4694 h 10000"/>
              <a:gd name="connsiteX40" fmla="*/ 6372 w 10000"/>
              <a:gd name="connsiteY40" fmla="*/ 3960 h 10000"/>
              <a:gd name="connsiteX41" fmla="*/ 6187 w 10000"/>
              <a:gd name="connsiteY41" fmla="*/ 3310 h 10000"/>
              <a:gd name="connsiteX42" fmla="*/ 5893 w 10000"/>
              <a:gd name="connsiteY42" fmla="*/ 2386 h 10000"/>
              <a:gd name="connsiteX43" fmla="*/ 5844 w 10000"/>
              <a:gd name="connsiteY43" fmla="*/ 1143 h 10000"/>
              <a:gd name="connsiteX44" fmla="*/ 7340 w 10000"/>
              <a:gd name="connsiteY44" fmla="*/ 1155 h 10000"/>
              <a:gd name="connsiteX45" fmla="*/ 8119 w 10000"/>
              <a:gd name="connsiteY45" fmla="*/ 1927 h 10000"/>
              <a:gd name="connsiteX46" fmla="*/ 8468 w 10000"/>
              <a:gd name="connsiteY46" fmla="*/ 2845 h 10000"/>
              <a:gd name="connsiteX47" fmla="*/ 8955 w 10000"/>
              <a:gd name="connsiteY47" fmla="*/ 3487 h 10000"/>
              <a:gd name="connsiteX48" fmla="*/ 9441 w 10000"/>
              <a:gd name="connsiteY48" fmla="*/ 4299 h 10000"/>
              <a:gd name="connsiteX49" fmla="*/ 10000 w 10000"/>
              <a:gd name="connsiteY49" fmla="*/ 5982 h 10000"/>
              <a:gd name="connsiteX50" fmla="*/ 9756 w 10000"/>
              <a:gd name="connsiteY50" fmla="*/ 4221 h 10000"/>
              <a:gd name="connsiteX51" fmla="*/ 8880 w 10000"/>
              <a:gd name="connsiteY51" fmla="*/ 2913 h 10000"/>
              <a:gd name="connsiteX52" fmla="*/ 8147 w 10000"/>
              <a:gd name="connsiteY52" fmla="*/ 1510 h 10000"/>
              <a:gd name="connsiteX53" fmla="*/ 7383 w 10000"/>
              <a:gd name="connsiteY53" fmla="*/ 829 h 10000"/>
              <a:gd name="connsiteX54" fmla="*/ 6481 w 10000"/>
              <a:gd name="connsiteY54" fmla="*/ 798 h 10000"/>
              <a:gd name="connsiteX55" fmla="*/ 5539 w 10000"/>
              <a:gd name="connsiteY55" fmla="*/ 717 h 10000"/>
              <a:gd name="connsiteX56" fmla="*/ 5314 w 10000"/>
              <a:gd name="connsiteY56" fmla="*/ 603 h 10000"/>
              <a:gd name="connsiteX57" fmla="*/ 5146 w 10000"/>
              <a:gd name="connsiteY57" fmla="*/ 70 h 10000"/>
              <a:gd name="connsiteX58" fmla="*/ 4820 w 10000"/>
              <a:gd name="connsiteY58" fmla="*/ 39 h 10000"/>
              <a:gd name="connsiteX59" fmla="*/ 4697 w 10000"/>
              <a:gd name="connsiteY59" fmla="*/ 344 h 10000"/>
              <a:gd name="connsiteX60" fmla="*/ 4506 w 10000"/>
              <a:gd name="connsiteY60" fmla="*/ 759 h 10000"/>
              <a:gd name="connsiteX61" fmla="*/ 3670 w 10000"/>
              <a:gd name="connsiteY61" fmla="*/ 742 h 10000"/>
              <a:gd name="connsiteX62" fmla="*/ 2617 w 10000"/>
              <a:gd name="connsiteY62" fmla="*/ 937 h 10000"/>
              <a:gd name="connsiteX63" fmla="*/ 1959 w 10000"/>
              <a:gd name="connsiteY63" fmla="*/ 896 h 10000"/>
              <a:gd name="connsiteX64" fmla="*/ 1136 w 10000"/>
              <a:gd name="connsiteY64" fmla="*/ 888 h 10000"/>
              <a:gd name="connsiteX65" fmla="*/ 520 w 10000"/>
              <a:gd name="connsiteY65" fmla="*/ 1197 h 10000"/>
              <a:gd name="connsiteX66" fmla="*/ 313 w 10000"/>
              <a:gd name="connsiteY66" fmla="*/ 2346 h 10000"/>
              <a:gd name="connsiteX67" fmla="*/ 2 w 10000"/>
              <a:gd name="connsiteY67" fmla="*/ 4571 h 10000"/>
              <a:gd name="connsiteX68" fmla="*/ 161 w 10000"/>
              <a:gd name="connsiteY68" fmla="*/ 6339 h 10000"/>
              <a:gd name="connsiteX69" fmla="*/ 157 w 10000"/>
              <a:gd name="connsiteY69" fmla="*/ 4515 h 10000"/>
              <a:gd name="connsiteX70" fmla="*/ 522 w 10000"/>
              <a:gd name="connsiteY70" fmla="*/ 2855 h 10000"/>
              <a:gd name="connsiteX71" fmla="*/ 816 w 10000"/>
              <a:gd name="connsiteY71" fmla="*/ 1601 h 10000"/>
              <a:gd name="connsiteX72" fmla="*/ 1144 w 10000"/>
              <a:gd name="connsiteY72" fmla="*/ 1251 h 10000"/>
              <a:gd name="connsiteX73" fmla="*/ 1906 w 10000"/>
              <a:gd name="connsiteY73" fmla="*/ 1163 h 10000"/>
              <a:gd name="connsiteX74" fmla="*/ 2640 w 10000"/>
              <a:gd name="connsiteY74" fmla="*/ 1228 h 10000"/>
              <a:gd name="connsiteX75" fmla="*/ 3292 w 10000"/>
              <a:gd name="connsiteY75" fmla="*/ 1152 h 10000"/>
              <a:gd name="connsiteX76" fmla="*/ 3933 w 10000"/>
              <a:gd name="connsiteY76" fmla="*/ 995 h 10000"/>
              <a:gd name="connsiteX77" fmla="*/ 4163 w 10000"/>
              <a:gd name="connsiteY77" fmla="*/ 1364 h 10000"/>
              <a:gd name="connsiteX78" fmla="*/ 4144 w 10000"/>
              <a:gd name="connsiteY7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695 w 10000"/>
              <a:gd name="connsiteY24" fmla="*/ 7083 h 10000"/>
              <a:gd name="connsiteX25" fmla="*/ 8406 w 10000"/>
              <a:gd name="connsiteY25" fmla="*/ 6704 h 10000"/>
              <a:gd name="connsiteX26" fmla="*/ 8730 w 10000"/>
              <a:gd name="connsiteY26" fmla="*/ 6352 h 10000"/>
              <a:gd name="connsiteX27" fmla="*/ 8853 w 10000"/>
              <a:gd name="connsiteY27" fmla="*/ 6250 h 10000"/>
              <a:gd name="connsiteX28" fmla="*/ 8801 w 10000"/>
              <a:gd name="connsiteY28" fmla="*/ 6113 h 10000"/>
              <a:gd name="connsiteX29" fmla="*/ 8559 w 10000"/>
              <a:gd name="connsiteY29" fmla="*/ 6213 h 10000"/>
              <a:gd name="connsiteX30" fmla="*/ 8210 w 10000"/>
              <a:gd name="connsiteY30" fmla="*/ 6434 h 10000"/>
              <a:gd name="connsiteX31" fmla="*/ 7909 w 10000"/>
              <a:gd name="connsiteY31" fmla="*/ 6391 h 10000"/>
              <a:gd name="connsiteX32" fmla="*/ 7414 w 10000"/>
              <a:gd name="connsiteY32" fmla="*/ 6265 h 10000"/>
              <a:gd name="connsiteX33" fmla="*/ 6894 w 10000"/>
              <a:gd name="connsiteY33" fmla="*/ 6250 h 10000"/>
              <a:gd name="connsiteX34" fmla="*/ 6487 w 10000"/>
              <a:gd name="connsiteY34" fmla="*/ 6284 h 10000"/>
              <a:gd name="connsiteX35" fmla="*/ 6478 w 10000"/>
              <a:gd name="connsiteY35" fmla="*/ 6113 h 10000"/>
              <a:gd name="connsiteX36" fmla="*/ 6571 w 10000"/>
              <a:gd name="connsiteY36" fmla="*/ 5713 h 10000"/>
              <a:gd name="connsiteX37" fmla="*/ 6632 w 10000"/>
              <a:gd name="connsiteY37" fmla="*/ 5257 h 10000"/>
              <a:gd name="connsiteX38" fmla="*/ 6553 w 10000"/>
              <a:gd name="connsiteY38" fmla="*/ 4694 h 10000"/>
              <a:gd name="connsiteX39" fmla="*/ 6372 w 10000"/>
              <a:gd name="connsiteY39" fmla="*/ 3960 h 10000"/>
              <a:gd name="connsiteX40" fmla="*/ 6187 w 10000"/>
              <a:gd name="connsiteY40" fmla="*/ 3310 h 10000"/>
              <a:gd name="connsiteX41" fmla="*/ 5893 w 10000"/>
              <a:gd name="connsiteY41" fmla="*/ 2386 h 10000"/>
              <a:gd name="connsiteX42" fmla="*/ 5844 w 10000"/>
              <a:gd name="connsiteY42" fmla="*/ 1143 h 10000"/>
              <a:gd name="connsiteX43" fmla="*/ 7340 w 10000"/>
              <a:gd name="connsiteY43" fmla="*/ 1155 h 10000"/>
              <a:gd name="connsiteX44" fmla="*/ 8119 w 10000"/>
              <a:gd name="connsiteY44" fmla="*/ 1927 h 10000"/>
              <a:gd name="connsiteX45" fmla="*/ 8468 w 10000"/>
              <a:gd name="connsiteY45" fmla="*/ 2845 h 10000"/>
              <a:gd name="connsiteX46" fmla="*/ 8955 w 10000"/>
              <a:gd name="connsiteY46" fmla="*/ 3487 h 10000"/>
              <a:gd name="connsiteX47" fmla="*/ 9441 w 10000"/>
              <a:gd name="connsiteY47" fmla="*/ 4299 h 10000"/>
              <a:gd name="connsiteX48" fmla="*/ 10000 w 10000"/>
              <a:gd name="connsiteY48" fmla="*/ 5982 h 10000"/>
              <a:gd name="connsiteX49" fmla="*/ 9756 w 10000"/>
              <a:gd name="connsiteY49" fmla="*/ 4221 h 10000"/>
              <a:gd name="connsiteX50" fmla="*/ 8880 w 10000"/>
              <a:gd name="connsiteY50" fmla="*/ 2913 h 10000"/>
              <a:gd name="connsiteX51" fmla="*/ 8147 w 10000"/>
              <a:gd name="connsiteY51" fmla="*/ 1510 h 10000"/>
              <a:gd name="connsiteX52" fmla="*/ 7383 w 10000"/>
              <a:gd name="connsiteY52" fmla="*/ 829 h 10000"/>
              <a:gd name="connsiteX53" fmla="*/ 6481 w 10000"/>
              <a:gd name="connsiteY53" fmla="*/ 798 h 10000"/>
              <a:gd name="connsiteX54" fmla="*/ 5539 w 10000"/>
              <a:gd name="connsiteY54" fmla="*/ 717 h 10000"/>
              <a:gd name="connsiteX55" fmla="*/ 5314 w 10000"/>
              <a:gd name="connsiteY55" fmla="*/ 603 h 10000"/>
              <a:gd name="connsiteX56" fmla="*/ 5146 w 10000"/>
              <a:gd name="connsiteY56" fmla="*/ 70 h 10000"/>
              <a:gd name="connsiteX57" fmla="*/ 4820 w 10000"/>
              <a:gd name="connsiteY57" fmla="*/ 39 h 10000"/>
              <a:gd name="connsiteX58" fmla="*/ 4697 w 10000"/>
              <a:gd name="connsiteY58" fmla="*/ 344 h 10000"/>
              <a:gd name="connsiteX59" fmla="*/ 4506 w 10000"/>
              <a:gd name="connsiteY59" fmla="*/ 759 h 10000"/>
              <a:gd name="connsiteX60" fmla="*/ 3670 w 10000"/>
              <a:gd name="connsiteY60" fmla="*/ 742 h 10000"/>
              <a:gd name="connsiteX61" fmla="*/ 2617 w 10000"/>
              <a:gd name="connsiteY61" fmla="*/ 937 h 10000"/>
              <a:gd name="connsiteX62" fmla="*/ 1959 w 10000"/>
              <a:gd name="connsiteY62" fmla="*/ 896 h 10000"/>
              <a:gd name="connsiteX63" fmla="*/ 1136 w 10000"/>
              <a:gd name="connsiteY63" fmla="*/ 888 h 10000"/>
              <a:gd name="connsiteX64" fmla="*/ 520 w 10000"/>
              <a:gd name="connsiteY64" fmla="*/ 1197 h 10000"/>
              <a:gd name="connsiteX65" fmla="*/ 313 w 10000"/>
              <a:gd name="connsiteY65" fmla="*/ 2346 h 10000"/>
              <a:gd name="connsiteX66" fmla="*/ 2 w 10000"/>
              <a:gd name="connsiteY66" fmla="*/ 4571 h 10000"/>
              <a:gd name="connsiteX67" fmla="*/ 161 w 10000"/>
              <a:gd name="connsiteY67" fmla="*/ 6339 h 10000"/>
              <a:gd name="connsiteX68" fmla="*/ 157 w 10000"/>
              <a:gd name="connsiteY68" fmla="*/ 4515 h 10000"/>
              <a:gd name="connsiteX69" fmla="*/ 522 w 10000"/>
              <a:gd name="connsiteY69" fmla="*/ 2855 h 10000"/>
              <a:gd name="connsiteX70" fmla="*/ 816 w 10000"/>
              <a:gd name="connsiteY70" fmla="*/ 1601 h 10000"/>
              <a:gd name="connsiteX71" fmla="*/ 1144 w 10000"/>
              <a:gd name="connsiteY71" fmla="*/ 1251 h 10000"/>
              <a:gd name="connsiteX72" fmla="*/ 1906 w 10000"/>
              <a:gd name="connsiteY72" fmla="*/ 1163 h 10000"/>
              <a:gd name="connsiteX73" fmla="*/ 2640 w 10000"/>
              <a:gd name="connsiteY73" fmla="*/ 1228 h 10000"/>
              <a:gd name="connsiteX74" fmla="*/ 3292 w 10000"/>
              <a:gd name="connsiteY74" fmla="*/ 1152 h 10000"/>
              <a:gd name="connsiteX75" fmla="*/ 3933 w 10000"/>
              <a:gd name="connsiteY75" fmla="*/ 995 h 10000"/>
              <a:gd name="connsiteX76" fmla="*/ 4163 w 10000"/>
              <a:gd name="connsiteY76" fmla="*/ 1364 h 10000"/>
              <a:gd name="connsiteX77" fmla="*/ 4144 w 10000"/>
              <a:gd name="connsiteY7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406 w 10000"/>
              <a:gd name="connsiteY24" fmla="*/ 6704 h 10000"/>
              <a:gd name="connsiteX25" fmla="*/ 8730 w 10000"/>
              <a:gd name="connsiteY25" fmla="*/ 6352 h 10000"/>
              <a:gd name="connsiteX26" fmla="*/ 8853 w 10000"/>
              <a:gd name="connsiteY26" fmla="*/ 6250 h 10000"/>
              <a:gd name="connsiteX27" fmla="*/ 8801 w 10000"/>
              <a:gd name="connsiteY27" fmla="*/ 6113 h 10000"/>
              <a:gd name="connsiteX28" fmla="*/ 8559 w 10000"/>
              <a:gd name="connsiteY28" fmla="*/ 6213 h 10000"/>
              <a:gd name="connsiteX29" fmla="*/ 8210 w 10000"/>
              <a:gd name="connsiteY29" fmla="*/ 6434 h 10000"/>
              <a:gd name="connsiteX30" fmla="*/ 7909 w 10000"/>
              <a:gd name="connsiteY30" fmla="*/ 6391 h 10000"/>
              <a:gd name="connsiteX31" fmla="*/ 7414 w 10000"/>
              <a:gd name="connsiteY31" fmla="*/ 6265 h 10000"/>
              <a:gd name="connsiteX32" fmla="*/ 6894 w 10000"/>
              <a:gd name="connsiteY32" fmla="*/ 6250 h 10000"/>
              <a:gd name="connsiteX33" fmla="*/ 6487 w 10000"/>
              <a:gd name="connsiteY33" fmla="*/ 6284 h 10000"/>
              <a:gd name="connsiteX34" fmla="*/ 6478 w 10000"/>
              <a:gd name="connsiteY34" fmla="*/ 6113 h 10000"/>
              <a:gd name="connsiteX35" fmla="*/ 6571 w 10000"/>
              <a:gd name="connsiteY35" fmla="*/ 5713 h 10000"/>
              <a:gd name="connsiteX36" fmla="*/ 6632 w 10000"/>
              <a:gd name="connsiteY36" fmla="*/ 5257 h 10000"/>
              <a:gd name="connsiteX37" fmla="*/ 6553 w 10000"/>
              <a:gd name="connsiteY37" fmla="*/ 4694 h 10000"/>
              <a:gd name="connsiteX38" fmla="*/ 6372 w 10000"/>
              <a:gd name="connsiteY38" fmla="*/ 3960 h 10000"/>
              <a:gd name="connsiteX39" fmla="*/ 6187 w 10000"/>
              <a:gd name="connsiteY39" fmla="*/ 3310 h 10000"/>
              <a:gd name="connsiteX40" fmla="*/ 5893 w 10000"/>
              <a:gd name="connsiteY40" fmla="*/ 2386 h 10000"/>
              <a:gd name="connsiteX41" fmla="*/ 5844 w 10000"/>
              <a:gd name="connsiteY41" fmla="*/ 1143 h 10000"/>
              <a:gd name="connsiteX42" fmla="*/ 7340 w 10000"/>
              <a:gd name="connsiteY42" fmla="*/ 1155 h 10000"/>
              <a:gd name="connsiteX43" fmla="*/ 8119 w 10000"/>
              <a:gd name="connsiteY43" fmla="*/ 1927 h 10000"/>
              <a:gd name="connsiteX44" fmla="*/ 8468 w 10000"/>
              <a:gd name="connsiteY44" fmla="*/ 2845 h 10000"/>
              <a:gd name="connsiteX45" fmla="*/ 8955 w 10000"/>
              <a:gd name="connsiteY45" fmla="*/ 3487 h 10000"/>
              <a:gd name="connsiteX46" fmla="*/ 9441 w 10000"/>
              <a:gd name="connsiteY46" fmla="*/ 4299 h 10000"/>
              <a:gd name="connsiteX47" fmla="*/ 10000 w 10000"/>
              <a:gd name="connsiteY47" fmla="*/ 5982 h 10000"/>
              <a:gd name="connsiteX48" fmla="*/ 9756 w 10000"/>
              <a:gd name="connsiteY48" fmla="*/ 4221 h 10000"/>
              <a:gd name="connsiteX49" fmla="*/ 8880 w 10000"/>
              <a:gd name="connsiteY49" fmla="*/ 2913 h 10000"/>
              <a:gd name="connsiteX50" fmla="*/ 8147 w 10000"/>
              <a:gd name="connsiteY50" fmla="*/ 1510 h 10000"/>
              <a:gd name="connsiteX51" fmla="*/ 7383 w 10000"/>
              <a:gd name="connsiteY51" fmla="*/ 829 h 10000"/>
              <a:gd name="connsiteX52" fmla="*/ 6481 w 10000"/>
              <a:gd name="connsiteY52" fmla="*/ 798 h 10000"/>
              <a:gd name="connsiteX53" fmla="*/ 5539 w 10000"/>
              <a:gd name="connsiteY53" fmla="*/ 717 h 10000"/>
              <a:gd name="connsiteX54" fmla="*/ 5314 w 10000"/>
              <a:gd name="connsiteY54" fmla="*/ 603 h 10000"/>
              <a:gd name="connsiteX55" fmla="*/ 5146 w 10000"/>
              <a:gd name="connsiteY55" fmla="*/ 70 h 10000"/>
              <a:gd name="connsiteX56" fmla="*/ 4820 w 10000"/>
              <a:gd name="connsiteY56" fmla="*/ 39 h 10000"/>
              <a:gd name="connsiteX57" fmla="*/ 4697 w 10000"/>
              <a:gd name="connsiteY57" fmla="*/ 344 h 10000"/>
              <a:gd name="connsiteX58" fmla="*/ 4506 w 10000"/>
              <a:gd name="connsiteY58" fmla="*/ 759 h 10000"/>
              <a:gd name="connsiteX59" fmla="*/ 3670 w 10000"/>
              <a:gd name="connsiteY59" fmla="*/ 742 h 10000"/>
              <a:gd name="connsiteX60" fmla="*/ 2617 w 10000"/>
              <a:gd name="connsiteY60" fmla="*/ 937 h 10000"/>
              <a:gd name="connsiteX61" fmla="*/ 1959 w 10000"/>
              <a:gd name="connsiteY61" fmla="*/ 896 h 10000"/>
              <a:gd name="connsiteX62" fmla="*/ 1136 w 10000"/>
              <a:gd name="connsiteY62" fmla="*/ 888 h 10000"/>
              <a:gd name="connsiteX63" fmla="*/ 520 w 10000"/>
              <a:gd name="connsiteY63" fmla="*/ 1197 h 10000"/>
              <a:gd name="connsiteX64" fmla="*/ 313 w 10000"/>
              <a:gd name="connsiteY64" fmla="*/ 2346 h 10000"/>
              <a:gd name="connsiteX65" fmla="*/ 2 w 10000"/>
              <a:gd name="connsiteY65" fmla="*/ 4571 h 10000"/>
              <a:gd name="connsiteX66" fmla="*/ 161 w 10000"/>
              <a:gd name="connsiteY66" fmla="*/ 6339 h 10000"/>
              <a:gd name="connsiteX67" fmla="*/ 157 w 10000"/>
              <a:gd name="connsiteY67" fmla="*/ 4515 h 10000"/>
              <a:gd name="connsiteX68" fmla="*/ 522 w 10000"/>
              <a:gd name="connsiteY68" fmla="*/ 2855 h 10000"/>
              <a:gd name="connsiteX69" fmla="*/ 816 w 10000"/>
              <a:gd name="connsiteY69" fmla="*/ 1601 h 10000"/>
              <a:gd name="connsiteX70" fmla="*/ 1144 w 10000"/>
              <a:gd name="connsiteY70" fmla="*/ 1251 h 10000"/>
              <a:gd name="connsiteX71" fmla="*/ 1906 w 10000"/>
              <a:gd name="connsiteY71" fmla="*/ 1163 h 10000"/>
              <a:gd name="connsiteX72" fmla="*/ 2640 w 10000"/>
              <a:gd name="connsiteY72" fmla="*/ 1228 h 10000"/>
              <a:gd name="connsiteX73" fmla="*/ 3292 w 10000"/>
              <a:gd name="connsiteY73" fmla="*/ 1152 h 10000"/>
              <a:gd name="connsiteX74" fmla="*/ 3933 w 10000"/>
              <a:gd name="connsiteY74" fmla="*/ 995 h 10000"/>
              <a:gd name="connsiteX75" fmla="*/ 4163 w 10000"/>
              <a:gd name="connsiteY75" fmla="*/ 1364 h 10000"/>
              <a:gd name="connsiteX76" fmla="*/ 4144 w 10000"/>
              <a:gd name="connsiteY7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730 w 10000"/>
              <a:gd name="connsiteY24" fmla="*/ 6352 h 10000"/>
              <a:gd name="connsiteX25" fmla="*/ 8853 w 10000"/>
              <a:gd name="connsiteY25" fmla="*/ 6250 h 10000"/>
              <a:gd name="connsiteX26" fmla="*/ 8801 w 10000"/>
              <a:gd name="connsiteY26" fmla="*/ 6113 h 10000"/>
              <a:gd name="connsiteX27" fmla="*/ 8559 w 10000"/>
              <a:gd name="connsiteY27" fmla="*/ 6213 h 10000"/>
              <a:gd name="connsiteX28" fmla="*/ 8210 w 10000"/>
              <a:gd name="connsiteY28" fmla="*/ 6434 h 10000"/>
              <a:gd name="connsiteX29" fmla="*/ 7909 w 10000"/>
              <a:gd name="connsiteY29" fmla="*/ 6391 h 10000"/>
              <a:gd name="connsiteX30" fmla="*/ 7414 w 10000"/>
              <a:gd name="connsiteY30" fmla="*/ 6265 h 10000"/>
              <a:gd name="connsiteX31" fmla="*/ 6894 w 10000"/>
              <a:gd name="connsiteY31" fmla="*/ 6250 h 10000"/>
              <a:gd name="connsiteX32" fmla="*/ 6487 w 10000"/>
              <a:gd name="connsiteY32" fmla="*/ 6284 h 10000"/>
              <a:gd name="connsiteX33" fmla="*/ 6478 w 10000"/>
              <a:gd name="connsiteY33" fmla="*/ 6113 h 10000"/>
              <a:gd name="connsiteX34" fmla="*/ 6571 w 10000"/>
              <a:gd name="connsiteY34" fmla="*/ 5713 h 10000"/>
              <a:gd name="connsiteX35" fmla="*/ 6632 w 10000"/>
              <a:gd name="connsiteY35" fmla="*/ 5257 h 10000"/>
              <a:gd name="connsiteX36" fmla="*/ 6553 w 10000"/>
              <a:gd name="connsiteY36" fmla="*/ 4694 h 10000"/>
              <a:gd name="connsiteX37" fmla="*/ 6372 w 10000"/>
              <a:gd name="connsiteY37" fmla="*/ 3960 h 10000"/>
              <a:gd name="connsiteX38" fmla="*/ 6187 w 10000"/>
              <a:gd name="connsiteY38" fmla="*/ 3310 h 10000"/>
              <a:gd name="connsiteX39" fmla="*/ 5893 w 10000"/>
              <a:gd name="connsiteY39" fmla="*/ 2386 h 10000"/>
              <a:gd name="connsiteX40" fmla="*/ 5844 w 10000"/>
              <a:gd name="connsiteY40" fmla="*/ 1143 h 10000"/>
              <a:gd name="connsiteX41" fmla="*/ 7340 w 10000"/>
              <a:gd name="connsiteY41" fmla="*/ 1155 h 10000"/>
              <a:gd name="connsiteX42" fmla="*/ 8119 w 10000"/>
              <a:gd name="connsiteY42" fmla="*/ 1927 h 10000"/>
              <a:gd name="connsiteX43" fmla="*/ 8468 w 10000"/>
              <a:gd name="connsiteY43" fmla="*/ 2845 h 10000"/>
              <a:gd name="connsiteX44" fmla="*/ 8955 w 10000"/>
              <a:gd name="connsiteY44" fmla="*/ 3487 h 10000"/>
              <a:gd name="connsiteX45" fmla="*/ 9441 w 10000"/>
              <a:gd name="connsiteY45" fmla="*/ 4299 h 10000"/>
              <a:gd name="connsiteX46" fmla="*/ 10000 w 10000"/>
              <a:gd name="connsiteY46" fmla="*/ 5982 h 10000"/>
              <a:gd name="connsiteX47" fmla="*/ 9756 w 10000"/>
              <a:gd name="connsiteY47" fmla="*/ 4221 h 10000"/>
              <a:gd name="connsiteX48" fmla="*/ 8880 w 10000"/>
              <a:gd name="connsiteY48" fmla="*/ 2913 h 10000"/>
              <a:gd name="connsiteX49" fmla="*/ 8147 w 10000"/>
              <a:gd name="connsiteY49" fmla="*/ 1510 h 10000"/>
              <a:gd name="connsiteX50" fmla="*/ 7383 w 10000"/>
              <a:gd name="connsiteY50" fmla="*/ 829 h 10000"/>
              <a:gd name="connsiteX51" fmla="*/ 6481 w 10000"/>
              <a:gd name="connsiteY51" fmla="*/ 798 h 10000"/>
              <a:gd name="connsiteX52" fmla="*/ 5539 w 10000"/>
              <a:gd name="connsiteY52" fmla="*/ 717 h 10000"/>
              <a:gd name="connsiteX53" fmla="*/ 5314 w 10000"/>
              <a:gd name="connsiteY53" fmla="*/ 603 h 10000"/>
              <a:gd name="connsiteX54" fmla="*/ 5146 w 10000"/>
              <a:gd name="connsiteY54" fmla="*/ 70 h 10000"/>
              <a:gd name="connsiteX55" fmla="*/ 4820 w 10000"/>
              <a:gd name="connsiteY55" fmla="*/ 39 h 10000"/>
              <a:gd name="connsiteX56" fmla="*/ 4697 w 10000"/>
              <a:gd name="connsiteY56" fmla="*/ 344 h 10000"/>
              <a:gd name="connsiteX57" fmla="*/ 4506 w 10000"/>
              <a:gd name="connsiteY57" fmla="*/ 759 h 10000"/>
              <a:gd name="connsiteX58" fmla="*/ 3670 w 10000"/>
              <a:gd name="connsiteY58" fmla="*/ 742 h 10000"/>
              <a:gd name="connsiteX59" fmla="*/ 2617 w 10000"/>
              <a:gd name="connsiteY59" fmla="*/ 937 h 10000"/>
              <a:gd name="connsiteX60" fmla="*/ 1959 w 10000"/>
              <a:gd name="connsiteY60" fmla="*/ 896 h 10000"/>
              <a:gd name="connsiteX61" fmla="*/ 1136 w 10000"/>
              <a:gd name="connsiteY61" fmla="*/ 888 h 10000"/>
              <a:gd name="connsiteX62" fmla="*/ 520 w 10000"/>
              <a:gd name="connsiteY62" fmla="*/ 1197 h 10000"/>
              <a:gd name="connsiteX63" fmla="*/ 313 w 10000"/>
              <a:gd name="connsiteY63" fmla="*/ 2346 h 10000"/>
              <a:gd name="connsiteX64" fmla="*/ 2 w 10000"/>
              <a:gd name="connsiteY64" fmla="*/ 4571 h 10000"/>
              <a:gd name="connsiteX65" fmla="*/ 161 w 10000"/>
              <a:gd name="connsiteY65" fmla="*/ 6339 h 10000"/>
              <a:gd name="connsiteX66" fmla="*/ 157 w 10000"/>
              <a:gd name="connsiteY66" fmla="*/ 4515 h 10000"/>
              <a:gd name="connsiteX67" fmla="*/ 522 w 10000"/>
              <a:gd name="connsiteY67" fmla="*/ 2855 h 10000"/>
              <a:gd name="connsiteX68" fmla="*/ 816 w 10000"/>
              <a:gd name="connsiteY68" fmla="*/ 1601 h 10000"/>
              <a:gd name="connsiteX69" fmla="*/ 1144 w 10000"/>
              <a:gd name="connsiteY69" fmla="*/ 1251 h 10000"/>
              <a:gd name="connsiteX70" fmla="*/ 1906 w 10000"/>
              <a:gd name="connsiteY70" fmla="*/ 1163 h 10000"/>
              <a:gd name="connsiteX71" fmla="*/ 2640 w 10000"/>
              <a:gd name="connsiteY71" fmla="*/ 1228 h 10000"/>
              <a:gd name="connsiteX72" fmla="*/ 3292 w 10000"/>
              <a:gd name="connsiteY72" fmla="*/ 1152 h 10000"/>
              <a:gd name="connsiteX73" fmla="*/ 3933 w 10000"/>
              <a:gd name="connsiteY73" fmla="*/ 995 h 10000"/>
              <a:gd name="connsiteX74" fmla="*/ 4163 w 10000"/>
              <a:gd name="connsiteY74" fmla="*/ 1364 h 10000"/>
              <a:gd name="connsiteX75" fmla="*/ 4144 w 10000"/>
              <a:gd name="connsiteY7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853 w 10000"/>
              <a:gd name="connsiteY24" fmla="*/ 6250 h 10000"/>
              <a:gd name="connsiteX25" fmla="*/ 8801 w 10000"/>
              <a:gd name="connsiteY25" fmla="*/ 6113 h 10000"/>
              <a:gd name="connsiteX26" fmla="*/ 8559 w 10000"/>
              <a:gd name="connsiteY26" fmla="*/ 6213 h 10000"/>
              <a:gd name="connsiteX27" fmla="*/ 8210 w 10000"/>
              <a:gd name="connsiteY27" fmla="*/ 6434 h 10000"/>
              <a:gd name="connsiteX28" fmla="*/ 7909 w 10000"/>
              <a:gd name="connsiteY28" fmla="*/ 6391 h 10000"/>
              <a:gd name="connsiteX29" fmla="*/ 7414 w 10000"/>
              <a:gd name="connsiteY29" fmla="*/ 6265 h 10000"/>
              <a:gd name="connsiteX30" fmla="*/ 6894 w 10000"/>
              <a:gd name="connsiteY30" fmla="*/ 6250 h 10000"/>
              <a:gd name="connsiteX31" fmla="*/ 6487 w 10000"/>
              <a:gd name="connsiteY31" fmla="*/ 6284 h 10000"/>
              <a:gd name="connsiteX32" fmla="*/ 6478 w 10000"/>
              <a:gd name="connsiteY32" fmla="*/ 6113 h 10000"/>
              <a:gd name="connsiteX33" fmla="*/ 6571 w 10000"/>
              <a:gd name="connsiteY33" fmla="*/ 5713 h 10000"/>
              <a:gd name="connsiteX34" fmla="*/ 6632 w 10000"/>
              <a:gd name="connsiteY34" fmla="*/ 5257 h 10000"/>
              <a:gd name="connsiteX35" fmla="*/ 6553 w 10000"/>
              <a:gd name="connsiteY35" fmla="*/ 4694 h 10000"/>
              <a:gd name="connsiteX36" fmla="*/ 6372 w 10000"/>
              <a:gd name="connsiteY36" fmla="*/ 3960 h 10000"/>
              <a:gd name="connsiteX37" fmla="*/ 6187 w 10000"/>
              <a:gd name="connsiteY37" fmla="*/ 3310 h 10000"/>
              <a:gd name="connsiteX38" fmla="*/ 5893 w 10000"/>
              <a:gd name="connsiteY38" fmla="*/ 2386 h 10000"/>
              <a:gd name="connsiteX39" fmla="*/ 5844 w 10000"/>
              <a:gd name="connsiteY39" fmla="*/ 1143 h 10000"/>
              <a:gd name="connsiteX40" fmla="*/ 7340 w 10000"/>
              <a:gd name="connsiteY40" fmla="*/ 1155 h 10000"/>
              <a:gd name="connsiteX41" fmla="*/ 8119 w 10000"/>
              <a:gd name="connsiteY41" fmla="*/ 1927 h 10000"/>
              <a:gd name="connsiteX42" fmla="*/ 8468 w 10000"/>
              <a:gd name="connsiteY42" fmla="*/ 2845 h 10000"/>
              <a:gd name="connsiteX43" fmla="*/ 8955 w 10000"/>
              <a:gd name="connsiteY43" fmla="*/ 3487 h 10000"/>
              <a:gd name="connsiteX44" fmla="*/ 9441 w 10000"/>
              <a:gd name="connsiteY44" fmla="*/ 4299 h 10000"/>
              <a:gd name="connsiteX45" fmla="*/ 10000 w 10000"/>
              <a:gd name="connsiteY45" fmla="*/ 5982 h 10000"/>
              <a:gd name="connsiteX46" fmla="*/ 9756 w 10000"/>
              <a:gd name="connsiteY46" fmla="*/ 4221 h 10000"/>
              <a:gd name="connsiteX47" fmla="*/ 8880 w 10000"/>
              <a:gd name="connsiteY47" fmla="*/ 2913 h 10000"/>
              <a:gd name="connsiteX48" fmla="*/ 8147 w 10000"/>
              <a:gd name="connsiteY48" fmla="*/ 1510 h 10000"/>
              <a:gd name="connsiteX49" fmla="*/ 7383 w 10000"/>
              <a:gd name="connsiteY49" fmla="*/ 829 h 10000"/>
              <a:gd name="connsiteX50" fmla="*/ 6481 w 10000"/>
              <a:gd name="connsiteY50" fmla="*/ 798 h 10000"/>
              <a:gd name="connsiteX51" fmla="*/ 5539 w 10000"/>
              <a:gd name="connsiteY51" fmla="*/ 717 h 10000"/>
              <a:gd name="connsiteX52" fmla="*/ 5314 w 10000"/>
              <a:gd name="connsiteY52" fmla="*/ 603 h 10000"/>
              <a:gd name="connsiteX53" fmla="*/ 5146 w 10000"/>
              <a:gd name="connsiteY53" fmla="*/ 70 h 10000"/>
              <a:gd name="connsiteX54" fmla="*/ 4820 w 10000"/>
              <a:gd name="connsiteY54" fmla="*/ 39 h 10000"/>
              <a:gd name="connsiteX55" fmla="*/ 4697 w 10000"/>
              <a:gd name="connsiteY55" fmla="*/ 344 h 10000"/>
              <a:gd name="connsiteX56" fmla="*/ 4506 w 10000"/>
              <a:gd name="connsiteY56" fmla="*/ 759 h 10000"/>
              <a:gd name="connsiteX57" fmla="*/ 3670 w 10000"/>
              <a:gd name="connsiteY57" fmla="*/ 742 h 10000"/>
              <a:gd name="connsiteX58" fmla="*/ 2617 w 10000"/>
              <a:gd name="connsiteY58" fmla="*/ 937 h 10000"/>
              <a:gd name="connsiteX59" fmla="*/ 1959 w 10000"/>
              <a:gd name="connsiteY59" fmla="*/ 896 h 10000"/>
              <a:gd name="connsiteX60" fmla="*/ 1136 w 10000"/>
              <a:gd name="connsiteY60" fmla="*/ 888 h 10000"/>
              <a:gd name="connsiteX61" fmla="*/ 520 w 10000"/>
              <a:gd name="connsiteY61" fmla="*/ 1197 h 10000"/>
              <a:gd name="connsiteX62" fmla="*/ 313 w 10000"/>
              <a:gd name="connsiteY62" fmla="*/ 2346 h 10000"/>
              <a:gd name="connsiteX63" fmla="*/ 2 w 10000"/>
              <a:gd name="connsiteY63" fmla="*/ 4571 h 10000"/>
              <a:gd name="connsiteX64" fmla="*/ 161 w 10000"/>
              <a:gd name="connsiteY64" fmla="*/ 6339 h 10000"/>
              <a:gd name="connsiteX65" fmla="*/ 157 w 10000"/>
              <a:gd name="connsiteY65" fmla="*/ 4515 h 10000"/>
              <a:gd name="connsiteX66" fmla="*/ 522 w 10000"/>
              <a:gd name="connsiteY66" fmla="*/ 2855 h 10000"/>
              <a:gd name="connsiteX67" fmla="*/ 816 w 10000"/>
              <a:gd name="connsiteY67" fmla="*/ 1601 h 10000"/>
              <a:gd name="connsiteX68" fmla="*/ 1144 w 10000"/>
              <a:gd name="connsiteY68" fmla="*/ 1251 h 10000"/>
              <a:gd name="connsiteX69" fmla="*/ 1906 w 10000"/>
              <a:gd name="connsiteY69" fmla="*/ 1163 h 10000"/>
              <a:gd name="connsiteX70" fmla="*/ 2640 w 10000"/>
              <a:gd name="connsiteY70" fmla="*/ 1228 h 10000"/>
              <a:gd name="connsiteX71" fmla="*/ 3292 w 10000"/>
              <a:gd name="connsiteY71" fmla="*/ 1152 h 10000"/>
              <a:gd name="connsiteX72" fmla="*/ 3933 w 10000"/>
              <a:gd name="connsiteY72" fmla="*/ 995 h 10000"/>
              <a:gd name="connsiteX73" fmla="*/ 4163 w 10000"/>
              <a:gd name="connsiteY73" fmla="*/ 1364 h 10000"/>
              <a:gd name="connsiteX74" fmla="*/ 4144 w 10000"/>
              <a:gd name="connsiteY7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801 w 10000"/>
              <a:gd name="connsiteY24" fmla="*/ 6113 h 10000"/>
              <a:gd name="connsiteX25" fmla="*/ 8559 w 10000"/>
              <a:gd name="connsiteY25" fmla="*/ 6213 h 10000"/>
              <a:gd name="connsiteX26" fmla="*/ 8210 w 10000"/>
              <a:gd name="connsiteY26" fmla="*/ 6434 h 10000"/>
              <a:gd name="connsiteX27" fmla="*/ 7909 w 10000"/>
              <a:gd name="connsiteY27" fmla="*/ 6391 h 10000"/>
              <a:gd name="connsiteX28" fmla="*/ 7414 w 10000"/>
              <a:gd name="connsiteY28" fmla="*/ 6265 h 10000"/>
              <a:gd name="connsiteX29" fmla="*/ 6894 w 10000"/>
              <a:gd name="connsiteY29" fmla="*/ 6250 h 10000"/>
              <a:gd name="connsiteX30" fmla="*/ 6487 w 10000"/>
              <a:gd name="connsiteY30" fmla="*/ 6284 h 10000"/>
              <a:gd name="connsiteX31" fmla="*/ 6478 w 10000"/>
              <a:gd name="connsiteY31" fmla="*/ 6113 h 10000"/>
              <a:gd name="connsiteX32" fmla="*/ 6571 w 10000"/>
              <a:gd name="connsiteY32" fmla="*/ 5713 h 10000"/>
              <a:gd name="connsiteX33" fmla="*/ 6632 w 10000"/>
              <a:gd name="connsiteY33" fmla="*/ 5257 h 10000"/>
              <a:gd name="connsiteX34" fmla="*/ 6553 w 10000"/>
              <a:gd name="connsiteY34" fmla="*/ 4694 h 10000"/>
              <a:gd name="connsiteX35" fmla="*/ 6372 w 10000"/>
              <a:gd name="connsiteY35" fmla="*/ 3960 h 10000"/>
              <a:gd name="connsiteX36" fmla="*/ 6187 w 10000"/>
              <a:gd name="connsiteY36" fmla="*/ 3310 h 10000"/>
              <a:gd name="connsiteX37" fmla="*/ 5893 w 10000"/>
              <a:gd name="connsiteY37" fmla="*/ 2386 h 10000"/>
              <a:gd name="connsiteX38" fmla="*/ 5844 w 10000"/>
              <a:gd name="connsiteY38" fmla="*/ 1143 h 10000"/>
              <a:gd name="connsiteX39" fmla="*/ 7340 w 10000"/>
              <a:gd name="connsiteY39" fmla="*/ 1155 h 10000"/>
              <a:gd name="connsiteX40" fmla="*/ 8119 w 10000"/>
              <a:gd name="connsiteY40" fmla="*/ 1927 h 10000"/>
              <a:gd name="connsiteX41" fmla="*/ 8468 w 10000"/>
              <a:gd name="connsiteY41" fmla="*/ 2845 h 10000"/>
              <a:gd name="connsiteX42" fmla="*/ 8955 w 10000"/>
              <a:gd name="connsiteY42" fmla="*/ 3487 h 10000"/>
              <a:gd name="connsiteX43" fmla="*/ 9441 w 10000"/>
              <a:gd name="connsiteY43" fmla="*/ 4299 h 10000"/>
              <a:gd name="connsiteX44" fmla="*/ 10000 w 10000"/>
              <a:gd name="connsiteY44" fmla="*/ 5982 h 10000"/>
              <a:gd name="connsiteX45" fmla="*/ 9756 w 10000"/>
              <a:gd name="connsiteY45" fmla="*/ 4221 h 10000"/>
              <a:gd name="connsiteX46" fmla="*/ 8880 w 10000"/>
              <a:gd name="connsiteY46" fmla="*/ 2913 h 10000"/>
              <a:gd name="connsiteX47" fmla="*/ 8147 w 10000"/>
              <a:gd name="connsiteY47" fmla="*/ 1510 h 10000"/>
              <a:gd name="connsiteX48" fmla="*/ 7383 w 10000"/>
              <a:gd name="connsiteY48" fmla="*/ 829 h 10000"/>
              <a:gd name="connsiteX49" fmla="*/ 6481 w 10000"/>
              <a:gd name="connsiteY49" fmla="*/ 798 h 10000"/>
              <a:gd name="connsiteX50" fmla="*/ 5539 w 10000"/>
              <a:gd name="connsiteY50" fmla="*/ 717 h 10000"/>
              <a:gd name="connsiteX51" fmla="*/ 5314 w 10000"/>
              <a:gd name="connsiteY51" fmla="*/ 603 h 10000"/>
              <a:gd name="connsiteX52" fmla="*/ 5146 w 10000"/>
              <a:gd name="connsiteY52" fmla="*/ 70 h 10000"/>
              <a:gd name="connsiteX53" fmla="*/ 4820 w 10000"/>
              <a:gd name="connsiteY53" fmla="*/ 39 h 10000"/>
              <a:gd name="connsiteX54" fmla="*/ 4697 w 10000"/>
              <a:gd name="connsiteY54" fmla="*/ 344 h 10000"/>
              <a:gd name="connsiteX55" fmla="*/ 4506 w 10000"/>
              <a:gd name="connsiteY55" fmla="*/ 759 h 10000"/>
              <a:gd name="connsiteX56" fmla="*/ 3670 w 10000"/>
              <a:gd name="connsiteY56" fmla="*/ 742 h 10000"/>
              <a:gd name="connsiteX57" fmla="*/ 2617 w 10000"/>
              <a:gd name="connsiteY57" fmla="*/ 937 h 10000"/>
              <a:gd name="connsiteX58" fmla="*/ 1959 w 10000"/>
              <a:gd name="connsiteY58" fmla="*/ 896 h 10000"/>
              <a:gd name="connsiteX59" fmla="*/ 1136 w 10000"/>
              <a:gd name="connsiteY59" fmla="*/ 888 h 10000"/>
              <a:gd name="connsiteX60" fmla="*/ 520 w 10000"/>
              <a:gd name="connsiteY60" fmla="*/ 1197 h 10000"/>
              <a:gd name="connsiteX61" fmla="*/ 313 w 10000"/>
              <a:gd name="connsiteY61" fmla="*/ 2346 h 10000"/>
              <a:gd name="connsiteX62" fmla="*/ 2 w 10000"/>
              <a:gd name="connsiteY62" fmla="*/ 4571 h 10000"/>
              <a:gd name="connsiteX63" fmla="*/ 161 w 10000"/>
              <a:gd name="connsiteY63" fmla="*/ 6339 h 10000"/>
              <a:gd name="connsiteX64" fmla="*/ 157 w 10000"/>
              <a:gd name="connsiteY64" fmla="*/ 4515 h 10000"/>
              <a:gd name="connsiteX65" fmla="*/ 522 w 10000"/>
              <a:gd name="connsiteY65" fmla="*/ 2855 h 10000"/>
              <a:gd name="connsiteX66" fmla="*/ 816 w 10000"/>
              <a:gd name="connsiteY66" fmla="*/ 1601 h 10000"/>
              <a:gd name="connsiteX67" fmla="*/ 1144 w 10000"/>
              <a:gd name="connsiteY67" fmla="*/ 1251 h 10000"/>
              <a:gd name="connsiteX68" fmla="*/ 1906 w 10000"/>
              <a:gd name="connsiteY68" fmla="*/ 1163 h 10000"/>
              <a:gd name="connsiteX69" fmla="*/ 2640 w 10000"/>
              <a:gd name="connsiteY69" fmla="*/ 1228 h 10000"/>
              <a:gd name="connsiteX70" fmla="*/ 3292 w 10000"/>
              <a:gd name="connsiteY70" fmla="*/ 1152 h 10000"/>
              <a:gd name="connsiteX71" fmla="*/ 3933 w 10000"/>
              <a:gd name="connsiteY71" fmla="*/ 995 h 10000"/>
              <a:gd name="connsiteX72" fmla="*/ 4163 w 10000"/>
              <a:gd name="connsiteY72" fmla="*/ 1364 h 10000"/>
              <a:gd name="connsiteX73" fmla="*/ 4144 w 10000"/>
              <a:gd name="connsiteY73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559 w 10000"/>
              <a:gd name="connsiteY24" fmla="*/ 6213 h 10000"/>
              <a:gd name="connsiteX25" fmla="*/ 8210 w 10000"/>
              <a:gd name="connsiteY25" fmla="*/ 6434 h 10000"/>
              <a:gd name="connsiteX26" fmla="*/ 7909 w 10000"/>
              <a:gd name="connsiteY26" fmla="*/ 6391 h 10000"/>
              <a:gd name="connsiteX27" fmla="*/ 7414 w 10000"/>
              <a:gd name="connsiteY27" fmla="*/ 6265 h 10000"/>
              <a:gd name="connsiteX28" fmla="*/ 6894 w 10000"/>
              <a:gd name="connsiteY28" fmla="*/ 6250 h 10000"/>
              <a:gd name="connsiteX29" fmla="*/ 6487 w 10000"/>
              <a:gd name="connsiteY29" fmla="*/ 6284 h 10000"/>
              <a:gd name="connsiteX30" fmla="*/ 6478 w 10000"/>
              <a:gd name="connsiteY30" fmla="*/ 6113 h 10000"/>
              <a:gd name="connsiteX31" fmla="*/ 6571 w 10000"/>
              <a:gd name="connsiteY31" fmla="*/ 5713 h 10000"/>
              <a:gd name="connsiteX32" fmla="*/ 6632 w 10000"/>
              <a:gd name="connsiteY32" fmla="*/ 5257 h 10000"/>
              <a:gd name="connsiteX33" fmla="*/ 6553 w 10000"/>
              <a:gd name="connsiteY33" fmla="*/ 4694 h 10000"/>
              <a:gd name="connsiteX34" fmla="*/ 6372 w 10000"/>
              <a:gd name="connsiteY34" fmla="*/ 3960 h 10000"/>
              <a:gd name="connsiteX35" fmla="*/ 6187 w 10000"/>
              <a:gd name="connsiteY35" fmla="*/ 3310 h 10000"/>
              <a:gd name="connsiteX36" fmla="*/ 5893 w 10000"/>
              <a:gd name="connsiteY36" fmla="*/ 2386 h 10000"/>
              <a:gd name="connsiteX37" fmla="*/ 5844 w 10000"/>
              <a:gd name="connsiteY37" fmla="*/ 1143 h 10000"/>
              <a:gd name="connsiteX38" fmla="*/ 7340 w 10000"/>
              <a:gd name="connsiteY38" fmla="*/ 1155 h 10000"/>
              <a:gd name="connsiteX39" fmla="*/ 8119 w 10000"/>
              <a:gd name="connsiteY39" fmla="*/ 1927 h 10000"/>
              <a:gd name="connsiteX40" fmla="*/ 8468 w 10000"/>
              <a:gd name="connsiteY40" fmla="*/ 2845 h 10000"/>
              <a:gd name="connsiteX41" fmla="*/ 8955 w 10000"/>
              <a:gd name="connsiteY41" fmla="*/ 3487 h 10000"/>
              <a:gd name="connsiteX42" fmla="*/ 9441 w 10000"/>
              <a:gd name="connsiteY42" fmla="*/ 4299 h 10000"/>
              <a:gd name="connsiteX43" fmla="*/ 10000 w 10000"/>
              <a:gd name="connsiteY43" fmla="*/ 5982 h 10000"/>
              <a:gd name="connsiteX44" fmla="*/ 9756 w 10000"/>
              <a:gd name="connsiteY44" fmla="*/ 4221 h 10000"/>
              <a:gd name="connsiteX45" fmla="*/ 8880 w 10000"/>
              <a:gd name="connsiteY45" fmla="*/ 2913 h 10000"/>
              <a:gd name="connsiteX46" fmla="*/ 8147 w 10000"/>
              <a:gd name="connsiteY46" fmla="*/ 1510 h 10000"/>
              <a:gd name="connsiteX47" fmla="*/ 7383 w 10000"/>
              <a:gd name="connsiteY47" fmla="*/ 829 h 10000"/>
              <a:gd name="connsiteX48" fmla="*/ 6481 w 10000"/>
              <a:gd name="connsiteY48" fmla="*/ 798 h 10000"/>
              <a:gd name="connsiteX49" fmla="*/ 5539 w 10000"/>
              <a:gd name="connsiteY49" fmla="*/ 717 h 10000"/>
              <a:gd name="connsiteX50" fmla="*/ 5314 w 10000"/>
              <a:gd name="connsiteY50" fmla="*/ 603 h 10000"/>
              <a:gd name="connsiteX51" fmla="*/ 5146 w 10000"/>
              <a:gd name="connsiteY51" fmla="*/ 70 h 10000"/>
              <a:gd name="connsiteX52" fmla="*/ 4820 w 10000"/>
              <a:gd name="connsiteY52" fmla="*/ 39 h 10000"/>
              <a:gd name="connsiteX53" fmla="*/ 4697 w 10000"/>
              <a:gd name="connsiteY53" fmla="*/ 344 h 10000"/>
              <a:gd name="connsiteX54" fmla="*/ 4506 w 10000"/>
              <a:gd name="connsiteY54" fmla="*/ 759 h 10000"/>
              <a:gd name="connsiteX55" fmla="*/ 3670 w 10000"/>
              <a:gd name="connsiteY55" fmla="*/ 742 h 10000"/>
              <a:gd name="connsiteX56" fmla="*/ 2617 w 10000"/>
              <a:gd name="connsiteY56" fmla="*/ 937 h 10000"/>
              <a:gd name="connsiteX57" fmla="*/ 1959 w 10000"/>
              <a:gd name="connsiteY57" fmla="*/ 896 h 10000"/>
              <a:gd name="connsiteX58" fmla="*/ 1136 w 10000"/>
              <a:gd name="connsiteY58" fmla="*/ 888 h 10000"/>
              <a:gd name="connsiteX59" fmla="*/ 520 w 10000"/>
              <a:gd name="connsiteY59" fmla="*/ 1197 h 10000"/>
              <a:gd name="connsiteX60" fmla="*/ 313 w 10000"/>
              <a:gd name="connsiteY60" fmla="*/ 2346 h 10000"/>
              <a:gd name="connsiteX61" fmla="*/ 2 w 10000"/>
              <a:gd name="connsiteY61" fmla="*/ 4571 h 10000"/>
              <a:gd name="connsiteX62" fmla="*/ 161 w 10000"/>
              <a:gd name="connsiteY62" fmla="*/ 6339 h 10000"/>
              <a:gd name="connsiteX63" fmla="*/ 157 w 10000"/>
              <a:gd name="connsiteY63" fmla="*/ 4515 h 10000"/>
              <a:gd name="connsiteX64" fmla="*/ 522 w 10000"/>
              <a:gd name="connsiteY64" fmla="*/ 2855 h 10000"/>
              <a:gd name="connsiteX65" fmla="*/ 816 w 10000"/>
              <a:gd name="connsiteY65" fmla="*/ 1601 h 10000"/>
              <a:gd name="connsiteX66" fmla="*/ 1144 w 10000"/>
              <a:gd name="connsiteY66" fmla="*/ 1251 h 10000"/>
              <a:gd name="connsiteX67" fmla="*/ 1906 w 10000"/>
              <a:gd name="connsiteY67" fmla="*/ 1163 h 10000"/>
              <a:gd name="connsiteX68" fmla="*/ 2640 w 10000"/>
              <a:gd name="connsiteY68" fmla="*/ 1228 h 10000"/>
              <a:gd name="connsiteX69" fmla="*/ 3292 w 10000"/>
              <a:gd name="connsiteY69" fmla="*/ 1152 h 10000"/>
              <a:gd name="connsiteX70" fmla="*/ 3933 w 10000"/>
              <a:gd name="connsiteY70" fmla="*/ 995 h 10000"/>
              <a:gd name="connsiteX71" fmla="*/ 4163 w 10000"/>
              <a:gd name="connsiteY71" fmla="*/ 1364 h 10000"/>
              <a:gd name="connsiteX72" fmla="*/ 4144 w 10000"/>
              <a:gd name="connsiteY72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210 w 10000"/>
              <a:gd name="connsiteY24" fmla="*/ 6434 h 10000"/>
              <a:gd name="connsiteX25" fmla="*/ 7909 w 10000"/>
              <a:gd name="connsiteY25" fmla="*/ 6391 h 10000"/>
              <a:gd name="connsiteX26" fmla="*/ 7414 w 10000"/>
              <a:gd name="connsiteY26" fmla="*/ 6265 h 10000"/>
              <a:gd name="connsiteX27" fmla="*/ 6894 w 10000"/>
              <a:gd name="connsiteY27" fmla="*/ 6250 h 10000"/>
              <a:gd name="connsiteX28" fmla="*/ 6487 w 10000"/>
              <a:gd name="connsiteY28" fmla="*/ 6284 h 10000"/>
              <a:gd name="connsiteX29" fmla="*/ 6478 w 10000"/>
              <a:gd name="connsiteY29" fmla="*/ 6113 h 10000"/>
              <a:gd name="connsiteX30" fmla="*/ 6571 w 10000"/>
              <a:gd name="connsiteY30" fmla="*/ 5713 h 10000"/>
              <a:gd name="connsiteX31" fmla="*/ 6632 w 10000"/>
              <a:gd name="connsiteY31" fmla="*/ 5257 h 10000"/>
              <a:gd name="connsiteX32" fmla="*/ 6553 w 10000"/>
              <a:gd name="connsiteY32" fmla="*/ 4694 h 10000"/>
              <a:gd name="connsiteX33" fmla="*/ 6372 w 10000"/>
              <a:gd name="connsiteY33" fmla="*/ 3960 h 10000"/>
              <a:gd name="connsiteX34" fmla="*/ 6187 w 10000"/>
              <a:gd name="connsiteY34" fmla="*/ 3310 h 10000"/>
              <a:gd name="connsiteX35" fmla="*/ 5893 w 10000"/>
              <a:gd name="connsiteY35" fmla="*/ 2386 h 10000"/>
              <a:gd name="connsiteX36" fmla="*/ 5844 w 10000"/>
              <a:gd name="connsiteY36" fmla="*/ 1143 h 10000"/>
              <a:gd name="connsiteX37" fmla="*/ 7340 w 10000"/>
              <a:gd name="connsiteY37" fmla="*/ 1155 h 10000"/>
              <a:gd name="connsiteX38" fmla="*/ 8119 w 10000"/>
              <a:gd name="connsiteY38" fmla="*/ 1927 h 10000"/>
              <a:gd name="connsiteX39" fmla="*/ 8468 w 10000"/>
              <a:gd name="connsiteY39" fmla="*/ 2845 h 10000"/>
              <a:gd name="connsiteX40" fmla="*/ 8955 w 10000"/>
              <a:gd name="connsiteY40" fmla="*/ 3487 h 10000"/>
              <a:gd name="connsiteX41" fmla="*/ 9441 w 10000"/>
              <a:gd name="connsiteY41" fmla="*/ 4299 h 10000"/>
              <a:gd name="connsiteX42" fmla="*/ 10000 w 10000"/>
              <a:gd name="connsiteY42" fmla="*/ 5982 h 10000"/>
              <a:gd name="connsiteX43" fmla="*/ 9756 w 10000"/>
              <a:gd name="connsiteY43" fmla="*/ 4221 h 10000"/>
              <a:gd name="connsiteX44" fmla="*/ 8880 w 10000"/>
              <a:gd name="connsiteY44" fmla="*/ 2913 h 10000"/>
              <a:gd name="connsiteX45" fmla="*/ 8147 w 10000"/>
              <a:gd name="connsiteY45" fmla="*/ 1510 h 10000"/>
              <a:gd name="connsiteX46" fmla="*/ 7383 w 10000"/>
              <a:gd name="connsiteY46" fmla="*/ 829 h 10000"/>
              <a:gd name="connsiteX47" fmla="*/ 6481 w 10000"/>
              <a:gd name="connsiteY47" fmla="*/ 798 h 10000"/>
              <a:gd name="connsiteX48" fmla="*/ 5539 w 10000"/>
              <a:gd name="connsiteY48" fmla="*/ 717 h 10000"/>
              <a:gd name="connsiteX49" fmla="*/ 5314 w 10000"/>
              <a:gd name="connsiteY49" fmla="*/ 603 h 10000"/>
              <a:gd name="connsiteX50" fmla="*/ 5146 w 10000"/>
              <a:gd name="connsiteY50" fmla="*/ 70 h 10000"/>
              <a:gd name="connsiteX51" fmla="*/ 4820 w 10000"/>
              <a:gd name="connsiteY51" fmla="*/ 39 h 10000"/>
              <a:gd name="connsiteX52" fmla="*/ 4697 w 10000"/>
              <a:gd name="connsiteY52" fmla="*/ 344 h 10000"/>
              <a:gd name="connsiteX53" fmla="*/ 4506 w 10000"/>
              <a:gd name="connsiteY53" fmla="*/ 759 h 10000"/>
              <a:gd name="connsiteX54" fmla="*/ 3670 w 10000"/>
              <a:gd name="connsiteY54" fmla="*/ 742 h 10000"/>
              <a:gd name="connsiteX55" fmla="*/ 2617 w 10000"/>
              <a:gd name="connsiteY55" fmla="*/ 937 h 10000"/>
              <a:gd name="connsiteX56" fmla="*/ 1959 w 10000"/>
              <a:gd name="connsiteY56" fmla="*/ 896 h 10000"/>
              <a:gd name="connsiteX57" fmla="*/ 1136 w 10000"/>
              <a:gd name="connsiteY57" fmla="*/ 888 h 10000"/>
              <a:gd name="connsiteX58" fmla="*/ 520 w 10000"/>
              <a:gd name="connsiteY58" fmla="*/ 1197 h 10000"/>
              <a:gd name="connsiteX59" fmla="*/ 313 w 10000"/>
              <a:gd name="connsiteY59" fmla="*/ 2346 h 10000"/>
              <a:gd name="connsiteX60" fmla="*/ 2 w 10000"/>
              <a:gd name="connsiteY60" fmla="*/ 4571 h 10000"/>
              <a:gd name="connsiteX61" fmla="*/ 161 w 10000"/>
              <a:gd name="connsiteY61" fmla="*/ 6339 h 10000"/>
              <a:gd name="connsiteX62" fmla="*/ 157 w 10000"/>
              <a:gd name="connsiteY62" fmla="*/ 4515 h 10000"/>
              <a:gd name="connsiteX63" fmla="*/ 522 w 10000"/>
              <a:gd name="connsiteY63" fmla="*/ 2855 h 10000"/>
              <a:gd name="connsiteX64" fmla="*/ 816 w 10000"/>
              <a:gd name="connsiteY64" fmla="*/ 1601 h 10000"/>
              <a:gd name="connsiteX65" fmla="*/ 1144 w 10000"/>
              <a:gd name="connsiteY65" fmla="*/ 1251 h 10000"/>
              <a:gd name="connsiteX66" fmla="*/ 1906 w 10000"/>
              <a:gd name="connsiteY66" fmla="*/ 1163 h 10000"/>
              <a:gd name="connsiteX67" fmla="*/ 2640 w 10000"/>
              <a:gd name="connsiteY67" fmla="*/ 1228 h 10000"/>
              <a:gd name="connsiteX68" fmla="*/ 3292 w 10000"/>
              <a:gd name="connsiteY68" fmla="*/ 1152 h 10000"/>
              <a:gd name="connsiteX69" fmla="*/ 3933 w 10000"/>
              <a:gd name="connsiteY69" fmla="*/ 995 h 10000"/>
              <a:gd name="connsiteX70" fmla="*/ 4163 w 10000"/>
              <a:gd name="connsiteY70" fmla="*/ 1364 h 10000"/>
              <a:gd name="connsiteX71" fmla="*/ 4144 w 10000"/>
              <a:gd name="connsiteY71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7909 w 10000"/>
              <a:gd name="connsiteY24" fmla="*/ 6391 h 10000"/>
              <a:gd name="connsiteX25" fmla="*/ 7414 w 10000"/>
              <a:gd name="connsiteY25" fmla="*/ 6265 h 10000"/>
              <a:gd name="connsiteX26" fmla="*/ 6894 w 10000"/>
              <a:gd name="connsiteY26" fmla="*/ 6250 h 10000"/>
              <a:gd name="connsiteX27" fmla="*/ 6487 w 10000"/>
              <a:gd name="connsiteY27" fmla="*/ 6284 h 10000"/>
              <a:gd name="connsiteX28" fmla="*/ 6478 w 10000"/>
              <a:gd name="connsiteY28" fmla="*/ 6113 h 10000"/>
              <a:gd name="connsiteX29" fmla="*/ 6571 w 10000"/>
              <a:gd name="connsiteY29" fmla="*/ 5713 h 10000"/>
              <a:gd name="connsiteX30" fmla="*/ 6632 w 10000"/>
              <a:gd name="connsiteY30" fmla="*/ 5257 h 10000"/>
              <a:gd name="connsiteX31" fmla="*/ 6553 w 10000"/>
              <a:gd name="connsiteY31" fmla="*/ 4694 h 10000"/>
              <a:gd name="connsiteX32" fmla="*/ 6372 w 10000"/>
              <a:gd name="connsiteY32" fmla="*/ 3960 h 10000"/>
              <a:gd name="connsiteX33" fmla="*/ 6187 w 10000"/>
              <a:gd name="connsiteY33" fmla="*/ 3310 h 10000"/>
              <a:gd name="connsiteX34" fmla="*/ 5893 w 10000"/>
              <a:gd name="connsiteY34" fmla="*/ 2386 h 10000"/>
              <a:gd name="connsiteX35" fmla="*/ 5844 w 10000"/>
              <a:gd name="connsiteY35" fmla="*/ 1143 h 10000"/>
              <a:gd name="connsiteX36" fmla="*/ 7340 w 10000"/>
              <a:gd name="connsiteY36" fmla="*/ 1155 h 10000"/>
              <a:gd name="connsiteX37" fmla="*/ 8119 w 10000"/>
              <a:gd name="connsiteY37" fmla="*/ 1927 h 10000"/>
              <a:gd name="connsiteX38" fmla="*/ 8468 w 10000"/>
              <a:gd name="connsiteY38" fmla="*/ 2845 h 10000"/>
              <a:gd name="connsiteX39" fmla="*/ 8955 w 10000"/>
              <a:gd name="connsiteY39" fmla="*/ 3487 h 10000"/>
              <a:gd name="connsiteX40" fmla="*/ 9441 w 10000"/>
              <a:gd name="connsiteY40" fmla="*/ 4299 h 10000"/>
              <a:gd name="connsiteX41" fmla="*/ 10000 w 10000"/>
              <a:gd name="connsiteY41" fmla="*/ 5982 h 10000"/>
              <a:gd name="connsiteX42" fmla="*/ 9756 w 10000"/>
              <a:gd name="connsiteY42" fmla="*/ 4221 h 10000"/>
              <a:gd name="connsiteX43" fmla="*/ 8880 w 10000"/>
              <a:gd name="connsiteY43" fmla="*/ 2913 h 10000"/>
              <a:gd name="connsiteX44" fmla="*/ 8147 w 10000"/>
              <a:gd name="connsiteY44" fmla="*/ 1510 h 10000"/>
              <a:gd name="connsiteX45" fmla="*/ 7383 w 10000"/>
              <a:gd name="connsiteY45" fmla="*/ 829 h 10000"/>
              <a:gd name="connsiteX46" fmla="*/ 6481 w 10000"/>
              <a:gd name="connsiteY46" fmla="*/ 798 h 10000"/>
              <a:gd name="connsiteX47" fmla="*/ 5539 w 10000"/>
              <a:gd name="connsiteY47" fmla="*/ 717 h 10000"/>
              <a:gd name="connsiteX48" fmla="*/ 5314 w 10000"/>
              <a:gd name="connsiteY48" fmla="*/ 603 h 10000"/>
              <a:gd name="connsiteX49" fmla="*/ 5146 w 10000"/>
              <a:gd name="connsiteY49" fmla="*/ 70 h 10000"/>
              <a:gd name="connsiteX50" fmla="*/ 4820 w 10000"/>
              <a:gd name="connsiteY50" fmla="*/ 39 h 10000"/>
              <a:gd name="connsiteX51" fmla="*/ 4697 w 10000"/>
              <a:gd name="connsiteY51" fmla="*/ 344 h 10000"/>
              <a:gd name="connsiteX52" fmla="*/ 4506 w 10000"/>
              <a:gd name="connsiteY52" fmla="*/ 759 h 10000"/>
              <a:gd name="connsiteX53" fmla="*/ 3670 w 10000"/>
              <a:gd name="connsiteY53" fmla="*/ 742 h 10000"/>
              <a:gd name="connsiteX54" fmla="*/ 2617 w 10000"/>
              <a:gd name="connsiteY54" fmla="*/ 937 h 10000"/>
              <a:gd name="connsiteX55" fmla="*/ 1959 w 10000"/>
              <a:gd name="connsiteY55" fmla="*/ 896 h 10000"/>
              <a:gd name="connsiteX56" fmla="*/ 1136 w 10000"/>
              <a:gd name="connsiteY56" fmla="*/ 888 h 10000"/>
              <a:gd name="connsiteX57" fmla="*/ 520 w 10000"/>
              <a:gd name="connsiteY57" fmla="*/ 1197 h 10000"/>
              <a:gd name="connsiteX58" fmla="*/ 313 w 10000"/>
              <a:gd name="connsiteY58" fmla="*/ 2346 h 10000"/>
              <a:gd name="connsiteX59" fmla="*/ 2 w 10000"/>
              <a:gd name="connsiteY59" fmla="*/ 4571 h 10000"/>
              <a:gd name="connsiteX60" fmla="*/ 161 w 10000"/>
              <a:gd name="connsiteY60" fmla="*/ 6339 h 10000"/>
              <a:gd name="connsiteX61" fmla="*/ 157 w 10000"/>
              <a:gd name="connsiteY61" fmla="*/ 4515 h 10000"/>
              <a:gd name="connsiteX62" fmla="*/ 522 w 10000"/>
              <a:gd name="connsiteY62" fmla="*/ 2855 h 10000"/>
              <a:gd name="connsiteX63" fmla="*/ 816 w 10000"/>
              <a:gd name="connsiteY63" fmla="*/ 1601 h 10000"/>
              <a:gd name="connsiteX64" fmla="*/ 1144 w 10000"/>
              <a:gd name="connsiteY64" fmla="*/ 1251 h 10000"/>
              <a:gd name="connsiteX65" fmla="*/ 1906 w 10000"/>
              <a:gd name="connsiteY65" fmla="*/ 1163 h 10000"/>
              <a:gd name="connsiteX66" fmla="*/ 2640 w 10000"/>
              <a:gd name="connsiteY66" fmla="*/ 1228 h 10000"/>
              <a:gd name="connsiteX67" fmla="*/ 3292 w 10000"/>
              <a:gd name="connsiteY67" fmla="*/ 1152 h 10000"/>
              <a:gd name="connsiteX68" fmla="*/ 3933 w 10000"/>
              <a:gd name="connsiteY68" fmla="*/ 995 h 10000"/>
              <a:gd name="connsiteX69" fmla="*/ 4163 w 10000"/>
              <a:gd name="connsiteY69" fmla="*/ 1364 h 10000"/>
              <a:gd name="connsiteX70" fmla="*/ 4144 w 10000"/>
              <a:gd name="connsiteY7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7414 w 10000"/>
              <a:gd name="connsiteY24" fmla="*/ 6265 h 10000"/>
              <a:gd name="connsiteX25" fmla="*/ 6894 w 10000"/>
              <a:gd name="connsiteY25" fmla="*/ 6250 h 10000"/>
              <a:gd name="connsiteX26" fmla="*/ 6487 w 10000"/>
              <a:gd name="connsiteY26" fmla="*/ 6284 h 10000"/>
              <a:gd name="connsiteX27" fmla="*/ 6478 w 10000"/>
              <a:gd name="connsiteY27" fmla="*/ 6113 h 10000"/>
              <a:gd name="connsiteX28" fmla="*/ 6571 w 10000"/>
              <a:gd name="connsiteY28" fmla="*/ 5713 h 10000"/>
              <a:gd name="connsiteX29" fmla="*/ 6632 w 10000"/>
              <a:gd name="connsiteY29" fmla="*/ 5257 h 10000"/>
              <a:gd name="connsiteX30" fmla="*/ 6553 w 10000"/>
              <a:gd name="connsiteY30" fmla="*/ 4694 h 10000"/>
              <a:gd name="connsiteX31" fmla="*/ 6372 w 10000"/>
              <a:gd name="connsiteY31" fmla="*/ 3960 h 10000"/>
              <a:gd name="connsiteX32" fmla="*/ 6187 w 10000"/>
              <a:gd name="connsiteY32" fmla="*/ 3310 h 10000"/>
              <a:gd name="connsiteX33" fmla="*/ 5893 w 10000"/>
              <a:gd name="connsiteY33" fmla="*/ 2386 h 10000"/>
              <a:gd name="connsiteX34" fmla="*/ 5844 w 10000"/>
              <a:gd name="connsiteY34" fmla="*/ 1143 h 10000"/>
              <a:gd name="connsiteX35" fmla="*/ 7340 w 10000"/>
              <a:gd name="connsiteY35" fmla="*/ 1155 h 10000"/>
              <a:gd name="connsiteX36" fmla="*/ 8119 w 10000"/>
              <a:gd name="connsiteY36" fmla="*/ 1927 h 10000"/>
              <a:gd name="connsiteX37" fmla="*/ 8468 w 10000"/>
              <a:gd name="connsiteY37" fmla="*/ 2845 h 10000"/>
              <a:gd name="connsiteX38" fmla="*/ 8955 w 10000"/>
              <a:gd name="connsiteY38" fmla="*/ 3487 h 10000"/>
              <a:gd name="connsiteX39" fmla="*/ 9441 w 10000"/>
              <a:gd name="connsiteY39" fmla="*/ 4299 h 10000"/>
              <a:gd name="connsiteX40" fmla="*/ 10000 w 10000"/>
              <a:gd name="connsiteY40" fmla="*/ 5982 h 10000"/>
              <a:gd name="connsiteX41" fmla="*/ 9756 w 10000"/>
              <a:gd name="connsiteY41" fmla="*/ 4221 h 10000"/>
              <a:gd name="connsiteX42" fmla="*/ 8880 w 10000"/>
              <a:gd name="connsiteY42" fmla="*/ 2913 h 10000"/>
              <a:gd name="connsiteX43" fmla="*/ 8147 w 10000"/>
              <a:gd name="connsiteY43" fmla="*/ 1510 h 10000"/>
              <a:gd name="connsiteX44" fmla="*/ 7383 w 10000"/>
              <a:gd name="connsiteY44" fmla="*/ 829 h 10000"/>
              <a:gd name="connsiteX45" fmla="*/ 6481 w 10000"/>
              <a:gd name="connsiteY45" fmla="*/ 798 h 10000"/>
              <a:gd name="connsiteX46" fmla="*/ 5539 w 10000"/>
              <a:gd name="connsiteY46" fmla="*/ 717 h 10000"/>
              <a:gd name="connsiteX47" fmla="*/ 5314 w 10000"/>
              <a:gd name="connsiteY47" fmla="*/ 603 h 10000"/>
              <a:gd name="connsiteX48" fmla="*/ 5146 w 10000"/>
              <a:gd name="connsiteY48" fmla="*/ 70 h 10000"/>
              <a:gd name="connsiteX49" fmla="*/ 4820 w 10000"/>
              <a:gd name="connsiteY49" fmla="*/ 39 h 10000"/>
              <a:gd name="connsiteX50" fmla="*/ 4697 w 10000"/>
              <a:gd name="connsiteY50" fmla="*/ 344 h 10000"/>
              <a:gd name="connsiteX51" fmla="*/ 4506 w 10000"/>
              <a:gd name="connsiteY51" fmla="*/ 759 h 10000"/>
              <a:gd name="connsiteX52" fmla="*/ 3670 w 10000"/>
              <a:gd name="connsiteY52" fmla="*/ 742 h 10000"/>
              <a:gd name="connsiteX53" fmla="*/ 2617 w 10000"/>
              <a:gd name="connsiteY53" fmla="*/ 937 h 10000"/>
              <a:gd name="connsiteX54" fmla="*/ 1959 w 10000"/>
              <a:gd name="connsiteY54" fmla="*/ 896 h 10000"/>
              <a:gd name="connsiteX55" fmla="*/ 1136 w 10000"/>
              <a:gd name="connsiteY55" fmla="*/ 888 h 10000"/>
              <a:gd name="connsiteX56" fmla="*/ 520 w 10000"/>
              <a:gd name="connsiteY56" fmla="*/ 1197 h 10000"/>
              <a:gd name="connsiteX57" fmla="*/ 313 w 10000"/>
              <a:gd name="connsiteY57" fmla="*/ 2346 h 10000"/>
              <a:gd name="connsiteX58" fmla="*/ 2 w 10000"/>
              <a:gd name="connsiteY58" fmla="*/ 4571 h 10000"/>
              <a:gd name="connsiteX59" fmla="*/ 161 w 10000"/>
              <a:gd name="connsiteY59" fmla="*/ 6339 h 10000"/>
              <a:gd name="connsiteX60" fmla="*/ 157 w 10000"/>
              <a:gd name="connsiteY60" fmla="*/ 4515 h 10000"/>
              <a:gd name="connsiteX61" fmla="*/ 522 w 10000"/>
              <a:gd name="connsiteY61" fmla="*/ 2855 h 10000"/>
              <a:gd name="connsiteX62" fmla="*/ 816 w 10000"/>
              <a:gd name="connsiteY62" fmla="*/ 1601 h 10000"/>
              <a:gd name="connsiteX63" fmla="*/ 1144 w 10000"/>
              <a:gd name="connsiteY63" fmla="*/ 1251 h 10000"/>
              <a:gd name="connsiteX64" fmla="*/ 1906 w 10000"/>
              <a:gd name="connsiteY64" fmla="*/ 1163 h 10000"/>
              <a:gd name="connsiteX65" fmla="*/ 2640 w 10000"/>
              <a:gd name="connsiteY65" fmla="*/ 1228 h 10000"/>
              <a:gd name="connsiteX66" fmla="*/ 3292 w 10000"/>
              <a:gd name="connsiteY66" fmla="*/ 1152 h 10000"/>
              <a:gd name="connsiteX67" fmla="*/ 3933 w 10000"/>
              <a:gd name="connsiteY67" fmla="*/ 995 h 10000"/>
              <a:gd name="connsiteX68" fmla="*/ 4163 w 10000"/>
              <a:gd name="connsiteY68" fmla="*/ 1364 h 10000"/>
              <a:gd name="connsiteX69" fmla="*/ 4144 w 10000"/>
              <a:gd name="connsiteY6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894 w 10000"/>
              <a:gd name="connsiteY24" fmla="*/ 6250 h 10000"/>
              <a:gd name="connsiteX25" fmla="*/ 6487 w 10000"/>
              <a:gd name="connsiteY25" fmla="*/ 6284 h 10000"/>
              <a:gd name="connsiteX26" fmla="*/ 6478 w 10000"/>
              <a:gd name="connsiteY26" fmla="*/ 6113 h 10000"/>
              <a:gd name="connsiteX27" fmla="*/ 6571 w 10000"/>
              <a:gd name="connsiteY27" fmla="*/ 5713 h 10000"/>
              <a:gd name="connsiteX28" fmla="*/ 6632 w 10000"/>
              <a:gd name="connsiteY28" fmla="*/ 5257 h 10000"/>
              <a:gd name="connsiteX29" fmla="*/ 6553 w 10000"/>
              <a:gd name="connsiteY29" fmla="*/ 4694 h 10000"/>
              <a:gd name="connsiteX30" fmla="*/ 6372 w 10000"/>
              <a:gd name="connsiteY30" fmla="*/ 3960 h 10000"/>
              <a:gd name="connsiteX31" fmla="*/ 6187 w 10000"/>
              <a:gd name="connsiteY31" fmla="*/ 3310 h 10000"/>
              <a:gd name="connsiteX32" fmla="*/ 5893 w 10000"/>
              <a:gd name="connsiteY32" fmla="*/ 2386 h 10000"/>
              <a:gd name="connsiteX33" fmla="*/ 5844 w 10000"/>
              <a:gd name="connsiteY33" fmla="*/ 1143 h 10000"/>
              <a:gd name="connsiteX34" fmla="*/ 7340 w 10000"/>
              <a:gd name="connsiteY34" fmla="*/ 1155 h 10000"/>
              <a:gd name="connsiteX35" fmla="*/ 8119 w 10000"/>
              <a:gd name="connsiteY35" fmla="*/ 1927 h 10000"/>
              <a:gd name="connsiteX36" fmla="*/ 8468 w 10000"/>
              <a:gd name="connsiteY36" fmla="*/ 2845 h 10000"/>
              <a:gd name="connsiteX37" fmla="*/ 8955 w 10000"/>
              <a:gd name="connsiteY37" fmla="*/ 3487 h 10000"/>
              <a:gd name="connsiteX38" fmla="*/ 9441 w 10000"/>
              <a:gd name="connsiteY38" fmla="*/ 4299 h 10000"/>
              <a:gd name="connsiteX39" fmla="*/ 10000 w 10000"/>
              <a:gd name="connsiteY39" fmla="*/ 5982 h 10000"/>
              <a:gd name="connsiteX40" fmla="*/ 9756 w 10000"/>
              <a:gd name="connsiteY40" fmla="*/ 4221 h 10000"/>
              <a:gd name="connsiteX41" fmla="*/ 8880 w 10000"/>
              <a:gd name="connsiteY41" fmla="*/ 2913 h 10000"/>
              <a:gd name="connsiteX42" fmla="*/ 8147 w 10000"/>
              <a:gd name="connsiteY42" fmla="*/ 1510 h 10000"/>
              <a:gd name="connsiteX43" fmla="*/ 7383 w 10000"/>
              <a:gd name="connsiteY43" fmla="*/ 829 h 10000"/>
              <a:gd name="connsiteX44" fmla="*/ 6481 w 10000"/>
              <a:gd name="connsiteY44" fmla="*/ 798 h 10000"/>
              <a:gd name="connsiteX45" fmla="*/ 5539 w 10000"/>
              <a:gd name="connsiteY45" fmla="*/ 717 h 10000"/>
              <a:gd name="connsiteX46" fmla="*/ 5314 w 10000"/>
              <a:gd name="connsiteY46" fmla="*/ 603 h 10000"/>
              <a:gd name="connsiteX47" fmla="*/ 5146 w 10000"/>
              <a:gd name="connsiteY47" fmla="*/ 70 h 10000"/>
              <a:gd name="connsiteX48" fmla="*/ 4820 w 10000"/>
              <a:gd name="connsiteY48" fmla="*/ 39 h 10000"/>
              <a:gd name="connsiteX49" fmla="*/ 4697 w 10000"/>
              <a:gd name="connsiteY49" fmla="*/ 344 h 10000"/>
              <a:gd name="connsiteX50" fmla="*/ 4506 w 10000"/>
              <a:gd name="connsiteY50" fmla="*/ 759 h 10000"/>
              <a:gd name="connsiteX51" fmla="*/ 3670 w 10000"/>
              <a:gd name="connsiteY51" fmla="*/ 742 h 10000"/>
              <a:gd name="connsiteX52" fmla="*/ 2617 w 10000"/>
              <a:gd name="connsiteY52" fmla="*/ 937 h 10000"/>
              <a:gd name="connsiteX53" fmla="*/ 1959 w 10000"/>
              <a:gd name="connsiteY53" fmla="*/ 896 h 10000"/>
              <a:gd name="connsiteX54" fmla="*/ 1136 w 10000"/>
              <a:gd name="connsiteY54" fmla="*/ 888 h 10000"/>
              <a:gd name="connsiteX55" fmla="*/ 520 w 10000"/>
              <a:gd name="connsiteY55" fmla="*/ 1197 h 10000"/>
              <a:gd name="connsiteX56" fmla="*/ 313 w 10000"/>
              <a:gd name="connsiteY56" fmla="*/ 2346 h 10000"/>
              <a:gd name="connsiteX57" fmla="*/ 2 w 10000"/>
              <a:gd name="connsiteY57" fmla="*/ 4571 h 10000"/>
              <a:gd name="connsiteX58" fmla="*/ 161 w 10000"/>
              <a:gd name="connsiteY58" fmla="*/ 6339 h 10000"/>
              <a:gd name="connsiteX59" fmla="*/ 157 w 10000"/>
              <a:gd name="connsiteY59" fmla="*/ 4515 h 10000"/>
              <a:gd name="connsiteX60" fmla="*/ 522 w 10000"/>
              <a:gd name="connsiteY60" fmla="*/ 2855 h 10000"/>
              <a:gd name="connsiteX61" fmla="*/ 816 w 10000"/>
              <a:gd name="connsiteY61" fmla="*/ 1601 h 10000"/>
              <a:gd name="connsiteX62" fmla="*/ 1144 w 10000"/>
              <a:gd name="connsiteY62" fmla="*/ 1251 h 10000"/>
              <a:gd name="connsiteX63" fmla="*/ 1906 w 10000"/>
              <a:gd name="connsiteY63" fmla="*/ 1163 h 10000"/>
              <a:gd name="connsiteX64" fmla="*/ 2640 w 10000"/>
              <a:gd name="connsiteY64" fmla="*/ 1228 h 10000"/>
              <a:gd name="connsiteX65" fmla="*/ 3292 w 10000"/>
              <a:gd name="connsiteY65" fmla="*/ 1152 h 10000"/>
              <a:gd name="connsiteX66" fmla="*/ 3933 w 10000"/>
              <a:gd name="connsiteY66" fmla="*/ 995 h 10000"/>
              <a:gd name="connsiteX67" fmla="*/ 4163 w 10000"/>
              <a:gd name="connsiteY67" fmla="*/ 1364 h 10000"/>
              <a:gd name="connsiteX68" fmla="*/ 4144 w 10000"/>
              <a:gd name="connsiteY6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487 w 10000"/>
              <a:gd name="connsiteY24" fmla="*/ 6284 h 10000"/>
              <a:gd name="connsiteX25" fmla="*/ 6478 w 10000"/>
              <a:gd name="connsiteY25" fmla="*/ 6113 h 10000"/>
              <a:gd name="connsiteX26" fmla="*/ 6571 w 10000"/>
              <a:gd name="connsiteY26" fmla="*/ 5713 h 10000"/>
              <a:gd name="connsiteX27" fmla="*/ 6632 w 10000"/>
              <a:gd name="connsiteY27" fmla="*/ 5257 h 10000"/>
              <a:gd name="connsiteX28" fmla="*/ 6553 w 10000"/>
              <a:gd name="connsiteY28" fmla="*/ 4694 h 10000"/>
              <a:gd name="connsiteX29" fmla="*/ 6372 w 10000"/>
              <a:gd name="connsiteY29" fmla="*/ 3960 h 10000"/>
              <a:gd name="connsiteX30" fmla="*/ 6187 w 10000"/>
              <a:gd name="connsiteY30" fmla="*/ 3310 h 10000"/>
              <a:gd name="connsiteX31" fmla="*/ 5893 w 10000"/>
              <a:gd name="connsiteY31" fmla="*/ 2386 h 10000"/>
              <a:gd name="connsiteX32" fmla="*/ 5844 w 10000"/>
              <a:gd name="connsiteY32" fmla="*/ 1143 h 10000"/>
              <a:gd name="connsiteX33" fmla="*/ 7340 w 10000"/>
              <a:gd name="connsiteY33" fmla="*/ 1155 h 10000"/>
              <a:gd name="connsiteX34" fmla="*/ 8119 w 10000"/>
              <a:gd name="connsiteY34" fmla="*/ 1927 h 10000"/>
              <a:gd name="connsiteX35" fmla="*/ 8468 w 10000"/>
              <a:gd name="connsiteY35" fmla="*/ 2845 h 10000"/>
              <a:gd name="connsiteX36" fmla="*/ 8955 w 10000"/>
              <a:gd name="connsiteY36" fmla="*/ 3487 h 10000"/>
              <a:gd name="connsiteX37" fmla="*/ 9441 w 10000"/>
              <a:gd name="connsiteY37" fmla="*/ 4299 h 10000"/>
              <a:gd name="connsiteX38" fmla="*/ 10000 w 10000"/>
              <a:gd name="connsiteY38" fmla="*/ 5982 h 10000"/>
              <a:gd name="connsiteX39" fmla="*/ 9756 w 10000"/>
              <a:gd name="connsiteY39" fmla="*/ 4221 h 10000"/>
              <a:gd name="connsiteX40" fmla="*/ 8880 w 10000"/>
              <a:gd name="connsiteY40" fmla="*/ 2913 h 10000"/>
              <a:gd name="connsiteX41" fmla="*/ 8147 w 10000"/>
              <a:gd name="connsiteY41" fmla="*/ 1510 h 10000"/>
              <a:gd name="connsiteX42" fmla="*/ 7383 w 10000"/>
              <a:gd name="connsiteY42" fmla="*/ 829 h 10000"/>
              <a:gd name="connsiteX43" fmla="*/ 6481 w 10000"/>
              <a:gd name="connsiteY43" fmla="*/ 798 h 10000"/>
              <a:gd name="connsiteX44" fmla="*/ 5539 w 10000"/>
              <a:gd name="connsiteY44" fmla="*/ 717 h 10000"/>
              <a:gd name="connsiteX45" fmla="*/ 5314 w 10000"/>
              <a:gd name="connsiteY45" fmla="*/ 603 h 10000"/>
              <a:gd name="connsiteX46" fmla="*/ 5146 w 10000"/>
              <a:gd name="connsiteY46" fmla="*/ 70 h 10000"/>
              <a:gd name="connsiteX47" fmla="*/ 4820 w 10000"/>
              <a:gd name="connsiteY47" fmla="*/ 39 h 10000"/>
              <a:gd name="connsiteX48" fmla="*/ 4697 w 10000"/>
              <a:gd name="connsiteY48" fmla="*/ 344 h 10000"/>
              <a:gd name="connsiteX49" fmla="*/ 4506 w 10000"/>
              <a:gd name="connsiteY49" fmla="*/ 759 h 10000"/>
              <a:gd name="connsiteX50" fmla="*/ 3670 w 10000"/>
              <a:gd name="connsiteY50" fmla="*/ 742 h 10000"/>
              <a:gd name="connsiteX51" fmla="*/ 2617 w 10000"/>
              <a:gd name="connsiteY51" fmla="*/ 937 h 10000"/>
              <a:gd name="connsiteX52" fmla="*/ 1959 w 10000"/>
              <a:gd name="connsiteY52" fmla="*/ 896 h 10000"/>
              <a:gd name="connsiteX53" fmla="*/ 1136 w 10000"/>
              <a:gd name="connsiteY53" fmla="*/ 888 h 10000"/>
              <a:gd name="connsiteX54" fmla="*/ 520 w 10000"/>
              <a:gd name="connsiteY54" fmla="*/ 1197 h 10000"/>
              <a:gd name="connsiteX55" fmla="*/ 313 w 10000"/>
              <a:gd name="connsiteY55" fmla="*/ 2346 h 10000"/>
              <a:gd name="connsiteX56" fmla="*/ 2 w 10000"/>
              <a:gd name="connsiteY56" fmla="*/ 4571 h 10000"/>
              <a:gd name="connsiteX57" fmla="*/ 161 w 10000"/>
              <a:gd name="connsiteY57" fmla="*/ 6339 h 10000"/>
              <a:gd name="connsiteX58" fmla="*/ 157 w 10000"/>
              <a:gd name="connsiteY58" fmla="*/ 4515 h 10000"/>
              <a:gd name="connsiteX59" fmla="*/ 522 w 10000"/>
              <a:gd name="connsiteY59" fmla="*/ 2855 h 10000"/>
              <a:gd name="connsiteX60" fmla="*/ 816 w 10000"/>
              <a:gd name="connsiteY60" fmla="*/ 1601 h 10000"/>
              <a:gd name="connsiteX61" fmla="*/ 1144 w 10000"/>
              <a:gd name="connsiteY61" fmla="*/ 1251 h 10000"/>
              <a:gd name="connsiteX62" fmla="*/ 1906 w 10000"/>
              <a:gd name="connsiteY62" fmla="*/ 1163 h 10000"/>
              <a:gd name="connsiteX63" fmla="*/ 2640 w 10000"/>
              <a:gd name="connsiteY63" fmla="*/ 1228 h 10000"/>
              <a:gd name="connsiteX64" fmla="*/ 3292 w 10000"/>
              <a:gd name="connsiteY64" fmla="*/ 1152 h 10000"/>
              <a:gd name="connsiteX65" fmla="*/ 3933 w 10000"/>
              <a:gd name="connsiteY65" fmla="*/ 995 h 10000"/>
              <a:gd name="connsiteX66" fmla="*/ 4163 w 10000"/>
              <a:gd name="connsiteY66" fmla="*/ 1364 h 10000"/>
              <a:gd name="connsiteX67" fmla="*/ 4144 w 10000"/>
              <a:gd name="connsiteY6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478 w 10000"/>
              <a:gd name="connsiteY24" fmla="*/ 6113 h 10000"/>
              <a:gd name="connsiteX25" fmla="*/ 6571 w 10000"/>
              <a:gd name="connsiteY25" fmla="*/ 5713 h 10000"/>
              <a:gd name="connsiteX26" fmla="*/ 6632 w 10000"/>
              <a:gd name="connsiteY26" fmla="*/ 5257 h 10000"/>
              <a:gd name="connsiteX27" fmla="*/ 6553 w 10000"/>
              <a:gd name="connsiteY27" fmla="*/ 4694 h 10000"/>
              <a:gd name="connsiteX28" fmla="*/ 6372 w 10000"/>
              <a:gd name="connsiteY28" fmla="*/ 3960 h 10000"/>
              <a:gd name="connsiteX29" fmla="*/ 6187 w 10000"/>
              <a:gd name="connsiteY29" fmla="*/ 3310 h 10000"/>
              <a:gd name="connsiteX30" fmla="*/ 5893 w 10000"/>
              <a:gd name="connsiteY30" fmla="*/ 2386 h 10000"/>
              <a:gd name="connsiteX31" fmla="*/ 5844 w 10000"/>
              <a:gd name="connsiteY31" fmla="*/ 1143 h 10000"/>
              <a:gd name="connsiteX32" fmla="*/ 7340 w 10000"/>
              <a:gd name="connsiteY32" fmla="*/ 1155 h 10000"/>
              <a:gd name="connsiteX33" fmla="*/ 8119 w 10000"/>
              <a:gd name="connsiteY33" fmla="*/ 1927 h 10000"/>
              <a:gd name="connsiteX34" fmla="*/ 8468 w 10000"/>
              <a:gd name="connsiteY34" fmla="*/ 2845 h 10000"/>
              <a:gd name="connsiteX35" fmla="*/ 8955 w 10000"/>
              <a:gd name="connsiteY35" fmla="*/ 3487 h 10000"/>
              <a:gd name="connsiteX36" fmla="*/ 9441 w 10000"/>
              <a:gd name="connsiteY36" fmla="*/ 4299 h 10000"/>
              <a:gd name="connsiteX37" fmla="*/ 10000 w 10000"/>
              <a:gd name="connsiteY37" fmla="*/ 5982 h 10000"/>
              <a:gd name="connsiteX38" fmla="*/ 9756 w 10000"/>
              <a:gd name="connsiteY38" fmla="*/ 4221 h 10000"/>
              <a:gd name="connsiteX39" fmla="*/ 8880 w 10000"/>
              <a:gd name="connsiteY39" fmla="*/ 2913 h 10000"/>
              <a:gd name="connsiteX40" fmla="*/ 8147 w 10000"/>
              <a:gd name="connsiteY40" fmla="*/ 1510 h 10000"/>
              <a:gd name="connsiteX41" fmla="*/ 7383 w 10000"/>
              <a:gd name="connsiteY41" fmla="*/ 829 h 10000"/>
              <a:gd name="connsiteX42" fmla="*/ 6481 w 10000"/>
              <a:gd name="connsiteY42" fmla="*/ 798 h 10000"/>
              <a:gd name="connsiteX43" fmla="*/ 5539 w 10000"/>
              <a:gd name="connsiteY43" fmla="*/ 717 h 10000"/>
              <a:gd name="connsiteX44" fmla="*/ 5314 w 10000"/>
              <a:gd name="connsiteY44" fmla="*/ 603 h 10000"/>
              <a:gd name="connsiteX45" fmla="*/ 5146 w 10000"/>
              <a:gd name="connsiteY45" fmla="*/ 70 h 10000"/>
              <a:gd name="connsiteX46" fmla="*/ 4820 w 10000"/>
              <a:gd name="connsiteY46" fmla="*/ 39 h 10000"/>
              <a:gd name="connsiteX47" fmla="*/ 4697 w 10000"/>
              <a:gd name="connsiteY47" fmla="*/ 344 h 10000"/>
              <a:gd name="connsiteX48" fmla="*/ 4506 w 10000"/>
              <a:gd name="connsiteY48" fmla="*/ 759 h 10000"/>
              <a:gd name="connsiteX49" fmla="*/ 3670 w 10000"/>
              <a:gd name="connsiteY49" fmla="*/ 742 h 10000"/>
              <a:gd name="connsiteX50" fmla="*/ 2617 w 10000"/>
              <a:gd name="connsiteY50" fmla="*/ 937 h 10000"/>
              <a:gd name="connsiteX51" fmla="*/ 1959 w 10000"/>
              <a:gd name="connsiteY51" fmla="*/ 896 h 10000"/>
              <a:gd name="connsiteX52" fmla="*/ 1136 w 10000"/>
              <a:gd name="connsiteY52" fmla="*/ 888 h 10000"/>
              <a:gd name="connsiteX53" fmla="*/ 520 w 10000"/>
              <a:gd name="connsiteY53" fmla="*/ 1197 h 10000"/>
              <a:gd name="connsiteX54" fmla="*/ 313 w 10000"/>
              <a:gd name="connsiteY54" fmla="*/ 2346 h 10000"/>
              <a:gd name="connsiteX55" fmla="*/ 2 w 10000"/>
              <a:gd name="connsiteY55" fmla="*/ 4571 h 10000"/>
              <a:gd name="connsiteX56" fmla="*/ 161 w 10000"/>
              <a:gd name="connsiteY56" fmla="*/ 6339 h 10000"/>
              <a:gd name="connsiteX57" fmla="*/ 157 w 10000"/>
              <a:gd name="connsiteY57" fmla="*/ 4515 h 10000"/>
              <a:gd name="connsiteX58" fmla="*/ 522 w 10000"/>
              <a:gd name="connsiteY58" fmla="*/ 2855 h 10000"/>
              <a:gd name="connsiteX59" fmla="*/ 816 w 10000"/>
              <a:gd name="connsiteY59" fmla="*/ 1601 h 10000"/>
              <a:gd name="connsiteX60" fmla="*/ 1144 w 10000"/>
              <a:gd name="connsiteY60" fmla="*/ 1251 h 10000"/>
              <a:gd name="connsiteX61" fmla="*/ 1906 w 10000"/>
              <a:gd name="connsiteY61" fmla="*/ 1163 h 10000"/>
              <a:gd name="connsiteX62" fmla="*/ 2640 w 10000"/>
              <a:gd name="connsiteY62" fmla="*/ 1228 h 10000"/>
              <a:gd name="connsiteX63" fmla="*/ 3292 w 10000"/>
              <a:gd name="connsiteY63" fmla="*/ 1152 h 10000"/>
              <a:gd name="connsiteX64" fmla="*/ 3933 w 10000"/>
              <a:gd name="connsiteY64" fmla="*/ 995 h 10000"/>
              <a:gd name="connsiteX65" fmla="*/ 4163 w 10000"/>
              <a:gd name="connsiteY65" fmla="*/ 1364 h 10000"/>
              <a:gd name="connsiteX66" fmla="*/ 4144 w 10000"/>
              <a:gd name="connsiteY6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78 w 10000"/>
              <a:gd name="connsiteY23" fmla="*/ 6113 h 10000"/>
              <a:gd name="connsiteX24" fmla="*/ 6571 w 10000"/>
              <a:gd name="connsiteY24" fmla="*/ 5713 h 10000"/>
              <a:gd name="connsiteX25" fmla="*/ 6632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71 w 10000"/>
              <a:gd name="connsiteY24" fmla="*/ 5713 h 10000"/>
              <a:gd name="connsiteX25" fmla="*/ 6632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32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550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119 w 10000"/>
              <a:gd name="connsiteY32" fmla="*/ 1927 h 10000"/>
              <a:gd name="connsiteX33" fmla="*/ 8468 w 10000"/>
              <a:gd name="connsiteY33" fmla="*/ 3281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048 w 10000"/>
              <a:gd name="connsiteY32" fmla="*/ 2363 h 10000"/>
              <a:gd name="connsiteX33" fmla="*/ 8468 w 10000"/>
              <a:gd name="connsiteY33" fmla="*/ 3281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048 w 10000"/>
              <a:gd name="connsiteY32" fmla="*/ 2363 h 10000"/>
              <a:gd name="connsiteX33" fmla="*/ 8955 w 10000"/>
              <a:gd name="connsiteY33" fmla="*/ 3487 h 10000"/>
              <a:gd name="connsiteX34" fmla="*/ 9441 w 10000"/>
              <a:gd name="connsiteY34" fmla="*/ 4299 h 10000"/>
              <a:gd name="connsiteX35" fmla="*/ 10000 w 10000"/>
              <a:gd name="connsiteY35" fmla="*/ 5982 h 10000"/>
              <a:gd name="connsiteX36" fmla="*/ 9756 w 10000"/>
              <a:gd name="connsiteY36" fmla="*/ 4221 h 10000"/>
              <a:gd name="connsiteX37" fmla="*/ 8880 w 10000"/>
              <a:gd name="connsiteY37" fmla="*/ 2913 h 10000"/>
              <a:gd name="connsiteX38" fmla="*/ 8147 w 10000"/>
              <a:gd name="connsiteY38" fmla="*/ 1510 h 10000"/>
              <a:gd name="connsiteX39" fmla="*/ 7383 w 10000"/>
              <a:gd name="connsiteY39" fmla="*/ 829 h 10000"/>
              <a:gd name="connsiteX40" fmla="*/ 6481 w 10000"/>
              <a:gd name="connsiteY40" fmla="*/ 798 h 10000"/>
              <a:gd name="connsiteX41" fmla="*/ 5539 w 10000"/>
              <a:gd name="connsiteY41" fmla="*/ 717 h 10000"/>
              <a:gd name="connsiteX42" fmla="*/ 5314 w 10000"/>
              <a:gd name="connsiteY42" fmla="*/ 603 h 10000"/>
              <a:gd name="connsiteX43" fmla="*/ 5146 w 10000"/>
              <a:gd name="connsiteY43" fmla="*/ 70 h 10000"/>
              <a:gd name="connsiteX44" fmla="*/ 4820 w 10000"/>
              <a:gd name="connsiteY44" fmla="*/ 39 h 10000"/>
              <a:gd name="connsiteX45" fmla="*/ 4697 w 10000"/>
              <a:gd name="connsiteY45" fmla="*/ 344 h 10000"/>
              <a:gd name="connsiteX46" fmla="*/ 4506 w 10000"/>
              <a:gd name="connsiteY46" fmla="*/ 759 h 10000"/>
              <a:gd name="connsiteX47" fmla="*/ 3670 w 10000"/>
              <a:gd name="connsiteY47" fmla="*/ 742 h 10000"/>
              <a:gd name="connsiteX48" fmla="*/ 2617 w 10000"/>
              <a:gd name="connsiteY48" fmla="*/ 937 h 10000"/>
              <a:gd name="connsiteX49" fmla="*/ 1959 w 10000"/>
              <a:gd name="connsiteY49" fmla="*/ 896 h 10000"/>
              <a:gd name="connsiteX50" fmla="*/ 1136 w 10000"/>
              <a:gd name="connsiteY50" fmla="*/ 888 h 10000"/>
              <a:gd name="connsiteX51" fmla="*/ 520 w 10000"/>
              <a:gd name="connsiteY51" fmla="*/ 1197 h 10000"/>
              <a:gd name="connsiteX52" fmla="*/ 313 w 10000"/>
              <a:gd name="connsiteY52" fmla="*/ 2346 h 10000"/>
              <a:gd name="connsiteX53" fmla="*/ 2 w 10000"/>
              <a:gd name="connsiteY53" fmla="*/ 4571 h 10000"/>
              <a:gd name="connsiteX54" fmla="*/ 161 w 10000"/>
              <a:gd name="connsiteY54" fmla="*/ 6339 h 10000"/>
              <a:gd name="connsiteX55" fmla="*/ 157 w 10000"/>
              <a:gd name="connsiteY55" fmla="*/ 4515 h 10000"/>
              <a:gd name="connsiteX56" fmla="*/ 522 w 10000"/>
              <a:gd name="connsiteY56" fmla="*/ 2855 h 10000"/>
              <a:gd name="connsiteX57" fmla="*/ 816 w 10000"/>
              <a:gd name="connsiteY57" fmla="*/ 1601 h 10000"/>
              <a:gd name="connsiteX58" fmla="*/ 1144 w 10000"/>
              <a:gd name="connsiteY58" fmla="*/ 1251 h 10000"/>
              <a:gd name="connsiteX59" fmla="*/ 1906 w 10000"/>
              <a:gd name="connsiteY59" fmla="*/ 1163 h 10000"/>
              <a:gd name="connsiteX60" fmla="*/ 2640 w 10000"/>
              <a:gd name="connsiteY60" fmla="*/ 1228 h 10000"/>
              <a:gd name="connsiteX61" fmla="*/ 3292 w 10000"/>
              <a:gd name="connsiteY61" fmla="*/ 1152 h 10000"/>
              <a:gd name="connsiteX62" fmla="*/ 3933 w 10000"/>
              <a:gd name="connsiteY62" fmla="*/ 995 h 10000"/>
              <a:gd name="connsiteX63" fmla="*/ 4163 w 10000"/>
              <a:gd name="connsiteY63" fmla="*/ 1364 h 10000"/>
              <a:gd name="connsiteX64" fmla="*/ 4144 w 10000"/>
              <a:gd name="connsiteY6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048 w 10000"/>
              <a:gd name="connsiteY32" fmla="*/ 2363 h 10000"/>
              <a:gd name="connsiteX33" fmla="*/ 9441 w 10000"/>
              <a:gd name="connsiteY33" fmla="*/ 4299 h 10000"/>
              <a:gd name="connsiteX34" fmla="*/ 10000 w 10000"/>
              <a:gd name="connsiteY34" fmla="*/ 5982 h 10000"/>
              <a:gd name="connsiteX35" fmla="*/ 9756 w 10000"/>
              <a:gd name="connsiteY35" fmla="*/ 4221 h 10000"/>
              <a:gd name="connsiteX36" fmla="*/ 8880 w 10000"/>
              <a:gd name="connsiteY36" fmla="*/ 2913 h 10000"/>
              <a:gd name="connsiteX37" fmla="*/ 8147 w 10000"/>
              <a:gd name="connsiteY37" fmla="*/ 1510 h 10000"/>
              <a:gd name="connsiteX38" fmla="*/ 7383 w 10000"/>
              <a:gd name="connsiteY38" fmla="*/ 829 h 10000"/>
              <a:gd name="connsiteX39" fmla="*/ 6481 w 10000"/>
              <a:gd name="connsiteY39" fmla="*/ 798 h 10000"/>
              <a:gd name="connsiteX40" fmla="*/ 5539 w 10000"/>
              <a:gd name="connsiteY40" fmla="*/ 717 h 10000"/>
              <a:gd name="connsiteX41" fmla="*/ 5314 w 10000"/>
              <a:gd name="connsiteY41" fmla="*/ 603 h 10000"/>
              <a:gd name="connsiteX42" fmla="*/ 5146 w 10000"/>
              <a:gd name="connsiteY42" fmla="*/ 70 h 10000"/>
              <a:gd name="connsiteX43" fmla="*/ 4820 w 10000"/>
              <a:gd name="connsiteY43" fmla="*/ 39 h 10000"/>
              <a:gd name="connsiteX44" fmla="*/ 4697 w 10000"/>
              <a:gd name="connsiteY44" fmla="*/ 344 h 10000"/>
              <a:gd name="connsiteX45" fmla="*/ 4506 w 10000"/>
              <a:gd name="connsiteY45" fmla="*/ 759 h 10000"/>
              <a:gd name="connsiteX46" fmla="*/ 3670 w 10000"/>
              <a:gd name="connsiteY46" fmla="*/ 742 h 10000"/>
              <a:gd name="connsiteX47" fmla="*/ 2617 w 10000"/>
              <a:gd name="connsiteY47" fmla="*/ 937 h 10000"/>
              <a:gd name="connsiteX48" fmla="*/ 1959 w 10000"/>
              <a:gd name="connsiteY48" fmla="*/ 896 h 10000"/>
              <a:gd name="connsiteX49" fmla="*/ 1136 w 10000"/>
              <a:gd name="connsiteY49" fmla="*/ 888 h 10000"/>
              <a:gd name="connsiteX50" fmla="*/ 520 w 10000"/>
              <a:gd name="connsiteY50" fmla="*/ 1197 h 10000"/>
              <a:gd name="connsiteX51" fmla="*/ 313 w 10000"/>
              <a:gd name="connsiteY51" fmla="*/ 2346 h 10000"/>
              <a:gd name="connsiteX52" fmla="*/ 2 w 10000"/>
              <a:gd name="connsiteY52" fmla="*/ 4571 h 10000"/>
              <a:gd name="connsiteX53" fmla="*/ 161 w 10000"/>
              <a:gd name="connsiteY53" fmla="*/ 6339 h 10000"/>
              <a:gd name="connsiteX54" fmla="*/ 157 w 10000"/>
              <a:gd name="connsiteY54" fmla="*/ 4515 h 10000"/>
              <a:gd name="connsiteX55" fmla="*/ 522 w 10000"/>
              <a:gd name="connsiteY55" fmla="*/ 2855 h 10000"/>
              <a:gd name="connsiteX56" fmla="*/ 816 w 10000"/>
              <a:gd name="connsiteY56" fmla="*/ 1601 h 10000"/>
              <a:gd name="connsiteX57" fmla="*/ 1144 w 10000"/>
              <a:gd name="connsiteY57" fmla="*/ 1251 h 10000"/>
              <a:gd name="connsiteX58" fmla="*/ 1906 w 10000"/>
              <a:gd name="connsiteY58" fmla="*/ 1163 h 10000"/>
              <a:gd name="connsiteX59" fmla="*/ 2640 w 10000"/>
              <a:gd name="connsiteY59" fmla="*/ 1228 h 10000"/>
              <a:gd name="connsiteX60" fmla="*/ 3292 w 10000"/>
              <a:gd name="connsiteY60" fmla="*/ 1152 h 10000"/>
              <a:gd name="connsiteX61" fmla="*/ 3933 w 10000"/>
              <a:gd name="connsiteY61" fmla="*/ 995 h 10000"/>
              <a:gd name="connsiteX62" fmla="*/ 4163 w 10000"/>
              <a:gd name="connsiteY62" fmla="*/ 1364 h 10000"/>
              <a:gd name="connsiteX63" fmla="*/ 4144 w 10000"/>
              <a:gd name="connsiteY63" fmla="*/ 2143 h 10000"/>
              <a:gd name="connsiteX0" fmla="*/ 4144 w 9756"/>
              <a:gd name="connsiteY0" fmla="*/ 2143 h 10000"/>
              <a:gd name="connsiteX1" fmla="*/ 3751 w 9756"/>
              <a:gd name="connsiteY1" fmla="*/ 3888 h 10000"/>
              <a:gd name="connsiteX2" fmla="*/ 3632 w 9756"/>
              <a:gd name="connsiteY2" fmla="*/ 4718 h 10000"/>
              <a:gd name="connsiteX3" fmla="*/ 3483 w 9756"/>
              <a:gd name="connsiteY3" fmla="*/ 5859 h 10000"/>
              <a:gd name="connsiteX4" fmla="*/ 3762 w 9756"/>
              <a:gd name="connsiteY4" fmla="*/ 7182 h 10000"/>
              <a:gd name="connsiteX5" fmla="*/ 4129 w 9756"/>
              <a:gd name="connsiteY5" fmla="*/ 7883 h 10000"/>
              <a:gd name="connsiteX6" fmla="*/ 4282 w 9756"/>
              <a:gd name="connsiteY6" fmla="*/ 8266 h 10000"/>
              <a:gd name="connsiteX7" fmla="*/ 4367 w 9756"/>
              <a:gd name="connsiteY7" fmla="*/ 8571 h 10000"/>
              <a:gd name="connsiteX8" fmla="*/ 4401 w 9756"/>
              <a:gd name="connsiteY8" fmla="*/ 9095 h 10000"/>
              <a:gd name="connsiteX9" fmla="*/ 4282 w 9756"/>
              <a:gd name="connsiteY9" fmla="*/ 9450 h 10000"/>
              <a:gd name="connsiteX10" fmla="*/ 4224 w 9756"/>
              <a:gd name="connsiteY10" fmla="*/ 9728 h 10000"/>
              <a:gd name="connsiteX11" fmla="*/ 4271 w 9756"/>
              <a:gd name="connsiteY11" fmla="*/ 9866 h 10000"/>
              <a:gd name="connsiteX12" fmla="*/ 4449 w 9756"/>
              <a:gd name="connsiteY12" fmla="*/ 9992 h 10000"/>
              <a:gd name="connsiteX13" fmla="*/ 5127 w 9756"/>
              <a:gd name="connsiteY13" fmla="*/ 9992 h 10000"/>
              <a:gd name="connsiteX14" fmla="*/ 5751 w 9756"/>
              <a:gd name="connsiteY14" fmla="*/ 9972 h 10000"/>
              <a:gd name="connsiteX15" fmla="*/ 5877 w 9756"/>
              <a:gd name="connsiteY15" fmla="*/ 9822 h 10000"/>
              <a:gd name="connsiteX16" fmla="*/ 5867 w 9756"/>
              <a:gd name="connsiteY16" fmla="*/ 9571 h 10000"/>
              <a:gd name="connsiteX17" fmla="*/ 5737 w 9756"/>
              <a:gd name="connsiteY17" fmla="*/ 9313 h 10000"/>
              <a:gd name="connsiteX18" fmla="*/ 5690 w 9756"/>
              <a:gd name="connsiteY18" fmla="*/ 8995 h 10000"/>
              <a:gd name="connsiteX19" fmla="*/ 5685 w 9756"/>
              <a:gd name="connsiteY19" fmla="*/ 8600 h 10000"/>
              <a:gd name="connsiteX20" fmla="*/ 5776 w 9756"/>
              <a:gd name="connsiteY20" fmla="*/ 8204 h 10000"/>
              <a:gd name="connsiteX21" fmla="*/ 5986 w 9756"/>
              <a:gd name="connsiteY21" fmla="*/ 7617 h 10000"/>
              <a:gd name="connsiteX22" fmla="*/ 6102 w 9756"/>
              <a:gd name="connsiteY22" fmla="*/ 7310 h 10000"/>
              <a:gd name="connsiteX23" fmla="*/ 6419 w 9756"/>
              <a:gd name="connsiteY23" fmla="*/ 6529 h 10000"/>
              <a:gd name="connsiteX24" fmla="*/ 6595 w 9756"/>
              <a:gd name="connsiteY24" fmla="*/ 5810 h 10000"/>
              <a:gd name="connsiteX25" fmla="*/ 6621 w 9756"/>
              <a:gd name="connsiteY25" fmla="*/ 5257 h 10000"/>
              <a:gd name="connsiteX26" fmla="*/ 6553 w 9756"/>
              <a:gd name="connsiteY26" fmla="*/ 4694 h 10000"/>
              <a:gd name="connsiteX27" fmla="*/ 6372 w 9756"/>
              <a:gd name="connsiteY27" fmla="*/ 3960 h 10000"/>
              <a:gd name="connsiteX28" fmla="*/ 6187 w 9756"/>
              <a:gd name="connsiteY28" fmla="*/ 3310 h 10000"/>
              <a:gd name="connsiteX29" fmla="*/ 5893 w 9756"/>
              <a:gd name="connsiteY29" fmla="*/ 2386 h 10000"/>
              <a:gd name="connsiteX30" fmla="*/ 5844 w 9756"/>
              <a:gd name="connsiteY30" fmla="*/ 1143 h 10000"/>
              <a:gd name="connsiteX31" fmla="*/ 7175 w 9756"/>
              <a:gd name="connsiteY31" fmla="*/ 1358 h 10000"/>
              <a:gd name="connsiteX32" fmla="*/ 8048 w 9756"/>
              <a:gd name="connsiteY32" fmla="*/ 2363 h 10000"/>
              <a:gd name="connsiteX33" fmla="*/ 9441 w 9756"/>
              <a:gd name="connsiteY33" fmla="*/ 4299 h 10000"/>
              <a:gd name="connsiteX34" fmla="*/ 8834 w 9756"/>
              <a:gd name="connsiteY34" fmla="*/ 6660 h 10000"/>
              <a:gd name="connsiteX35" fmla="*/ 9756 w 9756"/>
              <a:gd name="connsiteY35" fmla="*/ 4221 h 10000"/>
              <a:gd name="connsiteX36" fmla="*/ 8880 w 9756"/>
              <a:gd name="connsiteY36" fmla="*/ 2913 h 10000"/>
              <a:gd name="connsiteX37" fmla="*/ 8147 w 9756"/>
              <a:gd name="connsiteY37" fmla="*/ 1510 h 10000"/>
              <a:gd name="connsiteX38" fmla="*/ 7383 w 9756"/>
              <a:gd name="connsiteY38" fmla="*/ 829 h 10000"/>
              <a:gd name="connsiteX39" fmla="*/ 6481 w 9756"/>
              <a:gd name="connsiteY39" fmla="*/ 798 h 10000"/>
              <a:gd name="connsiteX40" fmla="*/ 5539 w 9756"/>
              <a:gd name="connsiteY40" fmla="*/ 717 h 10000"/>
              <a:gd name="connsiteX41" fmla="*/ 5314 w 9756"/>
              <a:gd name="connsiteY41" fmla="*/ 603 h 10000"/>
              <a:gd name="connsiteX42" fmla="*/ 5146 w 9756"/>
              <a:gd name="connsiteY42" fmla="*/ 70 h 10000"/>
              <a:gd name="connsiteX43" fmla="*/ 4820 w 9756"/>
              <a:gd name="connsiteY43" fmla="*/ 39 h 10000"/>
              <a:gd name="connsiteX44" fmla="*/ 4697 w 9756"/>
              <a:gd name="connsiteY44" fmla="*/ 344 h 10000"/>
              <a:gd name="connsiteX45" fmla="*/ 4506 w 9756"/>
              <a:gd name="connsiteY45" fmla="*/ 759 h 10000"/>
              <a:gd name="connsiteX46" fmla="*/ 3670 w 9756"/>
              <a:gd name="connsiteY46" fmla="*/ 742 h 10000"/>
              <a:gd name="connsiteX47" fmla="*/ 2617 w 9756"/>
              <a:gd name="connsiteY47" fmla="*/ 937 h 10000"/>
              <a:gd name="connsiteX48" fmla="*/ 1959 w 9756"/>
              <a:gd name="connsiteY48" fmla="*/ 896 h 10000"/>
              <a:gd name="connsiteX49" fmla="*/ 1136 w 9756"/>
              <a:gd name="connsiteY49" fmla="*/ 888 h 10000"/>
              <a:gd name="connsiteX50" fmla="*/ 520 w 9756"/>
              <a:gd name="connsiteY50" fmla="*/ 1197 h 10000"/>
              <a:gd name="connsiteX51" fmla="*/ 313 w 9756"/>
              <a:gd name="connsiteY51" fmla="*/ 2346 h 10000"/>
              <a:gd name="connsiteX52" fmla="*/ 2 w 9756"/>
              <a:gd name="connsiteY52" fmla="*/ 4571 h 10000"/>
              <a:gd name="connsiteX53" fmla="*/ 161 w 9756"/>
              <a:gd name="connsiteY53" fmla="*/ 6339 h 10000"/>
              <a:gd name="connsiteX54" fmla="*/ 157 w 9756"/>
              <a:gd name="connsiteY54" fmla="*/ 4515 h 10000"/>
              <a:gd name="connsiteX55" fmla="*/ 522 w 9756"/>
              <a:gd name="connsiteY55" fmla="*/ 2855 h 10000"/>
              <a:gd name="connsiteX56" fmla="*/ 816 w 9756"/>
              <a:gd name="connsiteY56" fmla="*/ 1601 h 10000"/>
              <a:gd name="connsiteX57" fmla="*/ 1144 w 9756"/>
              <a:gd name="connsiteY57" fmla="*/ 1251 h 10000"/>
              <a:gd name="connsiteX58" fmla="*/ 1906 w 9756"/>
              <a:gd name="connsiteY58" fmla="*/ 1163 h 10000"/>
              <a:gd name="connsiteX59" fmla="*/ 2640 w 9756"/>
              <a:gd name="connsiteY59" fmla="*/ 1228 h 10000"/>
              <a:gd name="connsiteX60" fmla="*/ 3292 w 9756"/>
              <a:gd name="connsiteY60" fmla="*/ 1152 h 10000"/>
              <a:gd name="connsiteX61" fmla="*/ 3933 w 9756"/>
              <a:gd name="connsiteY61" fmla="*/ 995 h 10000"/>
              <a:gd name="connsiteX62" fmla="*/ 4163 w 9756"/>
              <a:gd name="connsiteY62" fmla="*/ 1364 h 10000"/>
              <a:gd name="connsiteX63" fmla="*/ 4144 w 9756"/>
              <a:gd name="connsiteY63" fmla="*/ 2143 h 10000"/>
              <a:gd name="connsiteX0" fmla="*/ 4248 w 10000"/>
              <a:gd name="connsiteY0" fmla="*/ 2143 h 10000"/>
              <a:gd name="connsiteX1" fmla="*/ 3845 w 10000"/>
              <a:gd name="connsiteY1" fmla="*/ 3888 h 10000"/>
              <a:gd name="connsiteX2" fmla="*/ 3723 w 10000"/>
              <a:gd name="connsiteY2" fmla="*/ 4718 h 10000"/>
              <a:gd name="connsiteX3" fmla="*/ 3570 w 10000"/>
              <a:gd name="connsiteY3" fmla="*/ 5859 h 10000"/>
              <a:gd name="connsiteX4" fmla="*/ 3856 w 10000"/>
              <a:gd name="connsiteY4" fmla="*/ 7182 h 10000"/>
              <a:gd name="connsiteX5" fmla="*/ 4232 w 10000"/>
              <a:gd name="connsiteY5" fmla="*/ 7883 h 10000"/>
              <a:gd name="connsiteX6" fmla="*/ 4389 w 10000"/>
              <a:gd name="connsiteY6" fmla="*/ 8266 h 10000"/>
              <a:gd name="connsiteX7" fmla="*/ 4476 w 10000"/>
              <a:gd name="connsiteY7" fmla="*/ 8571 h 10000"/>
              <a:gd name="connsiteX8" fmla="*/ 4511 w 10000"/>
              <a:gd name="connsiteY8" fmla="*/ 9095 h 10000"/>
              <a:gd name="connsiteX9" fmla="*/ 4389 w 10000"/>
              <a:gd name="connsiteY9" fmla="*/ 9450 h 10000"/>
              <a:gd name="connsiteX10" fmla="*/ 4330 w 10000"/>
              <a:gd name="connsiteY10" fmla="*/ 9728 h 10000"/>
              <a:gd name="connsiteX11" fmla="*/ 4378 w 10000"/>
              <a:gd name="connsiteY11" fmla="*/ 9866 h 10000"/>
              <a:gd name="connsiteX12" fmla="*/ 4560 w 10000"/>
              <a:gd name="connsiteY12" fmla="*/ 9992 h 10000"/>
              <a:gd name="connsiteX13" fmla="*/ 5255 w 10000"/>
              <a:gd name="connsiteY13" fmla="*/ 9992 h 10000"/>
              <a:gd name="connsiteX14" fmla="*/ 5895 w 10000"/>
              <a:gd name="connsiteY14" fmla="*/ 9972 h 10000"/>
              <a:gd name="connsiteX15" fmla="*/ 6024 w 10000"/>
              <a:gd name="connsiteY15" fmla="*/ 9822 h 10000"/>
              <a:gd name="connsiteX16" fmla="*/ 6014 w 10000"/>
              <a:gd name="connsiteY16" fmla="*/ 9571 h 10000"/>
              <a:gd name="connsiteX17" fmla="*/ 5880 w 10000"/>
              <a:gd name="connsiteY17" fmla="*/ 9313 h 10000"/>
              <a:gd name="connsiteX18" fmla="*/ 5832 w 10000"/>
              <a:gd name="connsiteY18" fmla="*/ 8995 h 10000"/>
              <a:gd name="connsiteX19" fmla="*/ 5827 w 10000"/>
              <a:gd name="connsiteY19" fmla="*/ 8600 h 10000"/>
              <a:gd name="connsiteX20" fmla="*/ 5920 w 10000"/>
              <a:gd name="connsiteY20" fmla="*/ 8204 h 10000"/>
              <a:gd name="connsiteX21" fmla="*/ 6136 w 10000"/>
              <a:gd name="connsiteY21" fmla="*/ 7617 h 10000"/>
              <a:gd name="connsiteX22" fmla="*/ 6255 w 10000"/>
              <a:gd name="connsiteY22" fmla="*/ 7310 h 10000"/>
              <a:gd name="connsiteX23" fmla="*/ 6580 w 10000"/>
              <a:gd name="connsiteY23" fmla="*/ 6529 h 10000"/>
              <a:gd name="connsiteX24" fmla="*/ 6760 w 10000"/>
              <a:gd name="connsiteY24" fmla="*/ 5810 h 10000"/>
              <a:gd name="connsiteX25" fmla="*/ 6787 w 10000"/>
              <a:gd name="connsiteY25" fmla="*/ 5257 h 10000"/>
              <a:gd name="connsiteX26" fmla="*/ 6717 w 10000"/>
              <a:gd name="connsiteY26" fmla="*/ 4694 h 10000"/>
              <a:gd name="connsiteX27" fmla="*/ 6531 w 10000"/>
              <a:gd name="connsiteY27" fmla="*/ 3960 h 10000"/>
              <a:gd name="connsiteX28" fmla="*/ 6342 w 10000"/>
              <a:gd name="connsiteY28" fmla="*/ 3310 h 10000"/>
              <a:gd name="connsiteX29" fmla="*/ 6040 w 10000"/>
              <a:gd name="connsiteY29" fmla="*/ 2386 h 10000"/>
              <a:gd name="connsiteX30" fmla="*/ 5990 w 10000"/>
              <a:gd name="connsiteY30" fmla="*/ 1143 h 10000"/>
              <a:gd name="connsiteX31" fmla="*/ 7354 w 10000"/>
              <a:gd name="connsiteY31" fmla="*/ 1358 h 10000"/>
              <a:gd name="connsiteX32" fmla="*/ 8249 w 10000"/>
              <a:gd name="connsiteY32" fmla="*/ 2363 h 10000"/>
              <a:gd name="connsiteX33" fmla="*/ 8482 w 10000"/>
              <a:gd name="connsiteY33" fmla="*/ 4522 h 10000"/>
              <a:gd name="connsiteX34" fmla="*/ 9055 w 10000"/>
              <a:gd name="connsiteY34" fmla="*/ 6660 h 10000"/>
              <a:gd name="connsiteX35" fmla="*/ 10000 w 10000"/>
              <a:gd name="connsiteY35" fmla="*/ 4221 h 10000"/>
              <a:gd name="connsiteX36" fmla="*/ 9102 w 10000"/>
              <a:gd name="connsiteY36" fmla="*/ 2913 h 10000"/>
              <a:gd name="connsiteX37" fmla="*/ 8351 w 10000"/>
              <a:gd name="connsiteY37" fmla="*/ 1510 h 10000"/>
              <a:gd name="connsiteX38" fmla="*/ 7568 w 10000"/>
              <a:gd name="connsiteY38" fmla="*/ 829 h 10000"/>
              <a:gd name="connsiteX39" fmla="*/ 6643 w 10000"/>
              <a:gd name="connsiteY39" fmla="*/ 798 h 10000"/>
              <a:gd name="connsiteX40" fmla="*/ 5678 w 10000"/>
              <a:gd name="connsiteY40" fmla="*/ 717 h 10000"/>
              <a:gd name="connsiteX41" fmla="*/ 5447 w 10000"/>
              <a:gd name="connsiteY41" fmla="*/ 603 h 10000"/>
              <a:gd name="connsiteX42" fmla="*/ 5275 w 10000"/>
              <a:gd name="connsiteY42" fmla="*/ 70 h 10000"/>
              <a:gd name="connsiteX43" fmla="*/ 4941 w 10000"/>
              <a:gd name="connsiteY43" fmla="*/ 39 h 10000"/>
              <a:gd name="connsiteX44" fmla="*/ 4814 w 10000"/>
              <a:gd name="connsiteY44" fmla="*/ 344 h 10000"/>
              <a:gd name="connsiteX45" fmla="*/ 4619 w 10000"/>
              <a:gd name="connsiteY45" fmla="*/ 759 h 10000"/>
              <a:gd name="connsiteX46" fmla="*/ 3762 w 10000"/>
              <a:gd name="connsiteY46" fmla="*/ 742 h 10000"/>
              <a:gd name="connsiteX47" fmla="*/ 2682 w 10000"/>
              <a:gd name="connsiteY47" fmla="*/ 937 h 10000"/>
              <a:gd name="connsiteX48" fmla="*/ 2008 w 10000"/>
              <a:gd name="connsiteY48" fmla="*/ 896 h 10000"/>
              <a:gd name="connsiteX49" fmla="*/ 1164 w 10000"/>
              <a:gd name="connsiteY49" fmla="*/ 888 h 10000"/>
              <a:gd name="connsiteX50" fmla="*/ 533 w 10000"/>
              <a:gd name="connsiteY50" fmla="*/ 1197 h 10000"/>
              <a:gd name="connsiteX51" fmla="*/ 321 w 10000"/>
              <a:gd name="connsiteY51" fmla="*/ 2346 h 10000"/>
              <a:gd name="connsiteX52" fmla="*/ 2 w 10000"/>
              <a:gd name="connsiteY52" fmla="*/ 4571 h 10000"/>
              <a:gd name="connsiteX53" fmla="*/ 165 w 10000"/>
              <a:gd name="connsiteY53" fmla="*/ 6339 h 10000"/>
              <a:gd name="connsiteX54" fmla="*/ 161 w 10000"/>
              <a:gd name="connsiteY54" fmla="*/ 4515 h 10000"/>
              <a:gd name="connsiteX55" fmla="*/ 535 w 10000"/>
              <a:gd name="connsiteY55" fmla="*/ 2855 h 10000"/>
              <a:gd name="connsiteX56" fmla="*/ 836 w 10000"/>
              <a:gd name="connsiteY56" fmla="*/ 1601 h 10000"/>
              <a:gd name="connsiteX57" fmla="*/ 1173 w 10000"/>
              <a:gd name="connsiteY57" fmla="*/ 1251 h 10000"/>
              <a:gd name="connsiteX58" fmla="*/ 1954 w 10000"/>
              <a:gd name="connsiteY58" fmla="*/ 1163 h 10000"/>
              <a:gd name="connsiteX59" fmla="*/ 2706 w 10000"/>
              <a:gd name="connsiteY59" fmla="*/ 1228 h 10000"/>
              <a:gd name="connsiteX60" fmla="*/ 3374 w 10000"/>
              <a:gd name="connsiteY60" fmla="*/ 1152 h 10000"/>
              <a:gd name="connsiteX61" fmla="*/ 4031 w 10000"/>
              <a:gd name="connsiteY61" fmla="*/ 995 h 10000"/>
              <a:gd name="connsiteX62" fmla="*/ 4267 w 10000"/>
              <a:gd name="connsiteY62" fmla="*/ 1364 h 10000"/>
              <a:gd name="connsiteX63" fmla="*/ 4248 w 10000"/>
              <a:gd name="connsiteY63" fmla="*/ 2143 h 10000"/>
              <a:gd name="connsiteX0" fmla="*/ 4248 w 9111"/>
              <a:gd name="connsiteY0" fmla="*/ 2143 h 10000"/>
              <a:gd name="connsiteX1" fmla="*/ 3845 w 9111"/>
              <a:gd name="connsiteY1" fmla="*/ 3888 h 10000"/>
              <a:gd name="connsiteX2" fmla="*/ 3723 w 9111"/>
              <a:gd name="connsiteY2" fmla="*/ 4718 h 10000"/>
              <a:gd name="connsiteX3" fmla="*/ 3570 w 9111"/>
              <a:gd name="connsiteY3" fmla="*/ 5859 h 10000"/>
              <a:gd name="connsiteX4" fmla="*/ 3856 w 9111"/>
              <a:gd name="connsiteY4" fmla="*/ 7182 h 10000"/>
              <a:gd name="connsiteX5" fmla="*/ 4232 w 9111"/>
              <a:gd name="connsiteY5" fmla="*/ 7883 h 10000"/>
              <a:gd name="connsiteX6" fmla="*/ 4389 w 9111"/>
              <a:gd name="connsiteY6" fmla="*/ 8266 h 10000"/>
              <a:gd name="connsiteX7" fmla="*/ 4476 w 9111"/>
              <a:gd name="connsiteY7" fmla="*/ 8571 h 10000"/>
              <a:gd name="connsiteX8" fmla="*/ 4511 w 9111"/>
              <a:gd name="connsiteY8" fmla="*/ 9095 h 10000"/>
              <a:gd name="connsiteX9" fmla="*/ 4389 w 9111"/>
              <a:gd name="connsiteY9" fmla="*/ 9450 h 10000"/>
              <a:gd name="connsiteX10" fmla="*/ 4330 w 9111"/>
              <a:gd name="connsiteY10" fmla="*/ 9728 h 10000"/>
              <a:gd name="connsiteX11" fmla="*/ 4378 w 9111"/>
              <a:gd name="connsiteY11" fmla="*/ 9866 h 10000"/>
              <a:gd name="connsiteX12" fmla="*/ 4560 w 9111"/>
              <a:gd name="connsiteY12" fmla="*/ 9992 h 10000"/>
              <a:gd name="connsiteX13" fmla="*/ 5255 w 9111"/>
              <a:gd name="connsiteY13" fmla="*/ 9992 h 10000"/>
              <a:gd name="connsiteX14" fmla="*/ 5895 w 9111"/>
              <a:gd name="connsiteY14" fmla="*/ 9972 h 10000"/>
              <a:gd name="connsiteX15" fmla="*/ 6024 w 9111"/>
              <a:gd name="connsiteY15" fmla="*/ 9822 h 10000"/>
              <a:gd name="connsiteX16" fmla="*/ 6014 w 9111"/>
              <a:gd name="connsiteY16" fmla="*/ 9571 h 10000"/>
              <a:gd name="connsiteX17" fmla="*/ 5880 w 9111"/>
              <a:gd name="connsiteY17" fmla="*/ 9313 h 10000"/>
              <a:gd name="connsiteX18" fmla="*/ 5832 w 9111"/>
              <a:gd name="connsiteY18" fmla="*/ 8995 h 10000"/>
              <a:gd name="connsiteX19" fmla="*/ 5827 w 9111"/>
              <a:gd name="connsiteY19" fmla="*/ 8600 h 10000"/>
              <a:gd name="connsiteX20" fmla="*/ 5920 w 9111"/>
              <a:gd name="connsiteY20" fmla="*/ 8204 h 10000"/>
              <a:gd name="connsiteX21" fmla="*/ 6136 w 9111"/>
              <a:gd name="connsiteY21" fmla="*/ 7617 h 10000"/>
              <a:gd name="connsiteX22" fmla="*/ 6255 w 9111"/>
              <a:gd name="connsiteY22" fmla="*/ 7310 h 10000"/>
              <a:gd name="connsiteX23" fmla="*/ 6580 w 9111"/>
              <a:gd name="connsiteY23" fmla="*/ 6529 h 10000"/>
              <a:gd name="connsiteX24" fmla="*/ 6760 w 9111"/>
              <a:gd name="connsiteY24" fmla="*/ 5810 h 10000"/>
              <a:gd name="connsiteX25" fmla="*/ 6787 w 9111"/>
              <a:gd name="connsiteY25" fmla="*/ 5257 h 10000"/>
              <a:gd name="connsiteX26" fmla="*/ 6717 w 9111"/>
              <a:gd name="connsiteY26" fmla="*/ 4694 h 10000"/>
              <a:gd name="connsiteX27" fmla="*/ 6531 w 9111"/>
              <a:gd name="connsiteY27" fmla="*/ 3960 h 10000"/>
              <a:gd name="connsiteX28" fmla="*/ 6342 w 9111"/>
              <a:gd name="connsiteY28" fmla="*/ 3310 h 10000"/>
              <a:gd name="connsiteX29" fmla="*/ 6040 w 9111"/>
              <a:gd name="connsiteY29" fmla="*/ 2386 h 10000"/>
              <a:gd name="connsiteX30" fmla="*/ 5990 w 9111"/>
              <a:gd name="connsiteY30" fmla="*/ 1143 h 10000"/>
              <a:gd name="connsiteX31" fmla="*/ 7354 w 9111"/>
              <a:gd name="connsiteY31" fmla="*/ 1358 h 10000"/>
              <a:gd name="connsiteX32" fmla="*/ 8249 w 9111"/>
              <a:gd name="connsiteY32" fmla="*/ 2363 h 10000"/>
              <a:gd name="connsiteX33" fmla="*/ 8482 w 9111"/>
              <a:gd name="connsiteY33" fmla="*/ 4522 h 10000"/>
              <a:gd name="connsiteX34" fmla="*/ 9055 w 9111"/>
              <a:gd name="connsiteY34" fmla="*/ 6660 h 10000"/>
              <a:gd name="connsiteX35" fmla="*/ 8805 w 9111"/>
              <a:gd name="connsiteY35" fmla="*/ 4521 h 10000"/>
              <a:gd name="connsiteX36" fmla="*/ 9102 w 9111"/>
              <a:gd name="connsiteY36" fmla="*/ 2913 h 10000"/>
              <a:gd name="connsiteX37" fmla="*/ 8351 w 9111"/>
              <a:gd name="connsiteY37" fmla="*/ 1510 h 10000"/>
              <a:gd name="connsiteX38" fmla="*/ 7568 w 9111"/>
              <a:gd name="connsiteY38" fmla="*/ 829 h 10000"/>
              <a:gd name="connsiteX39" fmla="*/ 6643 w 9111"/>
              <a:gd name="connsiteY39" fmla="*/ 798 h 10000"/>
              <a:gd name="connsiteX40" fmla="*/ 5678 w 9111"/>
              <a:gd name="connsiteY40" fmla="*/ 717 h 10000"/>
              <a:gd name="connsiteX41" fmla="*/ 5447 w 9111"/>
              <a:gd name="connsiteY41" fmla="*/ 603 h 10000"/>
              <a:gd name="connsiteX42" fmla="*/ 5275 w 9111"/>
              <a:gd name="connsiteY42" fmla="*/ 70 h 10000"/>
              <a:gd name="connsiteX43" fmla="*/ 4941 w 9111"/>
              <a:gd name="connsiteY43" fmla="*/ 39 h 10000"/>
              <a:gd name="connsiteX44" fmla="*/ 4814 w 9111"/>
              <a:gd name="connsiteY44" fmla="*/ 344 h 10000"/>
              <a:gd name="connsiteX45" fmla="*/ 4619 w 9111"/>
              <a:gd name="connsiteY45" fmla="*/ 759 h 10000"/>
              <a:gd name="connsiteX46" fmla="*/ 3762 w 9111"/>
              <a:gd name="connsiteY46" fmla="*/ 742 h 10000"/>
              <a:gd name="connsiteX47" fmla="*/ 2682 w 9111"/>
              <a:gd name="connsiteY47" fmla="*/ 937 h 10000"/>
              <a:gd name="connsiteX48" fmla="*/ 2008 w 9111"/>
              <a:gd name="connsiteY48" fmla="*/ 896 h 10000"/>
              <a:gd name="connsiteX49" fmla="*/ 1164 w 9111"/>
              <a:gd name="connsiteY49" fmla="*/ 888 h 10000"/>
              <a:gd name="connsiteX50" fmla="*/ 533 w 9111"/>
              <a:gd name="connsiteY50" fmla="*/ 1197 h 10000"/>
              <a:gd name="connsiteX51" fmla="*/ 321 w 9111"/>
              <a:gd name="connsiteY51" fmla="*/ 2346 h 10000"/>
              <a:gd name="connsiteX52" fmla="*/ 2 w 9111"/>
              <a:gd name="connsiteY52" fmla="*/ 4571 h 10000"/>
              <a:gd name="connsiteX53" fmla="*/ 165 w 9111"/>
              <a:gd name="connsiteY53" fmla="*/ 6339 h 10000"/>
              <a:gd name="connsiteX54" fmla="*/ 161 w 9111"/>
              <a:gd name="connsiteY54" fmla="*/ 4515 h 10000"/>
              <a:gd name="connsiteX55" fmla="*/ 535 w 9111"/>
              <a:gd name="connsiteY55" fmla="*/ 2855 h 10000"/>
              <a:gd name="connsiteX56" fmla="*/ 836 w 9111"/>
              <a:gd name="connsiteY56" fmla="*/ 1601 h 10000"/>
              <a:gd name="connsiteX57" fmla="*/ 1173 w 9111"/>
              <a:gd name="connsiteY57" fmla="*/ 1251 h 10000"/>
              <a:gd name="connsiteX58" fmla="*/ 1954 w 9111"/>
              <a:gd name="connsiteY58" fmla="*/ 1163 h 10000"/>
              <a:gd name="connsiteX59" fmla="*/ 2706 w 9111"/>
              <a:gd name="connsiteY59" fmla="*/ 1228 h 10000"/>
              <a:gd name="connsiteX60" fmla="*/ 3374 w 9111"/>
              <a:gd name="connsiteY60" fmla="*/ 1152 h 10000"/>
              <a:gd name="connsiteX61" fmla="*/ 4031 w 9111"/>
              <a:gd name="connsiteY61" fmla="*/ 995 h 10000"/>
              <a:gd name="connsiteX62" fmla="*/ 4267 w 9111"/>
              <a:gd name="connsiteY62" fmla="*/ 1364 h 10000"/>
              <a:gd name="connsiteX63" fmla="*/ 4248 w 9111"/>
              <a:gd name="connsiteY63" fmla="*/ 2143 h 10000"/>
              <a:gd name="connsiteX0" fmla="*/ 4662 w 9939"/>
              <a:gd name="connsiteY0" fmla="*/ 2143 h 10000"/>
              <a:gd name="connsiteX1" fmla="*/ 4220 w 9939"/>
              <a:gd name="connsiteY1" fmla="*/ 3888 h 10000"/>
              <a:gd name="connsiteX2" fmla="*/ 4086 w 9939"/>
              <a:gd name="connsiteY2" fmla="*/ 4718 h 10000"/>
              <a:gd name="connsiteX3" fmla="*/ 3918 w 9939"/>
              <a:gd name="connsiteY3" fmla="*/ 5859 h 10000"/>
              <a:gd name="connsiteX4" fmla="*/ 4232 w 9939"/>
              <a:gd name="connsiteY4" fmla="*/ 7182 h 10000"/>
              <a:gd name="connsiteX5" fmla="*/ 4645 w 9939"/>
              <a:gd name="connsiteY5" fmla="*/ 7883 h 10000"/>
              <a:gd name="connsiteX6" fmla="*/ 4817 w 9939"/>
              <a:gd name="connsiteY6" fmla="*/ 8266 h 10000"/>
              <a:gd name="connsiteX7" fmla="*/ 4913 w 9939"/>
              <a:gd name="connsiteY7" fmla="*/ 8571 h 10000"/>
              <a:gd name="connsiteX8" fmla="*/ 4951 w 9939"/>
              <a:gd name="connsiteY8" fmla="*/ 9095 h 10000"/>
              <a:gd name="connsiteX9" fmla="*/ 4817 w 9939"/>
              <a:gd name="connsiteY9" fmla="*/ 9450 h 10000"/>
              <a:gd name="connsiteX10" fmla="*/ 4752 w 9939"/>
              <a:gd name="connsiteY10" fmla="*/ 9728 h 10000"/>
              <a:gd name="connsiteX11" fmla="*/ 4805 w 9939"/>
              <a:gd name="connsiteY11" fmla="*/ 9866 h 10000"/>
              <a:gd name="connsiteX12" fmla="*/ 5005 w 9939"/>
              <a:gd name="connsiteY12" fmla="*/ 9992 h 10000"/>
              <a:gd name="connsiteX13" fmla="*/ 5768 w 9939"/>
              <a:gd name="connsiteY13" fmla="*/ 9992 h 10000"/>
              <a:gd name="connsiteX14" fmla="*/ 6470 w 9939"/>
              <a:gd name="connsiteY14" fmla="*/ 9972 h 10000"/>
              <a:gd name="connsiteX15" fmla="*/ 6612 w 9939"/>
              <a:gd name="connsiteY15" fmla="*/ 9822 h 10000"/>
              <a:gd name="connsiteX16" fmla="*/ 6601 w 9939"/>
              <a:gd name="connsiteY16" fmla="*/ 9571 h 10000"/>
              <a:gd name="connsiteX17" fmla="*/ 6454 w 9939"/>
              <a:gd name="connsiteY17" fmla="*/ 9313 h 10000"/>
              <a:gd name="connsiteX18" fmla="*/ 6401 w 9939"/>
              <a:gd name="connsiteY18" fmla="*/ 8995 h 10000"/>
              <a:gd name="connsiteX19" fmla="*/ 6396 w 9939"/>
              <a:gd name="connsiteY19" fmla="*/ 8600 h 10000"/>
              <a:gd name="connsiteX20" fmla="*/ 6498 w 9939"/>
              <a:gd name="connsiteY20" fmla="*/ 8204 h 10000"/>
              <a:gd name="connsiteX21" fmla="*/ 6735 w 9939"/>
              <a:gd name="connsiteY21" fmla="*/ 7617 h 10000"/>
              <a:gd name="connsiteX22" fmla="*/ 6865 w 9939"/>
              <a:gd name="connsiteY22" fmla="*/ 7310 h 10000"/>
              <a:gd name="connsiteX23" fmla="*/ 7222 w 9939"/>
              <a:gd name="connsiteY23" fmla="*/ 6529 h 10000"/>
              <a:gd name="connsiteX24" fmla="*/ 7420 w 9939"/>
              <a:gd name="connsiteY24" fmla="*/ 5810 h 10000"/>
              <a:gd name="connsiteX25" fmla="*/ 7449 w 9939"/>
              <a:gd name="connsiteY25" fmla="*/ 5257 h 10000"/>
              <a:gd name="connsiteX26" fmla="*/ 7372 w 9939"/>
              <a:gd name="connsiteY26" fmla="*/ 4694 h 10000"/>
              <a:gd name="connsiteX27" fmla="*/ 7168 w 9939"/>
              <a:gd name="connsiteY27" fmla="*/ 3960 h 10000"/>
              <a:gd name="connsiteX28" fmla="*/ 6961 w 9939"/>
              <a:gd name="connsiteY28" fmla="*/ 3310 h 10000"/>
              <a:gd name="connsiteX29" fmla="*/ 6629 w 9939"/>
              <a:gd name="connsiteY29" fmla="*/ 2386 h 10000"/>
              <a:gd name="connsiteX30" fmla="*/ 6574 w 9939"/>
              <a:gd name="connsiteY30" fmla="*/ 1143 h 10000"/>
              <a:gd name="connsiteX31" fmla="*/ 8072 w 9939"/>
              <a:gd name="connsiteY31" fmla="*/ 1358 h 10000"/>
              <a:gd name="connsiteX32" fmla="*/ 9054 w 9939"/>
              <a:gd name="connsiteY32" fmla="*/ 2363 h 10000"/>
              <a:gd name="connsiteX33" fmla="*/ 9310 w 9939"/>
              <a:gd name="connsiteY33" fmla="*/ 4522 h 10000"/>
              <a:gd name="connsiteX34" fmla="*/ 9939 w 9939"/>
              <a:gd name="connsiteY34" fmla="*/ 6660 h 10000"/>
              <a:gd name="connsiteX35" fmla="*/ 9664 w 9939"/>
              <a:gd name="connsiteY35" fmla="*/ 4521 h 10000"/>
              <a:gd name="connsiteX36" fmla="*/ 9513 w 9939"/>
              <a:gd name="connsiteY36" fmla="*/ 3320 h 10000"/>
              <a:gd name="connsiteX37" fmla="*/ 9166 w 9939"/>
              <a:gd name="connsiteY37" fmla="*/ 1510 h 10000"/>
              <a:gd name="connsiteX38" fmla="*/ 8306 w 9939"/>
              <a:gd name="connsiteY38" fmla="*/ 829 h 10000"/>
              <a:gd name="connsiteX39" fmla="*/ 7291 w 9939"/>
              <a:gd name="connsiteY39" fmla="*/ 798 h 10000"/>
              <a:gd name="connsiteX40" fmla="*/ 6232 w 9939"/>
              <a:gd name="connsiteY40" fmla="*/ 717 h 10000"/>
              <a:gd name="connsiteX41" fmla="*/ 5978 w 9939"/>
              <a:gd name="connsiteY41" fmla="*/ 603 h 10000"/>
              <a:gd name="connsiteX42" fmla="*/ 5790 w 9939"/>
              <a:gd name="connsiteY42" fmla="*/ 70 h 10000"/>
              <a:gd name="connsiteX43" fmla="*/ 5423 w 9939"/>
              <a:gd name="connsiteY43" fmla="*/ 39 h 10000"/>
              <a:gd name="connsiteX44" fmla="*/ 5284 w 9939"/>
              <a:gd name="connsiteY44" fmla="*/ 344 h 10000"/>
              <a:gd name="connsiteX45" fmla="*/ 5070 w 9939"/>
              <a:gd name="connsiteY45" fmla="*/ 759 h 10000"/>
              <a:gd name="connsiteX46" fmla="*/ 4129 w 9939"/>
              <a:gd name="connsiteY46" fmla="*/ 742 h 10000"/>
              <a:gd name="connsiteX47" fmla="*/ 2944 w 9939"/>
              <a:gd name="connsiteY47" fmla="*/ 937 h 10000"/>
              <a:gd name="connsiteX48" fmla="*/ 2204 w 9939"/>
              <a:gd name="connsiteY48" fmla="*/ 896 h 10000"/>
              <a:gd name="connsiteX49" fmla="*/ 1278 w 9939"/>
              <a:gd name="connsiteY49" fmla="*/ 888 h 10000"/>
              <a:gd name="connsiteX50" fmla="*/ 585 w 9939"/>
              <a:gd name="connsiteY50" fmla="*/ 1197 h 10000"/>
              <a:gd name="connsiteX51" fmla="*/ 352 w 9939"/>
              <a:gd name="connsiteY51" fmla="*/ 2346 h 10000"/>
              <a:gd name="connsiteX52" fmla="*/ 2 w 9939"/>
              <a:gd name="connsiteY52" fmla="*/ 4571 h 10000"/>
              <a:gd name="connsiteX53" fmla="*/ 181 w 9939"/>
              <a:gd name="connsiteY53" fmla="*/ 6339 h 10000"/>
              <a:gd name="connsiteX54" fmla="*/ 177 w 9939"/>
              <a:gd name="connsiteY54" fmla="*/ 4515 h 10000"/>
              <a:gd name="connsiteX55" fmla="*/ 587 w 9939"/>
              <a:gd name="connsiteY55" fmla="*/ 2855 h 10000"/>
              <a:gd name="connsiteX56" fmla="*/ 918 w 9939"/>
              <a:gd name="connsiteY56" fmla="*/ 1601 h 10000"/>
              <a:gd name="connsiteX57" fmla="*/ 1287 w 9939"/>
              <a:gd name="connsiteY57" fmla="*/ 1251 h 10000"/>
              <a:gd name="connsiteX58" fmla="*/ 2145 w 9939"/>
              <a:gd name="connsiteY58" fmla="*/ 1163 h 10000"/>
              <a:gd name="connsiteX59" fmla="*/ 2970 w 9939"/>
              <a:gd name="connsiteY59" fmla="*/ 1228 h 10000"/>
              <a:gd name="connsiteX60" fmla="*/ 3703 w 9939"/>
              <a:gd name="connsiteY60" fmla="*/ 1152 h 10000"/>
              <a:gd name="connsiteX61" fmla="*/ 4424 w 9939"/>
              <a:gd name="connsiteY61" fmla="*/ 995 h 10000"/>
              <a:gd name="connsiteX62" fmla="*/ 4683 w 9939"/>
              <a:gd name="connsiteY62" fmla="*/ 1364 h 10000"/>
              <a:gd name="connsiteX63" fmla="*/ 4662 w 9939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72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57 w 10000"/>
              <a:gd name="connsiteY38" fmla="*/ 829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57 w 10000"/>
              <a:gd name="connsiteY38" fmla="*/ 829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84 w 10000"/>
              <a:gd name="connsiteY38" fmla="*/ 1158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84 w 10000"/>
              <a:gd name="connsiteY38" fmla="*/ 1158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84 w 10000"/>
              <a:gd name="connsiteY38" fmla="*/ 1158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178 w 10000"/>
              <a:gd name="connsiteY53" fmla="*/ 4515 h 10000"/>
              <a:gd name="connsiteX54" fmla="*/ 591 w 10000"/>
              <a:gd name="connsiteY54" fmla="*/ 2855 h 10000"/>
              <a:gd name="connsiteX55" fmla="*/ 924 w 10000"/>
              <a:gd name="connsiteY55" fmla="*/ 1601 h 10000"/>
              <a:gd name="connsiteX56" fmla="*/ 1295 w 10000"/>
              <a:gd name="connsiteY56" fmla="*/ 1251 h 10000"/>
              <a:gd name="connsiteX57" fmla="*/ 2158 w 10000"/>
              <a:gd name="connsiteY57" fmla="*/ 1163 h 10000"/>
              <a:gd name="connsiteX58" fmla="*/ 2988 w 10000"/>
              <a:gd name="connsiteY58" fmla="*/ 1228 h 10000"/>
              <a:gd name="connsiteX59" fmla="*/ 3726 w 10000"/>
              <a:gd name="connsiteY59" fmla="*/ 1152 h 10000"/>
              <a:gd name="connsiteX60" fmla="*/ 4451 w 10000"/>
              <a:gd name="connsiteY60" fmla="*/ 995 h 10000"/>
              <a:gd name="connsiteX61" fmla="*/ 4712 w 10000"/>
              <a:gd name="connsiteY61" fmla="*/ 1364 h 10000"/>
              <a:gd name="connsiteX62" fmla="*/ 4691 w 10000"/>
              <a:gd name="connsiteY62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238 w 10000"/>
              <a:gd name="connsiteY36" fmla="*/ 211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178 w 10000"/>
              <a:gd name="connsiteY53" fmla="*/ 4515 h 10000"/>
              <a:gd name="connsiteX54" fmla="*/ 591 w 10000"/>
              <a:gd name="connsiteY54" fmla="*/ 2855 h 10000"/>
              <a:gd name="connsiteX55" fmla="*/ 924 w 10000"/>
              <a:gd name="connsiteY55" fmla="*/ 1601 h 10000"/>
              <a:gd name="connsiteX56" fmla="*/ 1295 w 10000"/>
              <a:gd name="connsiteY56" fmla="*/ 1251 h 10000"/>
              <a:gd name="connsiteX57" fmla="*/ 2158 w 10000"/>
              <a:gd name="connsiteY57" fmla="*/ 1163 h 10000"/>
              <a:gd name="connsiteX58" fmla="*/ 2988 w 10000"/>
              <a:gd name="connsiteY58" fmla="*/ 1228 h 10000"/>
              <a:gd name="connsiteX59" fmla="*/ 3726 w 10000"/>
              <a:gd name="connsiteY59" fmla="*/ 1152 h 10000"/>
              <a:gd name="connsiteX60" fmla="*/ 4451 w 10000"/>
              <a:gd name="connsiteY60" fmla="*/ 995 h 10000"/>
              <a:gd name="connsiteX61" fmla="*/ 4712 w 10000"/>
              <a:gd name="connsiteY61" fmla="*/ 1364 h 10000"/>
              <a:gd name="connsiteX62" fmla="*/ 4691 w 10000"/>
              <a:gd name="connsiteY62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043 w 10000"/>
              <a:gd name="connsiteY32" fmla="*/ 2411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238 w 10000"/>
              <a:gd name="connsiteY36" fmla="*/ 211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178 w 10000"/>
              <a:gd name="connsiteY53" fmla="*/ 4515 h 10000"/>
              <a:gd name="connsiteX54" fmla="*/ 591 w 10000"/>
              <a:gd name="connsiteY54" fmla="*/ 2855 h 10000"/>
              <a:gd name="connsiteX55" fmla="*/ 924 w 10000"/>
              <a:gd name="connsiteY55" fmla="*/ 1601 h 10000"/>
              <a:gd name="connsiteX56" fmla="*/ 1295 w 10000"/>
              <a:gd name="connsiteY56" fmla="*/ 1251 h 10000"/>
              <a:gd name="connsiteX57" fmla="*/ 2158 w 10000"/>
              <a:gd name="connsiteY57" fmla="*/ 1163 h 10000"/>
              <a:gd name="connsiteX58" fmla="*/ 2988 w 10000"/>
              <a:gd name="connsiteY58" fmla="*/ 1228 h 10000"/>
              <a:gd name="connsiteX59" fmla="*/ 3726 w 10000"/>
              <a:gd name="connsiteY59" fmla="*/ 1152 h 10000"/>
              <a:gd name="connsiteX60" fmla="*/ 4451 w 10000"/>
              <a:gd name="connsiteY60" fmla="*/ 995 h 10000"/>
              <a:gd name="connsiteX61" fmla="*/ 4712 w 10000"/>
              <a:gd name="connsiteY61" fmla="*/ 1364 h 10000"/>
              <a:gd name="connsiteX62" fmla="*/ 4691 w 10000"/>
              <a:gd name="connsiteY62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043 w 10000"/>
              <a:gd name="connsiteY32" fmla="*/ 2411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238 w 10000"/>
              <a:gd name="connsiteY36" fmla="*/ 211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591 w 10000"/>
              <a:gd name="connsiteY53" fmla="*/ 2855 h 10000"/>
              <a:gd name="connsiteX54" fmla="*/ 924 w 10000"/>
              <a:gd name="connsiteY54" fmla="*/ 1601 h 10000"/>
              <a:gd name="connsiteX55" fmla="*/ 1295 w 10000"/>
              <a:gd name="connsiteY55" fmla="*/ 1251 h 10000"/>
              <a:gd name="connsiteX56" fmla="*/ 2158 w 10000"/>
              <a:gd name="connsiteY56" fmla="*/ 1163 h 10000"/>
              <a:gd name="connsiteX57" fmla="*/ 2988 w 10000"/>
              <a:gd name="connsiteY57" fmla="*/ 1228 h 10000"/>
              <a:gd name="connsiteX58" fmla="*/ 3726 w 10000"/>
              <a:gd name="connsiteY58" fmla="*/ 1152 h 10000"/>
              <a:gd name="connsiteX59" fmla="*/ 4451 w 10000"/>
              <a:gd name="connsiteY59" fmla="*/ 995 h 10000"/>
              <a:gd name="connsiteX60" fmla="*/ 4712 w 10000"/>
              <a:gd name="connsiteY60" fmla="*/ 1364 h 10000"/>
              <a:gd name="connsiteX61" fmla="*/ 4691 w 10000"/>
              <a:gd name="connsiteY61" fmla="*/ 2143 h 10000"/>
              <a:gd name="connsiteX0" fmla="*/ 4516 w 9825"/>
              <a:gd name="connsiteY0" fmla="*/ 2143 h 10000"/>
              <a:gd name="connsiteX1" fmla="*/ 4071 w 9825"/>
              <a:gd name="connsiteY1" fmla="*/ 3888 h 10000"/>
              <a:gd name="connsiteX2" fmla="*/ 3936 w 9825"/>
              <a:gd name="connsiteY2" fmla="*/ 4718 h 10000"/>
              <a:gd name="connsiteX3" fmla="*/ 3767 w 9825"/>
              <a:gd name="connsiteY3" fmla="*/ 5859 h 10000"/>
              <a:gd name="connsiteX4" fmla="*/ 4083 w 9825"/>
              <a:gd name="connsiteY4" fmla="*/ 7182 h 10000"/>
              <a:gd name="connsiteX5" fmla="*/ 4499 w 9825"/>
              <a:gd name="connsiteY5" fmla="*/ 7883 h 10000"/>
              <a:gd name="connsiteX6" fmla="*/ 4672 w 9825"/>
              <a:gd name="connsiteY6" fmla="*/ 8266 h 10000"/>
              <a:gd name="connsiteX7" fmla="*/ 4768 w 9825"/>
              <a:gd name="connsiteY7" fmla="*/ 8571 h 10000"/>
              <a:gd name="connsiteX8" fmla="*/ 4806 w 9825"/>
              <a:gd name="connsiteY8" fmla="*/ 9095 h 10000"/>
              <a:gd name="connsiteX9" fmla="*/ 4672 w 9825"/>
              <a:gd name="connsiteY9" fmla="*/ 9450 h 10000"/>
              <a:gd name="connsiteX10" fmla="*/ 4606 w 9825"/>
              <a:gd name="connsiteY10" fmla="*/ 9728 h 10000"/>
              <a:gd name="connsiteX11" fmla="*/ 4659 w 9825"/>
              <a:gd name="connsiteY11" fmla="*/ 9866 h 10000"/>
              <a:gd name="connsiteX12" fmla="*/ 4861 w 9825"/>
              <a:gd name="connsiteY12" fmla="*/ 9992 h 10000"/>
              <a:gd name="connsiteX13" fmla="*/ 5628 w 9825"/>
              <a:gd name="connsiteY13" fmla="*/ 9992 h 10000"/>
              <a:gd name="connsiteX14" fmla="*/ 6335 w 9825"/>
              <a:gd name="connsiteY14" fmla="*/ 9972 h 10000"/>
              <a:gd name="connsiteX15" fmla="*/ 6478 w 9825"/>
              <a:gd name="connsiteY15" fmla="*/ 9822 h 10000"/>
              <a:gd name="connsiteX16" fmla="*/ 6467 w 9825"/>
              <a:gd name="connsiteY16" fmla="*/ 9571 h 10000"/>
              <a:gd name="connsiteX17" fmla="*/ 6319 w 9825"/>
              <a:gd name="connsiteY17" fmla="*/ 9313 h 10000"/>
              <a:gd name="connsiteX18" fmla="*/ 6265 w 9825"/>
              <a:gd name="connsiteY18" fmla="*/ 8995 h 10000"/>
              <a:gd name="connsiteX19" fmla="*/ 6260 w 9825"/>
              <a:gd name="connsiteY19" fmla="*/ 8600 h 10000"/>
              <a:gd name="connsiteX20" fmla="*/ 6363 w 9825"/>
              <a:gd name="connsiteY20" fmla="*/ 8204 h 10000"/>
              <a:gd name="connsiteX21" fmla="*/ 6601 w 9825"/>
              <a:gd name="connsiteY21" fmla="*/ 7617 h 10000"/>
              <a:gd name="connsiteX22" fmla="*/ 6732 w 9825"/>
              <a:gd name="connsiteY22" fmla="*/ 7310 h 10000"/>
              <a:gd name="connsiteX23" fmla="*/ 7091 w 9825"/>
              <a:gd name="connsiteY23" fmla="*/ 6529 h 10000"/>
              <a:gd name="connsiteX24" fmla="*/ 7291 w 9825"/>
              <a:gd name="connsiteY24" fmla="*/ 5810 h 10000"/>
              <a:gd name="connsiteX25" fmla="*/ 7320 w 9825"/>
              <a:gd name="connsiteY25" fmla="*/ 5257 h 10000"/>
              <a:gd name="connsiteX26" fmla="*/ 7242 w 9825"/>
              <a:gd name="connsiteY26" fmla="*/ 4694 h 10000"/>
              <a:gd name="connsiteX27" fmla="*/ 7037 w 9825"/>
              <a:gd name="connsiteY27" fmla="*/ 3960 h 10000"/>
              <a:gd name="connsiteX28" fmla="*/ 6829 w 9825"/>
              <a:gd name="connsiteY28" fmla="*/ 3310 h 10000"/>
              <a:gd name="connsiteX29" fmla="*/ 6495 w 9825"/>
              <a:gd name="connsiteY29" fmla="*/ 2386 h 10000"/>
              <a:gd name="connsiteX30" fmla="*/ 6439 w 9825"/>
              <a:gd name="connsiteY30" fmla="*/ 1143 h 10000"/>
              <a:gd name="connsiteX31" fmla="*/ 7947 w 9825"/>
              <a:gd name="connsiteY31" fmla="*/ 1358 h 10000"/>
              <a:gd name="connsiteX32" fmla="*/ 8868 w 9825"/>
              <a:gd name="connsiteY32" fmla="*/ 2411 h 10000"/>
              <a:gd name="connsiteX33" fmla="*/ 9192 w 9825"/>
              <a:gd name="connsiteY33" fmla="*/ 4522 h 10000"/>
              <a:gd name="connsiteX34" fmla="*/ 9825 w 9825"/>
              <a:gd name="connsiteY34" fmla="*/ 6660 h 10000"/>
              <a:gd name="connsiteX35" fmla="*/ 9468 w 9825"/>
              <a:gd name="connsiteY35" fmla="*/ 4521 h 10000"/>
              <a:gd name="connsiteX36" fmla="*/ 9063 w 9825"/>
              <a:gd name="connsiteY36" fmla="*/ 2110 h 10000"/>
              <a:gd name="connsiteX37" fmla="*/ 8209 w 9825"/>
              <a:gd name="connsiteY37" fmla="*/ 1158 h 10000"/>
              <a:gd name="connsiteX38" fmla="*/ 7161 w 9825"/>
              <a:gd name="connsiteY38" fmla="*/ 798 h 10000"/>
              <a:gd name="connsiteX39" fmla="*/ 6095 w 9825"/>
              <a:gd name="connsiteY39" fmla="*/ 717 h 10000"/>
              <a:gd name="connsiteX40" fmla="*/ 5840 w 9825"/>
              <a:gd name="connsiteY40" fmla="*/ 603 h 10000"/>
              <a:gd name="connsiteX41" fmla="*/ 5651 w 9825"/>
              <a:gd name="connsiteY41" fmla="*/ 70 h 10000"/>
              <a:gd name="connsiteX42" fmla="*/ 5281 w 9825"/>
              <a:gd name="connsiteY42" fmla="*/ 39 h 10000"/>
              <a:gd name="connsiteX43" fmla="*/ 5141 w 9825"/>
              <a:gd name="connsiteY43" fmla="*/ 344 h 10000"/>
              <a:gd name="connsiteX44" fmla="*/ 4926 w 9825"/>
              <a:gd name="connsiteY44" fmla="*/ 759 h 10000"/>
              <a:gd name="connsiteX45" fmla="*/ 3979 w 9825"/>
              <a:gd name="connsiteY45" fmla="*/ 742 h 10000"/>
              <a:gd name="connsiteX46" fmla="*/ 2787 w 9825"/>
              <a:gd name="connsiteY46" fmla="*/ 937 h 10000"/>
              <a:gd name="connsiteX47" fmla="*/ 2043 w 9825"/>
              <a:gd name="connsiteY47" fmla="*/ 896 h 10000"/>
              <a:gd name="connsiteX48" fmla="*/ 1111 w 9825"/>
              <a:gd name="connsiteY48" fmla="*/ 888 h 10000"/>
              <a:gd name="connsiteX49" fmla="*/ 414 w 9825"/>
              <a:gd name="connsiteY49" fmla="*/ 1197 h 10000"/>
              <a:gd name="connsiteX50" fmla="*/ 179 w 9825"/>
              <a:gd name="connsiteY50" fmla="*/ 2346 h 10000"/>
              <a:gd name="connsiteX51" fmla="*/ 7 w 9825"/>
              <a:gd name="connsiteY51" fmla="*/ 6339 h 10000"/>
              <a:gd name="connsiteX52" fmla="*/ 416 w 9825"/>
              <a:gd name="connsiteY52" fmla="*/ 2855 h 10000"/>
              <a:gd name="connsiteX53" fmla="*/ 749 w 9825"/>
              <a:gd name="connsiteY53" fmla="*/ 1601 h 10000"/>
              <a:gd name="connsiteX54" fmla="*/ 1120 w 9825"/>
              <a:gd name="connsiteY54" fmla="*/ 1251 h 10000"/>
              <a:gd name="connsiteX55" fmla="*/ 1983 w 9825"/>
              <a:gd name="connsiteY55" fmla="*/ 1163 h 10000"/>
              <a:gd name="connsiteX56" fmla="*/ 2813 w 9825"/>
              <a:gd name="connsiteY56" fmla="*/ 1228 h 10000"/>
              <a:gd name="connsiteX57" fmla="*/ 3551 w 9825"/>
              <a:gd name="connsiteY57" fmla="*/ 1152 h 10000"/>
              <a:gd name="connsiteX58" fmla="*/ 4276 w 9825"/>
              <a:gd name="connsiteY58" fmla="*/ 995 h 10000"/>
              <a:gd name="connsiteX59" fmla="*/ 4537 w 9825"/>
              <a:gd name="connsiteY59" fmla="*/ 1364 h 10000"/>
              <a:gd name="connsiteX60" fmla="*/ 4516 w 9825"/>
              <a:gd name="connsiteY60" fmla="*/ 2143 h 10000"/>
              <a:gd name="connsiteX0" fmla="*/ 4503 w 9907"/>
              <a:gd name="connsiteY0" fmla="*/ 2143 h 10000"/>
              <a:gd name="connsiteX1" fmla="*/ 4051 w 9907"/>
              <a:gd name="connsiteY1" fmla="*/ 3888 h 10000"/>
              <a:gd name="connsiteX2" fmla="*/ 3913 w 9907"/>
              <a:gd name="connsiteY2" fmla="*/ 4718 h 10000"/>
              <a:gd name="connsiteX3" fmla="*/ 3741 w 9907"/>
              <a:gd name="connsiteY3" fmla="*/ 5859 h 10000"/>
              <a:gd name="connsiteX4" fmla="*/ 4063 w 9907"/>
              <a:gd name="connsiteY4" fmla="*/ 7182 h 10000"/>
              <a:gd name="connsiteX5" fmla="*/ 4486 w 9907"/>
              <a:gd name="connsiteY5" fmla="*/ 7883 h 10000"/>
              <a:gd name="connsiteX6" fmla="*/ 4662 w 9907"/>
              <a:gd name="connsiteY6" fmla="*/ 8266 h 10000"/>
              <a:gd name="connsiteX7" fmla="*/ 4760 w 9907"/>
              <a:gd name="connsiteY7" fmla="*/ 8571 h 10000"/>
              <a:gd name="connsiteX8" fmla="*/ 4799 w 9907"/>
              <a:gd name="connsiteY8" fmla="*/ 9095 h 10000"/>
              <a:gd name="connsiteX9" fmla="*/ 4662 w 9907"/>
              <a:gd name="connsiteY9" fmla="*/ 9450 h 10000"/>
              <a:gd name="connsiteX10" fmla="*/ 4595 w 9907"/>
              <a:gd name="connsiteY10" fmla="*/ 9728 h 10000"/>
              <a:gd name="connsiteX11" fmla="*/ 4649 w 9907"/>
              <a:gd name="connsiteY11" fmla="*/ 9866 h 10000"/>
              <a:gd name="connsiteX12" fmla="*/ 4855 w 9907"/>
              <a:gd name="connsiteY12" fmla="*/ 9992 h 10000"/>
              <a:gd name="connsiteX13" fmla="*/ 5635 w 9907"/>
              <a:gd name="connsiteY13" fmla="*/ 9992 h 10000"/>
              <a:gd name="connsiteX14" fmla="*/ 6355 w 9907"/>
              <a:gd name="connsiteY14" fmla="*/ 9972 h 10000"/>
              <a:gd name="connsiteX15" fmla="*/ 6500 w 9907"/>
              <a:gd name="connsiteY15" fmla="*/ 9822 h 10000"/>
              <a:gd name="connsiteX16" fmla="*/ 6489 w 9907"/>
              <a:gd name="connsiteY16" fmla="*/ 9571 h 10000"/>
              <a:gd name="connsiteX17" fmla="*/ 6339 w 9907"/>
              <a:gd name="connsiteY17" fmla="*/ 9313 h 10000"/>
              <a:gd name="connsiteX18" fmla="*/ 6284 w 9907"/>
              <a:gd name="connsiteY18" fmla="*/ 8995 h 10000"/>
              <a:gd name="connsiteX19" fmla="*/ 6279 w 9907"/>
              <a:gd name="connsiteY19" fmla="*/ 8600 h 10000"/>
              <a:gd name="connsiteX20" fmla="*/ 6383 w 9907"/>
              <a:gd name="connsiteY20" fmla="*/ 8204 h 10000"/>
              <a:gd name="connsiteX21" fmla="*/ 6626 w 9907"/>
              <a:gd name="connsiteY21" fmla="*/ 7617 h 10000"/>
              <a:gd name="connsiteX22" fmla="*/ 6759 w 9907"/>
              <a:gd name="connsiteY22" fmla="*/ 7310 h 10000"/>
              <a:gd name="connsiteX23" fmla="*/ 7124 w 9907"/>
              <a:gd name="connsiteY23" fmla="*/ 6529 h 10000"/>
              <a:gd name="connsiteX24" fmla="*/ 7328 w 9907"/>
              <a:gd name="connsiteY24" fmla="*/ 5810 h 10000"/>
              <a:gd name="connsiteX25" fmla="*/ 7357 w 9907"/>
              <a:gd name="connsiteY25" fmla="*/ 5257 h 10000"/>
              <a:gd name="connsiteX26" fmla="*/ 7278 w 9907"/>
              <a:gd name="connsiteY26" fmla="*/ 4694 h 10000"/>
              <a:gd name="connsiteX27" fmla="*/ 7069 w 9907"/>
              <a:gd name="connsiteY27" fmla="*/ 3960 h 10000"/>
              <a:gd name="connsiteX28" fmla="*/ 6858 w 9907"/>
              <a:gd name="connsiteY28" fmla="*/ 3310 h 10000"/>
              <a:gd name="connsiteX29" fmla="*/ 6518 w 9907"/>
              <a:gd name="connsiteY29" fmla="*/ 2386 h 10000"/>
              <a:gd name="connsiteX30" fmla="*/ 6461 w 9907"/>
              <a:gd name="connsiteY30" fmla="*/ 1143 h 10000"/>
              <a:gd name="connsiteX31" fmla="*/ 7996 w 9907"/>
              <a:gd name="connsiteY31" fmla="*/ 1358 h 10000"/>
              <a:gd name="connsiteX32" fmla="*/ 8933 w 9907"/>
              <a:gd name="connsiteY32" fmla="*/ 2411 h 10000"/>
              <a:gd name="connsiteX33" fmla="*/ 9263 w 9907"/>
              <a:gd name="connsiteY33" fmla="*/ 4522 h 10000"/>
              <a:gd name="connsiteX34" fmla="*/ 9907 w 9907"/>
              <a:gd name="connsiteY34" fmla="*/ 6660 h 10000"/>
              <a:gd name="connsiteX35" fmla="*/ 9544 w 9907"/>
              <a:gd name="connsiteY35" fmla="*/ 4521 h 10000"/>
              <a:gd name="connsiteX36" fmla="*/ 9131 w 9907"/>
              <a:gd name="connsiteY36" fmla="*/ 2110 h 10000"/>
              <a:gd name="connsiteX37" fmla="*/ 8262 w 9907"/>
              <a:gd name="connsiteY37" fmla="*/ 1158 h 10000"/>
              <a:gd name="connsiteX38" fmla="*/ 7196 w 9907"/>
              <a:gd name="connsiteY38" fmla="*/ 798 h 10000"/>
              <a:gd name="connsiteX39" fmla="*/ 6111 w 9907"/>
              <a:gd name="connsiteY39" fmla="*/ 717 h 10000"/>
              <a:gd name="connsiteX40" fmla="*/ 5851 w 9907"/>
              <a:gd name="connsiteY40" fmla="*/ 603 h 10000"/>
              <a:gd name="connsiteX41" fmla="*/ 5659 w 9907"/>
              <a:gd name="connsiteY41" fmla="*/ 70 h 10000"/>
              <a:gd name="connsiteX42" fmla="*/ 5282 w 9907"/>
              <a:gd name="connsiteY42" fmla="*/ 39 h 10000"/>
              <a:gd name="connsiteX43" fmla="*/ 5140 w 9907"/>
              <a:gd name="connsiteY43" fmla="*/ 344 h 10000"/>
              <a:gd name="connsiteX44" fmla="*/ 4921 w 9907"/>
              <a:gd name="connsiteY44" fmla="*/ 759 h 10000"/>
              <a:gd name="connsiteX45" fmla="*/ 3957 w 9907"/>
              <a:gd name="connsiteY45" fmla="*/ 742 h 10000"/>
              <a:gd name="connsiteX46" fmla="*/ 2744 w 9907"/>
              <a:gd name="connsiteY46" fmla="*/ 937 h 10000"/>
              <a:gd name="connsiteX47" fmla="*/ 1986 w 9907"/>
              <a:gd name="connsiteY47" fmla="*/ 896 h 10000"/>
              <a:gd name="connsiteX48" fmla="*/ 1038 w 9907"/>
              <a:gd name="connsiteY48" fmla="*/ 888 h 10000"/>
              <a:gd name="connsiteX49" fmla="*/ 328 w 9907"/>
              <a:gd name="connsiteY49" fmla="*/ 1197 h 10000"/>
              <a:gd name="connsiteX50" fmla="*/ 89 w 9907"/>
              <a:gd name="connsiteY50" fmla="*/ 2346 h 10000"/>
              <a:gd name="connsiteX51" fmla="*/ 1800 w 9907"/>
              <a:gd name="connsiteY51" fmla="*/ 6368 h 10000"/>
              <a:gd name="connsiteX52" fmla="*/ 330 w 9907"/>
              <a:gd name="connsiteY52" fmla="*/ 2855 h 10000"/>
              <a:gd name="connsiteX53" fmla="*/ 669 w 9907"/>
              <a:gd name="connsiteY53" fmla="*/ 1601 h 10000"/>
              <a:gd name="connsiteX54" fmla="*/ 1047 w 9907"/>
              <a:gd name="connsiteY54" fmla="*/ 1251 h 10000"/>
              <a:gd name="connsiteX55" fmla="*/ 1925 w 9907"/>
              <a:gd name="connsiteY55" fmla="*/ 1163 h 10000"/>
              <a:gd name="connsiteX56" fmla="*/ 2770 w 9907"/>
              <a:gd name="connsiteY56" fmla="*/ 1228 h 10000"/>
              <a:gd name="connsiteX57" fmla="*/ 3521 w 9907"/>
              <a:gd name="connsiteY57" fmla="*/ 1152 h 10000"/>
              <a:gd name="connsiteX58" fmla="*/ 4259 w 9907"/>
              <a:gd name="connsiteY58" fmla="*/ 995 h 10000"/>
              <a:gd name="connsiteX59" fmla="*/ 4525 w 9907"/>
              <a:gd name="connsiteY59" fmla="*/ 1364 h 10000"/>
              <a:gd name="connsiteX60" fmla="*/ 4503 w 9907"/>
              <a:gd name="connsiteY60" fmla="*/ 2143 h 10000"/>
              <a:gd name="connsiteX0" fmla="*/ 4544 w 9999"/>
              <a:gd name="connsiteY0" fmla="*/ 2143 h 10000"/>
              <a:gd name="connsiteX1" fmla="*/ 4088 w 9999"/>
              <a:gd name="connsiteY1" fmla="*/ 3888 h 10000"/>
              <a:gd name="connsiteX2" fmla="*/ 3949 w 9999"/>
              <a:gd name="connsiteY2" fmla="*/ 4718 h 10000"/>
              <a:gd name="connsiteX3" fmla="*/ 3775 w 9999"/>
              <a:gd name="connsiteY3" fmla="*/ 5859 h 10000"/>
              <a:gd name="connsiteX4" fmla="*/ 4100 w 9999"/>
              <a:gd name="connsiteY4" fmla="*/ 7182 h 10000"/>
              <a:gd name="connsiteX5" fmla="*/ 4527 w 9999"/>
              <a:gd name="connsiteY5" fmla="*/ 7883 h 10000"/>
              <a:gd name="connsiteX6" fmla="*/ 4705 w 9999"/>
              <a:gd name="connsiteY6" fmla="*/ 8266 h 10000"/>
              <a:gd name="connsiteX7" fmla="*/ 4804 w 9999"/>
              <a:gd name="connsiteY7" fmla="*/ 8571 h 10000"/>
              <a:gd name="connsiteX8" fmla="*/ 4843 w 9999"/>
              <a:gd name="connsiteY8" fmla="*/ 9095 h 10000"/>
              <a:gd name="connsiteX9" fmla="*/ 4705 w 9999"/>
              <a:gd name="connsiteY9" fmla="*/ 9450 h 10000"/>
              <a:gd name="connsiteX10" fmla="*/ 4637 w 9999"/>
              <a:gd name="connsiteY10" fmla="*/ 9728 h 10000"/>
              <a:gd name="connsiteX11" fmla="*/ 4692 w 9999"/>
              <a:gd name="connsiteY11" fmla="*/ 9866 h 10000"/>
              <a:gd name="connsiteX12" fmla="*/ 4900 w 9999"/>
              <a:gd name="connsiteY12" fmla="*/ 9992 h 10000"/>
              <a:gd name="connsiteX13" fmla="*/ 5687 w 9999"/>
              <a:gd name="connsiteY13" fmla="*/ 9992 h 10000"/>
              <a:gd name="connsiteX14" fmla="*/ 6414 w 9999"/>
              <a:gd name="connsiteY14" fmla="*/ 9972 h 10000"/>
              <a:gd name="connsiteX15" fmla="*/ 6560 w 9999"/>
              <a:gd name="connsiteY15" fmla="*/ 9822 h 10000"/>
              <a:gd name="connsiteX16" fmla="*/ 6549 w 9999"/>
              <a:gd name="connsiteY16" fmla="*/ 9571 h 10000"/>
              <a:gd name="connsiteX17" fmla="*/ 6398 w 9999"/>
              <a:gd name="connsiteY17" fmla="*/ 9313 h 10000"/>
              <a:gd name="connsiteX18" fmla="*/ 6342 w 9999"/>
              <a:gd name="connsiteY18" fmla="*/ 8995 h 10000"/>
              <a:gd name="connsiteX19" fmla="*/ 6337 w 9999"/>
              <a:gd name="connsiteY19" fmla="*/ 8600 h 10000"/>
              <a:gd name="connsiteX20" fmla="*/ 6442 w 9999"/>
              <a:gd name="connsiteY20" fmla="*/ 8204 h 10000"/>
              <a:gd name="connsiteX21" fmla="*/ 6687 w 9999"/>
              <a:gd name="connsiteY21" fmla="*/ 7617 h 10000"/>
              <a:gd name="connsiteX22" fmla="*/ 6821 w 9999"/>
              <a:gd name="connsiteY22" fmla="*/ 7310 h 10000"/>
              <a:gd name="connsiteX23" fmla="*/ 7190 w 9999"/>
              <a:gd name="connsiteY23" fmla="*/ 6529 h 10000"/>
              <a:gd name="connsiteX24" fmla="*/ 7396 w 9999"/>
              <a:gd name="connsiteY24" fmla="*/ 5810 h 10000"/>
              <a:gd name="connsiteX25" fmla="*/ 7425 w 9999"/>
              <a:gd name="connsiteY25" fmla="*/ 5257 h 10000"/>
              <a:gd name="connsiteX26" fmla="*/ 7345 w 9999"/>
              <a:gd name="connsiteY26" fmla="*/ 4694 h 10000"/>
              <a:gd name="connsiteX27" fmla="*/ 7134 w 9999"/>
              <a:gd name="connsiteY27" fmla="*/ 3960 h 10000"/>
              <a:gd name="connsiteX28" fmla="*/ 6921 w 9999"/>
              <a:gd name="connsiteY28" fmla="*/ 3310 h 10000"/>
              <a:gd name="connsiteX29" fmla="*/ 6578 w 9999"/>
              <a:gd name="connsiteY29" fmla="*/ 2386 h 10000"/>
              <a:gd name="connsiteX30" fmla="*/ 6521 w 9999"/>
              <a:gd name="connsiteY30" fmla="*/ 1143 h 10000"/>
              <a:gd name="connsiteX31" fmla="*/ 8070 w 9999"/>
              <a:gd name="connsiteY31" fmla="*/ 1358 h 10000"/>
              <a:gd name="connsiteX32" fmla="*/ 9016 w 9999"/>
              <a:gd name="connsiteY32" fmla="*/ 2411 h 10000"/>
              <a:gd name="connsiteX33" fmla="*/ 9349 w 9999"/>
              <a:gd name="connsiteY33" fmla="*/ 4522 h 10000"/>
              <a:gd name="connsiteX34" fmla="*/ 9999 w 9999"/>
              <a:gd name="connsiteY34" fmla="*/ 6660 h 10000"/>
              <a:gd name="connsiteX35" fmla="*/ 9633 w 9999"/>
              <a:gd name="connsiteY35" fmla="*/ 4521 h 10000"/>
              <a:gd name="connsiteX36" fmla="*/ 9216 w 9999"/>
              <a:gd name="connsiteY36" fmla="*/ 2110 h 10000"/>
              <a:gd name="connsiteX37" fmla="*/ 8339 w 9999"/>
              <a:gd name="connsiteY37" fmla="*/ 1158 h 10000"/>
              <a:gd name="connsiteX38" fmla="*/ 7263 w 9999"/>
              <a:gd name="connsiteY38" fmla="*/ 798 h 10000"/>
              <a:gd name="connsiteX39" fmla="*/ 6167 w 9999"/>
              <a:gd name="connsiteY39" fmla="*/ 717 h 10000"/>
              <a:gd name="connsiteX40" fmla="*/ 5905 w 9999"/>
              <a:gd name="connsiteY40" fmla="*/ 603 h 10000"/>
              <a:gd name="connsiteX41" fmla="*/ 5711 w 9999"/>
              <a:gd name="connsiteY41" fmla="*/ 70 h 10000"/>
              <a:gd name="connsiteX42" fmla="*/ 5331 w 9999"/>
              <a:gd name="connsiteY42" fmla="*/ 39 h 10000"/>
              <a:gd name="connsiteX43" fmla="*/ 5187 w 9999"/>
              <a:gd name="connsiteY43" fmla="*/ 344 h 10000"/>
              <a:gd name="connsiteX44" fmla="*/ 4966 w 9999"/>
              <a:gd name="connsiteY44" fmla="*/ 759 h 10000"/>
              <a:gd name="connsiteX45" fmla="*/ 3993 w 9999"/>
              <a:gd name="connsiteY45" fmla="*/ 742 h 10000"/>
              <a:gd name="connsiteX46" fmla="*/ 2769 w 9999"/>
              <a:gd name="connsiteY46" fmla="*/ 937 h 10000"/>
              <a:gd name="connsiteX47" fmla="*/ 2004 w 9999"/>
              <a:gd name="connsiteY47" fmla="*/ 896 h 10000"/>
              <a:gd name="connsiteX48" fmla="*/ 1047 w 9999"/>
              <a:gd name="connsiteY48" fmla="*/ 888 h 10000"/>
              <a:gd name="connsiteX49" fmla="*/ 330 w 9999"/>
              <a:gd name="connsiteY49" fmla="*/ 1197 h 10000"/>
              <a:gd name="connsiteX50" fmla="*/ 89 w 9999"/>
              <a:gd name="connsiteY50" fmla="*/ 2346 h 10000"/>
              <a:gd name="connsiteX51" fmla="*/ 1816 w 9999"/>
              <a:gd name="connsiteY51" fmla="*/ 6368 h 10000"/>
              <a:gd name="connsiteX52" fmla="*/ 2209 w 9999"/>
              <a:gd name="connsiteY52" fmla="*/ 2962 h 10000"/>
              <a:gd name="connsiteX53" fmla="*/ 674 w 9999"/>
              <a:gd name="connsiteY53" fmla="*/ 1601 h 10000"/>
              <a:gd name="connsiteX54" fmla="*/ 1056 w 9999"/>
              <a:gd name="connsiteY54" fmla="*/ 1251 h 10000"/>
              <a:gd name="connsiteX55" fmla="*/ 1942 w 9999"/>
              <a:gd name="connsiteY55" fmla="*/ 1163 h 10000"/>
              <a:gd name="connsiteX56" fmla="*/ 2795 w 9999"/>
              <a:gd name="connsiteY56" fmla="*/ 1228 h 10000"/>
              <a:gd name="connsiteX57" fmla="*/ 3553 w 9999"/>
              <a:gd name="connsiteY57" fmla="*/ 1152 h 10000"/>
              <a:gd name="connsiteX58" fmla="*/ 4298 w 9999"/>
              <a:gd name="connsiteY58" fmla="*/ 995 h 10000"/>
              <a:gd name="connsiteX59" fmla="*/ 4566 w 9999"/>
              <a:gd name="connsiteY59" fmla="*/ 1364 h 10000"/>
              <a:gd name="connsiteX60" fmla="*/ 4544 w 9999"/>
              <a:gd name="connsiteY60" fmla="*/ 2143 h 10000"/>
              <a:gd name="connsiteX0" fmla="*/ 4234 w 9690"/>
              <a:gd name="connsiteY0" fmla="*/ 2143 h 10000"/>
              <a:gd name="connsiteX1" fmla="*/ 3778 w 9690"/>
              <a:gd name="connsiteY1" fmla="*/ 3888 h 10000"/>
              <a:gd name="connsiteX2" fmla="*/ 3639 w 9690"/>
              <a:gd name="connsiteY2" fmla="*/ 4718 h 10000"/>
              <a:gd name="connsiteX3" fmla="*/ 3465 w 9690"/>
              <a:gd name="connsiteY3" fmla="*/ 5859 h 10000"/>
              <a:gd name="connsiteX4" fmla="*/ 3790 w 9690"/>
              <a:gd name="connsiteY4" fmla="*/ 7182 h 10000"/>
              <a:gd name="connsiteX5" fmla="*/ 4217 w 9690"/>
              <a:gd name="connsiteY5" fmla="*/ 7883 h 10000"/>
              <a:gd name="connsiteX6" fmla="*/ 4395 w 9690"/>
              <a:gd name="connsiteY6" fmla="*/ 8266 h 10000"/>
              <a:gd name="connsiteX7" fmla="*/ 4494 w 9690"/>
              <a:gd name="connsiteY7" fmla="*/ 8571 h 10000"/>
              <a:gd name="connsiteX8" fmla="*/ 4533 w 9690"/>
              <a:gd name="connsiteY8" fmla="*/ 9095 h 10000"/>
              <a:gd name="connsiteX9" fmla="*/ 4395 w 9690"/>
              <a:gd name="connsiteY9" fmla="*/ 9450 h 10000"/>
              <a:gd name="connsiteX10" fmla="*/ 4327 w 9690"/>
              <a:gd name="connsiteY10" fmla="*/ 9728 h 10000"/>
              <a:gd name="connsiteX11" fmla="*/ 4382 w 9690"/>
              <a:gd name="connsiteY11" fmla="*/ 9866 h 10000"/>
              <a:gd name="connsiteX12" fmla="*/ 4590 w 9690"/>
              <a:gd name="connsiteY12" fmla="*/ 9992 h 10000"/>
              <a:gd name="connsiteX13" fmla="*/ 5378 w 9690"/>
              <a:gd name="connsiteY13" fmla="*/ 9992 h 10000"/>
              <a:gd name="connsiteX14" fmla="*/ 6105 w 9690"/>
              <a:gd name="connsiteY14" fmla="*/ 9972 h 10000"/>
              <a:gd name="connsiteX15" fmla="*/ 6251 w 9690"/>
              <a:gd name="connsiteY15" fmla="*/ 9822 h 10000"/>
              <a:gd name="connsiteX16" fmla="*/ 6240 w 9690"/>
              <a:gd name="connsiteY16" fmla="*/ 9571 h 10000"/>
              <a:gd name="connsiteX17" fmla="*/ 6089 w 9690"/>
              <a:gd name="connsiteY17" fmla="*/ 9313 h 10000"/>
              <a:gd name="connsiteX18" fmla="*/ 6033 w 9690"/>
              <a:gd name="connsiteY18" fmla="*/ 8995 h 10000"/>
              <a:gd name="connsiteX19" fmla="*/ 6028 w 9690"/>
              <a:gd name="connsiteY19" fmla="*/ 8600 h 10000"/>
              <a:gd name="connsiteX20" fmla="*/ 6133 w 9690"/>
              <a:gd name="connsiteY20" fmla="*/ 8204 h 10000"/>
              <a:gd name="connsiteX21" fmla="*/ 6378 w 9690"/>
              <a:gd name="connsiteY21" fmla="*/ 7617 h 10000"/>
              <a:gd name="connsiteX22" fmla="*/ 6512 w 9690"/>
              <a:gd name="connsiteY22" fmla="*/ 7310 h 10000"/>
              <a:gd name="connsiteX23" fmla="*/ 6881 w 9690"/>
              <a:gd name="connsiteY23" fmla="*/ 6529 h 10000"/>
              <a:gd name="connsiteX24" fmla="*/ 7087 w 9690"/>
              <a:gd name="connsiteY24" fmla="*/ 5810 h 10000"/>
              <a:gd name="connsiteX25" fmla="*/ 7116 w 9690"/>
              <a:gd name="connsiteY25" fmla="*/ 5257 h 10000"/>
              <a:gd name="connsiteX26" fmla="*/ 7036 w 9690"/>
              <a:gd name="connsiteY26" fmla="*/ 4694 h 10000"/>
              <a:gd name="connsiteX27" fmla="*/ 6825 w 9690"/>
              <a:gd name="connsiteY27" fmla="*/ 3960 h 10000"/>
              <a:gd name="connsiteX28" fmla="*/ 6612 w 9690"/>
              <a:gd name="connsiteY28" fmla="*/ 3310 h 10000"/>
              <a:gd name="connsiteX29" fmla="*/ 6269 w 9690"/>
              <a:gd name="connsiteY29" fmla="*/ 2386 h 10000"/>
              <a:gd name="connsiteX30" fmla="*/ 6212 w 9690"/>
              <a:gd name="connsiteY30" fmla="*/ 1143 h 10000"/>
              <a:gd name="connsiteX31" fmla="*/ 7761 w 9690"/>
              <a:gd name="connsiteY31" fmla="*/ 1358 h 10000"/>
              <a:gd name="connsiteX32" fmla="*/ 8707 w 9690"/>
              <a:gd name="connsiteY32" fmla="*/ 2411 h 10000"/>
              <a:gd name="connsiteX33" fmla="*/ 9040 w 9690"/>
              <a:gd name="connsiteY33" fmla="*/ 4522 h 10000"/>
              <a:gd name="connsiteX34" fmla="*/ 9690 w 9690"/>
              <a:gd name="connsiteY34" fmla="*/ 6660 h 10000"/>
              <a:gd name="connsiteX35" fmla="*/ 9324 w 9690"/>
              <a:gd name="connsiteY35" fmla="*/ 4521 h 10000"/>
              <a:gd name="connsiteX36" fmla="*/ 8907 w 9690"/>
              <a:gd name="connsiteY36" fmla="*/ 2110 h 10000"/>
              <a:gd name="connsiteX37" fmla="*/ 8030 w 9690"/>
              <a:gd name="connsiteY37" fmla="*/ 1158 h 10000"/>
              <a:gd name="connsiteX38" fmla="*/ 6954 w 9690"/>
              <a:gd name="connsiteY38" fmla="*/ 798 h 10000"/>
              <a:gd name="connsiteX39" fmla="*/ 5858 w 9690"/>
              <a:gd name="connsiteY39" fmla="*/ 717 h 10000"/>
              <a:gd name="connsiteX40" fmla="*/ 5596 w 9690"/>
              <a:gd name="connsiteY40" fmla="*/ 603 h 10000"/>
              <a:gd name="connsiteX41" fmla="*/ 5402 w 9690"/>
              <a:gd name="connsiteY41" fmla="*/ 70 h 10000"/>
              <a:gd name="connsiteX42" fmla="*/ 5022 w 9690"/>
              <a:gd name="connsiteY42" fmla="*/ 39 h 10000"/>
              <a:gd name="connsiteX43" fmla="*/ 4878 w 9690"/>
              <a:gd name="connsiteY43" fmla="*/ 344 h 10000"/>
              <a:gd name="connsiteX44" fmla="*/ 4656 w 9690"/>
              <a:gd name="connsiteY44" fmla="*/ 759 h 10000"/>
              <a:gd name="connsiteX45" fmla="*/ 3683 w 9690"/>
              <a:gd name="connsiteY45" fmla="*/ 742 h 10000"/>
              <a:gd name="connsiteX46" fmla="*/ 2459 w 9690"/>
              <a:gd name="connsiteY46" fmla="*/ 937 h 10000"/>
              <a:gd name="connsiteX47" fmla="*/ 1694 w 9690"/>
              <a:gd name="connsiteY47" fmla="*/ 896 h 10000"/>
              <a:gd name="connsiteX48" fmla="*/ 737 w 9690"/>
              <a:gd name="connsiteY48" fmla="*/ 888 h 10000"/>
              <a:gd name="connsiteX49" fmla="*/ 20 w 9690"/>
              <a:gd name="connsiteY49" fmla="*/ 1197 h 10000"/>
              <a:gd name="connsiteX50" fmla="*/ 1519 w 9690"/>
              <a:gd name="connsiteY50" fmla="*/ 3053 h 10000"/>
              <a:gd name="connsiteX51" fmla="*/ 1506 w 9690"/>
              <a:gd name="connsiteY51" fmla="*/ 6368 h 10000"/>
              <a:gd name="connsiteX52" fmla="*/ 1899 w 9690"/>
              <a:gd name="connsiteY52" fmla="*/ 2962 h 10000"/>
              <a:gd name="connsiteX53" fmla="*/ 364 w 9690"/>
              <a:gd name="connsiteY53" fmla="*/ 1601 h 10000"/>
              <a:gd name="connsiteX54" fmla="*/ 746 w 9690"/>
              <a:gd name="connsiteY54" fmla="*/ 1251 h 10000"/>
              <a:gd name="connsiteX55" fmla="*/ 1632 w 9690"/>
              <a:gd name="connsiteY55" fmla="*/ 1163 h 10000"/>
              <a:gd name="connsiteX56" fmla="*/ 2485 w 9690"/>
              <a:gd name="connsiteY56" fmla="*/ 1228 h 10000"/>
              <a:gd name="connsiteX57" fmla="*/ 3243 w 9690"/>
              <a:gd name="connsiteY57" fmla="*/ 1152 h 10000"/>
              <a:gd name="connsiteX58" fmla="*/ 3988 w 9690"/>
              <a:gd name="connsiteY58" fmla="*/ 995 h 10000"/>
              <a:gd name="connsiteX59" fmla="*/ 4256 w 9690"/>
              <a:gd name="connsiteY59" fmla="*/ 1364 h 10000"/>
              <a:gd name="connsiteX60" fmla="*/ 4234 w 9690"/>
              <a:gd name="connsiteY60" fmla="*/ 2143 h 10000"/>
              <a:gd name="connsiteX0" fmla="*/ 4368 w 9999"/>
              <a:gd name="connsiteY0" fmla="*/ 2143 h 10000"/>
              <a:gd name="connsiteX1" fmla="*/ 3898 w 9999"/>
              <a:gd name="connsiteY1" fmla="*/ 3888 h 10000"/>
              <a:gd name="connsiteX2" fmla="*/ 3754 w 9999"/>
              <a:gd name="connsiteY2" fmla="*/ 4718 h 10000"/>
              <a:gd name="connsiteX3" fmla="*/ 3575 w 9999"/>
              <a:gd name="connsiteY3" fmla="*/ 5859 h 10000"/>
              <a:gd name="connsiteX4" fmla="*/ 3910 w 9999"/>
              <a:gd name="connsiteY4" fmla="*/ 7182 h 10000"/>
              <a:gd name="connsiteX5" fmla="*/ 4351 w 9999"/>
              <a:gd name="connsiteY5" fmla="*/ 7883 h 10000"/>
              <a:gd name="connsiteX6" fmla="*/ 4535 w 9999"/>
              <a:gd name="connsiteY6" fmla="*/ 8266 h 10000"/>
              <a:gd name="connsiteX7" fmla="*/ 4637 w 9999"/>
              <a:gd name="connsiteY7" fmla="*/ 8571 h 10000"/>
              <a:gd name="connsiteX8" fmla="*/ 4677 w 9999"/>
              <a:gd name="connsiteY8" fmla="*/ 9095 h 10000"/>
              <a:gd name="connsiteX9" fmla="*/ 4535 w 9999"/>
              <a:gd name="connsiteY9" fmla="*/ 9450 h 10000"/>
              <a:gd name="connsiteX10" fmla="*/ 4464 w 9999"/>
              <a:gd name="connsiteY10" fmla="*/ 9728 h 10000"/>
              <a:gd name="connsiteX11" fmla="*/ 4521 w 9999"/>
              <a:gd name="connsiteY11" fmla="*/ 9866 h 10000"/>
              <a:gd name="connsiteX12" fmla="*/ 4736 w 9999"/>
              <a:gd name="connsiteY12" fmla="*/ 9992 h 10000"/>
              <a:gd name="connsiteX13" fmla="*/ 5549 w 9999"/>
              <a:gd name="connsiteY13" fmla="*/ 9992 h 10000"/>
              <a:gd name="connsiteX14" fmla="*/ 6299 w 9999"/>
              <a:gd name="connsiteY14" fmla="*/ 9972 h 10000"/>
              <a:gd name="connsiteX15" fmla="*/ 6450 w 9999"/>
              <a:gd name="connsiteY15" fmla="*/ 9822 h 10000"/>
              <a:gd name="connsiteX16" fmla="*/ 6439 w 9999"/>
              <a:gd name="connsiteY16" fmla="*/ 9571 h 10000"/>
              <a:gd name="connsiteX17" fmla="*/ 6283 w 9999"/>
              <a:gd name="connsiteY17" fmla="*/ 9313 h 10000"/>
              <a:gd name="connsiteX18" fmla="*/ 6225 w 9999"/>
              <a:gd name="connsiteY18" fmla="*/ 8995 h 10000"/>
              <a:gd name="connsiteX19" fmla="*/ 6220 w 9999"/>
              <a:gd name="connsiteY19" fmla="*/ 8600 h 10000"/>
              <a:gd name="connsiteX20" fmla="*/ 6328 w 9999"/>
              <a:gd name="connsiteY20" fmla="*/ 8204 h 10000"/>
              <a:gd name="connsiteX21" fmla="*/ 6581 w 9999"/>
              <a:gd name="connsiteY21" fmla="*/ 7617 h 10000"/>
              <a:gd name="connsiteX22" fmla="*/ 6719 w 9999"/>
              <a:gd name="connsiteY22" fmla="*/ 7310 h 10000"/>
              <a:gd name="connsiteX23" fmla="*/ 7100 w 9999"/>
              <a:gd name="connsiteY23" fmla="*/ 6529 h 10000"/>
              <a:gd name="connsiteX24" fmla="*/ 7313 w 9999"/>
              <a:gd name="connsiteY24" fmla="*/ 5810 h 10000"/>
              <a:gd name="connsiteX25" fmla="*/ 7343 w 9999"/>
              <a:gd name="connsiteY25" fmla="*/ 5257 h 10000"/>
              <a:gd name="connsiteX26" fmla="*/ 7260 w 9999"/>
              <a:gd name="connsiteY26" fmla="*/ 4694 h 10000"/>
              <a:gd name="connsiteX27" fmla="*/ 7042 w 9999"/>
              <a:gd name="connsiteY27" fmla="*/ 3960 h 10000"/>
              <a:gd name="connsiteX28" fmla="*/ 6823 w 9999"/>
              <a:gd name="connsiteY28" fmla="*/ 3310 h 10000"/>
              <a:gd name="connsiteX29" fmla="*/ 6469 w 9999"/>
              <a:gd name="connsiteY29" fmla="*/ 2386 h 10000"/>
              <a:gd name="connsiteX30" fmla="*/ 6410 w 9999"/>
              <a:gd name="connsiteY30" fmla="*/ 1143 h 10000"/>
              <a:gd name="connsiteX31" fmla="*/ 8008 w 9999"/>
              <a:gd name="connsiteY31" fmla="*/ 1358 h 10000"/>
              <a:gd name="connsiteX32" fmla="*/ 8985 w 9999"/>
              <a:gd name="connsiteY32" fmla="*/ 2411 h 10000"/>
              <a:gd name="connsiteX33" fmla="*/ 9328 w 9999"/>
              <a:gd name="connsiteY33" fmla="*/ 4522 h 10000"/>
              <a:gd name="connsiteX34" fmla="*/ 9999 w 9999"/>
              <a:gd name="connsiteY34" fmla="*/ 6660 h 10000"/>
              <a:gd name="connsiteX35" fmla="*/ 9621 w 9999"/>
              <a:gd name="connsiteY35" fmla="*/ 4521 h 10000"/>
              <a:gd name="connsiteX36" fmla="*/ 9191 w 9999"/>
              <a:gd name="connsiteY36" fmla="*/ 2110 h 10000"/>
              <a:gd name="connsiteX37" fmla="*/ 8286 w 9999"/>
              <a:gd name="connsiteY37" fmla="*/ 1158 h 10000"/>
              <a:gd name="connsiteX38" fmla="*/ 7175 w 9999"/>
              <a:gd name="connsiteY38" fmla="*/ 798 h 10000"/>
              <a:gd name="connsiteX39" fmla="*/ 6044 w 9999"/>
              <a:gd name="connsiteY39" fmla="*/ 717 h 10000"/>
              <a:gd name="connsiteX40" fmla="*/ 5774 w 9999"/>
              <a:gd name="connsiteY40" fmla="*/ 603 h 10000"/>
              <a:gd name="connsiteX41" fmla="*/ 5574 w 9999"/>
              <a:gd name="connsiteY41" fmla="*/ 70 h 10000"/>
              <a:gd name="connsiteX42" fmla="*/ 5182 w 9999"/>
              <a:gd name="connsiteY42" fmla="*/ 39 h 10000"/>
              <a:gd name="connsiteX43" fmla="*/ 5033 w 9999"/>
              <a:gd name="connsiteY43" fmla="*/ 344 h 10000"/>
              <a:gd name="connsiteX44" fmla="*/ 4804 w 9999"/>
              <a:gd name="connsiteY44" fmla="*/ 759 h 10000"/>
              <a:gd name="connsiteX45" fmla="*/ 3800 w 9999"/>
              <a:gd name="connsiteY45" fmla="*/ 742 h 10000"/>
              <a:gd name="connsiteX46" fmla="*/ 2537 w 9999"/>
              <a:gd name="connsiteY46" fmla="*/ 937 h 10000"/>
              <a:gd name="connsiteX47" fmla="*/ 1747 w 9999"/>
              <a:gd name="connsiteY47" fmla="*/ 896 h 10000"/>
              <a:gd name="connsiteX48" fmla="*/ 760 w 9999"/>
              <a:gd name="connsiteY48" fmla="*/ 888 h 10000"/>
              <a:gd name="connsiteX49" fmla="*/ 20 w 9999"/>
              <a:gd name="connsiteY49" fmla="*/ 1197 h 10000"/>
              <a:gd name="connsiteX50" fmla="*/ 1567 w 9999"/>
              <a:gd name="connsiteY50" fmla="*/ 3053 h 10000"/>
              <a:gd name="connsiteX51" fmla="*/ 1553 w 9999"/>
              <a:gd name="connsiteY51" fmla="*/ 6368 h 10000"/>
              <a:gd name="connsiteX52" fmla="*/ 1959 w 9999"/>
              <a:gd name="connsiteY52" fmla="*/ 2962 h 10000"/>
              <a:gd name="connsiteX53" fmla="*/ 1746 w 9999"/>
              <a:gd name="connsiteY53" fmla="*/ 1698 h 10000"/>
              <a:gd name="connsiteX54" fmla="*/ 769 w 9999"/>
              <a:gd name="connsiteY54" fmla="*/ 1251 h 10000"/>
              <a:gd name="connsiteX55" fmla="*/ 1683 w 9999"/>
              <a:gd name="connsiteY55" fmla="*/ 1163 h 10000"/>
              <a:gd name="connsiteX56" fmla="*/ 2563 w 9999"/>
              <a:gd name="connsiteY56" fmla="*/ 1228 h 10000"/>
              <a:gd name="connsiteX57" fmla="*/ 3346 w 9999"/>
              <a:gd name="connsiteY57" fmla="*/ 1152 h 10000"/>
              <a:gd name="connsiteX58" fmla="*/ 4115 w 9999"/>
              <a:gd name="connsiteY58" fmla="*/ 995 h 10000"/>
              <a:gd name="connsiteX59" fmla="*/ 4391 w 9999"/>
              <a:gd name="connsiteY59" fmla="*/ 1364 h 10000"/>
              <a:gd name="connsiteX60" fmla="*/ 4368 w 9999"/>
              <a:gd name="connsiteY60" fmla="*/ 2143 h 10000"/>
              <a:gd name="connsiteX0" fmla="*/ 4368 w 10000"/>
              <a:gd name="connsiteY0" fmla="*/ 2143 h 10000"/>
              <a:gd name="connsiteX1" fmla="*/ 3898 w 10000"/>
              <a:gd name="connsiteY1" fmla="*/ 3888 h 10000"/>
              <a:gd name="connsiteX2" fmla="*/ 3754 w 10000"/>
              <a:gd name="connsiteY2" fmla="*/ 4718 h 10000"/>
              <a:gd name="connsiteX3" fmla="*/ 3575 w 10000"/>
              <a:gd name="connsiteY3" fmla="*/ 5859 h 10000"/>
              <a:gd name="connsiteX4" fmla="*/ 3910 w 10000"/>
              <a:gd name="connsiteY4" fmla="*/ 7182 h 10000"/>
              <a:gd name="connsiteX5" fmla="*/ 4351 w 10000"/>
              <a:gd name="connsiteY5" fmla="*/ 7883 h 10000"/>
              <a:gd name="connsiteX6" fmla="*/ 4535 w 10000"/>
              <a:gd name="connsiteY6" fmla="*/ 8266 h 10000"/>
              <a:gd name="connsiteX7" fmla="*/ 4637 w 10000"/>
              <a:gd name="connsiteY7" fmla="*/ 8571 h 10000"/>
              <a:gd name="connsiteX8" fmla="*/ 4677 w 10000"/>
              <a:gd name="connsiteY8" fmla="*/ 9095 h 10000"/>
              <a:gd name="connsiteX9" fmla="*/ 4535 w 10000"/>
              <a:gd name="connsiteY9" fmla="*/ 9450 h 10000"/>
              <a:gd name="connsiteX10" fmla="*/ 4464 w 10000"/>
              <a:gd name="connsiteY10" fmla="*/ 9728 h 10000"/>
              <a:gd name="connsiteX11" fmla="*/ 4521 w 10000"/>
              <a:gd name="connsiteY11" fmla="*/ 9866 h 10000"/>
              <a:gd name="connsiteX12" fmla="*/ 4736 w 10000"/>
              <a:gd name="connsiteY12" fmla="*/ 9992 h 10000"/>
              <a:gd name="connsiteX13" fmla="*/ 5550 w 10000"/>
              <a:gd name="connsiteY13" fmla="*/ 9992 h 10000"/>
              <a:gd name="connsiteX14" fmla="*/ 6300 w 10000"/>
              <a:gd name="connsiteY14" fmla="*/ 9972 h 10000"/>
              <a:gd name="connsiteX15" fmla="*/ 6451 w 10000"/>
              <a:gd name="connsiteY15" fmla="*/ 9822 h 10000"/>
              <a:gd name="connsiteX16" fmla="*/ 6440 w 10000"/>
              <a:gd name="connsiteY16" fmla="*/ 9571 h 10000"/>
              <a:gd name="connsiteX17" fmla="*/ 6284 w 10000"/>
              <a:gd name="connsiteY17" fmla="*/ 9313 h 10000"/>
              <a:gd name="connsiteX18" fmla="*/ 6226 w 10000"/>
              <a:gd name="connsiteY18" fmla="*/ 8995 h 10000"/>
              <a:gd name="connsiteX19" fmla="*/ 6221 w 10000"/>
              <a:gd name="connsiteY19" fmla="*/ 8600 h 10000"/>
              <a:gd name="connsiteX20" fmla="*/ 6329 w 10000"/>
              <a:gd name="connsiteY20" fmla="*/ 8204 h 10000"/>
              <a:gd name="connsiteX21" fmla="*/ 6582 w 10000"/>
              <a:gd name="connsiteY21" fmla="*/ 7617 h 10000"/>
              <a:gd name="connsiteX22" fmla="*/ 6720 w 10000"/>
              <a:gd name="connsiteY22" fmla="*/ 7310 h 10000"/>
              <a:gd name="connsiteX23" fmla="*/ 7101 w 10000"/>
              <a:gd name="connsiteY23" fmla="*/ 6529 h 10000"/>
              <a:gd name="connsiteX24" fmla="*/ 7314 w 10000"/>
              <a:gd name="connsiteY24" fmla="*/ 5810 h 10000"/>
              <a:gd name="connsiteX25" fmla="*/ 7344 w 10000"/>
              <a:gd name="connsiteY25" fmla="*/ 5257 h 10000"/>
              <a:gd name="connsiteX26" fmla="*/ 7261 w 10000"/>
              <a:gd name="connsiteY26" fmla="*/ 4694 h 10000"/>
              <a:gd name="connsiteX27" fmla="*/ 7043 w 10000"/>
              <a:gd name="connsiteY27" fmla="*/ 3960 h 10000"/>
              <a:gd name="connsiteX28" fmla="*/ 6824 w 10000"/>
              <a:gd name="connsiteY28" fmla="*/ 3310 h 10000"/>
              <a:gd name="connsiteX29" fmla="*/ 6470 w 10000"/>
              <a:gd name="connsiteY29" fmla="*/ 2386 h 10000"/>
              <a:gd name="connsiteX30" fmla="*/ 6411 w 10000"/>
              <a:gd name="connsiteY30" fmla="*/ 1143 h 10000"/>
              <a:gd name="connsiteX31" fmla="*/ 8009 w 10000"/>
              <a:gd name="connsiteY31" fmla="*/ 1358 h 10000"/>
              <a:gd name="connsiteX32" fmla="*/ 8986 w 10000"/>
              <a:gd name="connsiteY32" fmla="*/ 2411 h 10000"/>
              <a:gd name="connsiteX33" fmla="*/ 9329 w 10000"/>
              <a:gd name="connsiteY33" fmla="*/ 4522 h 10000"/>
              <a:gd name="connsiteX34" fmla="*/ 10000 w 10000"/>
              <a:gd name="connsiteY34" fmla="*/ 6660 h 10000"/>
              <a:gd name="connsiteX35" fmla="*/ 9622 w 10000"/>
              <a:gd name="connsiteY35" fmla="*/ 4521 h 10000"/>
              <a:gd name="connsiteX36" fmla="*/ 9192 w 10000"/>
              <a:gd name="connsiteY36" fmla="*/ 2110 h 10000"/>
              <a:gd name="connsiteX37" fmla="*/ 8287 w 10000"/>
              <a:gd name="connsiteY37" fmla="*/ 1158 h 10000"/>
              <a:gd name="connsiteX38" fmla="*/ 7176 w 10000"/>
              <a:gd name="connsiteY38" fmla="*/ 798 h 10000"/>
              <a:gd name="connsiteX39" fmla="*/ 6045 w 10000"/>
              <a:gd name="connsiteY39" fmla="*/ 717 h 10000"/>
              <a:gd name="connsiteX40" fmla="*/ 5775 w 10000"/>
              <a:gd name="connsiteY40" fmla="*/ 603 h 10000"/>
              <a:gd name="connsiteX41" fmla="*/ 5575 w 10000"/>
              <a:gd name="connsiteY41" fmla="*/ 70 h 10000"/>
              <a:gd name="connsiteX42" fmla="*/ 5183 w 10000"/>
              <a:gd name="connsiteY42" fmla="*/ 39 h 10000"/>
              <a:gd name="connsiteX43" fmla="*/ 5034 w 10000"/>
              <a:gd name="connsiteY43" fmla="*/ 344 h 10000"/>
              <a:gd name="connsiteX44" fmla="*/ 4804 w 10000"/>
              <a:gd name="connsiteY44" fmla="*/ 759 h 10000"/>
              <a:gd name="connsiteX45" fmla="*/ 3800 w 10000"/>
              <a:gd name="connsiteY45" fmla="*/ 742 h 10000"/>
              <a:gd name="connsiteX46" fmla="*/ 2537 w 10000"/>
              <a:gd name="connsiteY46" fmla="*/ 937 h 10000"/>
              <a:gd name="connsiteX47" fmla="*/ 1747 w 10000"/>
              <a:gd name="connsiteY47" fmla="*/ 896 h 10000"/>
              <a:gd name="connsiteX48" fmla="*/ 760 w 10000"/>
              <a:gd name="connsiteY48" fmla="*/ 888 h 10000"/>
              <a:gd name="connsiteX49" fmla="*/ 20 w 10000"/>
              <a:gd name="connsiteY49" fmla="*/ 1197 h 10000"/>
              <a:gd name="connsiteX50" fmla="*/ 1567 w 10000"/>
              <a:gd name="connsiteY50" fmla="*/ 3053 h 10000"/>
              <a:gd name="connsiteX51" fmla="*/ 1553 w 10000"/>
              <a:gd name="connsiteY51" fmla="*/ 6368 h 10000"/>
              <a:gd name="connsiteX52" fmla="*/ 1959 w 10000"/>
              <a:gd name="connsiteY52" fmla="*/ 2962 h 10000"/>
              <a:gd name="connsiteX53" fmla="*/ 769 w 10000"/>
              <a:gd name="connsiteY53" fmla="*/ 1251 h 10000"/>
              <a:gd name="connsiteX54" fmla="*/ 1683 w 10000"/>
              <a:gd name="connsiteY54" fmla="*/ 1163 h 10000"/>
              <a:gd name="connsiteX55" fmla="*/ 2563 w 10000"/>
              <a:gd name="connsiteY55" fmla="*/ 1228 h 10000"/>
              <a:gd name="connsiteX56" fmla="*/ 3346 w 10000"/>
              <a:gd name="connsiteY56" fmla="*/ 1152 h 10000"/>
              <a:gd name="connsiteX57" fmla="*/ 4115 w 10000"/>
              <a:gd name="connsiteY57" fmla="*/ 995 h 10000"/>
              <a:gd name="connsiteX58" fmla="*/ 4391 w 10000"/>
              <a:gd name="connsiteY58" fmla="*/ 1364 h 10000"/>
              <a:gd name="connsiteX59" fmla="*/ 4368 w 10000"/>
              <a:gd name="connsiteY59" fmla="*/ 2143 h 10000"/>
              <a:gd name="connsiteX0" fmla="*/ 4368 w 10000"/>
              <a:gd name="connsiteY0" fmla="*/ 2143 h 10000"/>
              <a:gd name="connsiteX1" fmla="*/ 3898 w 10000"/>
              <a:gd name="connsiteY1" fmla="*/ 3888 h 10000"/>
              <a:gd name="connsiteX2" fmla="*/ 3754 w 10000"/>
              <a:gd name="connsiteY2" fmla="*/ 4718 h 10000"/>
              <a:gd name="connsiteX3" fmla="*/ 3575 w 10000"/>
              <a:gd name="connsiteY3" fmla="*/ 5859 h 10000"/>
              <a:gd name="connsiteX4" fmla="*/ 3910 w 10000"/>
              <a:gd name="connsiteY4" fmla="*/ 7182 h 10000"/>
              <a:gd name="connsiteX5" fmla="*/ 4351 w 10000"/>
              <a:gd name="connsiteY5" fmla="*/ 7883 h 10000"/>
              <a:gd name="connsiteX6" fmla="*/ 4535 w 10000"/>
              <a:gd name="connsiteY6" fmla="*/ 8266 h 10000"/>
              <a:gd name="connsiteX7" fmla="*/ 4637 w 10000"/>
              <a:gd name="connsiteY7" fmla="*/ 8571 h 10000"/>
              <a:gd name="connsiteX8" fmla="*/ 4677 w 10000"/>
              <a:gd name="connsiteY8" fmla="*/ 9095 h 10000"/>
              <a:gd name="connsiteX9" fmla="*/ 4535 w 10000"/>
              <a:gd name="connsiteY9" fmla="*/ 9450 h 10000"/>
              <a:gd name="connsiteX10" fmla="*/ 4464 w 10000"/>
              <a:gd name="connsiteY10" fmla="*/ 9728 h 10000"/>
              <a:gd name="connsiteX11" fmla="*/ 4521 w 10000"/>
              <a:gd name="connsiteY11" fmla="*/ 9866 h 10000"/>
              <a:gd name="connsiteX12" fmla="*/ 4736 w 10000"/>
              <a:gd name="connsiteY12" fmla="*/ 9992 h 10000"/>
              <a:gd name="connsiteX13" fmla="*/ 5550 w 10000"/>
              <a:gd name="connsiteY13" fmla="*/ 9992 h 10000"/>
              <a:gd name="connsiteX14" fmla="*/ 6300 w 10000"/>
              <a:gd name="connsiteY14" fmla="*/ 9972 h 10000"/>
              <a:gd name="connsiteX15" fmla="*/ 6451 w 10000"/>
              <a:gd name="connsiteY15" fmla="*/ 9822 h 10000"/>
              <a:gd name="connsiteX16" fmla="*/ 6440 w 10000"/>
              <a:gd name="connsiteY16" fmla="*/ 9571 h 10000"/>
              <a:gd name="connsiteX17" fmla="*/ 6284 w 10000"/>
              <a:gd name="connsiteY17" fmla="*/ 9313 h 10000"/>
              <a:gd name="connsiteX18" fmla="*/ 6226 w 10000"/>
              <a:gd name="connsiteY18" fmla="*/ 8995 h 10000"/>
              <a:gd name="connsiteX19" fmla="*/ 6221 w 10000"/>
              <a:gd name="connsiteY19" fmla="*/ 8600 h 10000"/>
              <a:gd name="connsiteX20" fmla="*/ 6329 w 10000"/>
              <a:gd name="connsiteY20" fmla="*/ 8204 h 10000"/>
              <a:gd name="connsiteX21" fmla="*/ 6582 w 10000"/>
              <a:gd name="connsiteY21" fmla="*/ 7617 h 10000"/>
              <a:gd name="connsiteX22" fmla="*/ 6720 w 10000"/>
              <a:gd name="connsiteY22" fmla="*/ 7310 h 10000"/>
              <a:gd name="connsiteX23" fmla="*/ 7101 w 10000"/>
              <a:gd name="connsiteY23" fmla="*/ 6529 h 10000"/>
              <a:gd name="connsiteX24" fmla="*/ 7314 w 10000"/>
              <a:gd name="connsiteY24" fmla="*/ 5810 h 10000"/>
              <a:gd name="connsiteX25" fmla="*/ 7344 w 10000"/>
              <a:gd name="connsiteY25" fmla="*/ 5257 h 10000"/>
              <a:gd name="connsiteX26" fmla="*/ 7261 w 10000"/>
              <a:gd name="connsiteY26" fmla="*/ 4694 h 10000"/>
              <a:gd name="connsiteX27" fmla="*/ 7043 w 10000"/>
              <a:gd name="connsiteY27" fmla="*/ 3960 h 10000"/>
              <a:gd name="connsiteX28" fmla="*/ 6824 w 10000"/>
              <a:gd name="connsiteY28" fmla="*/ 3310 h 10000"/>
              <a:gd name="connsiteX29" fmla="*/ 6470 w 10000"/>
              <a:gd name="connsiteY29" fmla="*/ 2386 h 10000"/>
              <a:gd name="connsiteX30" fmla="*/ 6411 w 10000"/>
              <a:gd name="connsiteY30" fmla="*/ 1143 h 10000"/>
              <a:gd name="connsiteX31" fmla="*/ 8009 w 10000"/>
              <a:gd name="connsiteY31" fmla="*/ 1358 h 10000"/>
              <a:gd name="connsiteX32" fmla="*/ 8986 w 10000"/>
              <a:gd name="connsiteY32" fmla="*/ 2411 h 10000"/>
              <a:gd name="connsiteX33" fmla="*/ 9329 w 10000"/>
              <a:gd name="connsiteY33" fmla="*/ 4522 h 10000"/>
              <a:gd name="connsiteX34" fmla="*/ 10000 w 10000"/>
              <a:gd name="connsiteY34" fmla="*/ 6660 h 10000"/>
              <a:gd name="connsiteX35" fmla="*/ 9622 w 10000"/>
              <a:gd name="connsiteY35" fmla="*/ 4521 h 10000"/>
              <a:gd name="connsiteX36" fmla="*/ 9192 w 10000"/>
              <a:gd name="connsiteY36" fmla="*/ 2110 h 10000"/>
              <a:gd name="connsiteX37" fmla="*/ 8287 w 10000"/>
              <a:gd name="connsiteY37" fmla="*/ 1158 h 10000"/>
              <a:gd name="connsiteX38" fmla="*/ 7176 w 10000"/>
              <a:gd name="connsiteY38" fmla="*/ 798 h 10000"/>
              <a:gd name="connsiteX39" fmla="*/ 6045 w 10000"/>
              <a:gd name="connsiteY39" fmla="*/ 717 h 10000"/>
              <a:gd name="connsiteX40" fmla="*/ 5775 w 10000"/>
              <a:gd name="connsiteY40" fmla="*/ 603 h 10000"/>
              <a:gd name="connsiteX41" fmla="*/ 5575 w 10000"/>
              <a:gd name="connsiteY41" fmla="*/ 70 h 10000"/>
              <a:gd name="connsiteX42" fmla="*/ 5183 w 10000"/>
              <a:gd name="connsiteY42" fmla="*/ 39 h 10000"/>
              <a:gd name="connsiteX43" fmla="*/ 5034 w 10000"/>
              <a:gd name="connsiteY43" fmla="*/ 344 h 10000"/>
              <a:gd name="connsiteX44" fmla="*/ 4804 w 10000"/>
              <a:gd name="connsiteY44" fmla="*/ 759 h 10000"/>
              <a:gd name="connsiteX45" fmla="*/ 3800 w 10000"/>
              <a:gd name="connsiteY45" fmla="*/ 742 h 10000"/>
              <a:gd name="connsiteX46" fmla="*/ 2537 w 10000"/>
              <a:gd name="connsiteY46" fmla="*/ 937 h 10000"/>
              <a:gd name="connsiteX47" fmla="*/ 1747 w 10000"/>
              <a:gd name="connsiteY47" fmla="*/ 896 h 10000"/>
              <a:gd name="connsiteX48" fmla="*/ 760 w 10000"/>
              <a:gd name="connsiteY48" fmla="*/ 888 h 10000"/>
              <a:gd name="connsiteX49" fmla="*/ 20 w 10000"/>
              <a:gd name="connsiteY49" fmla="*/ 1197 h 10000"/>
              <a:gd name="connsiteX50" fmla="*/ 1567 w 10000"/>
              <a:gd name="connsiteY50" fmla="*/ 3053 h 10000"/>
              <a:gd name="connsiteX51" fmla="*/ 1553 w 10000"/>
              <a:gd name="connsiteY51" fmla="*/ 6368 h 10000"/>
              <a:gd name="connsiteX52" fmla="*/ 1959 w 10000"/>
              <a:gd name="connsiteY52" fmla="*/ 2962 h 10000"/>
              <a:gd name="connsiteX53" fmla="*/ 2437 w 10000"/>
              <a:gd name="connsiteY53" fmla="*/ 1997 h 10000"/>
              <a:gd name="connsiteX54" fmla="*/ 1683 w 10000"/>
              <a:gd name="connsiteY54" fmla="*/ 1163 h 10000"/>
              <a:gd name="connsiteX55" fmla="*/ 2563 w 10000"/>
              <a:gd name="connsiteY55" fmla="*/ 1228 h 10000"/>
              <a:gd name="connsiteX56" fmla="*/ 3346 w 10000"/>
              <a:gd name="connsiteY56" fmla="*/ 1152 h 10000"/>
              <a:gd name="connsiteX57" fmla="*/ 4115 w 10000"/>
              <a:gd name="connsiteY57" fmla="*/ 995 h 10000"/>
              <a:gd name="connsiteX58" fmla="*/ 4391 w 10000"/>
              <a:gd name="connsiteY58" fmla="*/ 1364 h 10000"/>
              <a:gd name="connsiteX59" fmla="*/ 4368 w 10000"/>
              <a:gd name="connsiteY59" fmla="*/ 2143 h 10000"/>
              <a:gd name="connsiteX0" fmla="*/ 4368 w 10000"/>
              <a:gd name="connsiteY0" fmla="*/ 2143 h 10000"/>
              <a:gd name="connsiteX1" fmla="*/ 3898 w 10000"/>
              <a:gd name="connsiteY1" fmla="*/ 3888 h 10000"/>
              <a:gd name="connsiteX2" fmla="*/ 3754 w 10000"/>
              <a:gd name="connsiteY2" fmla="*/ 4718 h 10000"/>
              <a:gd name="connsiteX3" fmla="*/ 3575 w 10000"/>
              <a:gd name="connsiteY3" fmla="*/ 5859 h 10000"/>
              <a:gd name="connsiteX4" fmla="*/ 3910 w 10000"/>
              <a:gd name="connsiteY4" fmla="*/ 7182 h 10000"/>
              <a:gd name="connsiteX5" fmla="*/ 4351 w 10000"/>
              <a:gd name="connsiteY5" fmla="*/ 7883 h 10000"/>
              <a:gd name="connsiteX6" fmla="*/ 4535 w 10000"/>
              <a:gd name="connsiteY6" fmla="*/ 8266 h 10000"/>
              <a:gd name="connsiteX7" fmla="*/ 4637 w 10000"/>
              <a:gd name="connsiteY7" fmla="*/ 8571 h 10000"/>
              <a:gd name="connsiteX8" fmla="*/ 4677 w 10000"/>
              <a:gd name="connsiteY8" fmla="*/ 9095 h 10000"/>
              <a:gd name="connsiteX9" fmla="*/ 4535 w 10000"/>
              <a:gd name="connsiteY9" fmla="*/ 9450 h 10000"/>
              <a:gd name="connsiteX10" fmla="*/ 4464 w 10000"/>
              <a:gd name="connsiteY10" fmla="*/ 9728 h 10000"/>
              <a:gd name="connsiteX11" fmla="*/ 4521 w 10000"/>
              <a:gd name="connsiteY11" fmla="*/ 9866 h 10000"/>
              <a:gd name="connsiteX12" fmla="*/ 4736 w 10000"/>
              <a:gd name="connsiteY12" fmla="*/ 9992 h 10000"/>
              <a:gd name="connsiteX13" fmla="*/ 5550 w 10000"/>
              <a:gd name="connsiteY13" fmla="*/ 9992 h 10000"/>
              <a:gd name="connsiteX14" fmla="*/ 6300 w 10000"/>
              <a:gd name="connsiteY14" fmla="*/ 9972 h 10000"/>
              <a:gd name="connsiteX15" fmla="*/ 6451 w 10000"/>
              <a:gd name="connsiteY15" fmla="*/ 9822 h 10000"/>
              <a:gd name="connsiteX16" fmla="*/ 6440 w 10000"/>
              <a:gd name="connsiteY16" fmla="*/ 9571 h 10000"/>
              <a:gd name="connsiteX17" fmla="*/ 6284 w 10000"/>
              <a:gd name="connsiteY17" fmla="*/ 9313 h 10000"/>
              <a:gd name="connsiteX18" fmla="*/ 6226 w 10000"/>
              <a:gd name="connsiteY18" fmla="*/ 8995 h 10000"/>
              <a:gd name="connsiteX19" fmla="*/ 6221 w 10000"/>
              <a:gd name="connsiteY19" fmla="*/ 8600 h 10000"/>
              <a:gd name="connsiteX20" fmla="*/ 6329 w 10000"/>
              <a:gd name="connsiteY20" fmla="*/ 8204 h 10000"/>
              <a:gd name="connsiteX21" fmla="*/ 6582 w 10000"/>
              <a:gd name="connsiteY21" fmla="*/ 7617 h 10000"/>
              <a:gd name="connsiteX22" fmla="*/ 6720 w 10000"/>
              <a:gd name="connsiteY22" fmla="*/ 7310 h 10000"/>
              <a:gd name="connsiteX23" fmla="*/ 7101 w 10000"/>
              <a:gd name="connsiteY23" fmla="*/ 6529 h 10000"/>
              <a:gd name="connsiteX24" fmla="*/ 7314 w 10000"/>
              <a:gd name="connsiteY24" fmla="*/ 5810 h 10000"/>
              <a:gd name="connsiteX25" fmla="*/ 7344 w 10000"/>
              <a:gd name="connsiteY25" fmla="*/ 5257 h 10000"/>
              <a:gd name="connsiteX26" fmla="*/ 7261 w 10000"/>
              <a:gd name="connsiteY26" fmla="*/ 4694 h 10000"/>
              <a:gd name="connsiteX27" fmla="*/ 7043 w 10000"/>
              <a:gd name="connsiteY27" fmla="*/ 3960 h 10000"/>
              <a:gd name="connsiteX28" fmla="*/ 6824 w 10000"/>
              <a:gd name="connsiteY28" fmla="*/ 3310 h 10000"/>
              <a:gd name="connsiteX29" fmla="*/ 6470 w 10000"/>
              <a:gd name="connsiteY29" fmla="*/ 2386 h 10000"/>
              <a:gd name="connsiteX30" fmla="*/ 6411 w 10000"/>
              <a:gd name="connsiteY30" fmla="*/ 1143 h 10000"/>
              <a:gd name="connsiteX31" fmla="*/ 8009 w 10000"/>
              <a:gd name="connsiteY31" fmla="*/ 1358 h 10000"/>
              <a:gd name="connsiteX32" fmla="*/ 8986 w 10000"/>
              <a:gd name="connsiteY32" fmla="*/ 2411 h 10000"/>
              <a:gd name="connsiteX33" fmla="*/ 9329 w 10000"/>
              <a:gd name="connsiteY33" fmla="*/ 4522 h 10000"/>
              <a:gd name="connsiteX34" fmla="*/ 10000 w 10000"/>
              <a:gd name="connsiteY34" fmla="*/ 6660 h 10000"/>
              <a:gd name="connsiteX35" fmla="*/ 9622 w 10000"/>
              <a:gd name="connsiteY35" fmla="*/ 4521 h 10000"/>
              <a:gd name="connsiteX36" fmla="*/ 9192 w 10000"/>
              <a:gd name="connsiteY36" fmla="*/ 2110 h 10000"/>
              <a:gd name="connsiteX37" fmla="*/ 8287 w 10000"/>
              <a:gd name="connsiteY37" fmla="*/ 1158 h 10000"/>
              <a:gd name="connsiteX38" fmla="*/ 7176 w 10000"/>
              <a:gd name="connsiteY38" fmla="*/ 798 h 10000"/>
              <a:gd name="connsiteX39" fmla="*/ 6045 w 10000"/>
              <a:gd name="connsiteY39" fmla="*/ 717 h 10000"/>
              <a:gd name="connsiteX40" fmla="*/ 5775 w 10000"/>
              <a:gd name="connsiteY40" fmla="*/ 603 h 10000"/>
              <a:gd name="connsiteX41" fmla="*/ 5575 w 10000"/>
              <a:gd name="connsiteY41" fmla="*/ 70 h 10000"/>
              <a:gd name="connsiteX42" fmla="*/ 5183 w 10000"/>
              <a:gd name="connsiteY42" fmla="*/ 39 h 10000"/>
              <a:gd name="connsiteX43" fmla="*/ 5034 w 10000"/>
              <a:gd name="connsiteY43" fmla="*/ 344 h 10000"/>
              <a:gd name="connsiteX44" fmla="*/ 4804 w 10000"/>
              <a:gd name="connsiteY44" fmla="*/ 759 h 10000"/>
              <a:gd name="connsiteX45" fmla="*/ 3800 w 10000"/>
              <a:gd name="connsiteY45" fmla="*/ 742 h 10000"/>
              <a:gd name="connsiteX46" fmla="*/ 2537 w 10000"/>
              <a:gd name="connsiteY46" fmla="*/ 937 h 10000"/>
              <a:gd name="connsiteX47" fmla="*/ 1747 w 10000"/>
              <a:gd name="connsiteY47" fmla="*/ 896 h 10000"/>
              <a:gd name="connsiteX48" fmla="*/ 760 w 10000"/>
              <a:gd name="connsiteY48" fmla="*/ 888 h 10000"/>
              <a:gd name="connsiteX49" fmla="*/ 20 w 10000"/>
              <a:gd name="connsiteY49" fmla="*/ 1197 h 10000"/>
              <a:gd name="connsiteX50" fmla="*/ 1567 w 10000"/>
              <a:gd name="connsiteY50" fmla="*/ 3053 h 10000"/>
              <a:gd name="connsiteX51" fmla="*/ 1553 w 10000"/>
              <a:gd name="connsiteY51" fmla="*/ 6368 h 10000"/>
              <a:gd name="connsiteX52" fmla="*/ 1959 w 10000"/>
              <a:gd name="connsiteY52" fmla="*/ 2962 h 10000"/>
              <a:gd name="connsiteX53" fmla="*/ 1683 w 10000"/>
              <a:gd name="connsiteY53" fmla="*/ 1163 h 10000"/>
              <a:gd name="connsiteX54" fmla="*/ 2563 w 10000"/>
              <a:gd name="connsiteY54" fmla="*/ 1228 h 10000"/>
              <a:gd name="connsiteX55" fmla="*/ 3346 w 10000"/>
              <a:gd name="connsiteY55" fmla="*/ 1152 h 10000"/>
              <a:gd name="connsiteX56" fmla="*/ 4115 w 10000"/>
              <a:gd name="connsiteY56" fmla="*/ 995 h 10000"/>
              <a:gd name="connsiteX57" fmla="*/ 4391 w 10000"/>
              <a:gd name="connsiteY57" fmla="*/ 1364 h 10000"/>
              <a:gd name="connsiteX58" fmla="*/ 4368 w 10000"/>
              <a:gd name="connsiteY58" fmla="*/ 2143 h 10000"/>
              <a:gd name="connsiteX0" fmla="*/ 3609 w 9241"/>
              <a:gd name="connsiteY0" fmla="*/ 2143 h 10000"/>
              <a:gd name="connsiteX1" fmla="*/ 3139 w 9241"/>
              <a:gd name="connsiteY1" fmla="*/ 3888 h 10000"/>
              <a:gd name="connsiteX2" fmla="*/ 2995 w 9241"/>
              <a:gd name="connsiteY2" fmla="*/ 4718 h 10000"/>
              <a:gd name="connsiteX3" fmla="*/ 2816 w 9241"/>
              <a:gd name="connsiteY3" fmla="*/ 5859 h 10000"/>
              <a:gd name="connsiteX4" fmla="*/ 3151 w 9241"/>
              <a:gd name="connsiteY4" fmla="*/ 7182 h 10000"/>
              <a:gd name="connsiteX5" fmla="*/ 3592 w 9241"/>
              <a:gd name="connsiteY5" fmla="*/ 7883 h 10000"/>
              <a:gd name="connsiteX6" fmla="*/ 3776 w 9241"/>
              <a:gd name="connsiteY6" fmla="*/ 8266 h 10000"/>
              <a:gd name="connsiteX7" fmla="*/ 3878 w 9241"/>
              <a:gd name="connsiteY7" fmla="*/ 8571 h 10000"/>
              <a:gd name="connsiteX8" fmla="*/ 3918 w 9241"/>
              <a:gd name="connsiteY8" fmla="*/ 9095 h 10000"/>
              <a:gd name="connsiteX9" fmla="*/ 3776 w 9241"/>
              <a:gd name="connsiteY9" fmla="*/ 9450 h 10000"/>
              <a:gd name="connsiteX10" fmla="*/ 3705 w 9241"/>
              <a:gd name="connsiteY10" fmla="*/ 9728 h 10000"/>
              <a:gd name="connsiteX11" fmla="*/ 3762 w 9241"/>
              <a:gd name="connsiteY11" fmla="*/ 9866 h 10000"/>
              <a:gd name="connsiteX12" fmla="*/ 3977 w 9241"/>
              <a:gd name="connsiteY12" fmla="*/ 9992 h 10000"/>
              <a:gd name="connsiteX13" fmla="*/ 4791 w 9241"/>
              <a:gd name="connsiteY13" fmla="*/ 9992 h 10000"/>
              <a:gd name="connsiteX14" fmla="*/ 5541 w 9241"/>
              <a:gd name="connsiteY14" fmla="*/ 9972 h 10000"/>
              <a:gd name="connsiteX15" fmla="*/ 5692 w 9241"/>
              <a:gd name="connsiteY15" fmla="*/ 9822 h 10000"/>
              <a:gd name="connsiteX16" fmla="*/ 5681 w 9241"/>
              <a:gd name="connsiteY16" fmla="*/ 9571 h 10000"/>
              <a:gd name="connsiteX17" fmla="*/ 5525 w 9241"/>
              <a:gd name="connsiteY17" fmla="*/ 9313 h 10000"/>
              <a:gd name="connsiteX18" fmla="*/ 5467 w 9241"/>
              <a:gd name="connsiteY18" fmla="*/ 8995 h 10000"/>
              <a:gd name="connsiteX19" fmla="*/ 5462 w 9241"/>
              <a:gd name="connsiteY19" fmla="*/ 8600 h 10000"/>
              <a:gd name="connsiteX20" fmla="*/ 5570 w 9241"/>
              <a:gd name="connsiteY20" fmla="*/ 8204 h 10000"/>
              <a:gd name="connsiteX21" fmla="*/ 5823 w 9241"/>
              <a:gd name="connsiteY21" fmla="*/ 7617 h 10000"/>
              <a:gd name="connsiteX22" fmla="*/ 5961 w 9241"/>
              <a:gd name="connsiteY22" fmla="*/ 7310 h 10000"/>
              <a:gd name="connsiteX23" fmla="*/ 6342 w 9241"/>
              <a:gd name="connsiteY23" fmla="*/ 6529 h 10000"/>
              <a:gd name="connsiteX24" fmla="*/ 6555 w 9241"/>
              <a:gd name="connsiteY24" fmla="*/ 5810 h 10000"/>
              <a:gd name="connsiteX25" fmla="*/ 6585 w 9241"/>
              <a:gd name="connsiteY25" fmla="*/ 5257 h 10000"/>
              <a:gd name="connsiteX26" fmla="*/ 6502 w 9241"/>
              <a:gd name="connsiteY26" fmla="*/ 4694 h 10000"/>
              <a:gd name="connsiteX27" fmla="*/ 6284 w 9241"/>
              <a:gd name="connsiteY27" fmla="*/ 3960 h 10000"/>
              <a:gd name="connsiteX28" fmla="*/ 6065 w 9241"/>
              <a:gd name="connsiteY28" fmla="*/ 3310 h 10000"/>
              <a:gd name="connsiteX29" fmla="*/ 5711 w 9241"/>
              <a:gd name="connsiteY29" fmla="*/ 2386 h 10000"/>
              <a:gd name="connsiteX30" fmla="*/ 5652 w 9241"/>
              <a:gd name="connsiteY30" fmla="*/ 1143 h 10000"/>
              <a:gd name="connsiteX31" fmla="*/ 7250 w 9241"/>
              <a:gd name="connsiteY31" fmla="*/ 1358 h 10000"/>
              <a:gd name="connsiteX32" fmla="*/ 8227 w 9241"/>
              <a:gd name="connsiteY32" fmla="*/ 2411 h 10000"/>
              <a:gd name="connsiteX33" fmla="*/ 8570 w 9241"/>
              <a:gd name="connsiteY33" fmla="*/ 4522 h 10000"/>
              <a:gd name="connsiteX34" fmla="*/ 9241 w 9241"/>
              <a:gd name="connsiteY34" fmla="*/ 6660 h 10000"/>
              <a:gd name="connsiteX35" fmla="*/ 8863 w 9241"/>
              <a:gd name="connsiteY35" fmla="*/ 4521 h 10000"/>
              <a:gd name="connsiteX36" fmla="*/ 8433 w 9241"/>
              <a:gd name="connsiteY36" fmla="*/ 2110 h 10000"/>
              <a:gd name="connsiteX37" fmla="*/ 7528 w 9241"/>
              <a:gd name="connsiteY37" fmla="*/ 1158 h 10000"/>
              <a:gd name="connsiteX38" fmla="*/ 6417 w 9241"/>
              <a:gd name="connsiteY38" fmla="*/ 798 h 10000"/>
              <a:gd name="connsiteX39" fmla="*/ 5286 w 9241"/>
              <a:gd name="connsiteY39" fmla="*/ 717 h 10000"/>
              <a:gd name="connsiteX40" fmla="*/ 5016 w 9241"/>
              <a:gd name="connsiteY40" fmla="*/ 603 h 10000"/>
              <a:gd name="connsiteX41" fmla="*/ 4816 w 9241"/>
              <a:gd name="connsiteY41" fmla="*/ 70 h 10000"/>
              <a:gd name="connsiteX42" fmla="*/ 4424 w 9241"/>
              <a:gd name="connsiteY42" fmla="*/ 39 h 10000"/>
              <a:gd name="connsiteX43" fmla="*/ 4275 w 9241"/>
              <a:gd name="connsiteY43" fmla="*/ 344 h 10000"/>
              <a:gd name="connsiteX44" fmla="*/ 4045 w 9241"/>
              <a:gd name="connsiteY44" fmla="*/ 759 h 10000"/>
              <a:gd name="connsiteX45" fmla="*/ 3041 w 9241"/>
              <a:gd name="connsiteY45" fmla="*/ 742 h 10000"/>
              <a:gd name="connsiteX46" fmla="*/ 1778 w 9241"/>
              <a:gd name="connsiteY46" fmla="*/ 937 h 10000"/>
              <a:gd name="connsiteX47" fmla="*/ 988 w 9241"/>
              <a:gd name="connsiteY47" fmla="*/ 896 h 10000"/>
              <a:gd name="connsiteX48" fmla="*/ 1 w 9241"/>
              <a:gd name="connsiteY48" fmla="*/ 888 h 10000"/>
              <a:gd name="connsiteX49" fmla="*/ 808 w 9241"/>
              <a:gd name="connsiteY49" fmla="*/ 3053 h 10000"/>
              <a:gd name="connsiteX50" fmla="*/ 794 w 9241"/>
              <a:gd name="connsiteY50" fmla="*/ 6368 h 10000"/>
              <a:gd name="connsiteX51" fmla="*/ 1200 w 9241"/>
              <a:gd name="connsiteY51" fmla="*/ 2962 h 10000"/>
              <a:gd name="connsiteX52" fmla="*/ 924 w 9241"/>
              <a:gd name="connsiteY52" fmla="*/ 1163 h 10000"/>
              <a:gd name="connsiteX53" fmla="*/ 1804 w 9241"/>
              <a:gd name="connsiteY53" fmla="*/ 1228 h 10000"/>
              <a:gd name="connsiteX54" fmla="*/ 2587 w 9241"/>
              <a:gd name="connsiteY54" fmla="*/ 1152 h 10000"/>
              <a:gd name="connsiteX55" fmla="*/ 3356 w 9241"/>
              <a:gd name="connsiteY55" fmla="*/ 995 h 10000"/>
              <a:gd name="connsiteX56" fmla="*/ 3632 w 9241"/>
              <a:gd name="connsiteY56" fmla="*/ 1364 h 10000"/>
              <a:gd name="connsiteX57" fmla="*/ 3609 w 9241"/>
              <a:gd name="connsiteY57" fmla="*/ 2143 h 10000"/>
              <a:gd name="connsiteX0" fmla="*/ 3051 w 9146"/>
              <a:gd name="connsiteY0" fmla="*/ 2143 h 10000"/>
              <a:gd name="connsiteX1" fmla="*/ 2543 w 9146"/>
              <a:gd name="connsiteY1" fmla="*/ 3888 h 10000"/>
              <a:gd name="connsiteX2" fmla="*/ 2387 w 9146"/>
              <a:gd name="connsiteY2" fmla="*/ 4718 h 10000"/>
              <a:gd name="connsiteX3" fmla="*/ 2193 w 9146"/>
              <a:gd name="connsiteY3" fmla="*/ 5859 h 10000"/>
              <a:gd name="connsiteX4" fmla="*/ 2556 w 9146"/>
              <a:gd name="connsiteY4" fmla="*/ 7182 h 10000"/>
              <a:gd name="connsiteX5" fmla="*/ 3033 w 9146"/>
              <a:gd name="connsiteY5" fmla="*/ 7883 h 10000"/>
              <a:gd name="connsiteX6" fmla="*/ 3232 w 9146"/>
              <a:gd name="connsiteY6" fmla="*/ 8266 h 10000"/>
              <a:gd name="connsiteX7" fmla="*/ 3343 w 9146"/>
              <a:gd name="connsiteY7" fmla="*/ 8571 h 10000"/>
              <a:gd name="connsiteX8" fmla="*/ 3386 w 9146"/>
              <a:gd name="connsiteY8" fmla="*/ 9095 h 10000"/>
              <a:gd name="connsiteX9" fmla="*/ 3232 w 9146"/>
              <a:gd name="connsiteY9" fmla="*/ 9450 h 10000"/>
              <a:gd name="connsiteX10" fmla="*/ 3155 w 9146"/>
              <a:gd name="connsiteY10" fmla="*/ 9728 h 10000"/>
              <a:gd name="connsiteX11" fmla="*/ 3217 w 9146"/>
              <a:gd name="connsiteY11" fmla="*/ 9866 h 10000"/>
              <a:gd name="connsiteX12" fmla="*/ 3450 w 9146"/>
              <a:gd name="connsiteY12" fmla="*/ 9992 h 10000"/>
              <a:gd name="connsiteX13" fmla="*/ 4331 w 9146"/>
              <a:gd name="connsiteY13" fmla="*/ 9992 h 10000"/>
              <a:gd name="connsiteX14" fmla="*/ 5142 w 9146"/>
              <a:gd name="connsiteY14" fmla="*/ 9972 h 10000"/>
              <a:gd name="connsiteX15" fmla="*/ 5306 w 9146"/>
              <a:gd name="connsiteY15" fmla="*/ 9822 h 10000"/>
              <a:gd name="connsiteX16" fmla="*/ 5294 w 9146"/>
              <a:gd name="connsiteY16" fmla="*/ 9571 h 10000"/>
              <a:gd name="connsiteX17" fmla="*/ 5125 w 9146"/>
              <a:gd name="connsiteY17" fmla="*/ 9313 h 10000"/>
              <a:gd name="connsiteX18" fmla="*/ 5062 w 9146"/>
              <a:gd name="connsiteY18" fmla="*/ 8995 h 10000"/>
              <a:gd name="connsiteX19" fmla="*/ 5057 w 9146"/>
              <a:gd name="connsiteY19" fmla="*/ 8600 h 10000"/>
              <a:gd name="connsiteX20" fmla="*/ 5173 w 9146"/>
              <a:gd name="connsiteY20" fmla="*/ 8204 h 10000"/>
              <a:gd name="connsiteX21" fmla="*/ 5447 w 9146"/>
              <a:gd name="connsiteY21" fmla="*/ 7617 h 10000"/>
              <a:gd name="connsiteX22" fmla="*/ 5597 w 9146"/>
              <a:gd name="connsiteY22" fmla="*/ 7310 h 10000"/>
              <a:gd name="connsiteX23" fmla="*/ 6009 w 9146"/>
              <a:gd name="connsiteY23" fmla="*/ 6529 h 10000"/>
              <a:gd name="connsiteX24" fmla="*/ 6239 w 9146"/>
              <a:gd name="connsiteY24" fmla="*/ 5810 h 10000"/>
              <a:gd name="connsiteX25" fmla="*/ 6272 w 9146"/>
              <a:gd name="connsiteY25" fmla="*/ 5257 h 10000"/>
              <a:gd name="connsiteX26" fmla="*/ 6182 w 9146"/>
              <a:gd name="connsiteY26" fmla="*/ 4694 h 10000"/>
              <a:gd name="connsiteX27" fmla="*/ 5946 w 9146"/>
              <a:gd name="connsiteY27" fmla="*/ 3960 h 10000"/>
              <a:gd name="connsiteX28" fmla="*/ 5709 w 9146"/>
              <a:gd name="connsiteY28" fmla="*/ 3310 h 10000"/>
              <a:gd name="connsiteX29" fmla="*/ 5326 w 9146"/>
              <a:gd name="connsiteY29" fmla="*/ 2386 h 10000"/>
              <a:gd name="connsiteX30" fmla="*/ 5262 w 9146"/>
              <a:gd name="connsiteY30" fmla="*/ 1143 h 10000"/>
              <a:gd name="connsiteX31" fmla="*/ 6991 w 9146"/>
              <a:gd name="connsiteY31" fmla="*/ 1358 h 10000"/>
              <a:gd name="connsiteX32" fmla="*/ 8049 w 9146"/>
              <a:gd name="connsiteY32" fmla="*/ 2411 h 10000"/>
              <a:gd name="connsiteX33" fmla="*/ 8420 w 9146"/>
              <a:gd name="connsiteY33" fmla="*/ 4522 h 10000"/>
              <a:gd name="connsiteX34" fmla="*/ 9146 w 9146"/>
              <a:gd name="connsiteY34" fmla="*/ 6660 h 10000"/>
              <a:gd name="connsiteX35" fmla="*/ 8737 w 9146"/>
              <a:gd name="connsiteY35" fmla="*/ 4521 h 10000"/>
              <a:gd name="connsiteX36" fmla="*/ 8272 w 9146"/>
              <a:gd name="connsiteY36" fmla="*/ 2110 h 10000"/>
              <a:gd name="connsiteX37" fmla="*/ 7292 w 9146"/>
              <a:gd name="connsiteY37" fmla="*/ 1158 h 10000"/>
              <a:gd name="connsiteX38" fmla="*/ 6090 w 9146"/>
              <a:gd name="connsiteY38" fmla="*/ 798 h 10000"/>
              <a:gd name="connsiteX39" fmla="*/ 4866 w 9146"/>
              <a:gd name="connsiteY39" fmla="*/ 717 h 10000"/>
              <a:gd name="connsiteX40" fmla="*/ 4574 w 9146"/>
              <a:gd name="connsiteY40" fmla="*/ 603 h 10000"/>
              <a:gd name="connsiteX41" fmla="*/ 4358 w 9146"/>
              <a:gd name="connsiteY41" fmla="*/ 70 h 10000"/>
              <a:gd name="connsiteX42" fmla="*/ 3933 w 9146"/>
              <a:gd name="connsiteY42" fmla="*/ 39 h 10000"/>
              <a:gd name="connsiteX43" fmla="*/ 3772 w 9146"/>
              <a:gd name="connsiteY43" fmla="*/ 344 h 10000"/>
              <a:gd name="connsiteX44" fmla="*/ 3523 w 9146"/>
              <a:gd name="connsiteY44" fmla="*/ 759 h 10000"/>
              <a:gd name="connsiteX45" fmla="*/ 2437 w 9146"/>
              <a:gd name="connsiteY45" fmla="*/ 742 h 10000"/>
              <a:gd name="connsiteX46" fmla="*/ 1070 w 9146"/>
              <a:gd name="connsiteY46" fmla="*/ 937 h 10000"/>
              <a:gd name="connsiteX47" fmla="*/ 215 w 9146"/>
              <a:gd name="connsiteY47" fmla="*/ 896 h 10000"/>
              <a:gd name="connsiteX48" fmla="*/ 20 w 9146"/>
              <a:gd name="connsiteY48" fmla="*/ 3053 h 10000"/>
              <a:gd name="connsiteX49" fmla="*/ 5 w 9146"/>
              <a:gd name="connsiteY49" fmla="*/ 6368 h 10000"/>
              <a:gd name="connsiteX50" fmla="*/ 445 w 9146"/>
              <a:gd name="connsiteY50" fmla="*/ 2962 h 10000"/>
              <a:gd name="connsiteX51" fmla="*/ 146 w 9146"/>
              <a:gd name="connsiteY51" fmla="*/ 1163 h 10000"/>
              <a:gd name="connsiteX52" fmla="*/ 1098 w 9146"/>
              <a:gd name="connsiteY52" fmla="*/ 1228 h 10000"/>
              <a:gd name="connsiteX53" fmla="*/ 1945 w 9146"/>
              <a:gd name="connsiteY53" fmla="*/ 1152 h 10000"/>
              <a:gd name="connsiteX54" fmla="*/ 2778 w 9146"/>
              <a:gd name="connsiteY54" fmla="*/ 995 h 10000"/>
              <a:gd name="connsiteX55" fmla="*/ 3076 w 9146"/>
              <a:gd name="connsiteY55" fmla="*/ 1364 h 10000"/>
              <a:gd name="connsiteX56" fmla="*/ 3051 w 9146"/>
              <a:gd name="connsiteY56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235 w 10000"/>
              <a:gd name="connsiteY47" fmla="*/ 896 h 10000"/>
              <a:gd name="connsiteX48" fmla="*/ 22 w 10000"/>
              <a:gd name="connsiteY48" fmla="*/ 3053 h 10000"/>
              <a:gd name="connsiteX49" fmla="*/ 5 w 10000"/>
              <a:gd name="connsiteY49" fmla="*/ 6368 h 10000"/>
              <a:gd name="connsiteX50" fmla="*/ 487 w 10000"/>
              <a:gd name="connsiteY50" fmla="*/ 2962 h 10000"/>
              <a:gd name="connsiteX51" fmla="*/ 1201 w 10000"/>
              <a:gd name="connsiteY51" fmla="*/ 1228 h 10000"/>
              <a:gd name="connsiteX52" fmla="*/ 2127 w 10000"/>
              <a:gd name="connsiteY52" fmla="*/ 1152 h 10000"/>
              <a:gd name="connsiteX53" fmla="*/ 3037 w 10000"/>
              <a:gd name="connsiteY53" fmla="*/ 995 h 10000"/>
              <a:gd name="connsiteX54" fmla="*/ 3363 w 10000"/>
              <a:gd name="connsiteY54" fmla="*/ 1364 h 10000"/>
              <a:gd name="connsiteX55" fmla="*/ 3336 w 10000"/>
              <a:gd name="connsiteY55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22 w 10000"/>
              <a:gd name="connsiteY47" fmla="*/ 3053 h 10000"/>
              <a:gd name="connsiteX48" fmla="*/ 5 w 10000"/>
              <a:gd name="connsiteY48" fmla="*/ 6368 h 10000"/>
              <a:gd name="connsiteX49" fmla="*/ 487 w 10000"/>
              <a:gd name="connsiteY49" fmla="*/ 2962 h 10000"/>
              <a:gd name="connsiteX50" fmla="*/ 1201 w 10000"/>
              <a:gd name="connsiteY50" fmla="*/ 1228 h 10000"/>
              <a:gd name="connsiteX51" fmla="*/ 2127 w 10000"/>
              <a:gd name="connsiteY51" fmla="*/ 1152 h 10000"/>
              <a:gd name="connsiteX52" fmla="*/ 3037 w 10000"/>
              <a:gd name="connsiteY52" fmla="*/ 995 h 10000"/>
              <a:gd name="connsiteX53" fmla="*/ 3363 w 10000"/>
              <a:gd name="connsiteY53" fmla="*/ 1364 h 10000"/>
              <a:gd name="connsiteX54" fmla="*/ 3336 w 10000"/>
              <a:gd name="connsiteY54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22 w 10000"/>
              <a:gd name="connsiteY47" fmla="*/ 3053 h 10000"/>
              <a:gd name="connsiteX48" fmla="*/ 5 w 10000"/>
              <a:gd name="connsiteY48" fmla="*/ 6368 h 10000"/>
              <a:gd name="connsiteX49" fmla="*/ 487 w 10000"/>
              <a:gd name="connsiteY49" fmla="*/ 2962 h 10000"/>
              <a:gd name="connsiteX50" fmla="*/ 1201 w 10000"/>
              <a:gd name="connsiteY50" fmla="*/ 1228 h 10000"/>
              <a:gd name="connsiteX51" fmla="*/ 2378 w 10000"/>
              <a:gd name="connsiteY51" fmla="*/ 1016 h 10000"/>
              <a:gd name="connsiteX52" fmla="*/ 3037 w 10000"/>
              <a:gd name="connsiteY52" fmla="*/ 995 h 10000"/>
              <a:gd name="connsiteX53" fmla="*/ 3363 w 10000"/>
              <a:gd name="connsiteY53" fmla="*/ 1364 h 10000"/>
              <a:gd name="connsiteX54" fmla="*/ 3336 w 10000"/>
              <a:gd name="connsiteY54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55 w 10000"/>
              <a:gd name="connsiteY47" fmla="*/ 3915 h 10000"/>
              <a:gd name="connsiteX48" fmla="*/ 5 w 10000"/>
              <a:gd name="connsiteY48" fmla="*/ 6368 h 10000"/>
              <a:gd name="connsiteX49" fmla="*/ 487 w 10000"/>
              <a:gd name="connsiteY49" fmla="*/ 2962 h 10000"/>
              <a:gd name="connsiteX50" fmla="*/ 1201 w 10000"/>
              <a:gd name="connsiteY50" fmla="*/ 1228 h 10000"/>
              <a:gd name="connsiteX51" fmla="*/ 2378 w 10000"/>
              <a:gd name="connsiteY51" fmla="*/ 1016 h 10000"/>
              <a:gd name="connsiteX52" fmla="*/ 3037 w 10000"/>
              <a:gd name="connsiteY52" fmla="*/ 995 h 10000"/>
              <a:gd name="connsiteX53" fmla="*/ 3363 w 10000"/>
              <a:gd name="connsiteY53" fmla="*/ 1364 h 10000"/>
              <a:gd name="connsiteX54" fmla="*/ 3336 w 10000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519 w 10032"/>
              <a:gd name="connsiteY49" fmla="*/ 2962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720 w 10032"/>
              <a:gd name="connsiteY49" fmla="*/ 2962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553 w 10032"/>
              <a:gd name="connsiteY49" fmla="*/ 3930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453 w 10032"/>
              <a:gd name="connsiteY49" fmla="*/ 3930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453 w 10032"/>
              <a:gd name="connsiteY49" fmla="*/ 3930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236 w 10035"/>
              <a:gd name="connsiteY50" fmla="*/ 1228 h 10000"/>
              <a:gd name="connsiteX51" fmla="*/ 2413 w 10035"/>
              <a:gd name="connsiteY51" fmla="*/ 1016 h 10000"/>
              <a:gd name="connsiteX52" fmla="*/ 3072 w 10035"/>
              <a:gd name="connsiteY52" fmla="*/ 995 h 10000"/>
              <a:gd name="connsiteX53" fmla="*/ 3398 w 10035"/>
              <a:gd name="connsiteY53" fmla="*/ 1364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236 w 10035"/>
              <a:gd name="connsiteY50" fmla="*/ 1228 h 10000"/>
              <a:gd name="connsiteX51" fmla="*/ 2200 w 10035"/>
              <a:gd name="connsiteY51" fmla="*/ 1008 h 10000"/>
              <a:gd name="connsiteX52" fmla="*/ 2413 w 10035"/>
              <a:gd name="connsiteY52" fmla="*/ 1016 h 10000"/>
              <a:gd name="connsiteX53" fmla="*/ 3072 w 10035"/>
              <a:gd name="connsiteY53" fmla="*/ 995 h 10000"/>
              <a:gd name="connsiteX54" fmla="*/ 3398 w 10035"/>
              <a:gd name="connsiteY54" fmla="*/ 1364 h 10000"/>
              <a:gd name="connsiteX55" fmla="*/ 3371 w 10035"/>
              <a:gd name="connsiteY55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00 w 10035"/>
              <a:gd name="connsiteY51" fmla="*/ 1008 h 10000"/>
              <a:gd name="connsiteX52" fmla="*/ 2413 w 10035"/>
              <a:gd name="connsiteY52" fmla="*/ 1016 h 10000"/>
              <a:gd name="connsiteX53" fmla="*/ 3072 w 10035"/>
              <a:gd name="connsiteY53" fmla="*/ 995 h 10000"/>
              <a:gd name="connsiteX54" fmla="*/ 3398 w 10035"/>
              <a:gd name="connsiteY54" fmla="*/ 1364 h 10000"/>
              <a:gd name="connsiteX55" fmla="*/ 3371 w 10035"/>
              <a:gd name="connsiteY55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413 w 10035"/>
              <a:gd name="connsiteY51" fmla="*/ 1016 h 10000"/>
              <a:gd name="connsiteX52" fmla="*/ 3072 w 10035"/>
              <a:gd name="connsiteY52" fmla="*/ 995 h 10000"/>
              <a:gd name="connsiteX53" fmla="*/ 3398 w 10035"/>
              <a:gd name="connsiteY53" fmla="*/ 1364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398 w 10035"/>
              <a:gd name="connsiteY53" fmla="*/ 1364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599 w 10035"/>
              <a:gd name="connsiteY53" fmla="*/ 1209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599 w 10035"/>
              <a:gd name="connsiteY53" fmla="*/ 1209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599 w 10035"/>
              <a:gd name="connsiteY53" fmla="*/ 1209 h 10000"/>
              <a:gd name="connsiteX54" fmla="*/ 3371 w 10035"/>
              <a:gd name="connsiteY54" fmla="*/ 214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0035" h="10000">
                <a:moveTo>
                  <a:pt x="3371" y="2143"/>
                </a:moveTo>
                <a:cubicBezTo>
                  <a:pt x="3240" y="2590"/>
                  <a:pt x="2935" y="3459"/>
                  <a:pt x="2815" y="3888"/>
                </a:cubicBezTo>
                <a:cubicBezTo>
                  <a:pt x="2691" y="4317"/>
                  <a:pt x="2700" y="4519"/>
                  <a:pt x="2645" y="4718"/>
                </a:cubicBezTo>
                <a:cubicBezTo>
                  <a:pt x="2587" y="4916"/>
                  <a:pt x="2463" y="5277"/>
                  <a:pt x="2433" y="5859"/>
                </a:cubicBezTo>
                <a:cubicBezTo>
                  <a:pt x="2404" y="6441"/>
                  <a:pt x="2675" y="6845"/>
                  <a:pt x="2830" y="7182"/>
                </a:cubicBezTo>
                <a:cubicBezTo>
                  <a:pt x="2983" y="7519"/>
                  <a:pt x="3220" y="7697"/>
                  <a:pt x="3351" y="7883"/>
                </a:cubicBezTo>
                <a:cubicBezTo>
                  <a:pt x="3473" y="8063"/>
                  <a:pt x="3506" y="8154"/>
                  <a:pt x="3569" y="8266"/>
                </a:cubicBezTo>
                <a:cubicBezTo>
                  <a:pt x="3622" y="8381"/>
                  <a:pt x="3664" y="8436"/>
                  <a:pt x="3690" y="8571"/>
                </a:cubicBezTo>
                <a:cubicBezTo>
                  <a:pt x="3717" y="8713"/>
                  <a:pt x="3758" y="8949"/>
                  <a:pt x="3737" y="9095"/>
                </a:cubicBezTo>
                <a:cubicBezTo>
                  <a:pt x="3717" y="9238"/>
                  <a:pt x="3610" y="9344"/>
                  <a:pt x="3569" y="9450"/>
                </a:cubicBezTo>
                <a:cubicBezTo>
                  <a:pt x="3527" y="9556"/>
                  <a:pt x="3485" y="9662"/>
                  <a:pt x="3485" y="9728"/>
                </a:cubicBezTo>
                <a:cubicBezTo>
                  <a:pt x="3485" y="9794"/>
                  <a:pt x="3506" y="9822"/>
                  <a:pt x="3552" y="9866"/>
                </a:cubicBezTo>
                <a:cubicBezTo>
                  <a:pt x="3610" y="9909"/>
                  <a:pt x="3602" y="9972"/>
                  <a:pt x="3807" y="9992"/>
                </a:cubicBezTo>
                <a:cubicBezTo>
                  <a:pt x="4009" y="10010"/>
                  <a:pt x="4464" y="9995"/>
                  <a:pt x="4770" y="9992"/>
                </a:cubicBezTo>
                <a:cubicBezTo>
                  <a:pt x="5075" y="9986"/>
                  <a:pt x="5483" y="9999"/>
                  <a:pt x="5657" y="9972"/>
                </a:cubicBezTo>
                <a:cubicBezTo>
                  <a:pt x="5836" y="9944"/>
                  <a:pt x="5809" y="9890"/>
                  <a:pt x="5836" y="9822"/>
                </a:cubicBezTo>
                <a:cubicBezTo>
                  <a:pt x="5863" y="9755"/>
                  <a:pt x="5858" y="9658"/>
                  <a:pt x="5823" y="9571"/>
                </a:cubicBezTo>
                <a:cubicBezTo>
                  <a:pt x="5788" y="9486"/>
                  <a:pt x="5679" y="9408"/>
                  <a:pt x="5639" y="9313"/>
                </a:cubicBezTo>
                <a:cubicBezTo>
                  <a:pt x="5597" y="9218"/>
                  <a:pt x="5582" y="9113"/>
                  <a:pt x="5570" y="8995"/>
                </a:cubicBezTo>
                <a:cubicBezTo>
                  <a:pt x="5555" y="8879"/>
                  <a:pt x="5542" y="8734"/>
                  <a:pt x="5564" y="8600"/>
                </a:cubicBezTo>
                <a:cubicBezTo>
                  <a:pt x="5582" y="8466"/>
                  <a:pt x="5622" y="8369"/>
                  <a:pt x="5691" y="8204"/>
                </a:cubicBezTo>
                <a:cubicBezTo>
                  <a:pt x="5760" y="8039"/>
                  <a:pt x="5916" y="7766"/>
                  <a:pt x="5991" y="7617"/>
                </a:cubicBezTo>
                <a:cubicBezTo>
                  <a:pt x="6067" y="7468"/>
                  <a:pt x="6054" y="7491"/>
                  <a:pt x="6155" y="7310"/>
                </a:cubicBezTo>
                <a:cubicBezTo>
                  <a:pt x="6256" y="7129"/>
                  <a:pt x="6495" y="6795"/>
                  <a:pt x="6605" y="6529"/>
                </a:cubicBezTo>
                <a:cubicBezTo>
                  <a:pt x="6625" y="6432"/>
                  <a:pt x="6822" y="5955"/>
                  <a:pt x="6857" y="5810"/>
                </a:cubicBezTo>
                <a:cubicBezTo>
                  <a:pt x="6893" y="5669"/>
                  <a:pt x="6904" y="5443"/>
                  <a:pt x="6893" y="5257"/>
                </a:cubicBezTo>
                <a:cubicBezTo>
                  <a:pt x="6881" y="5071"/>
                  <a:pt x="6855" y="4910"/>
                  <a:pt x="6794" y="4694"/>
                </a:cubicBezTo>
                <a:cubicBezTo>
                  <a:pt x="6737" y="4478"/>
                  <a:pt x="6631" y="4192"/>
                  <a:pt x="6536" y="3960"/>
                </a:cubicBezTo>
                <a:cubicBezTo>
                  <a:pt x="6452" y="3729"/>
                  <a:pt x="6391" y="3572"/>
                  <a:pt x="6277" y="3310"/>
                </a:cubicBezTo>
                <a:cubicBezTo>
                  <a:pt x="6160" y="3048"/>
                  <a:pt x="5938" y="2744"/>
                  <a:pt x="5858" y="2386"/>
                </a:cubicBezTo>
                <a:cubicBezTo>
                  <a:pt x="5784" y="2026"/>
                  <a:pt x="5484" y="1314"/>
                  <a:pt x="5788" y="1143"/>
                </a:cubicBezTo>
                <a:cubicBezTo>
                  <a:pt x="6093" y="972"/>
                  <a:pt x="7170" y="1147"/>
                  <a:pt x="7679" y="1358"/>
                </a:cubicBezTo>
                <a:cubicBezTo>
                  <a:pt x="8188" y="1569"/>
                  <a:pt x="8574" y="1884"/>
                  <a:pt x="8836" y="2411"/>
                </a:cubicBezTo>
                <a:cubicBezTo>
                  <a:pt x="9095" y="2938"/>
                  <a:pt x="9130" y="3861"/>
                  <a:pt x="9241" y="4522"/>
                </a:cubicBezTo>
                <a:cubicBezTo>
                  <a:pt x="9310" y="5116"/>
                  <a:pt x="9961" y="6682"/>
                  <a:pt x="10035" y="6660"/>
                </a:cubicBezTo>
                <a:cubicBezTo>
                  <a:pt x="10055" y="6604"/>
                  <a:pt x="9609" y="5174"/>
                  <a:pt x="9588" y="4521"/>
                </a:cubicBezTo>
                <a:cubicBezTo>
                  <a:pt x="9556" y="4271"/>
                  <a:pt x="9343" y="2670"/>
                  <a:pt x="9079" y="2110"/>
                </a:cubicBezTo>
                <a:cubicBezTo>
                  <a:pt x="8816" y="1550"/>
                  <a:pt x="8391" y="1384"/>
                  <a:pt x="8008" y="1158"/>
                </a:cubicBezTo>
                <a:cubicBezTo>
                  <a:pt x="7649" y="998"/>
                  <a:pt x="7288" y="852"/>
                  <a:pt x="6694" y="798"/>
                </a:cubicBezTo>
                <a:cubicBezTo>
                  <a:pt x="6116" y="773"/>
                  <a:pt x="5630" y="750"/>
                  <a:pt x="5355" y="717"/>
                </a:cubicBezTo>
                <a:cubicBezTo>
                  <a:pt x="5078" y="684"/>
                  <a:pt x="5129" y="713"/>
                  <a:pt x="5036" y="603"/>
                </a:cubicBezTo>
                <a:cubicBezTo>
                  <a:pt x="4939" y="495"/>
                  <a:pt x="4913" y="164"/>
                  <a:pt x="4800" y="70"/>
                </a:cubicBezTo>
                <a:cubicBezTo>
                  <a:pt x="4686" y="-25"/>
                  <a:pt x="4442" y="-9"/>
                  <a:pt x="4335" y="39"/>
                </a:cubicBezTo>
                <a:cubicBezTo>
                  <a:pt x="4229" y="86"/>
                  <a:pt x="4236" y="223"/>
                  <a:pt x="4159" y="344"/>
                </a:cubicBezTo>
                <a:cubicBezTo>
                  <a:pt x="4082" y="466"/>
                  <a:pt x="4055" y="763"/>
                  <a:pt x="3887" y="759"/>
                </a:cubicBezTo>
                <a:cubicBezTo>
                  <a:pt x="3717" y="752"/>
                  <a:pt x="3160" y="770"/>
                  <a:pt x="2700" y="742"/>
                </a:cubicBezTo>
                <a:cubicBezTo>
                  <a:pt x="2253" y="772"/>
                  <a:pt x="1222" y="834"/>
                  <a:pt x="787" y="1363"/>
                </a:cubicBezTo>
                <a:cubicBezTo>
                  <a:pt x="352" y="1892"/>
                  <a:pt x="215" y="3081"/>
                  <a:pt x="90" y="3915"/>
                </a:cubicBezTo>
                <a:cubicBezTo>
                  <a:pt x="-35" y="4749"/>
                  <a:pt x="-8" y="6283"/>
                  <a:pt x="40" y="6368"/>
                </a:cubicBezTo>
                <a:cubicBezTo>
                  <a:pt x="164" y="6082"/>
                  <a:pt x="282" y="4738"/>
                  <a:pt x="456" y="3930"/>
                </a:cubicBezTo>
                <a:cubicBezTo>
                  <a:pt x="630" y="3122"/>
                  <a:pt x="759" y="2004"/>
                  <a:pt x="1085" y="1518"/>
                </a:cubicBezTo>
                <a:cubicBezTo>
                  <a:pt x="1411" y="1032"/>
                  <a:pt x="1898" y="1093"/>
                  <a:pt x="2229" y="1006"/>
                </a:cubicBezTo>
                <a:cubicBezTo>
                  <a:pt x="2374" y="1004"/>
                  <a:pt x="2499" y="988"/>
                  <a:pt x="3072" y="995"/>
                </a:cubicBezTo>
                <a:cubicBezTo>
                  <a:pt x="3535" y="1088"/>
                  <a:pt x="3552" y="1004"/>
                  <a:pt x="3599" y="1209"/>
                </a:cubicBezTo>
                <a:cubicBezTo>
                  <a:pt x="3640" y="1416"/>
                  <a:pt x="3502" y="1697"/>
                  <a:pt x="3371" y="2143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Freeform 6"/>
          <p:cNvSpPr>
            <a:spLocks/>
          </p:cNvSpPr>
          <p:nvPr/>
        </p:nvSpPr>
        <p:spPr bwMode="auto">
          <a:xfrm>
            <a:off x="4430210" y="6048375"/>
            <a:ext cx="372379" cy="517522"/>
          </a:xfrm>
          <a:custGeom>
            <a:avLst/>
            <a:gdLst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408 w 2092"/>
              <a:gd name="connsiteY58" fmla="*/ 1535 h 2911"/>
              <a:gd name="connsiteX59" fmla="*/ 1379 w 2092"/>
              <a:gd name="connsiteY59" fmla="*/ 1463 h 2911"/>
              <a:gd name="connsiteX60" fmla="*/ 1344 w 2092"/>
              <a:gd name="connsiteY60" fmla="*/ 1367 h 2911"/>
              <a:gd name="connsiteX61" fmla="*/ 1305 w 2092"/>
              <a:gd name="connsiteY61" fmla="*/ 1201 h 2911"/>
              <a:gd name="connsiteX62" fmla="*/ 1243 w 2092"/>
              <a:gd name="connsiteY62" fmla="*/ 965 h 2911"/>
              <a:gd name="connsiteX63" fmla="*/ 1233 w 2092"/>
              <a:gd name="connsiteY63" fmla="*/ 648 h 2911"/>
              <a:gd name="connsiteX64" fmla="*/ 1495 w 2092"/>
              <a:gd name="connsiteY64" fmla="*/ 249 h 2911"/>
              <a:gd name="connsiteX65" fmla="*/ 1735 w 2092"/>
              <a:gd name="connsiteY65" fmla="*/ 104 h 2911"/>
              <a:gd name="connsiteX66" fmla="*/ 1912 w 2092"/>
              <a:gd name="connsiteY66" fmla="*/ 116 h 2911"/>
              <a:gd name="connsiteX67" fmla="*/ 2042 w 2092"/>
              <a:gd name="connsiteY67" fmla="*/ 197 h 2911"/>
              <a:gd name="connsiteX68" fmla="*/ 2086 w 2092"/>
              <a:gd name="connsiteY68" fmla="*/ 189 h 2911"/>
              <a:gd name="connsiteX69" fmla="*/ 2063 w 2092"/>
              <a:gd name="connsiteY69" fmla="*/ 109 h 2911"/>
              <a:gd name="connsiteX70" fmla="*/ 1910 w 2092"/>
              <a:gd name="connsiteY70" fmla="*/ 31 h 2911"/>
              <a:gd name="connsiteX71" fmla="*/ 1740 w 2092"/>
              <a:gd name="connsiteY71" fmla="*/ 18 h 2911"/>
              <a:gd name="connsiteX72" fmla="*/ 1493 w 2092"/>
              <a:gd name="connsiteY72" fmla="*/ 138 h 2911"/>
              <a:gd name="connsiteX73" fmla="*/ 1253 w 2092"/>
              <a:gd name="connsiteY73" fmla="*/ 415 h 2911"/>
              <a:gd name="connsiteX74" fmla="*/ 1169 w 2092"/>
              <a:gd name="connsiteY74" fmla="*/ 539 h 2911"/>
              <a:gd name="connsiteX75" fmla="*/ 1122 w 2092"/>
              <a:gd name="connsiteY75" fmla="*/ 510 h 2911"/>
              <a:gd name="connsiteX76" fmla="*/ 1087 w 2092"/>
              <a:gd name="connsiteY76" fmla="*/ 374 h 2911"/>
              <a:gd name="connsiteX77" fmla="*/ 1019 w 2092"/>
              <a:gd name="connsiteY77" fmla="*/ 366 h 2911"/>
              <a:gd name="connsiteX78" fmla="*/ 993 w 2092"/>
              <a:gd name="connsiteY78" fmla="*/ 444 h 2911"/>
              <a:gd name="connsiteX79" fmla="*/ 953 w 2092"/>
              <a:gd name="connsiteY79" fmla="*/ 550 h 2911"/>
              <a:gd name="connsiteX80" fmla="*/ 844 w 2092"/>
              <a:gd name="connsiteY80" fmla="*/ 433 h 2911"/>
              <a:gd name="connsiteX81" fmla="*/ 756 w 2092"/>
              <a:gd name="connsiteY81" fmla="*/ 326 h 2911"/>
              <a:gd name="connsiteX82" fmla="*/ 605 w 2092"/>
              <a:gd name="connsiteY82" fmla="*/ 167 h 2911"/>
              <a:gd name="connsiteX83" fmla="*/ 377 w 2092"/>
              <a:gd name="connsiteY83" fmla="*/ 60 h 2911"/>
              <a:gd name="connsiteX84" fmla="*/ 184 w 2092"/>
              <a:gd name="connsiteY84" fmla="*/ 69 h 2911"/>
              <a:gd name="connsiteX85" fmla="*/ 38 w 2092"/>
              <a:gd name="connsiteY85" fmla="*/ 162 h 2911"/>
              <a:gd name="connsiteX86" fmla="*/ 4 w 2092"/>
              <a:gd name="connsiteY86" fmla="*/ 215 h 2911"/>
              <a:gd name="connsiteX87" fmla="*/ 13 w 2092"/>
              <a:gd name="connsiteY87" fmla="*/ 248 h 2911"/>
              <a:gd name="connsiteX88" fmla="*/ 61 w 2092"/>
              <a:gd name="connsiteY88" fmla="*/ 246 h 2911"/>
              <a:gd name="connsiteX89" fmla="*/ 144 w 2092"/>
              <a:gd name="connsiteY89" fmla="*/ 173 h 2911"/>
              <a:gd name="connsiteX90" fmla="*/ 256 w 2092"/>
              <a:gd name="connsiteY90" fmla="*/ 127 h 2911"/>
              <a:gd name="connsiteX91" fmla="*/ 434 w 2092"/>
              <a:gd name="connsiteY91" fmla="*/ 149 h 2911"/>
              <a:gd name="connsiteX92" fmla="*/ 572 w 2092"/>
              <a:gd name="connsiteY92" fmla="*/ 237 h 2911"/>
              <a:gd name="connsiteX93" fmla="*/ 659 w 2092"/>
              <a:gd name="connsiteY93" fmla="*/ 333 h 2911"/>
              <a:gd name="connsiteX94" fmla="*/ 748 w 2092"/>
              <a:gd name="connsiteY94" fmla="*/ 442 h 2911"/>
              <a:gd name="connsiteX95" fmla="*/ 835 w 2092"/>
              <a:gd name="connsiteY95" fmla="*/ 586 h 2911"/>
              <a:gd name="connsiteX96" fmla="*/ 881 w 2092"/>
              <a:gd name="connsiteY96" fmla="*/ 704 h 2911"/>
              <a:gd name="connsiteX97" fmla="*/ 877 w 2092"/>
              <a:gd name="connsiteY97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79 w 2092"/>
              <a:gd name="connsiteY58" fmla="*/ 1463 h 2911"/>
              <a:gd name="connsiteX59" fmla="*/ 1344 w 2092"/>
              <a:gd name="connsiteY59" fmla="*/ 1367 h 2911"/>
              <a:gd name="connsiteX60" fmla="*/ 1305 w 2092"/>
              <a:gd name="connsiteY60" fmla="*/ 1201 h 2911"/>
              <a:gd name="connsiteX61" fmla="*/ 1243 w 2092"/>
              <a:gd name="connsiteY61" fmla="*/ 965 h 2911"/>
              <a:gd name="connsiteX62" fmla="*/ 1233 w 2092"/>
              <a:gd name="connsiteY62" fmla="*/ 648 h 2911"/>
              <a:gd name="connsiteX63" fmla="*/ 1495 w 2092"/>
              <a:gd name="connsiteY63" fmla="*/ 249 h 2911"/>
              <a:gd name="connsiteX64" fmla="*/ 1735 w 2092"/>
              <a:gd name="connsiteY64" fmla="*/ 104 h 2911"/>
              <a:gd name="connsiteX65" fmla="*/ 1912 w 2092"/>
              <a:gd name="connsiteY65" fmla="*/ 116 h 2911"/>
              <a:gd name="connsiteX66" fmla="*/ 2042 w 2092"/>
              <a:gd name="connsiteY66" fmla="*/ 197 h 2911"/>
              <a:gd name="connsiteX67" fmla="*/ 2086 w 2092"/>
              <a:gd name="connsiteY67" fmla="*/ 189 h 2911"/>
              <a:gd name="connsiteX68" fmla="*/ 2063 w 2092"/>
              <a:gd name="connsiteY68" fmla="*/ 109 h 2911"/>
              <a:gd name="connsiteX69" fmla="*/ 1910 w 2092"/>
              <a:gd name="connsiteY69" fmla="*/ 31 h 2911"/>
              <a:gd name="connsiteX70" fmla="*/ 1740 w 2092"/>
              <a:gd name="connsiteY70" fmla="*/ 18 h 2911"/>
              <a:gd name="connsiteX71" fmla="*/ 1493 w 2092"/>
              <a:gd name="connsiteY71" fmla="*/ 138 h 2911"/>
              <a:gd name="connsiteX72" fmla="*/ 1253 w 2092"/>
              <a:gd name="connsiteY72" fmla="*/ 415 h 2911"/>
              <a:gd name="connsiteX73" fmla="*/ 1169 w 2092"/>
              <a:gd name="connsiteY73" fmla="*/ 539 h 2911"/>
              <a:gd name="connsiteX74" fmla="*/ 1122 w 2092"/>
              <a:gd name="connsiteY74" fmla="*/ 510 h 2911"/>
              <a:gd name="connsiteX75" fmla="*/ 1087 w 2092"/>
              <a:gd name="connsiteY75" fmla="*/ 374 h 2911"/>
              <a:gd name="connsiteX76" fmla="*/ 1019 w 2092"/>
              <a:gd name="connsiteY76" fmla="*/ 366 h 2911"/>
              <a:gd name="connsiteX77" fmla="*/ 993 w 2092"/>
              <a:gd name="connsiteY77" fmla="*/ 444 h 2911"/>
              <a:gd name="connsiteX78" fmla="*/ 953 w 2092"/>
              <a:gd name="connsiteY78" fmla="*/ 550 h 2911"/>
              <a:gd name="connsiteX79" fmla="*/ 844 w 2092"/>
              <a:gd name="connsiteY79" fmla="*/ 433 h 2911"/>
              <a:gd name="connsiteX80" fmla="*/ 756 w 2092"/>
              <a:gd name="connsiteY80" fmla="*/ 326 h 2911"/>
              <a:gd name="connsiteX81" fmla="*/ 605 w 2092"/>
              <a:gd name="connsiteY81" fmla="*/ 167 h 2911"/>
              <a:gd name="connsiteX82" fmla="*/ 377 w 2092"/>
              <a:gd name="connsiteY82" fmla="*/ 60 h 2911"/>
              <a:gd name="connsiteX83" fmla="*/ 184 w 2092"/>
              <a:gd name="connsiteY83" fmla="*/ 69 h 2911"/>
              <a:gd name="connsiteX84" fmla="*/ 38 w 2092"/>
              <a:gd name="connsiteY84" fmla="*/ 162 h 2911"/>
              <a:gd name="connsiteX85" fmla="*/ 4 w 2092"/>
              <a:gd name="connsiteY85" fmla="*/ 215 h 2911"/>
              <a:gd name="connsiteX86" fmla="*/ 13 w 2092"/>
              <a:gd name="connsiteY86" fmla="*/ 248 h 2911"/>
              <a:gd name="connsiteX87" fmla="*/ 61 w 2092"/>
              <a:gd name="connsiteY87" fmla="*/ 246 h 2911"/>
              <a:gd name="connsiteX88" fmla="*/ 144 w 2092"/>
              <a:gd name="connsiteY88" fmla="*/ 173 h 2911"/>
              <a:gd name="connsiteX89" fmla="*/ 256 w 2092"/>
              <a:gd name="connsiteY89" fmla="*/ 127 h 2911"/>
              <a:gd name="connsiteX90" fmla="*/ 434 w 2092"/>
              <a:gd name="connsiteY90" fmla="*/ 149 h 2911"/>
              <a:gd name="connsiteX91" fmla="*/ 572 w 2092"/>
              <a:gd name="connsiteY91" fmla="*/ 237 h 2911"/>
              <a:gd name="connsiteX92" fmla="*/ 659 w 2092"/>
              <a:gd name="connsiteY92" fmla="*/ 333 h 2911"/>
              <a:gd name="connsiteX93" fmla="*/ 748 w 2092"/>
              <a:gd name="connsiteY93" fmla="*/ 442 h 2911"/>
              <a:gd name="connsiteX94" fmla="*/ 835 w 2092"/>
              <a:gd name="connsiteY94" fmla="*/ 586 h 2911"/>
              <a:gd name="connsiteX95" fmla="*/ 881 w 2092"/>
              <a:gd name="connsiteY95" fmla="*/ 704 h 2911"/>
              <a:gd name="connsiteX96" fmla="*/ 877 w 2092"/>
              <a:gd name="connsiteY96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44 w 2092"/>
              <a:gd name="connsiteY58" fmla="*/ 1367 h 2911"/>
              <a:gd name="connsiteX59" fmla="*/ 1305 w 2092"/>
              <a:gd name="connsiteY59" fmla="*/ 1201 h 2911"/>
              <a:gd name="connsiteX60" fmla="*/ 1243 w 2092"/>
              <a:gd name="connsiteY60" fmla="*/ 965 h 2911"/>
              <a:gd name="connsiteX61" fmla="*/ 1233 w 2092"/>
              <a:gd name="connsiteY61" fmla="*/ 648 h 2911"/>
              <a:gd name="connsiteX62" fmla="*/ 1495 w 2092"/>
              <a:gd name="connsiteY62" fmla="*/ 249 h 2911"/>
              <a:gd name="connsiteX63" fmla="*/ 1735 w 2092"/>
              <a:gd name="connsiteY63" fmla="*/ 104 h 2911"/>
              <a:gd name="connsiteX64" fmla="*/ 1912 w 2092"/>
              <a:gd name="connsiteY64" fmla="*/ 116 h 2911"/>
              <a:gd name="connsiteX65" fmla="*/ 2042 w 2092"/>
              <a:gd name="connsiteY65" fmla="*/ 197 h 2911"/>
              <a:gd name="connsiteX66" fmla="*/ 2086 w 2092"/>
              <a:gd name="connsiteY66" fmla="*/ 189 h 2911"/>
              <a:gd name="connsiteX67" fmla="*/ 2063 w 2092"/>
              <a:gd name="connsiteY67" fmla="*/ 109 h 2911"/>
              <a:gd name="connsiteX68" fmla="*/ 1910 w 2092"/>
              <a:gd name="connsiteY68" fmla="*/ 31 h 2911"/>
              <a:gd name="connsiteX69" fmla="*/ 1740 w 2092"/>
              <a:gd name="connsiteY69" fmla="*/ 18 h 2911"/>
              <a:gd name="connsiteX70" fmla="*/ 1493 w 2092"/>
              <a:gd name="connsiteY70" fmla="*/ 138 h 2911"/>
              <a:gd name="connsiteX71" fmla="*/ 1253 w 2092"/>
              <a:gd name="connsiteY71" fmla="*/ 415 h 2911"/>
              <a:gd name="connsiteX72" fmla="*/ 1169 w 2092"/>
              <a:gd name="connsiteY72" fmla="*/ 539 h 2911"/>
              <a:gd name="connsiteX73" fmla="*/ 1122 w 2092"/>
              <a:gd name="connsiteY73" fmla="*/ 510 h 2911"/>
              <a:gd name="connsiteX74" fmla="*/ 1087 w 2092"/>
              <a:gd name="connsiteY74" fmla="*/ 374 h 2911"/>
              <a:gd name="connsiteX75" fmla="*/ 1019 w 2092"/>
              <a:gd name="connsiteY75" fmla="*/ 366 h 2911"/>
              <a:gd name="connsiteX76" fmla="*/ 993 w 2092"/>
              <a:gd name="connsiteY76" fmla="*/ 444 h 2911"/>
              <a:gd name="connsiteX77" fmla="*/ 953 w 2092"/>
              <a:gd name="connsiteY77" fmla="*/ 550 h 2911"/>
              <a:gd name="connsiteX78" fmla="*/ 844 w 2092"/>
              <a:gd name="connsiteY78" fmla="*/ 433 h 2911"/>
              <a:gd name="connsiteX79" fmla="*/ 756 w 2092"/>
              <a:gd name="connsiteY79" fmla="*/ 326 h 2911"/>
              <a:gd name="connsiteX80" fmla="*/ 605 w 2092"/>
              <a:gd name="connsiteY80" fmla="*/ 167 h 2911"/>
              <a:gd name="connsiteX81" fmla="*/ 377 w 2092"/>
              <a:gd name="connsiteY81" fmla="*/ 60 h 2911"/>
              <a:gd name="connsiteX82" fmla="*/ 184 w 2092"/>
              <a:gd name="connsiteY82" fmla="*/ 69 h 2911"/>
              <a:gd name="connsiteX83" fmla="*/ 38 w 2092"/>
              <a:gd name="connsiteY83" fmla="*/ 162 h 2911"/>
              <a:gd name="connsiteX84" fmla="*/ 4 w 2092"/>
              <a:gd name="connsiteY84" fmla="*/ 215 h 2911"/>
              <a:gd name="connsiteX85" fmla="*/ 13 w 2092"/>
              <a:gd name="connsiteY85" fmla="*/ 248 h 2911"/>
              <a:gd name="connsiteX86" fmla="*/ 61 w 2092"/>
              <a:gd name="connsiteY86" fmla="*/ 246 h 2911"/>
              <a:gd name="connsiteX87" fmla="*/ 144 w 2092"/>
              <a:gd name="connsiteY87" fmla="*/ 173 h 2911"/>
              <a:gd name="connsiteX88" fmla="*/ 256 w 2092"/>
              <a:gd name="connsiteY88" fmla="*/ 127 h 2911"/>
              <a:gd name="connsiteX89" fmla="*/ 434 w 2092"/>
              <a:gd name="connsiteY89" fmla="*/ 149 h 2911"/>
              <a:gd name="connsiteX90" fmla="*/ 572 w 2092"/>
              <a:gd name="connsiteY90" fmla="*/ 237 h 2911"/>
              <a:gd name="connsiteX91" fmla="*/ 659 w 2092"/>
              <a:gd name="connsiteY91" fmla="*/ 333 h 2911"/>
              <a:gd name="connsiteX92" fmla="*/ 748 w 2092"/>
              <a:gd name="connsiteY92" fmla="*/ 442 h 2911"/>
              <a:gd name="connsiteX93" fmla="*/ 835 w 2092"/>
              <a:gd name="connsiteY93" fmla="*/ 586 h 2911"/>
              <a:gd name="connsiteX94" fmla="*/ 881 w 2092"/>
              <a:gd name="connsiteY94" fmla="*/ 704 h 2911"/>
              <a:gd name="connsiteX95" fmla="*/ 877 w 2092"/>
              <a:gd name="connsiteY95" fmla="*/ 903 h 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2092" h="2911">
                <a:moveTo>
                  <a:pt x="877" y="903"/>
                </a:moveTo>
                <a:cubicBezTo>
                  <a:pt x="863" y="1010"/>
                  <a:pt x="813" y="1239"/>
                  <a:pt x="795" y="1349"/>
                </a:cubicBezTo>
                <a:cubicBezTo>
                  <a:pt x="777" y="1458"/>
                  <a:pt x="778" y="1509"/>
                  <a:pt x="770" y="1560"/>
                </a:cubicBezTo>
                <a:cubicBezTo>
                  <a:pt x="761" y="1611"/>
                  <a:pt x="760" y="1626"/>
                  <a:pt x="746" y="1656"/>
                </a:cubicBezTo>
                <a:cubicBezTo>
                  <a:pt x="732" y="1686"/>
                  <a:pt x="700" y="1719"/>
                  <a:pt x="685" y="1740"/>
                </a:cubicBezTo>
                <a:cubicBezTo>
                  <a:pt x="670" y="1761"/>
                  <a:pt x="662" y="1770"/>
                  <a:pt x="654" y="1784"/>
                </a:cubicBezTo>
                <a:cubicBezTo>
                  <a:pt x="646" y="1798"/>
                  <a:pt x="635" y="1812"/>
                  <a:pt x="635" y="1827"/>
                </a:cubicBezTo>
                <a:cubicBezTo>
                  <a:pt x="635" y="1843"/>
                  <a:pt x="644" y="1859"/>
                  <a:pt x="656" y="1876"/>
                </a:cubicBezTo>
                <a:cubicBezTo>
                  <a:pt x="668" y="1893"/>
                  <a:pt x="695" y="1905"/>
                  <a:pt x="709" y="1930"/>
                </a:cubicBezTo>
                <a:cubicBezTo>
                  <a:pt x="723" y="1955"/>
                  <a:pt x="732" y="2001"/>
                  <a:pt x="740" y="2029"/>
                </a:cubicBezTo>
                <a:cubicBezTo>
                  <a:pt x="748" y="2057"/>
                  <a:pt x="750" y="2073"/>
                  <a:pt x="759" y="2100"/>
                </a:cubicBezTo>
                <a:cubicBezTo>
                  <a:pt x="768" y="2127"/>
                  <a:pt x="778" y="2144"/>
                  <a:pt x="797" y="2189"/>
                </a:cubicBezTo>
                <a:cubicBezTo>
                  <a:pt x="816" y="2234"/>
                  <a:pt x="855" y="2321"/>
                  <a:pt x="874" y="2368"/>
                </a:cubicBezTo>
                <a:cubicBezTo>
                  <a:pt x="892" y="2414"/>
                  <a:pt x="897" y="2437"/>
                  <a:pt x="906" y="2466"/>
                </a:cubicBezTo>
                <a:cubicBezTo>
                  <a:pt x="914" y="2495"/>
                  <a:pt x="920" y="2509"/>
                  <a:pt x="924" y="2544"/>
                </a:cubicBezTo>
                <a:cubicBezTo>
                  <a:pt x="928" y="2580"/>
                  <a:pt x="934" y="2640"/>
                  <a:pt x="931" y="2677"/>
                </a:cubicBezTo>
                <a:cubicBezTo>
                  <a:pt x="928" y="2714"/>
                  <a:pt x="912" y="2741"/>
                  <a:pt x="906" y="2768"/>
                </a:cubicBezTo>
                <a:cubicBezTo>
                  <a:pt x="900" y="2795"/>
                  <a:pt x="894" y="2822"/>
                  <a:pt x="894" y="2839"/>
                </a:cubicBezTo>
                <a:cubicBezTo>
                  <a:pt x="894" y="2856"/>
                  <a:pt x="897" y="2863"/>
                  <a:pt x="904" y="2874"/>
                </a:cubicBezTo>
                <a:cubicBezTo>
                  <a:pt x="912" y="2885"/>
                  <a:pt x="911" y="2901"/>
                  <a:pt x="941" y="2906"/>
                </a:cubicBezTo>
                <a:cubicBezTo>
                  <a:pt x="971" y="2911"/>
                  <a:pt x="1038" y="2907"/>
                  <a:pt x="1083" y="2906"/>
                </a:cubicBezTo>
                <a:cubicBezTo>
                  <a:pt x="1128" y="2905"/>
                  <a:pt x="1188" y="2908"/>
                  <a:pt x="1214" y="2901"/>
                </a:cubicBezTo>
                <a:cubicBezTo>
                  <a:pt x="1240" y="2894"/>
                  <a:pt x="1236" y="2880"/>
                  <a:pt x="1240" y="2863"/>
                </a:cubicBezTo>
                <a:cubicBezTo>
                  <a:pt x="1244" y="2846"/>
                  <a:pt x="1243" y="2821"/>
                  <a:pt x="1238" y="2799"/>
                </a:cubicBezTo>
                <a:cubicBezTo>
                  <a:pt x="1233" y="2777"/>
                  <a:pt x="1217" y="2757"/>
                  <a:pt x="1211" y="2733"/>
                </a:cubicBezTo>
                <a:cubicBezTo>
                  <a:pt x="1205" y="2709"/>
                  <a:pt x="1203" y="2682"/>
                  <a:pt x="1201" y="2652"/>
                </a:cubicBezTo>
                <a:cubicBezTo>
                  <a:pt x="1199" y="2622"/>
                  <a:pt x="1197" y="2585"/>
                  <a:pt x="1200" y="2551"/>
                </a:cubicBezTo>
                <a:cubicBezTo>
                  <a:pt x="1203" y="2517"/>
                  <a:pt x="1209" y="2492"/>
                  <a:pt x="1219" y="2450"/>
                </a:cubicBezTo>
                <a:cubicBezTo>
                  <a:pt x="1229" y="2408"/>
                  <a:pt x="1252" y="2338"/>
                  <a:pt x="1263" y="2300"/>
                </a:cubicBezTo>
                <a:cubicBezTo>
                  <a:pt x="1274" y="2262"/>
                  <a:pt x="1280" y="2241"/>
                  <a:pt x="1287" y="2222"/>
                </a:cubicBezTo>
                <a:cubicBezTo>
                  <a:pt x="1294" y="2203"/>
                  <a:pt x="1292" y="2183"/>
                  <a:pt x="1307" y="2188"/>
                </a:cubicBezTo>
                <a:cubicBezTo>
                  <a:pt x="1322" y="2192"/>
                  <a:pt x="1353" y="2235"/>
                  <a:pt x="1378" y="2251"/>
                </a:cubicBezTo>
                <a:cubicBezTo>
                  <a:pt x="1403" y="2267"/>
                  <a:pt x="1422" y="2275"/>
                  <a:pt x="1455" y="2286"/>
                </a:cubicBezTo>
                <a:cubicBezTo>
                  <a:pt x="1488" y="2297"/>
                  <a:pt x="1539" y="2309"/>
                  <a:pt x="1574" y="2315"/>
                </a:cubicBezTo>
                <a:cubicBezTo>
                  <a:pt x="1609" y="2321"/>
                  <a:pt x="1636" y="2313"/>
                  <a:pt x="1665" y="2322"/>
                </a:cubicBezTo>
                <a:cubicBezTo>
                  <a:pt x="1693" y="2331"/>
                  <a:pt x="1725" y="2357"/>
                  <a:pt x="1748" y="2372"/>
                </a:cubicBezTo>
                <a:cubicBezTo>
                  <a:pt x="1770" y="2388"/>
                  <a:pt x="1783" y="2405"/>
                  <a:pt x="1800" y="2414"/>
                </a:cubicBezTo>
                <a:cubicBezTo>
                  <a:pt x="1817" y="2423"/>
                  <a:pt x="1842" y="2431"/>
                  <a:pt x="1849" y="2426"/>
                </a:cubicBezTo>
                <a:cubicBezTo>
                  <a:pt x="1857" y="2421"/>
                  <a:pt x="1854" y="2401"/>
                  <a:pt x="1844" y="2387"/>
                </a:cubicBezTo>
                <a:cubicBezTo>
                  <a:pt x="1834" y="2373"/>
                  <a:pt x="1804" y="2360"/>
                  <a:pt x="1788" y="2346"/>
                </a:cubicBezTo>
                <a:cubicBezTo>
                  <a:pt x="1772" y="2331"/>
                  <a:pt x="1757" y="2315"/>
                  <a:pt x="1750" y="2300"/>
                </a:cubicBezTo>
                <a:cubicBezTo>
                  <a:pt x="1744" y="2286"/>
                  <a:pt x="1739" y="2271"/>
                  <a:pt x="1745" y="2257"/>
                </a:cubicBezTo>
                <a:cubicBezTo>
                  <a:pt x="1752" y="2242"/>
                  <a:pt x="1775" y="2229"/>
                  <a:pt x="1789" y="2213"/>
                </a:cubicBezTo>
                <a:cubicBezTo>
                  <a:pt x="1803" y="2198"/>
                  <a:pt x="1834" y="2188"/>
                  <a:pt x="1831" y="2164"/>
                </a:cubicBezTo>
                <a:cubicBezTo>
                  <a:pt x="1828" y="2139"/>
                  <a:pt x="1770" y="2097"/>
                  <a:pt x="1770" y="2067"/>
                </a:cubicBezTo>
                <a:cubicBezTo>
                  <a:pt x="1771" y="2036"/>
                  <a:pt x="1822" y="1996"/>
                  <a:pt x="1838" y="1977"/>
                </a:cubicBezTo>
                <a:cubicBezTo>
                  <a:pt x="1854" y="1958"/>
                  <a:pt x="1862" y="1961"/>
                  <a:pt x="1864" y="1951"/>
                </a:cubicBezTo>
                <a:cubicBezTo>
                  <a:pt x="1867" y="1941"/>
                  <a:pt x="1863" y="1918"/>
                  <a:pt x="1853" y="1916"/>
                </a:cubicBezTo>
                <a:cubicBezTo>
                  <a:pt x="1843" y="1915"/>
                  <a:pt x="1823" y="1928"/>
                  <a:pt x="1802" y="1942"/>
                </a:cubicBezTo>
                <a:cubicBezTo>
                  <a:pt x="1781" y="1956"/>
                  <a:pt x="1751" y="1991"/>
                  <a:pt x="1729" y="1998"/>
                </a:cubicBezTo>
                <a:cubicBezTo>
                  <a:pt x="1706" y="2006"/>
                  <a:pt x="1694" y="1995"/>
                  <a:pt x="1666" y="1987"/>
                </a:cubicBezTo>
                <a:cubicBezTo>
                  <a:pt x="1639" y="1980"/>
                  <a:pt x="1598" y="1961"/>
                  <a:pt x="1562" y="1955"/>
                </a:cubicBezTo>
                <a:cubicBezTo>
                  <a:pt x="1527" y="1948"/>
                  <a:pt x="1486" y="1950"/>
                  <a:pt x="1453" y="1951"/>
                </a:cubicBezTo>
                <a:cubicBezTo>
                  <a:pt x="1420" y="1952"/>
                  <a:pt x="1382" y="1966"/>
                  <a:pt x="1368" y="1960"/>
                </a:cubicBezTo>
                <a:cubicBezTo>
                  <a:pt x="1353" y="1955"/>
                  <a:pt x="1362" y="1941"/>
                  <a:pt x="1366" y="1916"/>
                </a:cubicBezTo>
                <a:cubicBezTo>
                  <a:pt x="1369" y="1892"/>
                  <a:pt x="1381" y="1851"/>
                  <a:pt x="1386" y="1814"/>
                </a:cubicBezTo>
                <a:cubicBezTo>
                  <a:pt x="1391" y="1778"/>
                  <a:pt x="1399" y="1741"/>
                  <a:pt x="1398" y="1698"/>
                </a:cubicBezTo>
                <a:cubicBezTo>
                  <a:pt x="1397" y="1655"/>
                  <a:pt x="1391" y="1609"/>
                  <a:pt x="1382" y="1554"/>
                </a:cubicBezTo>
                <a:cubicBezTo>
                  <a:pt x="1373" y="1499"/>
                  <a:pt x="1357" y="1426"/>
                  <a:pt x="1344" y="1367"/>
                </a:cubicBezTo>
                <a:cubicBezTo>
                  <a:pt x="1331" y="1308"/>
                  <a:pt x="1322" y="1268"/>
                  <a:pt x="1305" y="1201"/>
                </a:cubicBezTo>
                <a:cubicBezTo>
                  <a:pt x="1288" y="1134"/>
                  <a:pt x="1255" y="1056"/>
                  <a:pt x="1243" y="965"/>
                </a:cubicBezTo>
                <a:cubicBezTo>
                  <a:pt x="1232" y="873"/>
                  <a:pt x="1191" y="767"/>
                  <a:pt x="1233" y="648"/>
                </a:cubicBezTo>
                <a:cubicBezTo>
                  <a:pt x="1275" y="529"/>
                  <a:pt x="1411" y="340"/>
                  <a:pt x="1495" y="249"/>
                </a:cubicBezTo>
                <a:cubicBezTo>
                  <a:pt x="1579" y="158"/>
                  <a:pt x="1666" y="126"/>
                  <a:pt x="1735" y="104"/>
                </a:cubicBezTo>
                <a:cubicBezTo>
                  <a:pt x="1805" y="82"/>
                  <a:pt x="1860" y="101"/>
                  <a:pt x="1912" y="116"/>
                </a:cubicBezTo>
                <a:cubicBezTo>
                  <a:pt x="1963" y="132"/>
                  <a:pt x="2013" y="185"/>
                  <a:pt x="2042" y="197"/>
                </a:cubicBezTo>
                <a:cubicBezTo>
                  <a:pt x="2072" y="208"/>
                  <a:pt x="2083" y="204"/>
                  <a:pt x="2086" y="189"/>
                </a:cubicBezTo>
                <a:cubicBezTo>
                  <a:pt x="2089" y="175"/>
                  <a:pt x="2092" y="136"/>
                  <a:pt x="2063" y="109"/>
                </a:cubicBezTo>
                <a:cubicBezTo>
                  <a:pt x="2033" y="83"/>
                  <a:pt x="1964" y="46"/>
                  <a:pt x="1910" y="31"/>
                </a:cubicBezTo>
                <a:cubicBezTo>
                  <a:pt x="1856" y="15"/>
                  <a:pt x="1810" y="0"/>
                  <a:pt x="1740" y="18"/>
                </a:cubicBezTo>
                <a:cubicBezTo>
                  <a:pt x="1671" y="36"/>
                  <a:pt x="1575" y="72"/>
                  <a:pt x="1493" y="138"/>
                </a:cubicBezTo>
                <a:cubicBezTo>
                  <a:pt x="1412" y="205"/>
                  <a:pt x="1307" y="349"/>
                  <a:pt x="1253" y="415"/>
                </a:cubicBezTo>
                <a:cubicBezTo>
                  <a:pt x="1200" y="481"/>
                  <a:pt x="1191" y="523"/>
                  <a:pt x="1169" y="539"/>
                </a:cubicBezTo>
                <a:cubicBezTo>
                  <a:pt x="1148" y="554"/>
                  <a:pt x="1136" y="538"/>
                  <a:pt x="1122" y="510"/>
                </a:cubicBezTo>
                <a:cubicBezTo>
                  <a:pt x="1108" y="482"/>
                  <a:pt x="1104" y="398"/>
                  <a:pt x="1087" y="374"/>
                </a:cubicBezTo>
                <a:cubicBezTo>
                  <a:pt x="1070" y="350"/>
                  <a:pt x="1035" y="354"/>
                  <a:pt x="1019" y="366"/>
                </a:cubicBezTo>
                <a:cubicBezTo>
                  <a:pt x="1003" y="378"/>
                  <a:pt x="1004" y="413"/>
                  <a:pt x="993" y="444"/>
                </a:cubicBezTo>
                <a:cubicBezTo>
                  <a:pt x="982" y="475"/>
                  <a:pt x="978" y="551"/>
                  <a:pt x="953" y="550"/>
                </a:cubicBezTo>
                <a:cubicBezTo>
                  <a:pt x="928" y="548"/>
                  <a:pt x="876" y="470"/>
                  <a:pt x="844" y="433"/>
                </a:cubicBezTo>
                <a:cubicBezTo>
                  <a:pt x="811" y="396"/>
                  <a:pt x="796" y="370"/>
                  <a:pt x="756" y="326"/>
                </a:cubicBezTo>
                <a:cubicBezTo>
                  <a:pt x="717" y="281"/>
                  <a:pt x="668" y="212"/>
                  <a:pt x="605" y="167"/>
                </a:cubicBezTo>
                <a:cubicBezTo>
                  <a:pt x="542" y="123"/>
                  <a:pt x="447" y="76"/>
                  <a:pt x="377" y="60"/>
                </a:cubicBezTo>
                <a:cubicBezTo>
                  <a:pt x="306" y="44"/>
                  <a:pt x="240" y="52"/>
                  <a:pt x="184" y="69"/>
                </a:cubicBezTo>
                <a:cubicBezTo>
                  <a:pt x="128" y="86"/>
                  <a:pt x="68" y="137"/>
                  <a:pt x="38" y="162"/>
                </a:cubicBezTo>
                <a:cubicBezTo>
                  <a:pt x="8" y="187"/>
                  <a:pt x="8" y="200"/>
                  <a:pt x="4" y="215"/>
                </a:cubicBezTo>
                <a:cubicBezTo>
                  <a:pt x="0" y="229"/>
                  <a:pt x="3" y="242"/>
                  <a:pt x="13" y="248"/>
                </a:cubicBezTo>
                <a:cubicBezTo>
                  <a:pt x="22" y="253"/>
                  <a:pt x="39" y="258"/>
                  <a:pt x="61" y="246"/>
                </a:cubicBezTo>
                <a:cubicBezTo>
                  <a:pt x="83" y="233"/>
                  <a:pt x="111" y="193"/>
                  <a:pt x="144" y="173"/>
                </a:cubicBezTo>
                <a:cubicBezTo>
                  <a:pt x="176" y="153"/>
                  <a:pt x="207" y="131"/>
                  <a:pt x="256" y="127"/>
                </a:cubicBezTo>
                <a:cubicBezTo>
                  <a:pt x="305" y="124"/>
                  <a:pt x="381" y="131"/>
                  <a:pt x="434" y="149"/>
                </a:cubicBezTo>
                <a:cubicBezTo>
                  <a:pt x="487" y="167"/>
                  <a:pt x="535" y="207"/>
                  <a:pt x="572" y="237"/>
                </a:cubicBezTo>
                <a:cubicBezTo>
                  <a:pt x="609" y="267"/>
                  <a:pt x="630" y="299"/>
                  <a:pt x="659" y="333"/>
                </a:cubicBezTo>
                <a:cubicBezTo>
                  <a:pt x="688" y="367"/>
                  <a:pt x="719" y="400"/>
                  <a:pt x="748" y="442"/>
                </a:cubicBezTo>
                <a:cubicBezTo>
                  <a:pt x="777" y="484"/>
                  <a:pt x="813" y="542"/>
                  <a:pt x="835" y="586"/>
                </a:cubicBezTo>
                <a:cubicBezTo>
                  <a:pt x="857" y="630"/>
                  <a:pt x="874" y="652"/>
                  <a:pt x="881" y="704"/>
                </a:cubicBezTo>
                <a:cubicBezTo>
                  <a:pt x="887" y="757"/>
                  <a:pt x="891" y="796"/>
                  <a:pt x="877" y="903"/>
                </a:cubicBez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4335" y="6100226"/>
            <a:ext cx="902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/>
                <a:cs typeface="Calibri"/>
              </a:rPr>
              <a:t>AGING</a:t>
            </a:r>
          </a:p>
          <a:p>
            <a:pPr algn="ctr"/>
            <a:r>
              <a:rPr lang="en-US" dirty="0">
                <a:latin typeface="Calibri"/>
                <a:cs typeface="Calibri"/>
              </a:rPr>
              <a:t> MORTAL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77221" y="6100226"/>
            <a:ext cx="1072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libri"/>
                <a:cs typeface="Calibri"/>
              </a:rPr>
              <a:t>REVERTANT</a:t>
            </a:r>
          </a:p>
          <a:p>
            <a:pPr algn="ctr"/>
            <a:r>
              <a:rPr lang="en-US" dirty="0">
                <a:latin typeface="Calibri"/>
                <a:cs typeface="Calibri"/>
              </a:rPr>
              <a:t>IMMORTAL </a:t>
            </a:r>
          </a:p>
        </p:txBody>
      </p:sp>
      <p:sp>
        <p:nvSpPr>
          <p:cNvPr id="100" name="Rectangle 10"/>
          <p:cNvSpPr>
            <a:spLocks noChangeArrowheads="1"/>
          </p:cNvSpPr>
          <p:nvPr/>
        </p:nvSpPr>
        <p:spPr bwMode="auto">
          <a:xfrm>
            <a:off x="440277" y="829728"/>
            <a:ext cx="56980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The Experiment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51917" y="2305046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>
                <a:solidFill>
                  <a:srgbClr val="0000FF"/>
                </a:solidFill>
                <a:latin typeface="Myriad Pro"/>
                <a:cs typeface="Myriad Pro"/>
              </a:rPr>
              <a:t>10°C</a:t>
            </a:r>
          </a:p>
        </p:txBody>
      </p:sp>
    </p:spTree>
    <p:extLst>
      <p:ext uri="{BB962C8B-B14F-4D97-AF65-F5344CB8AC3E}">
        <p14:creationId xmlns:p14="http://schemas.microsoft.com/office/powerpoint/2010/main" val="404061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9" grpId="0"/>
      <p:bldP spid="9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 bwMode="auto">
          <a:xfrm>
            <a:off x="482600" y="8636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 descr="Revertant Aging Heatmap.pdf"/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97"/>
          <a:stretch/>
        </p:blipFill>
        <p:spPr>
          <a:xfrm>
            <a:off x="1083733" y="897466"/>
            <a:ext cx="6026900" cy="497840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333589" y="378461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D9D9D9"/>
                </a:solidFill>
                <a:latin typeface="Myriad Pro"/>
                <a:cs typeface="Myriad Pro"/>
              </a:rPr>
              <a:t>MORE ABUNDANT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0432" y="3784612"/>
            <a:ext cx="1431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Myriad Pro"/>
                <a:cs typeface="Myriad Pro"/>
              </a:rPr>
              <a:t>LESS ABUNDANT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4952" y="5545653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D9D9D9"/>
                </a:solidFill>
                <a:latin typeface="Myriad Pro"/>
                <a:cs typeface="Myriad Pro"/>
              </a:rPr>
              <a:t>MORE ABUNDANT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2989" y="5545653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Myriad Pro"/>
                <a:cs typeface="Myriad Pro"/>
              </a:rPr>
              <a:t>LESS ABUNDANT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0277" y="829728"/>
            <a:ext cx="56980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Differentially-Expressed Genes</a:t>
            </a:r>
          </a:p>
        </p:txBody>
      </p:sp>
      <p:sp>
        <p:nvSpPr>
          <p:cNvPr id="13" name="Freeform 6"/>
          <p:cNvSpPr>
            <a:spLocks/>
          </p:cNvSpPr>
          <p:nvPr/>
        </p:nvSpPr>
        <p:spPr bwMode="auto">
          <a:xfrm>
            <a:off x="4701723" y="5980336"/>
            <a:ext cx="271264" cy="467019"/>
          </a:xfrm>
          <a:custGeom>
            <a:avLst/>
            <a:gdLst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408 w 2092"/>
              <a:gd name="connsiteY58" fmla="*/ 1535 h 2911"/>
              <a:gd name="connsiteX59" fmla="*/ 1379 w 2092"/>
              <a:gd name="connsiteY59" fmla="*/ 1463 h 2911"/>
              <a:gd name="connsiteX60" fmla="*/ 1344 w 2092"/>
              <a:gd name="connsiteY60" fmla="*/ 1367 h 2911"/>
              <a:gd name="connsiteX61" fmla="*/ 1305 w 2092"/>
              <a:gd name="connsiteY61" fmla="*/ 1201 h 2911"/>
              <a:gd name="connsiteX62" fmla="*/ 1243 w 2092"/>
              <a:gd name="connsiteY62" fmla="*/ 965 h 2911"/>
              <a:gd name="connsiteX63" fmla="*/ 1233 w 2092"/>
              <a:gd name="connsiteY63" fmla="*/ 648 h 2911"/>
              <a:gd name="connsiteX64" fmla="*/ 1495 w 2092"/>
              <a:gd name="connsiteY64" fmla="*/ 249 h 2911"/>
              <a:gd name="connsiteX65" fmla="*/ 1735 w 2092"/>
              <a:gd name="connsiteY65" fmla="*/ 104 h 2911"/>
              <a:gd name="connsiteX66" fmla="*/ 1912 w 2092"/>
              <a:gd name="connsiteY66" fmla="*/ 116 h 2911"/>
              <a:gd name="connsiteX67" fmla="*/ 2042 w 2092"/>
              <a:gd name="connsiteY67" fmla="*/ 197 h 2911"/>
              <a:gd name="connsiteX68" fmla="*/ 2086 w 2092"/>
              <a:gd name="connsiteY68" fmla="*/ 189 h 2911"/>
              <a:gd name="connsiteX69" fmla="*/ 2063 w 2092"/>
              <a:gd name="connsiteY69" fmla="*/ 109 h 2911"/>
              <a:gd name="connsiteX70" fmla="*/ 1910 w 2092"/>
              <a:gd name="connsiteY70" fmla="*/ 31 h 2911"/>
              <a:gd name="connsiteX71" fmla="*/ 1740 w 2092"/>
              <a:gd name="connsiteY71" fmla="*/ 18 h 2911"/>
              <a:gd name="connsiteX72" fmla="*/ 1493 w 2092"/>
              <a:gd name="connsiteY72" fmla="*/ 138 h 2911"/>
              <a:gd name="connsiteX73" fmla="*/ 1253 w 2092"/>
              <a:gd name="connsiteY73" fmla="*/ 415 h 2911"/>
              <a:gd name="connsiteX74" fmla="*/ 1169 w 2092"/>
              <a:gd name="connsiteY74" fmla="*/ 539 h 2911"/>
              <a:gd name="connsiteX75" fmla="*/ 1122 w 2092"/>
              <a:gd name="connsiteY75" fmla="*/ 510 h 2911"/>
              <a:gd name="connsiteX76" fmla="*/ 1087 w 2092"/>
              <a:gd name="connsiteY76" fmla="*/ 374 h 2911"/>
              <a:gd name="connsiteX77" fmla="*/ 1019 w 2092"/>
              <a:gd name="connsiteY77" fmla="*/ 366 h 2911"/>
              <a:gd name="connsiteX78" fmla="*/ 993 w 2092"/>
              <a:gd name="connsiteY78" fmla="*/ 444 h 2911"/>
              <a:gd name="connsiteX79" fmla="*/ 953 w 2092"/>
              <a:gd name="connsiteY79" fmla="*/ 550 h 2911"/>
              <a:gd name="connsiteX80" fmla="*/ 844 w 2092"/>
              <a:gd name="connsiteY80" fmla="*/ 433 h 2911"/>
              <a:gd name="connsiteX81" fmla="*/ 756 w 2092"/>
              <a:gd name="connsiteY81" fmla="*/ 326 h 2911"/>
              <a:gd name="connsiteX82" fmla="*/ 605 w 2092"/>
              <a:gd name="connsiteY82" fmla="*/ 167 h 2911"/>
              <a:gd name="connsiteX83" fmla="*/ 377 w 2092"/>
              <a:gd name="connsiteY83" fmla="*/ 60 h 2911"/>
              <a:gd name="connsiteX84" fmla="*/ 184 w 2092"/>
              <a:gd name="connsiteY84" fmla="*/ 69 h 2911"/>
              <a:gd name="connsiteX85" fmla="*/ 38 w 2092"/>
              <a:gd name="connsiteY85" fmla="*/ 162 h 2911"/>
              <a:gd name="connsiteX86" fmla="*/ 4 w 2092"/>
              <a:gd name="connsiteY86" fmla="*/ 215 h 2911"/>
              <a:gd name="connsiteX87" fmla="*/ 13 w 2092"/>
              <a:gd name="connsiteY87" fmla="*/ 248 h 2911"/>
              <a:gd name="connsiteX88" fmla="*/ 61 w 2092"/>
              <a:gd name="connsiteY88" fmla="*/ 246 h 2911"/>
              <a:gd name="connsiteX89" fmla="*/ 144 w 2092"/>
              <a:gd name="connsiteY89" fmla="*/ 173 h 2911"/>
              <a:gd name="connsiteX90" fmla="*/ 256 w 2092"/>
              <a:gd name="connsiteY90" fmla="*/ 127 h 2911"/>
              <a:gd name="connsiteX91" fmla="*/ 434 w 2092"/>
              <a:gd name="connsiteY91" fmla="*/ 149 h 2911"/>
              <a:gd name="connsiteX92" fmla="*/ 572 w 2092"/>
              <a:gd name="connsiteY92" fmla="*/ 237 h 2911"/>
              <a:gd name="connsiteX93" fmla="*/ 659 w 2092"/>
              <a:gd name="connsiteY93" fmla="*/ 333 h 2911"/>
              <a:gd name="connsiteX94" fmla="*/ 748 w 2092"/>
              <a:gd name="connsiteY94" fmla="*/ 442 h 2911"/>
              <a:gd name="connsiteX95" fmla="*/ 835 w 2092"/>
              <a:gd name="connsiteY95" fmla="*/ 586 h 2911"/>
              <a:gd name="connsiteX96" fmla="*/ 881 w 2092"/>
              <a:gd name="connsiteY96" fmla="*/ 704 h 2911"/>
              <a:gd name="connsiteX97" fmla="*/ 877 w 2092"/>
              <a:gd name="connsiteY97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79 w 2092"/>
              <a:gd name="connsiteY58" fmla="*/ 1463 h 2911"/>
              <a:gd name="connsiteX59" fmla="*/ 1344 w 2092"/>
              <a:gd name="connsiteY59" fmla="*/ 1367 h 2911"/>
              <a:gd name="connsiteX60" fmla="*/ 1305 w 2092"/>
              <a:gd name="connsiteY60" fmla="*/ 1201 h 2911"/>
              <a:gd name="connsiteX61" fmla="*/ 1243 w 2092"/>
              <a:gd name="connsiteY61" fmla="*/ 965 h 2911"/>
              <a:gd name="connsiteX62" fmla="*/ 1233 w 2092"/>
              <a:gd name="connsiteY62" fmla="*/ 648 h 2911"/>
              <a:gd name="connsiteX63" fmla="*/ 1495 w 2092"/>
              <a:gd name="connsiteY63" fmla="*/ 249 h 2911"/>
              <a:gd name="connsiteX64" fmla="*/ 1735 w 2092"/>
              <a:gd name="connsiteY64" fmla="*/ 104 h 2911"/>
              <a:gd name="connsiteX65" fmla="*/ 1912 w 2092"/>
              <a:gd name="connsiteY65" fmla="*/ 116 h 2911"/>
              <a:gd name="connsiteX66" fmla="*/ 2042 w 2092"/>
              <a:gd name="connsiteY66" fmla="*/ 197 h 2911"/>
              <a:gd name="connsiteX67" fmla="*/ 2086 w 2092"/>
              <a:gd name="connsiteY67" fmla="*/ 189 h 2911"/>
              <a:gd name="connsiteX68" fmla="*/ 2063 w 2092"/>
              <a:gd name="connsiteY68" fmla="*/ 109 h 2911"/>
              <a:gd name="connsiteX69" fmla="*/ 1910 w 2092"/>
              <a:gd name="connsiteY69" fmla="*/ 31 h 2911"/>
              <a:gd name="connsiteX70" fmla="*/ 1740 w 2092"/>
              <a:gd name="connsiteY70" fmla="*/ 18 h 2911"/>
              <a:gd name="connsiteX71" fmla="*/ 1493 w 2092"/>
              <a:gd name="connsiteY71" fmla="*/ 138 h 2911"/>
              <a:gd name="connsiteX72" fmla="*/ 1253 w 2092"/>
              <a:gd name="connsiteY72" fmla="*/ 415 h 2911"/>
              <a:gd name="connsiteX73" fmla="*/ 1169 w 2092"/>
              <a:gd name="connsiteY73" fmla="*/ 539 h 2911"/>
              <a:gd name="connsiteX74" fmla="*/ 1122 w 2092"/>
              <a:gd name="connsiteY74" fmla="*/ 510 h 2911"/>
              <a:gd name="connsiteX75" fmla="*/ 1087 w 2092"/>
              <a:gd name="connsiteY75" fmla="*/ 374 h 2911"/>
              <a:gd name="connsiteX76" fmla="*/ 1019 w 2092"/>
              <a:gd name="connsiteY76" fmla="*/ 366 h 2911"/>
              <a:gd name="connsiteX77" fmla="*/ 993 w 2092"/>
              <a:gd name="connsiteY77" fmla="*/ 444 h 2911"/>
              <a:gd name="connsiteX78" fmla="*/ 953 w 2092"/>
              <a:gd name="connsiteY78" fmla="*/ 550 h 2911"/>
              <a:gd name="connsiteX79" fmla="*/ 844 w 2092"/>
              <a:gd name="connsiteY79" fmla="*/ 433 h 2911"/>
              <a:gd name="connsiteX80" fmla="*/ 756 w 2092"/>
              <a:gd name="connsiteY80" fmla="*/ 326 h 2911"/>
              <a:gd name="connsiteX81" fmla="*/ 605 w 2092"/>
              <a:gd name="connsiteY81" fmla="*/ 167 h 2911"/>
              <a:gd name="connsiteX82" fmla="*/ 377 w 2092"/>
              <a:gd name="connsiteY82" fmla="*/ 60 h 2911"/>
              <a:gd name="connsiteX83" fmla="*/ 184 w 2092"/>
              <a:gd name="connsiteY83" fmla="*/ 69 h 2911"/>
              <a:gd name="connsiteX84" fmla="*/ 38 w 2092"/>
              <a:gd name="connsiteY84" fmla="*/ 162 h 2911"/>
              <a:gd name="connsiteX85" fmla="*/ 4 w 2092"/>
              <a:gd name="connsiteY85" fmla="*/ 215 h 2911"/>
              <a:gd name="connsiteX86" fmla="*/ 13 w 2092"/>
              <a:gd name="connsiteY86" fmla="*/ 248 h 2911"/>
              <a:gd name="connsiteX87" fmla="*/ 61 w 2092"/>
              <a:gd name="connsiteY87" fmla="*/ 246 h 2911"/>
              <a:gd name="connsiteX88" fmla="*/ 144 w 2092"/>
              <a:gd name="connsiteY88" fmla="*/ 173 h 2911"/>
              <a:gd name="connsiteX89" fmla="*/ 256 w 2092"/>
              <a:gd name="connsiteY89" fmla="*/ 127 h 2911"/>
              <a:gd name="connsiteX90" fmla="*/ 434 w 2092"/>
              <a:gd name="connsiteY90" fmla="*/ 149 h 2911"/>
              <a:gd name="connsiteX91" fmla="*/ 572 w 2092"/>
              <a:gd name="connsiteY91" fmla="*/ 237 h 2911"/>
              <a:gd name="connsiteX92" fmla="*/ 659 w 2092"/>
              <a:gd name="connsiteY92" fmla="*/ 333 h 2911"/>
              <a:gd name="connsiteX93" fmla="*/ 748 w 2092"/>
              <a:gd name="connsiteY93" fmla="*/ 442 h 2911"/>
              <a:gd name="connsiteX94" fmla="*/ 835 w 2092"/>
              <a:gd name="connsiteY94" fmla="*/ 586 h 2911"/>
              <a:gd name="connsiteX95" fmla="*/ 881 w 2092"/>
              <a:gd name="connsiteY95" fmla="*/ 704 h 2911"/>
              <a:gd name="connsiteX96" fmla="*/ 877 w 2092"/>
              <a:gd name="connsiteY96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44 w 2092"/>
              <a:gd name="connsiteY58" fmla="*/ 1367 h 2911"/>
              <a:gd name="connsiteX59" fmla="*/ 1305 w 2092"/>
              <a:gd name="connsiteY59" fmla="*/ 1201 h 2911"/>
              <a:gd name="connsiteX60" fmla="*/ 1243 w 2092"/>
              <a:gd name="connsiteY60" fmla="*/ 965 h 2911"/>
              <a:gd name="connsiteX61" fmla="*/ 1233 w 2092"/>
              <a:gd name="connsiteY61" fmla="*/ 648 h 2911"/>
              <a:gd name="connsiteX62" fmla="*/ 1495 w 2092"/>
              <a:gd name="connsiteY62" fmla="*/ 249 h 2911"/>
              <a:gd name="connsiteX63" fmla="*/ 1735 w 2092"/>
              <a:gd name="connsiteY63" fmla="*/ 104 h 2911"/>
              <a:gd name="connsiteX64" fmla="*/ 1912 w 2092"/>
              <a:gd name="connsiteY64" fmla="*/ 116 h 2911"/>
              <a:gd name="connsiteX65" fmla="*/ 2042 w 2092"/>
              <a:gd name="connsiteY65" fmla="*/ 197 h 2911"/>
              <a:gd name="connsiteX66" fmla="*/ 2086 w 2092"/>
              <a:gd name="connsiteY66" fmla="*/ 189 h 2911"/>
              <a:gd name="connsiteX67" fmla="*/ 2063 w 2092"/>
              <a:gd name="connsiteY67" fmla="*/ 109 h 2911"/>
              <a:gd name="connsiteX68" fmla="*/ 1910 w 2092"/>
              <a:gd name="connsiteY68" fmla="*/ 31 h 2911"/>
              <a:gd name="connsiteX69" fmla="*/ 1740 w 2092"/>
              <a:gd name="connsiteY69" fmla="*/ 18 h 2911"/>
              <a:gd name="connsiteX70" fmla="*/ 1493 w 2092"/>
              <a:gd name="connsiteY70" fmla="*/ 138 h 2911"/>
              <a:gd name="connsiteX71" fmla="*/ 1253 w 2092"/>
              <a:gd name="connsiteY71" fmla="*/ 415 h 2911"/>
              <a:gd name="connsiteX72" fmla="*/ 1169 w 2092"/>
              <a:gd name="connsiteY72" fmla="*/ 539 h 2911"/>
              <a:gd name="connsiteX73" fmla="*/ 1122 w 2092"/>
              <a:gd name="connsiteY73" fmla="*/ 510 h 2911"/>
              <a:gd name="connsiteX74" fmla="*/ 1087 w 2092"/>
              <a:gd name="connsiteY74" fmla="*/ 374 h 2911"/>
              <a:gd name="connsiteX75" fmla="*/ 1019 w 2092"/>
              <a:gd name="connsiteY75" fmla="*/ 366 h 2911"/>
              <a:gd name="connsiteX76" fmla="*/ 993 w 2092"/>
              <a:gd name="connsiteY76" fmla="*/ 444 h 2911"/>
              <a:gd name="connsiteX77" fmla="*/ 953 w 2092"/>
              <a:gd name="connsiteY77" fmla="*/ 550 h 2911"/>
              <a:gd name="connsiteX78" fmla="*/ 844 w 2092"/>
              <a:gd name="connsiteY78" fmla="*/ 433 h 2911"/>
              <a:gd name="connsiteX79" fmla="*/ 756 w 2092"/>
              <a:gd name="connsiteY79" fmla="*/ 326 h 2911"/>
              <a:gd name="connsiteX80" fmla="*/ 605 w 2092"/>
              <a:gd name="connsiteY80" fmla="*/ 167 h 2911"/>
              <a:gd name="connsiteX81" fmla="*/ 377 w 2092"/>
              <a:gd name="connsiteY81" fmla="*/ 60 h 2911"/>
              <a:gd name="connsiteX82" fmla="*/ 184 w 2092"/>
              <a:gd name="connsiteY82" fmla="*/ 69 h 2911"/>
              <a:gd name="connsiteX83" fmla="*/ 38 w 2092"/>
              <a:gd name="connsiteY83" fmla="*/ 162 h 2911"/>
              <a:gd name="connsiteX84" fmla="*/ 4 w 2092"/>
              <a:gd name="connsiteY84" fmla="*/ 215 h 2911"/>
              <a:gd name="connsiteX85" fmla="*/ 13 w 2092"/>
              <a:gd name="connsiteY85" fmla="*/ 248 h 2911"/>
              <a:gd name="connsiteX86" fmla="*/ 61 w 2092"/>
              <a:gd name="connsiteY86" fmla="*/ 246 h 2911"/>
              <a:gd name="connsiteX87" fmla="*/ 144 w 2092"/>
              <a:gd name="connsiteY87" fmla="*/ 173 h 2911"/>
              <a:gd name="connsiteX88" fmla="*/ 256 w 2092"/>
              <a:gd name="connsiteY88" fmla="*/ 127 h 2911"/>
              <a:gd name="connsiteX89" fmla="*/ 434 w 2092"/>
              <a:gd name="connsiteY89" fmla="*/ 149 h 2911"/>
              <a:gd name="connsiteX90" fmla="*/ 572 w 2092"/>
              <a:gd name="connsiteY90" fmla="*/ 237 h 2911"/>
              <a:gd name="connsiteX91" fmla="*/ 659 w 2092"/>
              <a:gd name="connsiteY91" fmla="*/ 333 h 2911"/>
              <a:gd name="connsiteX92" fmla="*/ 748 w 2092"/>
              <a:gd name="connsiteY92" fmla="*/ 442 h 2911"/>
              <a:gd name="connsiteX93" fmla="*/ 835 w 2092"/>
              <a:gd name="connsiteY93" fmla="*/ 586 h 2911"/>
              <a:gd name="connsiteX94" fmla="*/ 881 w 2092"/>
              <a:gd name="connsiteY94" fmla="*/ 704 h 2911"/>
              <a:gd name="connsiteX95" fmla="*/ 877 w 2092"/>
              <a:gd name="connsiteY95" fmla="*/ 903 h 2911"/>
              <a:gd name="connsiteX0" fmla="*/ 4211 w 9999"/>
              <a:gd name="connsiteY0" fmla="*/ 3069 h 9958"/>
              <a:gd name="connsiteX1" fmla="*/ 3819 w 9999"/>
              <a:gd name="connsiteY1" fmla="*/ 4601 h 9958"/>
              <a:gd name="connsiteX2" fmla="*/ 3700 w 9999"/>
              <a:gd name="connsiteY2" fmla="*/ 5326 h 9958"/>
              <a:gd name="connsiteX3" fmla="*/ 3585 w 9999"/>
              <a:gd name="connsiteY3" fmla="*/ 5656 h 9958"/>
              <a:gd name="connsiteX4" fmla="*/ 3293 w 9999"/>
              <a:gd name="connsiteY4" fmla="*/ 5944 h 9958"/>
              <a:gd name="connsiteX5" fmla="*/ 3145 w 9999"/>
              <a:gd name="connsiteY5" fmla="*/ 6095 h 9958"/>
              <a:gd name="connsiteX6" fmla="*/ 3054 w 9999"/>
              <a:gd name="connsiteY6" fmla="*/ 6243 h 9958"/>
              <a:gd name="connsiteX7" fmla="*/ 3155 w 9999"/>
              <a:gd name="connsiteY7" fmla="*/ 6412 h 9958"/>
              <a:gd name="connsiteX8" fmla="*/ 3408 w 9999"/>
              <a:gd name="connsiteY8" fmla="*/ 6597 h 9958"/>
              <a:gd name="connsiteX9" fmla="*/ 3556 w 9999"/>
              <a:gd name="connsiteY9" fmla="*/ 6937 h 9958"/>
              <a:gd name="connsiteX10" fmla="*/ 3647 w 9999"/>
              <a:gd name="connsiteY10" fmla="*/ 7181 h 9958"/>
              <a:gd name="connsiteX11" fmla="*/ 3829 w 9999"/>
              <a:gd name="connsiteY11" fmla="*/ 7487 h 9958"/>
              <a:gd name="connsiteX12" fmla="*/ 4197 w 9999"/>
              <a:gd name="connsiteY12" fmla="*/ 8102 h 9958"/>
              <a:gd name="connsiteX13" fmla="*/ 4350 w 9999"/>
              <a:gd name="connsiteY13" fmla="*/ 8438 h 9958"/>
              <a:gd name="connsiteX14" fmla="*/ 4436 w 9999"/>
              <a:gd name="connsiteY14" fmla="*/ 8706 h 9958"/>
              <a:gd name="connsiteX15" fmla="*/ 4469 w 9999"/>
              <a:gd name="connsiteY15" fmla="*/ 9163 h 9958"/>
              <a:gd name="connsiteX16" fmla="*/ 4350 w 9999"/>
              <a:gd name="connsiteY16" fmla="*/ 9476 h 9958"/>
              <a:gd name="connsiteX17" fmla="*/ 4292 w 9999"/>
              <a:gd name="connsiteY17" fmla="*/ 9720 h 9958"/>
              <a:gd name="connsiteX18" fmla="*/ 4340 w 9999"/>
              <a:gd name="connsiteY18" fmla="*/ 9840 h 9958"/>
              <a:gd name="connsiteX19" fmla="*/ 4517 w 9999"/>
              <a:gd name="connsiteY19" fmla="*/ 9950 h 9958"/>
              <a:gd name="connsiteX20" fmla="*/ 5196 w 9999"/>
              <a:gd name="connsiteY20" fmla="*/ 9950 h 9958"/>
              <a:gd name="connsiteX21" fmla="*/ 5822 w 9999"/>
              <a:gd name="connsiteY21" fmla="*/ 9933 h 9958"/>
              <a:gd name="connsiteX22" fmla="*/ 5946 w 9999"/>
              <a:gd name="connsiteY22" fmla="*/ 9802 h 9958"/>
              <a:gd name="connsiteX23" fmla="*/ 5937 w 9999"/>
              <a:gd name="connsiteY23" fmla="*/ 9582 h 9958"/>
              <a:gd name="connsiteX24" fmla="*/ 5808 w 9999"/>
              <a:gd name="connsiteY24" fmla="*/ 9356 h 9958"/>
              <a:gd name="connsiteX25" fmla="*/ 5760 w 9999"/>
              <a:gd name="connsiteY25" fmla="*/ 9077 h 9958"/>
              <a:gd name="connsiteX26" fmla="*/ 5755 w 9999"/>
              <a:gd name="connsiteY26" fmla="*/ 8730 h 9958"/>
              <a:gd name="connsiteX27" fmla="*/ 5846 w 9999"/>
              <a:gd name="connsiteY27" fmla="*/ 8383 h 9958"/>
              <a:gd name="connsiteX28" fmla="*/ 6056 w 9999"/>
              <a:gd name="connsiteY28" fmla="*/ 7868 h 9958"/>
              <a:gd name="connsiteX29" fmla="*/ 6171 w 9999"/>
              <a:gd name="connsiteY29" fmla="*/ 7600 h 9958"/>
              <a:gd name="connsiteX30" fmla="*/ 6267 w 9999"/>
              <a:gd name="connsiteY30" fmla="*/ 7483 h 9958"/>
              <a:gd name="connsiteX31" fmla="*/ 6606 w 9999"/>
              <a:gd name="connsiteY31" fmla="*/ 7700 h 9958"/>
              <a:gd name="connsiteX32" fmla="*/ 6974 w 9999"/>
              <a:gd name="connsiteY32" fmla="*/ 7820 h 9958"/>
              <a:gd name="connsiteX33" fmla="*/ 7543 w 9999"/>
              <a:gd name="connsiteY33" fmla="*/ 7920 h 9958"/>
              <a:gd name="connsiteX34" fmla="*/ 7978 w 9999"/>
              <a:gd name="connsiteY34" fmla="*/ 7944 h 9958"/>
              <a:gd name="connsiteX35" fmla="*/ 8375 w 9999"/>
              <a:gd name="connsiteY35" fmla="*/ 8115 h 9958"/>
              <a:gd name="connsiteX36" fmla="*/ 8623 w 9999"/>
              <a:gd name="connsiteY36" fmla="*/ 8260 h 9958"/>
              <a:gd name="connsiteX37" fmla="*/ 8857 w 9999"/>
              <a:gd name="connsiteY37" fmla="*/ 8301 h 9958"/>
              <a:gd name="connsiteX38" fmla="*/ 8834 w 9999"/>
              <a:gd name="connsiteY38" fmla="*/ 8167 h 9958"/>
              <a:gd name="connsiteX39" fmla="*/ 8566 w 9999"/>
              <a:gd name="connsiteY39" fmla="*/ 8026 h 9958"/>
              <a:gd name="connsiteX40" fmla="*/ 8384 w 9999"/>
              <a:gd name="connsiteY40" fmla="*/ 7868 h 9958"/>
              <a:gd name="connsiteX41" fmla="*/ 8360 w 9999"/>
              <a:gd name="connsiteY41" fmla="*/ 7720 h 9958"/>
              <a:gd name="connsiteX42" fmla="*/ 8571 w 9999"/>
              <a:gd name="connsiteY42" fmla="*/ 7569 h 9958"/>
              <a:gd name="connsiteX43" fmla="*/ 8771 w 9999"/>
              <a:gd name="connsiteY43" fmla="*/ 7401 h 9958"/>
              <a:gd name="connsiteX44" fmla="*/ 8480 w 9999"/>
              <a:gd name="connsiteY44" fmla="*/ 7068 h 9958"/>
              <a:gd name="connsiteX45" fmla="*/ 8805 w 9999"/>
              <a:gd name="connsiteY45" fmla="*/ 6758 h 9958"/>
              <a:gd name="connsiteX46" fmla="*/ 8929 w 9999"/>
              <a:gd name="connsiteY46" fmla="*/ 6669 h 9958"/>
              <a:gd name="connsiteX47" fmla="*/ 8877 w 9999"/>
              <a:gd name="connsiteY47" fmla="*/ 6549 h 9958"/>
              <a:gd name="connsiteX48" fmla="*/ 8633 w 9999"/>
              <a:gd name="connsiteY48" fmla="*/ 6638 h 9958"/>
              <a:gd name="connsiteX49" fmla="*/ 8284 w 9999"/>
              <a:gd name="connsiteY49" fmla="*/ 6831 h 9958"/>
              <a:gd name="connsiteX50" fmla="*/ 7983 w 9999"/>
              <a:gd name="connsiteY50" fmla="*/ 6793 h 9958"/>
              <a:gd name="connsiteX51" fmla="*/ 7486 w 9999"/>
              <a:gd name="connsiteY51" fmla="*/ 6683 h 9958"/>
              <a:gd name="connsiteX52" fmla="*/ 6965 w 9999"/>
              <a:gd name="connsiteY52" fmla="*/ 6669 h 9958"/>
              <a:gd name="connsiteX53" fmla="*/ 6558 w 9999"/>
              <a:gd name="connsiteY53" fmla="*/ 6700 h 9958"/>
              <a:gd name="connsiteX54" fmla="*/ 6549 w 9999"/>
              <a:gd name="connsiteY54" fmla="*/ 6549 h 9958"/>
              <a:gd name="connsiteX55" fmla="*/ 6644 w 9999"/>
              <a:gd name="connsiteY55" fmla="*/ 6199 h 9958"/>
              <a:gd name="connsiteX56" fmla="*/ 6702 w 9999"/>
              <a:gd name="connsiteY56" fmla="*/ 5800 h 9958"/>
              <a:gd name="connsiteX57" fmla="*/ 6625 w 9999"/>
              <a:gd name="connsiteY57" fmla="*/ 5305 h 9958"/>
              <a:gd name="connsiteX58" fmla="*/ 6443 w 9999"/>
              <a:gd name="connsiteY58" fmla="*/ 4663 h 9958"/>
              <a:gd name="connsiteX59" fmla="*/ 6257 w 9999"/>
              <a:gd name="connsiteY59" fmla="*/ 4093 h 9958"/>
              <a:gd name="connsiteX60" fmla="*/ 5961 w 9999"/>
              <a:gd name="connsiteY60" fmla="*/ 3282 h 9958"/>
              <a:gd name="connsiteX61" fmla="*/ 5913 w 9999"/>
              <a:gd name="connsiteY61" fmla="*/ 2193 h 9958"/>
              <a:gd name="connsiteX62" fmla="*/ 7165 w 9999"/>
              <a:gd name="connsiteY62" fmla="*/ 822 h 9958"/>
              <a:gd name="connsiteX63" fmla="*/ 8312 w 9999"/>
              <a:gd name="connsiteY63" fmla="*/ 324 h 9958"/>
              <a:gd name="connsiteX64" fmla="*/ 9159 w 9999"/>
              <a:gd name="connsiteY64" fmla="*/ 365 h 9958"/>
              <a:gd name="connsiteX65" fmla="*/ 9780 w 9999"/>
              <a:gd name="connsiteY65" fmla="*/ 644 h 9958"/>
              <a:gd name="connsiteX66" fmla="*/ 9990 w 9999"/>
              <a:gd name="connsiteY66" fmla="*/ 616 h 9958"/>
              <a:gd name="connsiteX67" fmla="*/ 9880 w 9999"/>
              <a:gd name="connsiteY67" fmla="*/ 341 h 9958"/>
              <a:gd name="connsiteX68" fmla="*/ 9149 w 9999"/>
              <a:gd name="connsiteY68" fmla="*/ 73 h 9958"/>
              <a:gd name="connsiteX69" fmla="*/ 8336 w 9999"/>
              <a:gd name="connsiteY69" fmla="*/ 29 h 9958"/>
              <a:gd name="connsiteX70" fmla="*/ 7156 w 9999"/>
              <a:gd name="connsiteY70" fmla="*/ 441 h 9958"/>
              <a:gd name="connsiteX71" fmla="*/ 6008 w 9999"/>
              <a:gd name="connsiteY71" fmla="*/ 1393 h 9958"/>
              <a:gd name="connsiteX72" fmla="*/ 5607 w 9999"/>
              <a:gd name="connsiteY72" fmla="*/ 1819 h 9958"/>
              <a:gd name="connsiteX73" fmla="*/ 5382 w 9999"/>
              <a:gd name="connsiteY73" fmla="*/ 1719 h 9958"/>
              <a:gd name="connsiteX74" fmla="*/ 5215 w 9999"/>
              <a:gd name="connsiteY74" fmla="*/ 1252 h 9958"/>
              <a:gd name="connsiteX75" fmla="*/ 4890 w 9999"/>
              <a:gd name="connsiteY75" fmla="*/ 1224 h 9958"/>
              <a:gd name="connsiteX76" fmla="*/ 4766 w 9999"/>
              <a:gd name="connsiteY76" fmla="*/ 1492 h 9958"/>
              <a:gd name="connsiteX77" fmla="*/ 4574 w 9999"/>
              <a:gd name="connsiteY77" fmla="*/ 1856 h 9958"/>
              <a:gd name="connsiteX78" fmla="*/ 4053 w 9999"/>
              <a:gd name="connsiteY78" fmla="*/ 1454 h 9958"/>
              <a:gd name="connsiteX79" fmla="*/ 3633 w 9999"/>
              <a:gd name="connsiteY79" fmla="*/ 1087 h 9958"/>
              <a:gd name="connsiteX80" fmla="*/ 2911 w 9999"/>
              <a:gd name="connsiteY80" fmla="*/ 541 h 9958"/>
              <a:gd name="connsiteX81" fmla="*/ 1821 w 9999"/>
              <a:gd name="connsiteY81" fmla="*/ 173 h 9958"/>
              <a:gd name="connsiteX82" fmla="*/ 899 w 9999"/>
              <a:gd name="connsiteY82" fmla="*/ 204 h 9958"/>
              <a:gd name="connsiteX83" fmla="*/ 201 w 9999"/>
              <a:gd name="connsiteY83" fmla="*/ 524 h 9958"/>
              <a:gd name="connsiteX84" fmla="*/ 38 w 9999"/>
              <a:gd name="connsiteY84" fmla="*/ 706 h 9958"/>
              <a:gd name="connsiteX85" fmla="*/ 21 w 9999"/>
              <a:gd name="connsiteY85" fmla="*/ 5367 h 9958"/>
              <a:gd name="connsiteX86" fmla="*/ 311 w 9999"/>
              <a:gd name="connsiteY86" fmla="*/ 812 h 9958"/>
              <a:gd name="connsiteX87" fmla="*/ 707 w 9999"/>
              <a:gd name="connsiteY87" fmla="*/ 561 h 9958"/>
              <a:gd name="connsiteX88" fmla="*/ 1243 w 9999"/>
              <a:gd name="connsiteY88" fmla="*/ 403 h 9958"/>
              <a:gd name="connsiteX89" fmla="*/ 2094 w 9999"/>
              <a:gd name="connsiteY89" fmla="*/ 479 h 9958"/>
              <a:gd name="connsiteX90" fmla="*/ 2753 w 9999"/>
              <a:gd name="connsiteY90" fmla="*/ 781 h 9958"/>
              <a:gd name="connsiteX91" fmla="*/ 3169 w 9999"/>
              <a:gd name="connsiteY91" fmla="*/ 1111 h 9958"/>
              <a:gd name="connsiteX92" fmla="*/ 3595 w 9999"/>
              <a:gd name="connsiteY92" fmla="*/ 1485 h 9958"/>
              <a:gd name="connsiteX93" fmla="*/ 4010 w 9999"/>
              <a:gd name="connsiteY93" fmla="*/ 1980 h 9958"/>
              <a:gd name="connsiteX94" fmla="*/ 4230 w 9999"/>
              <a:gd name="connsiteY94" fmla="*/ 2385 h 9958"/>
              <a:gd name="connsiteX95" fmla="*/ 4211 w 9999"/>
              <a:gd name="connsiteY95" fmla="*/ 3069 h 9958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707 w 10000"/>
              <a:gd name="connsiteY87" fmla="*/ 563 h 10000"/>
              <a:gd name="connsiteX88" fmla="*/ 1243 w 10000"/>
              <a:gd name="connsiteY88" fmla="*/ 405 h 10000"/>
              <a:gd name="connsiteX89" fmla="*/ 2094 w 10000"/>
              <a:gd name="connsiteY89" fmla="*/ 481 h 10000"/>
              <a:gd name="connsiteX90" fmla="*/ 2753 w 10000"/>
              <a:gd name="connsiteY90" fmla="*/ 784 h 10000"/>
              <a:gd name="connsiteX91" fmla="*/ 3169 w 10000"/>
              <a:gd name="connsiteY91" fmla="*/ 1116 h 10000"/>
              <a:gd name="connsiteX92" fmla="*/ 3595 w 10000"/>
              <a:gd name="connsiteY92" fmla="*/ 1491 h 10000"/>
              <a:gd name="connsiteX93" fmla="*/ 4010 w 10000"/>
              <a:gd name="connsiteY93" fmla="*/ 1988 h 10000"/>
              <a:gd name="connsiteX94" fmla="*/ 4230 w 10000"/>
              <a:gd name="connsiteY94" fmla="*/ 2395 h 10000"/>
              <a:gd name="connsiteX95" fmla="*/ 4211 w 10000"/>
              <a:gd name="connsiteY95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707 w 10000"/>
              <a:gd name="connsiteY87" fmla="*/ 563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595 w 10000"/>
              <a:gd name="connsiteY93" fmla="*/ 149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595 w 10000"/>
              <a:gd name="connsiteY93" fmla="*/ 149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4053 w 10000"/>
              <a:gd name="connsiteY78" fmla="*/ 1460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293 w 10000"/>
              <a:gd name="connsiteY93" fmla="*/ 173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3690 w 10000"/>
              <a:gd name="connsiteY78" fmla="*/ 1482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481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293 w 10000"/>
              <a:gd name="connsiteY93" fmla="*/ 173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3690 w 10000"/>
              <a:gd name="connsiteY78" fmla="*/ 1482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1821 w 10000"/>
              <a:gd name="connsiteY81" fmla="*/ 174 h 10000"/>
              <a:gd name="connsiteX82" fmla="*/ 899 w 10000"/>
              <a:gd name="connsiteY82" fmla="*/ 205 h 10000"/>
              <a:gd name="connsiteX83" fmla="*/ 201 w 10000"/>
              <a:gd name="connsiteY83" fmla="*/ 526 h 10000"/>
              <a:gd name="connsiteX84" fmla="*/ 38 w 10000"/>
              <a:gd name="connsiteY84" fmla="*/ 709 h 10000"/>
              <a:gd name="connsiteX85" fmla="*/ 21 w 10000"/>
              <a:gd name="connsiteY85" fmla="*/ 5390 h 10000"/>
              <a:gd name="connsiteX86" fmla="*/ 190 w 10000"/>
              <a:gd name="connsiteY86" fmla="*/ 3131 h 10000"/>
              <a:gd name="connsiteX87" fmla="*/ 314 w 10000"/>
              <a:gd name="connsiteY87" fmla="*/ 1809 h 10000"/>
              <a:gd name="connsiteX88" fmla="*/ 936 w 10000"/>
              <a:gd name="connsiteY88" fmla="*/ 484 h 10000"/>
              <a:gd name="connsiteX89" fmla="*/ 1243 w 10000"/>
              <a:gd name="connsiteY89" fmla="*/ 405 h 10000"/>
              <a:gd name="connsiteX90" fmla="*/ 2094 w 10000"/>
              <a:gd name="connsiteY90" fmla="*/ 1027 h 10000"/>
              <a:gd name="connsiteX91" fmla="*/ 2753 w 10000"/>
              <a:gd name="connsiteY91" fmla="*/ 784 h 10000"/>
              <a:gd name="connsiteX92" fmla="*/ 3169 w 10000"/>
              <a:gd name="connsiteY92" fmla="*/ 1116 h 10000"/>
              <a:gd name="connsiteX93" fmla="*/ 3293 w 10000"/>
              <a:gd name="connsiteY93" fmla="*/ 1731 h 10000"/>
              <a:gd name="connsiteX94" fmla="*/ 4010 w 10000"/>
              <a:gd name="connsiteY94" fmla="*/ 1988 h 10000"/>
              <a:gd name="connsiteX95" fmla="*/ 4230 w 10000"/>
              <a:gd name="connsiteY95" fmla="*/ 2395 h 10000"/>
              <a:gd name="connsiteX96" fmla="*/ 4211 w 10000"/>
              <a:gd name="connsiteY96" fmla="*/ 3082 h 10000"/>
              <a:gd name="connsiteX0" fmla="*/ 4211 w 10000"/>
              <a:gd name="connsiteY0" fmla="*/ 3082 h 10000"/>
              <a:gd name="connsiteX1" fmla="*/ 3819 w 10000"/>
              <a:gd name="connsiteY1" fmla="*/ 4620 h 10000"/>
              <a:gd name="connsiteX2" fmla="*/ 3700 w 10000"/>
              <a:gd name="connsiteY2" fmla="*/ 5348 h 10000"/>
              <a:gd name="connsiteX3" fmla="*/ 3585 w 10000"/>
              <a:gd name="connsiteY3" fmla="*/ 5680 h 10000"/>
              <a:gd name="connsiteX4" fmla="*/ 3293 w 10000"/>
              <a:gd name="connsiteY4" fmla="*/ 5969 h 10000"/>
              <a:gd name="connsiteX5" fmla="*/ 3145 w 10000"/>
              <a:gd name="connsiteY5" fmla="*/ 6121 h 10000"/>
              <a:gd name="connsiteX6" fmla="*/ 3054 w 10000"/>
              <a:gd name="connsiteY6" fmla="*/ 6269 h 10000"/>
              <a:gd name="connsiteX7" fmla="*/ 3155 w 10000"/>
              <a:gd name="connsiteY7" fmla="*/ 6439 h 10000"/>
              <a:gd name="connsiteX8" fmla="*/ 3408 w 10000"/>
              <a:gd name="connsiteY8" fmla="*/ 6625 h 10000"/>
              <a:gd name="connsiteX9" fmla="*/ 3556 w 10000"/>
              <a:gd name="connsiteY9" fmla="*/ 6966 h 10000"/>
              <a:gd name="connsiteX10" fmla="*/ 3647 w 10000"/>
              <a:gd name="connsiteY10" fmla="*/ 7211 h 10000"/>
              <a:gd name="connsiteX11" fmla="*/ 3829 w 10000"/>
              <a:gd name="connsiteY11" fmla="*/ 7519 h 10000"/>
              <a:gd name="connsiteX12" fmla="*/ 4197 w 10000"/>
              <a:gd name="connsiteY12" fmla="*/ 8136 h 10000"/>
              <a:gd name="connsiteX13" fmla="*/ 4350 w 10000"/>
              <a:gd name="connsiteY13" fmla="*/ 8474 h 10000"/>
              <a:gd name="connsiteX14" fmla="*/ 4436 w 10000"/>
              <a:gd name="connsiteY14" fmla="*/ 8743 h 10000"/>
              <a:gd name="connsiteX15" fmla="*/ 4469 w 10000"/>
              <a:gd name="connsiteY15" fmla="*/ 9202 h 10000"/>
              <a:gd name="connsiteX16" fmla="*/ 4350 w 10000"/>
              <a:gd name="connsiteY16" fmla="*/ 9516 h 10000"/>
              <a:gd name="connsiteX17" fmla="*/ 4292 w 10000"/>
              <a:gd name="connsiteY17" fmla="*/ 9761 h 10000"/>
              <a:gd name="connsiteX18" fmla="*/ 4340 w 10000"/>
              <a:gd name="connsiteY18" fmla="*/ 9882 h 10000"/>
              <a:gd name="connsiteX19" fmla="*/ 4517 w 10000"/>
              <a:gd name="connsiteY19" fmla="*/ 9992 h 10000"/>
              <a:gd name="connsiteX20" fmla="*/ 5197 w 10000"/>
              <a:gd name="connsiteY20" fmla="*/ 9992 h 10000"/>
              <a:gd name="connsiteX21" fmla="*/ 5823 w 10000"/>
              <a:gd name="connsiteY21" fmla="*/ 9975 h 10000"/>
              <a:gd name="connsiteX22" fmla="*/ 5947 w 10000"/>
              <a:gd name="connsiteY22" fmla="*/ 9843 h 10000"/>
              <a:gd name="connsiteX23" fmla="*/ 5938 w 10000"/>
              <a:gd name="connsiteY23" fmla="*/ 9622 h 10000"/>
              <a:gd name="connsiteX24" fmla="*/ 5809 w 10000"/>
              <a:gd name="connsiteY24" fmla="*/ 9395 h 10000"/>
              <a:gd name="connsiteX25" fmla="*/ 5761 w 10000"/>
              <a:gd name="connsiteY25" fmla="*/ 9115 h 10000"/>
              <a:gd name="connsiteX26" fmla="*/ 5756 w 10000"/>
              <a:gd name="connsiteY26" fmla="*/ 8767 h 10000"/>
              <a:gd name="connsiteX27" fmla="*/ 5847 w 10000"/>
              <a:gd name="connsiteY27" fmla="*/ 8418 h 10000"/>
              <a:gd name="connsiteX28" fmla="*/ 6057 w 10000"/>
              <a:gd name="connsiteY28" fmla="*/ 7901 h 10000"/>
              <a:gd name="connsiteX29" fmla="*/ 6172 w 10000"/>
              <a:gd name="connsiteY29" fmla="*/ 7632 h 10000"/>
              <a:gd name="connsiteX30" fmla="*/ 6268 w 10000"/>
              <a:gd name="connsiteY30" fmla="*/ 7515 h 10000"/>
              <a:gd name="connsiteX31" fmla="*/ 6607 w 10000"/>
              <a:gd name="connsiteY31" fmla="*/ 7732 h 10000"/>
              <a:gd name="connsiteX32" fmla="*/ 6975 w 10000"/>
              <a:gd name="connsiteY32" fmla="*/ 7853 h 10000"/>
              <a:gd name="connsiteX33" fmla="*/ 7544 w 10000"/>
              <a:gd name="connsiteY33" fmla="*/ 7953 h 10000"/>
              <a:gd name="connsiteX34" fmla="*/ 7979 w 10000"/>
              <a:gd name="connsiteY34" fmla="*/ 7978 h 10000"/>
              <a:gd name="connsiteX35" fmla="*/ 8376 w 10000"/>
              <a:gd name="connsiteY35" fmla="*/ 8149 h 10000"/>
              <a:gd name="connsiteX36" fmla="*/ 8624 w 10000"/>
              <a:gd name="connsiteY36" fmla="*/ 8295 h 10000"/>
              <a:gd name="connsiteX37" fmla="*/ 8858 w 10000"/>
              <a:gd name="connsiteY37" fmla="*/ 8336 h 10000"/>
              <a:gd name="connsiteX38" fmla="*/ 8835 w 10000"/>
              <a:gd name="connsiteY38" fmla="*/ 8201 h 10000"/>
              <a:gd name="connsiteX39" fmla="*/ 8567 w 10000"/>
              <a:gd name="connsiteY39" fmla="*/ 8060 h 10000"/>
              <a:gd name="connsiteX40" fmla="*/ 8385 w 10000"/>
              <a:gd name="connsiteY40" fmla="*/ 7901 h 10000"/>
              <a:gd name="connsiteX41" fmla="*/ 8361 w 10000"/>
              <a:gd name="connsiteY41" fmla="*/ 7753 h 10000"/>
              <a:gd name="connsiteX42" fmla="*/ 8572 w 10000"/>
              <a:gd name="connsiteY42" fmla="*/ 7601 h 10000"/>
              <a:gd name="connsiteX43" fmla="*/ 8772 w 10000"/>
              <a:gd name="connsiteY43" fmla="*/ 7432 h 10000"/>
              <a:gd name="connsiteX44" fmla="*/ 8481 w 10000"/>
              <a:gd name="connsiteY44" fmla="*/ 7098 h 10000"/>
              <a:gd name="connsiteX45" fmla="*/ 8806 w 10000"/>
              <a:gd name="connsiteY45" fmla="*/ 6787 h 10000"/>
              <a:gd name="connsiteX46" fmla="*/ 8930 w 10000"/>
              <a:gd name="connsiteY46" fmla="*/ 6697 h 10000"/>
              <a:gd name="connsiteX47" fmla="*/ 8878 w 10000"/>
              <a:gd name="connsiteY47" fmla="*/ 6577 h 10000"/>
              <a:gd name="connsiteX48" fmla="*/ 8634 w 10000"/>
              <a:gd name="connsiteY48" fmla="*/ 6666 h 10000"/>
              <a:gd name="connsiteX49" fmla="*/ 8285 w 10000"/>
              <a:gd name="connsiteY49" fmla="*/ 6860 h 10000"/>
              <a:gd name="connsiteX50" fmla="*/ 7984 w 10000"/>
              <a:gd name="connsiteY50" fmla="*/ 6822 h 10000"/>
              <a:gd name="connsiteX51" fmla="*/ 7487 w 10000"/>
              <a:gd name="connsiteY51" fmla="*/ 6711 h 10000"/>
              <a:gd name="connsiteX52" fmla="*/ 6966 w 10000"/>
              <a:gd name="connsiteY52" fmla="*/ 6697 h 10000"/>
              <a:gd name="connsiteX53" fmla="*/ 6559 w 10000"/>
              <a:gd name="connsiteY53" fmla="*/ 6728 h 10000"/>
              <a:gd name="connsiteX54" fmla="*/ 6550 w 10000"/>
              <a:gd name="connsiteY54" fmla="*/ 6577 h 10000"/>
              <a:gd name="connsiteX55" fmla="*/ 6645 w 10000"/>
              <a:gd name="connsiteY55" fmla="*/ 6225 h 10000"/>
              <a:gd name="connsiteX56" fmla="*/ 6703 w 10000"/>
              <a:gd name="connsiteY56" fmla="*/ 5824 h 10000"/>
              <a:gd name="connsiteX57" fmla="*/ 6626 w 10000"/>
              <a:gd name="connsiteY57" fmla="*/ 5327 h 10000"/>
              <a:gd name="connsiteX58" fmla="*/ 6444 w 10000"/>
              <a:gd name="connsiteY58" fmla="*/ 4683 h 10000"/>
              <a:gd name="connsiteX59" fmla="*/ 6258 w 10000"/>
              <a:gd name="connsiteY59" fmla="*/ 4110 h 10000"/>
              <a:gd name="connsiteX60" fmla="*/ 5962 w 10000"/>
              <a:gd name="connsiteY60" fmla="*/ 3296 h 10000"/>
              <a:gd name="connsiteX61" fmla="*/ 5914 w 10000"/>
              <a:gd name="connsiteY61" fmla="*/ 2202 h 10000"/>
              <a:gd name="connsiteX62" fmla="*/ 7166 w 10000"/>
              <a:gd name="connsiteY62" fmla="*/ 825 h 10000"/>
              <a:gd name="connsiteX63" fmla="*/ 8313 w 10000"/>
              <a:gd name="connsiteY63" fmla="*/ 325 h 10000"/>
              <a:gd name="connsiteX64" fmla="*/ 9160 w 10000"/>
              <a:gd name="connsiteY64" fmla="*/ 367 h 10000"/>
              <a:gd name="connsiteX65" fmla="*/ 9781 w 10000"/>
              <a:gd name="connsiteY65" fmla="*/ 647 h 10000"/>
              <a:gd name="connsiteX66" fmla="*/ 9991 w 10000"/>
              <a:gd name="connsiteY66" fmla="*/ 619 h 10000"/>
              <a:gd name="connsiteX67" fmla="*/ 9881 w 10000"/>
              <a:gd name="connsiteY67" fmla="*/ 342 h 10000"/>
              <a:gd name="connsiteX68" fmla="*/ 9150 w 10000"/>
              <a:gd name="connsiteY68" fmla="*/ 73 h 10000"/>
              <a:gd name="connsiteX69" fmla="*/ 8337 w 10000"/>
              <a:gd name="connsiteY69" fmla="*/ 29 h 10000"/>
              <a:gd name="connsiteX70" fmla="*/ 7157 w 10000"/>
              <a:gd name="connsiteY70" fmla="*/ 443 h 10000"/>
              <a:gd name="connsiteX71" fmla="*/ 6009 w 10000"/>
              <a:gd name="connsiteY71" fmla="*/ 1399 h 10000"/>
              <a:gd name="connsiteX72" fmla="*/ 5608 w 10000"/>
              <a:gd name="connsiteY72" fmla="*/ 1827 h 10000"/>
              <a:gd name="connsiteX73" fmla="*/ 5383 w 10000"/>
              <a:gd name="connsiteY73" fmla="*/ 1726 h 10000"/>
              <a:gd name="connsiteX74" fmla="*/ 5216 w 10000"/>
              <a:gd name="connsiteY74" fmla="*/ 1257 h 10000"/>
              <a:gd name="connsiteX75" fmla="*/ 4890 w 10000"/>
              <a:gd name="connsiteY75" fmla="*/ 1229 h 10000"/>
              <a:gd name="connsiteX76" fmla="*/ 4766 w 10000"/>
              <a:gd name="connsiteY76" fmla="*/ 1498 h 10000"/>
              <a:gd name="connsiteX77" fmla="*/ 4574 w 10000"/>
              <a:gd name="connsiteY77" fmla="*/ 1864 h 10000"/>
              <a:gd name="connsiteX78" fmla="*/ 3690 w 10000"/>
              <a:gd name="connsiteY78" fmla="*/ 1482 h 10000"/>
              <a:gd name="connsiteX79" fmla="*/ 3633 w 10000"/>
              <a:gd name="connsiteY79" fmla="*/ 1092 h 10000"/>
              <a:gd name="connsiteX80" fmla="*/ 2911 w 10000"/>
              <a:gd name="connsiteY80" fmla="*/ 543 h 10000"/>
              <a:gd name="connsiteX81" fmla="*/ 2176 w 10000"/>
              <a:gd name="connsiteY81" fmla="*/ 681 h 10000"/>
              <a:gd name="connsiteX82" fmla="*/ 1821 w 10000"/>
              <a:gd name="connsiteY82" fmla="*/ 174 h 10000"/>
              <a:gd name="connsiteX83" fmla="*/ 899 w 10000"/>
              <a:gd name="connsiteY83" fmla="*/ 205 h 10000"/>
              <a:gd name="connsiteX84" fmla="*/ 201 w 10000"/>
              <a:gd name="connsiteY84" fmla="*/ 526 h 10000"/>
              <a:gd name="connsiteX85" fmla="*/ 38 w 10000"/>
              <a:gd name="connsiteY85" fmla="*/ 709 h 10000"/>
              <a:gd name="connsiteX86" fmla="*/ 21 w 10000"/>
              <a:gd name="connsiteY86" fmla="*/ 5390 h 10000"/>
              <a:gd name="connsiteX87" fmla="*/ 190 w 10000"/>
              <a:gd name="connsiteY87" fmla="*/ 3131 h 10000"/>
              <a:gd name="connsiteX88" fmla="*/ 314 w 10000"/>
              <a:gd name="connsiteY88" fmla="*/ 1809 h 10000"/>
              <a:gd name="connsiteX89" fmla="*/ 936 w 10000"/>
              <a:gd name="connsiteY89" fmla="*/ 484 h 10000"/>
              <a:gd name="connsiteX90" fmla="*/ 1243 w 10000"/>
              <a:gd name="connsiteY90" fmla="*/ 405 h 10000"/>
              <a:gd name="connsiteX91" fmla="*/ 2094 w 10000"/>
              <a:gd name="connsiteY91" fmla="*/ 1027 h 10000"/>
              <a:gd name="connsiteX92" fmla="*/ 2753 w 10000"/>
              <a:gd name="connsiteY92" fmla="*/ 784 h 10000"/>
              <a:gd name="connsiteX93" fmla="*/ 3169 w 10000"/>
              <a:gd name="connsiteY93" fmla="*/ 1116 h 10000"/>
              <a:gd name="connsiteX94" fmla="*/ 3293 w 10000"/>
              <a:gd name="connsiteY94" fmla="*/ 1731 h 10000"/>
              <a:gd name="connsiteX95" fmla="*/ 4010 w 10000"/>
              <a:gd name="connsiteY95" fmla="*/ 1988 h 10000"/>
              <a:gd name="connsiteX96" fmla="*/ 4230 w 10000"/>
              <a:gd name="connsiteY96" fmla="*/ 2395 h 10000"/>
              <a:gd name="connsiteX97" fmla="*/ 4211 w 10000"/>
              <a:gd name="connsiteY97" fmla="*/ 3082 h 10000"/>
              <a:gd name="connsiteX0" fmla="*/ 4241 w 10030"/>
              <a:gd name="connsiteY0" fmla="*/ 3082 h 10000"/>
              <a:gd name="connsiteX1" fmla="*/ 3849 w 10030"/>
              <a:gd name="connsiteY1" fmla="*/ 4620 h 10000"/>
              <a:gd name="connsiteX2" fmla="*/ 3730 w 10030"/>
              <a:gd name="connsiteY2" fmla="*/ 5348 h 10000"/>
              <a:gd name="connsiteX3" fmla="*/ 3615 w 10030"/>
              <a:gd name="connsiteY3" fmla="*/ 5680 h 10000"/>
              <a:gd name="connsiteX4" fmla="*/ 3323 w 10030"/>
              <a:gd name="connsiteY4" fmla="*/ 5969 h 10000"/>
              <a:gd name="connsiteX5" fmla="*/ 3175 w 10030"/>
              <a:gd name="connsiteY5" fmla="*/ 6121 h 10000"/>
              <a:gd name="connsiteX6" fmla="*/ 3084 w 10030"/>
              <a:gd name="connsiteY6" fmla="*/ 6269 h 10000"/>
              <a:gd name="connsiteX7" fmla="*/ 3185 w 10030"/>
              <a:gd name="connsiteY7" fmla="*/ 6439 h 10000"/>
              <a:gd name="connsiteX8" fmla="*/ 3438 w 10030"/>
              <a:gd name="connsiteY8" fmla="*/ 6625 h 10000"/>
              <a:gd name="connsiteX9" fmla="*/ 3586 w 10030"/>
              <a:gd name="connsiteY9" fmla="*/ 6966 h 10000"/>
              <a:gd name="connsiteX10" fmla="*/ 3677 w 10030"/>
              <a:gd name="connsiteY10" fmla="*/ 7211 h 10000"/>
              <a:gd name="connsiteX11" fmla="*/ 3859 w 10030"/>
              <a:gd name="connsiteY11" fmla="*/ 7519 h 10000"/>
              <a:gd name="connsiteX12" fmla="*/ 4227 w 10030"/>
              <a:gd name="connsiteY12" fmla="*/ 8136 h 10000"/>
              <a:gd name="connsiteX13" fmla="*/ 4380 w 10030"/>
              <a:gd name="connsiteY13" fmla="*/ 8474 h 10000"/>
              <a:gd name="connsiteX14" fmla="*/ 4466 w 10030"/>
              <a:gd name="connsiteY14" fmla="*/ 8743 h 10000"/>
              <a:gd name="connsiteX15" fmla="*/ 4499 w 10030"/>
              <a:gd name="connsiteY15" fmla="*/ 9202 h 10000"/>
              <a:gd name="connsiteX16" fmla="*/ 4380 w 10030"/>
              <a:gd name="connsiteY16" fmla="*/ 9516 h 10000"/>
              <a:gd name="connsiteX17" fmla="*/ 4322 w 10030"/>
              <a:gd name="connsiteY17" fmla="*/ 9761 h 10000"/>
              <a:gd name="connsiteX18" fmla="*/ 4370 w 10030"/>
              <a:gd name="connsiteY18" fmla="*/ 9882 h 10000"/>
              <a:gd name="connsiteX19" fmla="*/ 4547 w 10030"/>
              <a:gd name="connsiteY19" fmla="*/ 9992 h 10000"/>
              <a:gd name="connsiteX20" fmla="*/ 5227 w 10030"/>
              <a:gd name="connsiteY20" fmla="*/ 9992 h 10000"/>
              <a:gd name="connsiteX21" fmla="*/ 5853 w 10030"/>
              <a:gd name="connsiteY21" fmla="*/ 9975 h 10000"/>
              <a:gd name="connsiteX22" fmla="*/ 5977 w 10030"/>
              <a:gd name="connsiteY22" fmla="*/ 9843 h 10000"/>
              <a:gd name="connsiteX23" fmla="*/ 5968 w 10030"/>
              <a:gd name="connsiteY23" fmla="*/ 9622 h 10000"/>
              <a:gd name="connsiteX24" fmla="*/ 5839 w 10030"/>
              <a:gd name="connsiteY24" fmla="*/ 9395 h 10000"/>
              <a:gd name="connsiteX25" fmla="*/ 5791 w 10030"/>
              <a:gd name="connsiteY25" fmla="*/ 9115 h 10000"/>
              <a:gd name="connsiteX26" fmla="*/ 5786 w 10030"/>
              <a:gd name="connsiteY26" fmla="*/ 8767 h 10000"/>
              <a:gd name="connsiteX27" fmla="*/ 5877 w 10030"/>
              <a:gd name="connsiteY27" fmla="*/ 8418 h 10000"/>
              <a:gd name="connsiteX28" fmla="*/ 6087 w 10030"/>
              <a:gd name="connsiteY28" fmla="*/ 7901 h 10000"/>
              <a:gd name="connsiteX29" fmla="*/ 6202 w 10030"/>
              <a:gd name="connsiteY29" fmla="*/ 7632 h 10000"/>
              <a:gd name="connsiteX30" fmla="*/ 6298 w 10030"/>
              <a:gd name="connsiteY30" fmla="*/ 7515 h 10000"/>
              <a:gd name="connsiteX31" fmla="*/ 6637 w 10030"/>
              <a:gd name="connsiteY31" fmla="*/ 7732 h 10000"/>
              <a:gd name="connsiteX32" fmla="*/ 7005 w 10030"/>
              <a:gd name="connsiteY32" fmla="*/ 7853 h 10000"/>
              <a:gd name="connsiteX33" fmla="*/ 7574 w 10030"/>
              <a:gd name="connsiteY33" fmla="*/ 7953 h 10000"/>
              <a:gd name="connsiteX34" fmla="*/ 8009 w 10030"/>
              <a:gd name="connsiteY34" fmla="*/ 7978 h 10000"/>
              <a:gd name="connsiteX35" fmla="*/ 8406 w 10030"/>
              <a:gd name="connsiteY35" fmla="*/ 8149 h 10000"/>
              <a:gd name="connsiteX36" fmla="*/ 8654 w 10030"/>
              <a:gd name="connsiteY36" fmla="*/ 8295 h 10000"/>
              <a:gd name="connsiteX37" fmla="*/ 8888 w 10030"/>
              <a:gd name="connsiteY37" fmla="*/ 8336 h 10000"/>
              <a:gd name="connsiteX38" fmla="*/ 8865 w 10030"/>
              <a:gd name="connsiteY38" fmla="*/ 8201 h 10000"/>
              <a:gd name="connsiteX39" fmla="*/ 8597 w 10030"/>
              <a:gd name="connsiteY39" fmla="*/ 8060 h 10000"/>
              <a:gd name="connsiteX40" fmla="*/ 8415 w 10030"/>
              <a:gd name="connsiteY40" fmla="*/ 7901 h 10000"/>
              <a:gd name="connsiteX41" fmla="*/ 8391 w 10030"/>
              <a:gd name="connsiteY41" fmla="*/ 7753 h 10000"/>
              <a:gd name="connsiteX42" fmla="*/ 8602 w 10030"/>
              <a:gd name="connsiteY42" fmla="*/ 7601 h 10000"/>
              <a:gd name="connsiteX43" fmla="*/ 8802 w 10030"/>
              <a:gd name="connsiteY43" fmla="*/ 7432 h 10000"/>
              <a:gd name="connsiteX44" fmla="*/ 8511 w 10030"/>
              <a:gd name="connsiteY44" fmla="*/ 7098 h 10000"/>
              <a:gd name="connsiteX45" fmla="*/ 8836 w 10030"/>
              <a:gd name="connsiteY45" fmla="*/ 6787 h 10000"/>
              <a:gd name="connsiteX46" fmla="*/ 8960 w 10030"/>
              <a:gd name="connsiteY46" fmla="*/ 6697 h 10000"/>
              <a:gd name="connsiteX47" fmla="*/ 8908 w 10030"/>
              <a:gd name="connsiteY47" fmla="*/ 6577 h 10000"/>
              <a:gd name="connsiteX48" fmla="*/ 8664 w 10030"/>
              <a:gd name="connsiteY48" fmla="*/ 6666 h 10000"/>
              <a:gd name="connsiteX49" fmla="*/ 8315 w 10030"/>
              <a:gd name="connsiteY49" fmla="*/ 6860 h 10000"/>
              <a:gd name="connsiteX50" fmla="*/ 8014 w 10030"/>
              <a:gd name="connsiteY50" fmla="*/ 6822 h 10000"/>
              <a:gd name="connsiteX51" fmla="*/ 7517 w 10030"/>
              <a:gd name="connsiteY51" fmla="*/ 6711 h 10000"/>
              <a:gd name="connsiteX52" fmla="*/ 6996 w 10030"/>
              <a:gd name="connsiteY52" fmla="*/ 6697 h 10000"/>
              <a:gd name="connsiteX53" fmla="*/ 6589 w 10030"/>
              <a:gd name="connsiteY53" fmla="*/ 6728 h 10000"/>
              <a:gd name="connsiteX54" fmla="*/ 6580 w 10030"/>
              <a:gd name="connsiteY54" fmla="*/ 6577 h 10000"/>
              <a:gd name="connsiteX55" fmla="*/ 6675 w 10030"/>
              <a:gd name="connsiteY55" fmla="*/ 6225 h 10000"/>
              <a:gd name="connsiteX56" fmla="*/ 6733 w 10030"/>
              <a:gd name="connsiteY56" fmla="*/ 5824 h 10000"/>
              <a:gd name="connsiteX57" fmla="*/ 6656 w 10030"/>
              <a:gd name="connsiteY57" fmla="*/ 5327 h 10000"/>
              <a:gd name="connsiteX58" fmla="*/ 6474 w 10030"/>
              <a:gd name="connsiteY58" fmla="*/ 4683 h 10000"/>
              <a:gd name="connsiteX59" fmla="*/ 6288 w 10030"/>
              <a:gd name="connsiteY59" fmla="*/ 4110 h 10000"/>
              <a:gd name="connsiteX60" fmla="*/ 5992 w 10030"/>
              <a:gd name="connsiteY60" fmla="*/ 3296 h 10000"/>
              <a:gd name="connsiteX61" fmla="*/ 5944 w 10030"/>
              <a:gd name="connsiteY61" fmla="*/ 2202 h 10000"/>
              <a:gd name="connsiteX62" fmla="*/ 7196 w 10030"/>
              <a:gd name="connsiteY62" fmla="*/ 825 h 10000"/>
              <a:gd name="connsiteX63" fmla="*/ 8343 w 10030"/>
              <a:gd name="connsiteY63" fmla="*/ 325 h 10000"/>
              <a:gd name="connsiteX64" fmla="*/ 9190 w 10030"/>
              <a:gd name="connsiteY64" fmla="*/ 367 h 10000"/>
              <a:gd name="connsiteX65" fmla="*/ 9811 w 10030"/>
              <a:gd name="connsiteY65" fmla="*/ 647 h 10000"/>
              <a:gd name="connsiteX66" fmla="*/ 10021 w 10030"/>
              <a:gd name="connsiteY66" fmla="*/ 619 h 10000"/>
              <a:gd name="connsiteX67" fmla="*/ 9911 w 10030"/>
              <a:gd name="connsiteY67" fmla="*/ 342 h 10000"/>
              <a:gd name="connsiteX68" fmla="*/ 9180 w 10030"/>
              <a:gd name="connsiteY68" fmla="*/ 73 h 10000"/>
              <a:gd name="connsiteX69" fmla="*/ 8367 w 10030"/>
              <a:gd name="connsiteY69" fmla="*/ 29 h 10000"/>
              <a:gd name="connsiteX70" fmla="*/ 7187 w 10030"/>
              <a:gd name="connsiteY70" fmla="*/ 443 h 10000"/>
              <a:gd name="connsiteX71" fmla="*/ 6039 w 10030"/>
              <a:gd name="connsiteY71" fmla="*/ 1399 h 10000"/>
              <a:gd name="connsiteX72" fmla="*/ 5638 w 10030"/>
              <a:gd name="connsiteY72" fmla="*/ 1827 h 10000"/>
              <a:gd name="connsiteX73" fmla="*/ 5413 w 10030"/>
              <a:gd name="connsiteY73" fmla="*/ 1726 h 10000"/>
              <a:gd name="connsiteX74" fmla="*/ 5246 w 10030"/>
              <a:gd name="connsiteY74" fmla="*/ 1257 h 10000"/>
              <a:gd name="connsiteX75" fmla="*/ 4920 w 10030"/>
              <a:gd name="connsiteY75" fmla="*/ 1229 h 10000"/>
              <a:gd name="connsiteX76" fmla="*/ 4796 w 10030"/>
              <a:gd name="connsiteY76" fmla="*/ 1498 h 10000"/>
              <a:gd name="connsiteX77" fmla="*/ 4604 w 10030"/>
              <a:gd name="connsiteY77" fmla="*/ 1864 h 10000"/>
              <a:gd name="connsiteX78" fmla="*/ 3720 w 10030"/>
              <a:gd name="connsiteY78" fmla="*/ 1482 h 10000"/>
              <a:gd name="connsiteX79" fmla="*/ 3663 w 10030"/>
              <a:gd name="connsiteY79" fmla="*/ 1092 h 10000"/>
              <a:gd name="connsiteX80" fmla="*/ 2941 w 10030"/>
              <a:gd name="connsiteY80" fmla="*/ 543 h 10000"/>
              <a:gd name="connsiteX81" fmla="*/ 2206 w 10030"/>
              <a:gd name="connsiteY81" fmla="*/ 681 h 10000"/>
              <a:gd name="connsiteX82" fmla="*/ 1851 w 10030"/>
              <a:gd name="connsiteY82" fmla="*/ 174 h 10000"/>
              <a:gd name="connsiteX83" fmla="*/ 929 w 10030"/>
              <a:gd name="connsiteY83" fmla="*/ 205 h 10000"/>
              <a:gd name="connsiteX84" fmla="*/ 231 w 10030"/>
              <a:gd name="connsiteY84" fmla="*/ 526 h 10000"/>
              <a:gd name="connsiteX85" fmla="*/ 8 w 10030"/>
              <a:gd name="connsiteY85" fmla="*/ 1146 h 10000"/>
              <a:gd name="connsiteX86" fmla="*/ 51 w 10030"/>
              <a:gd name="connsiteY86" fmla="*/ 5390 h 10000"/>
              <a:gd name="connsiteX87" fmla="*/ 220 w 10030"/>
              <a:gd name="connsiteY87" fmla="*/ 3131 h 10000"/>
              <a:gd name="connsiteX88" fmla="*/ 344 w 10030"/>
              <a:gd name="connsiteY88" fmla="*/ 1809 h 10000"/>
              <a:gd name="connsiteX89" fmla="*/ 966 w 10030"/>
              <a:gd name="connsiteY89" fmla="*/ 484 h 10000"/>
              <a:gd name="connsiteX90" fmla="*/ 1273 w 10030"/>
              <a:gd name="connsiteY90" fmla="*/ 405 h 10000"/>
              <a:gd name="connsiteX91" fmla="*/ 2124 w 10030"/>
              <a:gd name="connsiteY91" fmla="*/ 1027 h 10000"/>
              <a:gd name="connsiteX92" fmla="*/ 2783 w 10030"/>
              <a:gd name="connsiteY92" fmla="*/ 784 h 10000"/>
              <a:gd name="connsiteX93" fmla="*/ 3199 w 10030"/>
              <a:gd name="connsiteY93" fmla="*/ 1116 h 10000"/>
              <a:gd name="connsiteX94" fmla="*/ 3323 w 10030"/>
              <a:gd name="connsiteY94" fmla="*/ 1731 h 10000"/>
              <a:gd name="connsiteX95" fmla="*/ 4040 w 10030"/>
              <a:gd name="connsiteY95" fmla="*/ 1988 h 10000"/>
              <a:gd name="connsiteX96" fmla="*/ 4260 w 10030"/>
              <a:gd name="connsiteY96" fmla="*/ 2395 h 10000"/>
              <a:gd name="connsiteX97" fmla="*/ 4241 w 10030"/>
              <a:gd name="connsiteY97" fmla="*/ 3082 h 10000"/>
              <a:gd name="connsiteX0" fmla="*/ 4267 w 10056"/>
              <a:gd name="connsiteY0" fmla="*/ 3082 h 10000"/>
              <a:gd name="connsiteX1" fmla="*/ 3875 w 10056"/>
              <a:gd name="connsiteY1" fmla="*/ 4620 h 10000"/>
              <a:gd name="connsiteX2" fmla="*/ 3756 w 10056"/>
              <a:gd name="connsiteY2" fmla="*/ 5348 h 10000"/>
              <a:gd name="connsiteX3" fmla="*/ 3641 w 10056"/>
              <a:gd name="connsiteY3" fmla="*/ 5680 h 10000"/>
              <a:gd name="connsiteX4" fmla="*/ 3349 w 10056"/>
              <a:gd name="connsiteY4" fmla="*/ 5969 h 10000"/>
              <a:gd name="connsiteX5" fmla="*/ 3201 w 10056"/>
              <a:gd name="connsiteY5" fmla="*/ 6121 h 10000"/>
              <a:gd name="connsiteX6" fmla="*/ 3110 w 10056"/>
              <a:gd name="connsiteY6" fmla="*/ 6269 h 10000"/>
              <a:gd name="connsiteX7" fmla="*/ 3211 w 10056"/>
              <a:gd name="connsiteY7" fmla="*/ 6439 h 10000"/>
              <a:gd name="connsiteX8" fmla="*/ 3464 w 10056"/>
              <a:gd name="connsiteY8" fmla="*/ 6625 h 10000"/>
              <a:gd name="connsiteX9" fmla="*/ 3612 w 10056"/>
              <a:gd name="connsiteY9" fmla="*/ 6966 h 10000"/>
              <a:gd name="connsiteX10" fmla="*/ 3703 w 10056"/>
              <a:gd name="connsiteY10" fmla="*/ 7211 h 10000"/>
              <a:gd name="connsiteX11" fmla="*/ 3885 w 10056"/>
              <a:gd name="connsiteY11" fmla="*/ 7519 h 10000"/>
              <a:gd name="connsiteX12" fmla="*/ 4253 w 10056"/>
              <a:gd name="connsiteY12" fmla="*/ 8136 h 10000"/>
              <a:gd name="connsiteX13" fmla="*/ 4406 w 10056"/>
              <a:gd name="connsiteY13" fmla="*/ 8474 h 10000"/>
              <a:gd name="connsiteX14" fmla="*/ 4492 w 10056"/>
              <a:gd name="connsiteY14" fmla="*/ 8743 h 10000"/>
              <a:gd name="connsiteX15" fmla="*/ 4525 w 10056"/>
              <a:gd name="connsiteY15" fmla="*/ 9202 h 10000"/>
              <a:gd name="connsiteX16" fmla="*/ 4406 w 10056"/>
              <a:gd name="connsiteY16" fmla="*/ 9516 h 10000"/>
              <a:gd name="connsiteX17" fmla="*/ 4348 w 10056"/>
              <a:gd name="connsiteY17" fmla="*/ 9761 h 10000"/>
              <a:gd name="connsiteX18" fmla="*/ 4396 w 10056"/>
              <a:gd name="connsiteY18" fmla="*/ 9882 h 10000"/>
              <a:gd name="connsiteX19" fmla="*/ 4573 w 10056"/>
              <a:gd name="connsiteY19" fmla="*/ 9992 h 10000"/>
              <a:gd name="connsiteX20" fmla="*/ 5253 w 10056"/>
              <a:gd name="connsiteY20" fmla="*/ 9992 h 10000"/>
              <a:gd name="connsiteX21" fmla="*/ 5879 w 10056"/>
              <a:gd name="connsiteY21" fmla="*/ 9975 h 10000"/>
              <a:gd name="connsiteX22" fmla="*/ 6003 w 10056"/>
              <a:gd name="connsiteY22" fmla="*/ 9843 h 10000"/>
              <a:gd name="connsiteX23" fmla="*/ 5994 w 10056"/>
              <a:gd name="connsiteY23" fmla="*/ 9622 h 10000"/>
              <a:gd name="connsiteX24" fmla="*/ 5865 w 10056"/>
              <a:gd name="connsiteY24" fmla="*/ 9395 h 10000"/>
              <a:gd name="connsiteX25" fmla="*/ 5817 w 10056"/>
              <a:gd name="connsiteY25" fmla="*/ 9115 h 10000"/>
              <a:gd name="connsiteX26" fmla="*/ 5812 w 10056"/>
              <a:gd name="connsiteY26" fmla="*/ 8767 h 10000"/>
              <a:gd name="connsiteX27" fmla="*/ 5903 w 10056"/>
              <a:gd name="connsiteY27" fmla="*/ 8418 h 10000"/>
              <a:gd name="connsiteX28" fmla="*/ 6113 w 10056"/>
              <a:gd name="connsiteY28" fmla="*/ 7901 h 10000"/>
              <a:gd name="connsiteX29" fmla="*/ 6228 w 10056"/>
              <a:gd name="connsiteY29" fmla="*/ 7632 h 10000"/>
              <a:gd name="connsiteX30" fmla="*/ 6324 w 10056"/>
              <a:gd name="connsiteY30" fmla="*/ 7515 h 10000"/>
              <a:gd name="connsiteX31" fmla="*/ 6663 w 10056"/>
              <a:gd name="connsiteY31" fmla="*/ 7732 h 10000"/>
              <a:gd name="connsiteX32" fmla="*/ 7031 w 10056"/>
              <a:gd name="connsiteY32" fmla="*/ 7853 h 10000"/>
              <a:gd name="connsiteX33" fmla="*/ 7600 w 10056"/>
              <a:gd name="connsiteY33" fmla="*/ 7953 h 10000"/>
              <a:gd name="connsiteX34" fmla="*/ 8035 w 10056"/>
              <a:gd name="connsiteY34" fmla="*/ 7978 h 10000"/>
              <a:gd name="connsiteX35" fmla="*/ 8432 w 10056"/>
              <a:gd name="connsiteY35" fmla="*/ 8149 h 10000"/>
              <a:gd name="connsiteX36" fmla="*/ 8680 w 10056"/>
              <a:gd name="connsiteY36" fmla="*/ 8295 h 10000"/>
              <a:gd name="connsiteX37" fmla="*/ 8914 w 10056"/>
              <a:gd name="connsiteY37" fmla="*/ 8336 h 10000"/>
              <a:gd name="connsiteX38" fmla="*/ 8891 w 10056"/>
              <a:gd name="connsiteY38" fmla="*/ 8201 h 10000"/>
              <a:gd name="connsiteX39" fmla="*/ 8623 w 10056"/>
              <a:gd name="connsiteY39" fmla="*/ 8060 h 10000"/>
              <a:gd name="connsiteX40" fmla="*/ 8441 w 10056"/>
              <a:gd name="connsiteY40" fmla="*/ 7901 h 10000"/>
              <a:gd name="connsiteX41" fmla="*/ 8417 w 10056"/>
              <a:gd name="connsiteY41" fmla="*/ 7753 h 10000"/>
              <a:gd name="connsiteX42" fmla="*/ 8628 w 10056"/>
              <a:gd name="connsiteY42" fmla="*/ 7601 h 10000"/>
              <a:gd name="connsiteX43" fmla="*/ 8828 w 10056"/>
              <a:gd name="connsiteY43" fmla="*/ 7432 h 10000"/>
              <a:gd name="connsiteX44" fmla="*/ 8537 w 10056"/>
              <a:gd name="connsiteY44" fmla="*/ 7098 h 10000"/>
              <a:gd name="connsiteX45" fmla="*/ 8862 w 10056"/>
              <a:gd name="connsiteY45" fmla="*/ 6787 h 10000"/>
              <a:gd name="connsiteX46" fmla="*/ 8986 w 10056"/>
              <a:gd name="connsiteY46" fmla="*/ 6697 h 10000"/>
              <a:gd name="connsiteX47" fmla="*/ 8934 w 10056"/>
              <a:gd name="connsiteY47" fmla="*/ 6577 h 10000"/>
              <a:gd name="connsiteX48" fmla="*/ 8690 w 10056"/>
              <a:gd name="connsiteY48" fmla="*/ 6666 h 10000"/>
              <a:gd name="connsiteX49" fmla="*/ 8341 w 10056"/>
              <a:gd name="connsiteY49" fmla="*/ 6860 h 10000"/>
              <a:gd name="connsiteX50" fmla="*/ 8040 w 10056"/>
              <a:gd name="connsiteY50" fmla="*/ 6822 h 10000"/>
              <a:gd name="connsiteX51" fmla="*/ 7543 w 10056"/>
              <a:gd name="connsiteY51" fmla="*/ 6711 h 10000"/>
              <a:gd name="connsiteX52" fmla="*/ 7022 w 10056"/>
              <a:gd name="connsiteY52" fmla="*/ 6697 h 10000"/>
              <a:gd name="connsiteX53" fmla="*/ 6615 w 10056"/>
              <a:gd name="connsiteY53" fmla="*/ 6728 h 10000"/>
              <a:gd name="connsiteX54" fmla="*/ 6606 w 10056"/>
              <a:gd name="connsiteY54" fmla="*/ 6577 h 10000"/>
              <a:gd name="connsiteX55" fmla="*/ 6701 w 10056"/>
              <a:gd name="connsiteY55" fmla="*/ 6225 h 10000"/>
              <a:gd name="connsiteX56" fmla="*/ 6759 w 10056"/>
              <a:gd name="connsiteY56" fmla="*/ 5824 h 10000"/>
              <a:gd name="connsiteX57" fmla="*/ 6682 w 10056"/>
              <a:gd name="connsiteY57" fmla="*/ 5327 h 10000"/>
              <a:gd name="connsiteX58" fmla="*/ 6500 w 10056"/>
              <a:gd name="connsiteY58" fmla="*/ 4683 h 10000"/>
              <a:gd name="connsiteX59" fmla="*/ 6314 w 10056"/>
              <a:gd name="connsiteY59" fmla="*/ 4110 h 10000"/>
              <a:gd name="connsiteX60" fmla="*/ 6018 w 10056"/>
              <a:gd name="connsiteY60" fmla="*/ 3296 h 10000"/>
              <a:gd name="connsiteX61" fmla="*/ 5970 w 10056"/>
              <a:gd name="connsiteY61" fmla="*/ 2202 h 10000"/>
              <a:gd name="connsiteX62" fmla="*/ 7222 w 10056"/>
              <a:gd name="connsiteY62" fmla="*/ 825 h 10000"/>
              <a:gd name="connsiteX63" fmla="*/ 8369 w 10056"/>
              <a:gd name="connsiteY63" fmla="*/ 325 h 10000"/>
              <a:gd name="connsiteX64" fmla="*/ 9216 w 10056"/>
              <a:gd name="connsiteY64" fmla="*/ 367 h 10000"/>
              <a:gd name="connsiteX65" fmla="*/ 9837 w 10056"/>
              <a:gd name="connsiteY65" fmla="*/ 647 h 10000"/>
              <a:gd name="connsiteX66" fmla="*/ 10047 w 10056"/>
              <a:gd name="connsiteY66" fmla="*/ 619 h 10000"/>
              <a:gd name="connsiteX67" fmla="*/ 9937 w 10056"/>
              <a:gd name="connsiteY67" fmla="*/ 342 h 10000"/>
              <a:gd name="connsiteX68" fmla="*/ 9206 w 10056"/>
              <a:gd name="connsiteY68" fmla="*/ 73 h 10000"/>
              <a:gd name="connsiteX69" fmla="*/ 8393 w 10056"/>
              <a:gd name="connsiteY69" fmla="*/ 29 h 10000"/>
              <a:gd name="connsiteX70" fmla="*/ 7213 w 10056"/>
              <a:gd name="connsiteY70" fmla="*/ 443 h 10000"/>
              <a:gd name="connsiteX71" fmla="*/ 6065 w 10056"/>
              <a:gd name="connsiteY71" fmla="*/ 1399 h 10000"/>
              <a:gd name="connsiteX72" fmla="*/ 5664 w 10056"/>
              <a:gd name="connsiteY72" fmla="*/ 1827 h 10000"/>
              <a:gd name="connsiteX73" fmla="*/ 5439 w 10056"/>
              <a:gd name="connsiteY73" fmla="*/ 1726 h 10000"/>
              <a:gd name="connsiteX74" fmla="*/ 5272 w 10056"/>
              <a:gd name="connsiteY74" fmla="*/ 1257 h 10000"/>
              <a:gd name="connsiteX75" fmla="*/ 4946 w 10056"/>
              <a:gd name="connsiteY75" fmla="*/ 1229 h 10000"/>
              <a:gd name="connsiteX76" fmla="*/ 4822 w 10056"/>
              <a:gd name="connsiteY76" fmla="*/ 1498 h 10000"/>
              <a:gd name="connsiteX77" fmla="*/ 4630 w 10056"/>
              <a:gd name="connsiteY77" fmla="*/ 1864 h 10000"/>
              <a:gd name="connsiteX78" fmla="*/ 3746 w 10056"/>
              <a:gd name="connsiteY78" fmla="*/ 1482 h 10000"/>
              <a:gd name="connsiteX79" fmla="*/ 3689 w 10056"/>
              <a:gd name="connsiteY79" fmla="*/ 1092 h 10000"/>
              <a:gd name="connsiteX80" fmla="*/ 2967 w 10056"/>
              <a:gd name="connsiteY80" fmla="*/ 543 h 10000"/>
              <a:gd name="connsiteX81" fmla="*/ 2232 w 10056"/>
              <a:gd name="connsiteY81" fmla="*/ 681 h 10000"/>
              <a:gd name="connsiteX82" fmla="*/ 1877 w 10056"/>
              <a:gd name="connsiteY82" fmla="*/ 174 h 10000"/>
              <a:gd name="connsiteX83" fmla="*/ 955 w 10056"/>
              <a:gd name="connsiteY83" fmla="*/ 205 h 10000"/>
              <a:gd name="connsiteX84" fmla="*/ 257 w 10056"/>
              <a:gd name="connsiteY84" fmla="*/ 526 h 10000"/>
              <a:gd name="connsiteX85" fmla="*/ 4 w 10056"/>
              <a:gd name="connsiteY85" fmla="*/ 1627 h 10000"/>
              <a:gd name="connsiteX86" fmla="*/ 77 w 10056"/>
              <a:gd name="connsiteY86" fmla="*/ 5390 h 10000"/>
              <a:gd name="connsiteX87" fmla="*/ 246 w 10056"/>
              <a:gd name="connsiteY87" fmla="*/ 3131 h 10000"/>
              <a:gd name="connsiteX88" fmla="*/ 370 w 10056"/>
              <a:gd name="connsiteY88" fmla="*/ 1809 h 10000"/>
              <a:gd name="connsiteX89" fmla="*/ 992 w 10056"/>
              <a:gd name="connsiteY89" fmla="*/ 484 h 10000"/>
              <a:gd name="connsiteX90" fmla="*/ 1299 w 10056"/>
              <a:gd name="connsiteY90" fmla="*/ 405 h 10000"/>
              <a:gd name="connsiteX91" fmla="*/ 2150 w 10056"/>
              <a:gd name="connsiteY91" fmla="*/ 1027 h 10000"/>
              <a:gd name="connsiteX92" fmla="*/ 2809 w 10056"/>
              <a:gd name="connsiteY92" fmla="*/ 784 h 10000"/>
              <a:gd name="connsiteX93" fmla="*/ 3225 w 10056"/>
              <a:gd name="connsiteY93" fmla="*/ 1116 h 10000"/>
              <a:gd name="connsiteX94" fmla="*/ 3349 w 10056"/>
              <a:gd name="connsiteY94" fmla="*/ 1731 h 10000"/>
              <a:gd name="connsiteX95" fmla="*/ 4066 w 10056"/>
              <a:gd name="connsiteY95" fmla="*/ 1988 h 10000"/>
              <a:gd name="connsiteX96" fmla="*/ 4286 w 10056"/>
              <a:gd name="connsiteY96" fmla="*/ 2395 h 10000"/>
              <a:gd name="connsiteX97" fmla="*/ 4267 w 10056"/>
              <a:gd name="connsiteY97" fmla="*/ 3082 h 10000"/>
              <a:gd name="connsiteX0" fmla="*/ 4267 w 10056"/>
              <a:gd name="connsiteY0" fmla="*/ 3082 h 10000"/>
              <a:gd name="connsiteX1" fmla="*/ 3875 w 10056"/>
              <a:gd name="connsiteY1" fmla="*/ 4620 h 10000"/>
              <a:gd name="connsiteX2" fmla="*/ 3756 w 10056"/>
              <a:gd name="connsiteY2" fmla="*/ 5348 h 10000"/>
              <a:gd name="connsiteX3" fmla="*/ 3641 w 10056"/>
              <a:gd name="connsiteY3" fmla="*/ 5680 h 10000"/>
              <a:gd name="connsiteX4" fmla="*/ 3349 w 10056"/>
              <a:gd name="connsiteY4" fmla="*/ 5969 h 10000"/>
              <a:gd name="connsiteX5" fmla="*/ 3201 w 10056"/>
              <a:gd name="connsiteY5" fmla="*/ 6121 h 10000"/>
              <a:gd name="connsiteX6" fmla="*/ 3110 w 10056"/>
              <a:gd name="connsiteY6" fmla="*/ 6269 h 10000"/>
              <a:gd name="connsiteX7" fmla="*/ 3211 w 10056"/>
              <a:gd name="connsiteY7" fmla="*/ 6439 h 10000"/>
              <a:gd name="connsiteX8" fmla="*/ 3464 w 10056"/>
              <a:gd name="connsiteY8" fmla="*/ 6625 h 10000"/>
              <a:gd name="connsiteX9" fmla="*/ 3612 w 10056"/>
              <a:gd name="connsiteY9" fmla="*/ 6966 h 10000"/>
              <a:gd name="connsiteX10" fmla="*/ 3703 w 10056"/>
              <a:gd name="connsiteY10" fmla="*/ 7211 h 10000"/>
              <a:gd name="connsiteX11" fmla="*/ 3885 w 10056"/>
              <a:gd name="connsiteY11" fmla="*/ 7519 h 10000"/>
              <a:gd name="connsiteX12" fmla="*/ 4253 w 10056"/>
              <a:gd name="connsiteY12" fmla="*/ 8136 h 10000"/>
              <a:gd name="connsiteX13" fmla="*/ 4406 w 10056"/>
              <a:gd name="connsiteY13" fmla="*/ 8474 h 10000"/>
              <a:gd name="connsiteX14" fmla="*/ 4492 w 10056"/>
              <a:gd name="connsiteY14" fmla="*/ 8743 h 10000"/>
              <a:gd name="connsiteX15" fmla="*/ 4525 w 10056"/>
              <a:gd name="connsiteY15" fmla="*/ 9202 h 10000"/>
              <a:gd name="connsiteX16" fmla="*/ 4406 w 10056"/>
              <a:gd name="connsiteY16" fmla="*/ 9516 h 10000"/>
              <a:gd name="connsiteX17" fmla="*/ 4348 w 10056"/>
              <a:gd name="connsiteY17" fmla="*/ 9761 h 10000"/>
              <a:gd name="connsiteX18" fmla="*/ 4396 w 10056"/>
              <a:gd name="connsiteY18" fmla="*/ 9882 h 10000"/>
              <a:gd name="connsiteX19" fmla="*/ 4573 w 10056"/>
              <a:gd name="connsiteY19" fmla="*/ 9992 h 10000"/>
              <a:gd name="connsiteX20" fmla="*/ 5253 w 10056"/>
              <a:gd name="connsiteY20" fmla="*/ 9992 h 10000"/>
              <a:gd name="connsiteX21" fmla="*/ 5879 w 10056"/>
              <a:gd name="connsiteY21" fmla="*/ 9975 h 10000"/>
              <a:gd name="connsiteX22" fmla="*/ 6003 w 10056"/>
              <a:gd name="connsiteY22" fmla="*/ 9843 h 10000"/>
              <a:gd name="connsiteX23" fmla="*/ 5994 w 10056"/>
              <a:gd name="connsiteY23" fmla="*/ 9622 h 10000"/>
              <a:gd name="connsiteX24" fmla="*/ 5865 w 10056"/>
              <a:gd name="connsiteY24" fmla="*/ 9395 h 10000"/>
              <a:gd name="connsiteX25" fmla="*/ 5817 w 10056"/>
              <a:gd name="connsiteY25" fmla="*/ 9115 h 10000"/>
              <a:gd name="connsiteX26" fmla="*/ 5812 w 10056"/>
              <a:gd name="connsiteY26" fmla="*/ 8767 h 10000"/>
              <a:gd name="connsiteX27" fmla="*/ 5903 w 10056"/>
              <a:gd name="connsiteY27" fmla="*/ 8418 h 10000"/>
              <a:gd name="connsiteX28" fmla="*/ 6113 w 10056"/>
              <a:gd name="connsiteY28" fmla="*/ 7901 h 10000"/>
              <a:gd name="connsiteX29" fmla="*/ 6228 w 10056"/>
              <a:gd name="connsiteY29" fmla="*/ 7632 h 10000"/>
              <a:gd name="connsiteX30" fmla="*/ 6324 w 10056"/>
              <a:gd name="connsiteY30" fmla="*/ 7515 h 10000"/>
              <a:gd name="connsiteX31" fmla="*/ 6663 w 10056"/>
              <a:gd name="connsiteY31" fmla="*/ 7732 h 10000"/>
              <a:gd name="connsiteX32" fmla="*/ 7031 w 10056"/>
              <a:gd name="connsiteY32" fmla="*/ 7853 h 10000"/>
              <a:gd name="connsiteX33" fmla="*/ 7600 w 10056"/>
              <a:gd name="connsiteY33" fmla="*/ 7953 h 10000"/>
              <a:gd name="connsiteX34" fmla="*/ 8035 w 10056"/>
              <a:gd name="connsiteY34" fmla="*/ 7978 h 10000"/>
              <a:gd name="connsiteX35" fmla="*/ 8432 w 10056"/>
              <a:gd name="connsiteY35" fmla="*/ 8149 h 10000"/>
              <a:gd name="connsiteX36" fmla="*/ 8680 w 10056"/>
              <a:gd name="connsiteY36" fmla="*/ 8295 h 10000"/>
              <a:gd name="connsiteX37" fmla="*/ 8914 w 10056"/>
              <a:gd name="connsiteY37" fmla="*/ 8336 h 10000"/>
              <a:gd name="connsiteX38" fmla="*/ 8891 w 10056"/>
              <a:gd name="connsiteY38" fmla="*/ 8201 h 10000"/>
              <a:gd name="connsiteX39" fmla="*/ 8623 w 10056"/>
              <a:gd name="connsiteY39" fmla="*/ 8060 h 10000"/>
              <a:gd name="connsiteX40" fmla="*/ 8441 w 10056"/>
              <a:gd name="connsiteY40" fmla="*/ 7901 h 10000"/>
              <a:gd name="connsiteX41" fmla="*/ 8417 w 10056"/>
              <a:gd name="connsiteY41" fmla="*/ 7753 h 10000"/>
              <a:gd name="connsiteX42" fmla="*/ 8628 w 10056"/>
              <a:gd name="connsiteY42" fmla="*/ 7601 h 10000"/>
              <a:gd name="connsiteX43" fmla="*/ 8828 w 10056"/>
              <a:gd name="connsiteY43" fmla="*/ 7432 h 10000"/>
              <a:gd name="connsiteX44" fmla="*/ 8537 w 10056"/>
              <a:gd name="connsiteY44" fmla="*/ 7098 h 10000"/>
              <a:gd name="connsiteX45" fmla="*/ 8862 w 10056"/>
              <a:gd name="connsiteY45" fmla="*/ 6787 h 10000"/>
              <a:gd name="connsiteX46" fmla="*/ 8986 w 10056"/>
              <a:gd name="connsiteY46" fmla="*/ 6697 h 10000"/>
              <a:gd name="connsiteX47" fmla="*/ 8934 w 10056"/>
              <a:gd name="connsiteY47" fmla="*/ 6577 h 10000"/>
              <a:gd name="connsiteX48" fmla="*/ 8690 w 10056"/>
              <a:gd name="connsiteY48" fmla="*/ 6666 h 10000"/>
              <a:gd name="connsiteX49" fmla="*/ 8341 w 10056"/>
              <a:gd name="connsiteY49" fmla="*/ 6860 h 10000"/>
              <a:gd name="connsiteX50" fmla="*/ 8040 w 10056"/>
              <a:gd name="connsiteY50" fmla="*/ 6822 h 10000"/>
              <a:gd name="connsiteX51" fmla="*/ 7543 w 10056"/>
              <a:gd name="connsiteY51" fmla="*/ 6711 h 10000"/>
              <a:gd name="connsiteX52" fmla="*/ 7022 w 10056"/>
              <a:gd name="connsiteY52" fmla="*/ 6697 h 10000"/>
              <a:gd name="connsiteX53" fmla="*/ 6615 w 10056"/>
              <a:gd name="connsiteY53" fmla="*/ 6728 h 10000"/>
              <a:gd name="connsiteX54" fmla="*/ 6606 w 10056"/>
              <a:gd name="connsiteY54" fmla="*/ 6577 h 10000"/>
              <a:gd name="connsiteX55" fmla="*/ 6701 w 10056"/>
              <a:gd name="connsiteY55" fmla="*/ 6225 h 10000"/>
              <a:gd name="connsiteX56" fmla="*/ 6759 w 10056"/>
              <a:gd name="connsiteY56" fmla="*/ 5824 h 10000"/>
              <a:gd name="connsiteX57" fmla="*/ 6682 w 10056"/>
              <a:gd name="connsiteY57" fmla="*/ 5327 h 10000"/>
              <a:gd name="connsiteX58" fmla="*/ 6500 w 10056"/>
              <a:gd name="connsiteY58" fmla="*/ 4683 h 10000"/>
              <a:gd name="connsiteX59" fmla="*/ 6314 w 10056"/>
              <a:gd name="connsiteY59" fmla="*/ 4110 h 10000"/>
              <a:gd name="connsiteX60" fmla="*/ 6018 w 10056"/>
              <a:gd name="connsiteY60" fmla="*/ 3296 h 10000"/>
              <a:gd name="connsiteX61" fmla="*/ 5970 w 10056"/>
              <a:gd name="connsiteY61" fmla="*/ 2202 h 10000"/>
              <a:gd name="connsiteX62" fmla="*/ 7222 w 10056"/>
              <a:gd name="connsiteY62" fmla="*/ 825 h 10000"/>
              <a:gd name="connsiteX63" fmla="*/ 8369 w 10056"/>
              <a:gd name="connsiteY63" fmla="*/ 325 h 10000"/>
              <a:gd name="connsiteX64" fmla="*/ 9216 w 10056"/>
              <a:gd name="connsiteY64" fmla="*/ 367 h 10000"/>
              <a:gd name="connsiteX65" fmla="*/ 9837 w 10056"/>
              <a:gd name="connsiteY65" fmla="*/ 647 h 10000"/>
              <a:gd name="connsiteX66" fmla="*/ 10047 w 10056"/>
              <a:gd name="connsiteY66" fmla="*/ 619 h 10000"/>
              <a:gd name="connsiteX67" fmla="*/ 9937 w 10056"/>
              <a:gd name="connsiteY67" fmla="*/ 342 h 10000"/>
              <a:gd name="connsiteX68" fmla="*/ 9206 w 10056"/>
              <a:gd name="connsiteY68" fmla="*/ 73 h 10000"/>
              <a:gd name="connsiteX69" fmla="*/ 8393 w 10056"/>
              <a:gd name="connsiteY69" fmla="*/ 29 h 10000"/>
              <a:gd name="connsiteX70" fmla="*/ 7213 w 10056"/>
              <a:gd name="connsiteY70" fmla="*/ 443 h 10000"/>
              <a:gd name="connsiteX71" fmla="*/ 6065 w 10056"/>
              <a:gd name="connsiteY71" fmla="*/ 1399 h 10000"/>
              <a:gd name="connsiteX72" fmla="*/ 5664 w 10056"/>
              <a:gd name="connsiteY72" fmla="*/ 1827 h 10000"/>
              <a:gd name="connsiteX73" fmla="*/ 5439 w 10056"/>
              <a:gd name="connsiteY73" fmla="*/ 1726 h 10000"/>
              <a:gd name="connsiteX74" fmla="*/ 5272 w 10056"/>
              <a:gd name="connsiteY74" fmla="*/ 1257 h 10000"/>
              <a:gd name="connsiteX75" fmla="*/ 4946 w 10056"/>
              <a:gd name="connsiteY75" fmla="*/ 1229 h 10000"/>
              <a:gd name="connsiteX76" fmla="*/ 4822 w 10056"/>
              <a:gd name="connsiteY76" fmla="*/ 1498 h 10000"/>
              <a:gd name="connsiteX77" fmla="*/ 4630 w 10056"/>
              <a:gd name="connsiteY77" fmla="*/ 1864 h 10000"/>
              <a:gd name="connsiteX78" fmla="*/ 3746 w 10056"/>
              <a:gd name="connsiteY78" fmla="*/ 1482 h 10000"/>
              <a:gd name="connsiteX79" fmla="*/ 3689 w 10056"/>
              <a:gd name="connsiteY79" fmla="*/ 1092 h 10000"/>
              <a:gd name="connsiteX80" fmla="*/ 2967 w 10056"/>
              <a:gd name="connsiteY80" fmla="*/ 543 h 10000"/>
              <a:gd name="connsiteX81" fmla="*/ 2232 w 10056"/>
              <a:gd name="connsiteY81" fmla="*/ 681 h 10000"/>
              <a:gd name="connsiteX82" fmla="*/ 1877 w 10056"/>
              <a:gd name="connsiteY82" fmla="*/ 174 h 10000"/>
              <a:gd name="connsiteX83" fmla="*/ 955 w 10056"/>
              <a:gd name="connsiteY83" fmla="*/ 205 h 10000"/>
              <a:gd name="connsiteX84" fmla="*/ 287 w 10056"/>
              <a:gd name="connsiteY84" fmla="*/ 876 h 10000"/>
              <a:gd name="connsiteX85" fmla="*/ 4 w 10056"/>
              <a:gd name="connsiteY85" fmla="*/ 1627 h 10000"/>
              <a:gd name="connsiteX86" fmla="*/ 77 w 10056"/>
              <a:gd name="connsiteY86" fmla="*/ 5390 h 10000"/>
              <a:gd name="connsiteX87" fmla="*/ 246 w 10056"/>
              <a:gd name="connsiteY87" fmla="*/ 3131 h 10000"/>
              <a:gd name="connsiteX88" fmla="*/ 370 w 10056"/>
              <a:gd name="connsiteY88" fmla="*/ 1809 h 10000"/>
              <a:gd name="connsiteX89" fmla="*/ 992 w 10056"/>
              <a:gd name="connsiteY89" fmla="*/ 484 h 10000"/>
              <a:gd name="connsiteX90" fmla="*/ 1299 w 10056"/>
              <a:gd name="connsiteY90" fmla="*/ 405 h 10000"/>
              <a:gd name="connsiteX91" fmla="*/ 2150 w 10056"/>
              <a:gd name="connsiteY91" fmla="*/ 1027 h 10000"/>
              <a:gd name="connsiteX92" fmla="*/ 2809 w 10056"/>
              <a:gd name="connsiteY92" fmla="*/ 784 h 10000"/>
              <a:gd name="connsiteX93" fmla="*/ 3225 w 10056"/>
              <a:gd name="connsiteY93" fmla="*/ 1116 h 10000"/>
              <a:gd name="connsiteX94" fmla="*/ 3349 w 10056"/>
              <a:gd name="connsiteY94" fmla="*/ 1731 h 10000"/>
              <a:gd name="connsiteX95" fmla="*/ 4066 w 10056"/>
              <a:gd name="connsiteY95" fmla="*/ 1988 h 10000"/>
              <a:gd name="connsiteX96" fmla="*/ 4286 w 10056"/>
              <a:gd name="connsiteY96" fmla="*/ 2395 h 10000"/>
              <a:gd name="connsiteX97" fmla="*/ 4267 w 10056"/>
              <a:gd name="connsiteY97" fmla="*/ 3082 h 10000"/>
              <a:gd name="connsiteX0" fmla="*/ 4267 w 10056"/>
              <a:gd name="connsiteY0" fmla="*/ 3082 h 10000"/>
              <a:gd name="connsiteX1" fmla="*/ 3875 w 10056"/>
              <a:gd name="connsiteY1" fmla="*/ 4620 h 10000"/>
              <a:gd name="connsiteX2" fmla="*/ 3756 w 10056"/>
              <a:gd name="connsiteY2" fmla="*/ 5348 h 10000"/>
              <a:gd name="connsiteX3" fmla="*/ 3641 w 10056"/>
              <a:gd name="connsiteY3" fmla="*/ 5680 h 10000"/>
              <a:gd name="connsiteX4" fmla="*/ 3349 w 10056"/>
              <a:gd name="connsiteY4" fmla="*/ 5969 h 10000"/>
              <a:gd name="connsiteX5" fmla="*/ 3201 w 10056"/>
              <a:gd name="connsiteY5" fmla="*/ 6121 h 10000"/>
              <a:gd name="connsiteX6" fmla="*/ 3110 w 10056"/>
              <a:gd name="connsiteY6" fmla="*/ 6269 h 10000"/>
              <a:gd name="connsiteX7" fmla="*/ 3211 w 10056"/>
              <a:gd name="connsiteY7" fmla="*/ 6439 h 10000"/>
              <a:gd name="connsiteX8" fmla="*/ 3464 w 10056"/>
              <a:gd name="connsiteY8" fmla="*/ 6625 h 10000"/>
              <a:gd name="connsiteX9" fmla="*/ 3612 w 10056"/>
              <a:gd name="connsiteY9" fmla="*/ 6966 h 10000"/>
              <a:gd name="connsiteX10" fmla="*/ 3703 w 10056"/>
              <a:gd name="connsiteY10" fmla="*/ 7211 h 10000"/>
              <a:gd name="connsiteX11" fmla="*/ 3885 w 10056"/>
              <a:gd name="connsiteY11" fmla="*/ 7519 h 10000"/>
              <a:gd name="connsiteX12" fmla="*/ 4253 w 10056"/>
              <a:gd name="connsiteY12" fmla="*/ 8136 h 10000"/>
              <a:gd name="connsiteX13" fmla="*/ 4406 w 10056"/>
              <a:gd name="connsiteY13" fmla="*/ 8474 h 10000"/>
              <a:gd name="connsiteX14" fmla="*/ 4492 w 10056"/>
              <a:gd name="connsiteY14" fmla="*/ 8743 h 10000"/>
              <a:gd name="connsiteX15" fmla="*/ 4525 w 10056"/>
              <a:gd name="connsiteY15" fmla="*/ 9202 h 10000"/>
              <a:gd name="connsiteX16" fmla="*/ 4406 w 10056"/>
              <a:gd name="connsiteY16" fmla="*/ 9516 h 10000"/>
              <a:gd name="connsiteX17" fmla="*/ 4348 w 10056"/>
              <a:gd name="connsiteY17" fmla="*/ 9761 h 10000"/>
              <a:gd name="connsiteX18" fmla="*/ 4396 w 10056"/>
              <a:gd name="connsiteY18" fmla="*/ 9882 h 10000"/>
              <a:gd name="connsiteX19" fmla="*/ 4573 w 10056"/>
              <a:gd name="connsiteY19" fmla="*/ 9992 h 10000"/>
              <a:gd name="connsiteX20" fmla="*/ 5253 w 10056"/>
              <a:gd name="connsiteY20" fmla="*/ 9992 h 10000"/>
              <a:gd name="connsiteX21" fmla="*/ 5879 w 10056"/>
              <a:gd name="connsiteY21" fmla="*/ 9975 h 10000"/>
              <a:gd name="connsiteX22" fmla="*/ 6003 w 10056"/>
              <a:gd name="connsiteY22" fmla="*/ 9843 h 10000"/>
              <a:gd name="connsiteX23" fmla="*/ 5994 w 10056"/>
              <a:gd name="connsiteY23" fmla="*/ 9622 h 10000"/>
              <a:gd name="connsiteX24" fmla="*/ 5865 w 10056"/>
              <a:gd name="connsiteY24" fmla="*/ 9395 h 10000"/>
              <a:gd name="connsiteX25" fmla="*/ 5817 w 10056"/>
              <a:gd name="connsiteY25" fmla="*/ 9115 h 10000"/>
              <a:gd name="connsiteX26" fmla="*/ 5812 w 10056"/>
              <a:gd name="connsiteY26" fmla="*/ 8767 h 10000"/>
              <a:gd name="connsiteX27" fmla="*/ 5903 w 10056"/>
              <a:gd name="connsiteY27" fmla="*/ 8418 h 10000"/>
              <a:gd name="connsiteX28" fmla="*/ 6113 w 10056"/>
              <a:gd name="connsiteY28" fmla="*/ 7901 h 10000"/>
              <a:gd name="connsiteX29" fmla="*/ 6228 w 10056"/>
              <a:gd name="connsiteY29" fmla="*/ 7632 h 10000"/>
              <a:gd name="connsiteX30" fmla="*/ 6324 w 10056"/>
              <a:gd name="connsiteY30" fmla="*/ 7515 h 10000"/>
              <a:gd name="connsiteX31" fmla="*/ 6663 w 10056"/>
              <a:gd name="connsiteY31" fmla="*/ 7732 h 10000"/>
              <a:gd name="connsiteX32" fmla="*/ 7031 w 10056"/>
              <a:gd name="connsiteY32" fmla="*/ 7853 h 10000"/>
              <a:gd name="connsiteX33" fmla="*/ 7600 w 10056"/>
              <a:gd name="connsiteY33" fmla="*/ 7953 h 10000"/>
              <a:gd name="connsiteX34" fmla="*/ 8035 w 10056"/>
              <a:gd name="connsiteY34" fmla="*/ 7978 h 10000"/>
              <a:gd name="connsiteX35" fmla="*/ 8432 w 10056"/>
              <a:gd name="connsiteY35" fmla="*/ 8149 h 10000"/>
              <a:gd name="connsiteX36" fmla="*/ 8680 w 10056"/>
              <a:gd name="connsiteY36" fmla="*/ 8295 h 10000"/>
              <a:gd name="connsiteX37" fmla="*/ 8914 w 10056"/>
              <a:gd name="connsiteY37" fmla="*/ 8336 h 10000"/>
              <a:gd name="connsiteX38" fmla="*/ 8891 w 10056"/>
              <a:gd name="connsiteY38" fmla="*/ 8201 h 10000"/>
              <a:gd name="connsiteX39" fmla="*/ 8623 w 10056"/>
              <a:gd name="connsiteY39" fmla="*/ 8060 h 10000"/>
              <a:gd name="connsiteX40" fmla="*/ 8441 w 10056"/>
              <a:gd name="connsiteY40" fmla="*/ 7901 h 10000"/>
              <a:gd name="connsiteX41" fmla="*/ 8417 w 10056"/>
              <a:gd name="connsiteY41" fmla="*/ 7753 h 10000"/>
              <a:gd name="connsiteX42" fmla="*/ 8628 w 10056"/>
              <a:gd name="connsiteY42" fmla="*/ 7601 h 10000"/>
              <a:gd name="connsiteX43" fmla="*/ 8828 w 10056"/>
              <a:gd name="connsiteY43" fmla="*/ 7432 h 10000"/>
              <a:gd name="connsiteX44" fmla="*/ 8537 w 10056"/>
              <a:gd name="connsiteY44" fmla="*/ 7098 h 10000"/>
              <a:gd name="connsiteX45" fmla="*/ 8862 w 10056"/>
              <a:gd name="connsiteY45" fmla="*/ 6787 h 10000"/>
              <a:gd name="connsiteX46" fmla="*/ 8986 w 10056"/>
              <a:gd name="connsiteY46" fmla="*/ 6697 h 10000"/>
              <a:gd name="connsiteX47" fmla="*/ 8934 w 10056"/>
              <a:gd name="connsiteY47" fmla="*/ 6577 h 10000"/>
              <a:gd name="connsiteX48" fmla="*/ 8690 w 10056"/>
              <a:gd name="connsiteY48" fmla="*/ 6666 h 10000"/>
              <a:gd name="connsiteX49" fmla="*/ 8341 w 10056"/>
              <a:gd name="connsiteY49" fmla="*/ 6860 h 10000"/>
              <a:gd name="connsiteX50" fmla="*/ 8040 w 10056"/>
              <a:gd name="connsiteY50" fmla="*/ 6822 h 10000"/>
              <a:gd name="connsiteX51" fmla="*/ 7543 w 10056"/>
              <a:gd name="connsiteY51" fmla="*/ 6711 h 10000"/>
              <a:gd name="connsiteX52" fmla="*/ 7022 w 10056"/>
              <a:gd name="connsiteY52" fmla="*/ 6697 h 10000"/>
              <a:gd name="connsiteX53" fmla="*/ 6615 w 10056"/>
              <a:gd name="connsiteY53" fmla="*/ 6728 h 10000"/>
              <a:gd name="connsiteX54" fmla="*/ 6606 w 10056"/>
              <a:gd name="connsiteY54" fmla="*/ 6577 h 10000"/>
              <a:gd name="connsiteX55" fmla="*/ 6701 w 10056"/>
              <a:gd name="connsiteY55" fmla="*/ 6225 h 10000"/>
              <a:gd name="connsiteX56" fmla="*/ 6759 w 10056"/>
              <a:gd name="connsiteY56" fmla="*/ 5824 h 10000"/>
              <a:gd name="connsiteX57" fmla="*/ 6682 w 10056"/>
              <a:gd name="connsiteY57" fmla="*/ 5327 h 10000"/>
              <a:gd name="connsiteX58" fmla="*/ 6500 w 10056"/>
              <a:gd name="connsiteY58" fmla="*/ 4683 h 10000"/>
              <a:gd name="connsiteX59" fmla="*/ 6314 w 10056"/>
              <a:gd name="connsiteY59" fmla="*/ 4110 h 10000"/>
              <a:gd name="connsiteX60" fmla="*/ 6018 w 10056"/>
              <a:gd name="connsiteY60" fmla="*/ 3296 h 10000"/>
              <a:gd name="connsiteX61" fmla="*/ 5970 w 10056"/>
              <a:gd name="connsiteY61" fmla="*/ 2202 h 10000"/>
              <a:gd name="connsiteX62" fmla="*/ 7222 w 10056"/>
              <a:gd name="connsiteY62" fmla="*/ 825 h 10000"/>
              <a:gd name="connsiteX63" fmla="*/ 8369 w 10056"/>
              <a:gd name="connsiteY63" fmla="*/ 325 h 10000"/>
              <a:gd name="connsiteX64" fmla="*/ 9216 w 10056"/>
              <a:gd name="connsiteY64" fmla="*/ 367 h 10000"/>
              <a:gd name="connsiteX65" fmla="*/ 9837 w 10056"/>
              <a:gd name="connsiteY65" fmla="*/ 647 h 10000"/>
              <a:gd name="connsiteX66" fmla="*/ 10047 w 10056"/>
              <a:gd name="connsiteY66" fmla="*/ 619 h 10000"/>
              <a:gd name="connsiteX67" fmla="*/ 9937 w 10056"/>
              <a:gd name="connsiteY67" fmla="*/ 342 h 10000"/>
              <a:gd name="connsiteX68" fmla="*/ 9206 w 10056"/>
              <a:gd name="connsiteY68" fmla="*/ 73 h 10000"/>
              <a:gd name="connsiteX69" fmla="*/ 8393 w 10056"/>
              <a:gd name="connsiteY69" fmla="*/ 29 h 10000"/>
              <a:gd name="connsiteX70" fmla="*/ 7213 w 10056"/>
              <a:gd name="connsiteY70" fmla="*/ 443 h 10000"/>
              <a:gd name="connsiteX71" fmla="*/ 6065 w 10056"/>
              <a:gd name="connsiteY71" fmla="*/ 1399 h 10000"/>
              <a:gd name="connsiteX72" fmla="*/ 5664 w 10056"/>
              <a:gd name="connsiteY72" fmla="*/ 1827 h 10000"/>
              <a:gd name="connsiteX73" fmla="*/ 5439 w 10056"/>
              <a:gd name="connsiteY73" fmla="*/ 1726 h 10000"/>
              <a:gd name="connsiteX74" fmla="*/ 5272 w 10056"/>
              <a:gd name="connsiteY74" fmla="*/ 1257 h 10000"/>
              <a:gd name="connsiteX75" fmla="*/ 4946 w 10056"/>
              <a:gd name="connsiteY75" fmla="*/ 1229 h 10000"/>
              <a:gd name="connsiteX76" fmla="*/ 4822 w 10056"/>
              <a:gd name="connsiteY76" fmla="*/ 1498 h 10000"/>
              <a:gd name="connsiteX77" fmla="*/ 4630 w 10056"/>
              <a:gd name="connsiteY77" fmla="*/ 1864 h 10000"/>
              <a:gd name="connsiteX78" fmla="*/ 3746 w 10056"/>
              <a:gd name="connsiteY78" fmla="*/ 1482 h 10000"/>
              <a:gd name="connsiteX79" fmla="*/ 3689 w 10056"/>
              <a:gd name="connsiteY79" fmla="*/ 1092 h 10000"/>
              <a:gd name="connsiteX80" fmla="*/ 2967 w 10056"/>
              <a:gd name="connsiteY80" fmla="*/ 543 h 10000"/>
              <a:gd name="connsiteX81" fmla="*/ 2232 w 10056"/>
              <a:gd name="connsiteY81" fmla="*/ 681 h 10000"/>
              <a:gd name="connsiteX82" fmla="*/ 1877 w 10056"/>
              <a:gd name="connsiteY82" fmla="*/ 174 h 10000"/>
              <a:gd name="connsiteX83" fmla="*/ 955 w 10056"/>
              <a:gd name="connsiteY83" fmla="*/ 205 h 10000"/>
              <a:gd name="connsiteX84" fmla="*/ 287 w 10056"/>
              <a:gd name="connsiteY84" fmla="*/ 876 h 10000"/>
              <a:gd name="connsiteX85" fmla="*/ 4 w 10056"/>
              <a:gd name="connsiteY85" fmla="*/ 1627 h 10000"/>
              <a:gd name="connsiteX86" fmla="*/ 77 w 10056"/>
              <a:gd name="connsiteY86" fmla="*/ 5390 h 10000"/>
              <a:gd name="connsiteX87" fmla="*/ 246 w 10056"/>
              <a:gd name="connsiteY87" fmla="*/ 3131 h 10000"/>
              <a:gd name="connsiteX88" fmla="*/ 370 w 10056"/>
              <a:gd name="connsiteY88" fmla="*/ 1809 h 10000"/>
              <a:gd name="connsiteX89" fmla="*/ 992 w 10056"/>
              <a:gd name="connsiteY89" fmla="*/ 484 h 10000"/>
              <a:gd name="connsiteX90" fmla="*/ 1511 w 10056"/>
              <a:gd name="connsiteY90" fmla="*/ 405 h 10000"/>
              <a:gd name="connsiteX91" fmla="*/ 2150 w 10056"/>
              <a:gd name="connsiteY91" fmla="*/ 1027 h 10000"/>
              <a:gd name="connsiteX92" fmla="*/ 2809 w 10056"/>
              <a:gd name="connsiteY92" fmla="*/ 784 h 10000"/>
              <a:gd name="connsiteX93" fmla="*/ 3225 w 10056"/>
              <a:gd name="connsiteY93" fmla="*/ 1116 h 10000"/>
              <a:gd name="connsiteX94" fmla="*/ 3349 w 10056"/>
              <a:gd name="connsiteY94" fmla="*/ 1731 h 10000"/>
              <a:gd name="connsiteX95" fmla="*/ 4066 w 10056"/>
              <a:gd name="connsiteY95" fmla="*/ 1988 h 10000"/>
              <a:gd name="connsiteX96" fmla="*/ 4286 w 10056"/>
              <a:gd name="connsiteY96" fmla="*/ 2395 h 10000"/>
              <a:gd name="connsiteX97" fmla="*/ 4267 w 10056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222 w 10954"/>
              <a:gd name="connsiteY62" fmla="*/ 825 h 10000"/>
              <a:gd name="connsiteX63" fmla="*/ 8369 w 10954"/>
              <a:gd name="connsiteY63" fmla="*/ 325 h 10000"/>
              <a:gd name="connsiteX64" fmla="*/ 9216 w 10954"/>
              <a:gd name="connsiteY64" fmla="*/ 367 h 10000"/>
              <a:gd name="connsiteX65" fmla="*/ 9837 w 10954"/>
              <a:gd name="connsiteY65" fmla="*/ 647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222 w 10954"/>
              <a:gd name="connsiteY62" fmla="*/ 825 h 10000"/>
              <a:gd name="connsiteX63" fmla="*/ 8369 w 10954"/>
              <a:gd name="connsiteY63" fmla="*/ 325 h 10000"/>
              <a:gd name="connsiteX64" fmla="*/ 9216 w 10954"/>
              <a:gd name="connsiteY64" fmla="*/ 367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369 w 10954"/>
              <a:gd name="connsiteY63" fmla="*/ 325 h 10000"/>
              <a:gd name="connsiteX64" fmla="*/ 9216 w 10954"/>
              <a:gd name="connsiteY64" fmla="*/ 367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702 w 10954"/>
              <a:gd name="connsiteY63" fmla="*/ 1658 h 10000"/>
              <a:gd name="connsiteX64" fmla="*/ 9216 w 10954"/>
              <a:gd name="connsiteY64" fmla="*/ 367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702 w 10954"/>
              <a:gd name="connsiteY63" fmla="*/ 1658 h 10000"/>
              <a:gd name="connsiteX64" fmla="*/ 9549 w 10954"/>
              <a:gd name="connsiteY64" fmla="*/ 2071 h 10000"/>
              <a:gd name="connsiteX65" fmla="*/ 10230 w 10954"/>
              <a:gd name="connsiteY65" fmla="*/ 1128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0954"/>
              <a:gd name="connsiteY0" fmla="*/ 3082 h 10000"/>
              <a:gd name="connsiteX1" fmla="*/ 3875 w 10954"/>
              <a:gd name="connsiteY1" fmla="*/ 4620 h 10000"/>
              <a:gd name="connsiteX2" fmla="*/ 3756 w 10954"/>
              <a:gd name="connsiteY2" fmla="*/ 5348 h 10000"/>
              <a:gd name="connsiteX3" fmla="*/ 3641 w 10954"/>
              <a:gd name="connsiteY3" fmla="*/ 5680 h 10000"/>
              <a:gd name="connsiteX4" fmla="*/ 3349 w 10954"/>
              <a:gd name="connsiteY4" fmla="*/ 5969 h 10000"/>
              <a:gd name="connsiteX5" fmla="*/ 3201 w 10954"/>
              <a:gd name="connsiteY5" fmla="*/ 6121 h 10000"/>
              <a:gd name="connsiteX6" fmla="*/ 3110 w 10954"/>
              <a:gd name="connsiteY6" fmla="*/ 6269 h 10000"/>
              <a:gd name="connsiteX7" fmla="*/ 3211 w 10954"/>
              <a:gd name="connsiteY7" fmla="*/ 6439 h 10000"/>
              <a:gd name="connsiteX8" fmla="*/ 3464 w 10954"/>
              <a:gd name="connsiteY8" fmla="*/ 6625 h 10000"/>
              <a:gd name="connsiteX9" fmla="*/ 3612 w 10954"/>
              <a:gd name="connsiteY9" fmla="*/ 6966 h 10000"/>
              <a:gd name="connsiteX10" fmla="*/ 3703 w 10954"/>
              <a:gd name="connsiteY10" fmla="*/ 7211 h 10000"/>
              <a:gd name="connsiteX11" fmla="*/ 3885 w 10954"/>
              <a:gd name="connsiteY11" fmla="*/ 7519 h 10000"/>
              <a:gd name="connsiteX12" fmla="*/ 4253 w 10954"/>
              <a:gd name="connsiteY12" fmla="*/ 8136 h 10000"/>
              <a:gd name="connsiteX13" fmla="*/ 4406 w 10954"/>
              <a:gd name="connsiteY13" fmla="*/ 8474 h 10000"/>
              <a:gd name="connsiteX14" fmla="*/ 4492 w 10954"/>
              <a:gd name="connsiteY14" fmla="*/ 8743 h 10000"/>
              <a:gd name="connsiteX15" fmla="*/ 4525 w 10954"/>
              <a:gd name="connsiteY15" fmla="*/ 9202 h 10000"/>
              <a:gd name="connsiteX16" fmla="*/ 4406 w 10954"/>
              <a:gd name="connsiteY16" fmla="*/ 9516 h 10000"/>
              <a:gd name="connsiteX17" fmla="*/ 4348 w 10954"/>
              <a:gd name="connsiteY17" fmla="*/ 9761 h 10000"/>
              <a:gd name="connsiteX18" fmla="*/ 4396 w 10954"/>
              <a:gd name="connsiteY18" fmla="*/ 9882 h 10000"/>
              <a:gd name="connsiteX19" fmla="*/ 4573 w 10954"/>
              <a:gd name="connsiteY19" fmla="*/ 9992 h 10000"/>
              <a:gd name="connsiteX20" fmla="*/ 5253 w 10954"/>
              <a:gd name="connsiteY20" fmla="*/ 9992 h 10000"/>
              <a:gd name="connsiteX21" fmla="*/ 5879 w 10954"/>
              <a:gd name="connsiteY21" fmla="*/ 9975 h 10000"/>
              <a:gd name="connsiteX22" fmla="*/ 6003 w 10954"/>
              <a:gd name="connsiteY22" fmla="*/ 9843 h 10000"/>
              <a:gd name="connsiteX23" fmla="*/ 5994 w 10954"/>
              <a:gd name="connsiteY23" fmla="*/ 9622 h 10000"/>
              <a:gd name="connsiteX24" fmla="*/ 5865 w 10954"/>
              <a:gd name="connsiteY24" fmla="*/ 9395 h 10000"/>
              <a:gd name="connsiteX25" fmla="*/ 5817 w 10954"/>
              <a:gd name="connsiteY25" fmla="*/ 9115 h 10000"/>
              <a:gd name="connsiteX26" fmla="*/ 5812 w 10954"/>
              <a:gd name="connsiteY26" fmla="*/ 8767 h 10000"/>
              <a:gd name="connsiteX27" fmla="*/ 5903 w 10954"/>
              <a:gd name="connsiteY27" fmla="*/ 8418 h 10000"/>
              <a:gd name="connsiteX28" fmla="*/ 6113 w 10954"/>
              <a:gd name="connsiteY28" fmla="*/ 7901 h 10000"/>
              <a:gd name="connsiteX29" fmla="*/ 6228 w 10954"/>
              <a:gd name="connsiteY29" fmla="*/ 7632 h 10000"/>
              <a:gd name="connsiteX30" fmla="*/ 6324 w 10954"/>
              <a:gd name="connsiteY30" fmla="*/ 7515 h 10000"/>
              <a:gd name="connsiteX31" fmla="*/ 6663 w 10954"/>
              <a:gd name="connsiteY31" fmla="*/ 7732 h 10000"/>
              <a:gd name="connsiteX32" fmla="*/ 7031 w 10954"/>
              <a:gd name="connsiteY32" fmla="*/ 7853 h 10000"/>
              <a:gd name="connsiteX33" fmla="*/ 7600 w 10954"/>
              <a:gd name="connsiteY33" fmla="*/ 7953 h 10000"/>
              <a:gd name="connsiteX34" fmla="*/ 8035 w 10954"/>
              <a:gd name="connsiteY34" fmla="*/ 7978 h 10000"/>
              <a:gd name="connsiteX35" fmla="*/ 8432 w 10954"/>
              <a:gd name="connsiteY35" fmla="*/ 8149 h 10000"/>
              <a:gd name="connsiteX36" fmla="*/ 8680 w 10954"/>
              <a:gd name="connsiteY36" fmla="*/ 8295 h 10000"/>
              <a:gd name="connsiteX37" fmla="*/ 8914 w 10954"/>
              <a:gd name="connsiteY37" fmla="*/ 8336 h 10000"/>
              <a:gd name="connsiteX38" fmla="*/ 8891 w 10954"/>
              <a:gd name="connsiteY38" fmla="*/ 8201 h 10000"/>
              <a:gd name="connsiteX39" fmla="*/ 8623 w 10954"/>
              <a:gd name="connsiteY39" fmla="*/ 8060 h 10000"/>
              <a:gd name="connsiteX40" fmla="*/ 8441 w 10954"/>
              <a:gd name="connsiteY40" fmla="*/ 7901 h 10000"/>
              <a:gd name="connsiteX41" fmla="*/ 8417 w 10954"/>
              <a:gd name="connsiteY41" fmla="*/ 7753 h 10000"/>
              <a:gd name="connsiteX42" fmla="*/ 8628 w 10954"/>
              <a:gd name="connsiteY42" fmla="*/ 7601 h 10000"/>
              <a:gd name="connsiteX43" fmla="*/ 8828 w 10954"/>
              <a:gd name="connsiteY43" fmla="*/ 7432 h 10000"/>
              <a:gd name="connsiteX44" fmla="*/ 8537 w 10954"/>
              <a:gd name="connsiteY44" fmla="*/ 7098 h 10000"/>
              <a:gd name="connsiteX45" fmla="*/ 8862 w 10954"/>
              <a:gd name="connsiteY45" fmla="*/ 6787 h 10000"/>
              <a:gd name="connsiteX46" fmla="*/ 8986 w 10954"/>
              <a:gd name="connsiteY46" fmla="*/ 6697 h 10000"/>
              <a:gd name="connsiteX47" fmla="*/ 8934 w 10954"/>
              <a:gd name="connsiteY47" fmla="*/ 6577 h 10000"/>
              <a:gd name="connsiteX48" fmla="*/ 8690 w 10954"/>
              <a:gd name="connsiteY48" fmla="*/ 6666 h 10000"/>
              <a:gd name="connsiteX49" fmla="*/ 8341 w 10954"/>
              <a:gd name="connsiteY49" fmla="*/ 6860 h 10000"/>
              <a:gd name="connsiteX50" fmla="*/ 8040 w 10954"/>
              <a:gd name="connsiteY50" fmla="*/ 6822 h 10000"/>
              <a:gd name="connsiteX51" fmla="*/ 7543 w 10954"/>
              <a:gd name="connsiteY51" fmla="*/ 6711 h 10000"/>
              <a:gd name="connsiteX52" fmla="*/ 7022 w 10954"/>
              <a:gd name="connsiteY52" fmla="*/ 6697 h 10000"/>
              <a:gd name="connsiteX53" fmla="*/ 6615 w 10954"/>
              <a:gd name="connsiteY53" fmla="*/ 6728 h 10000"/>
              <a:gd name="connsiteX54" fmla="*/ 6606 w 10954"/>
              <a:gd name="connsiteY54" fmla="*/ 6577 h 10000"/>
              <a:gd name="connsiteX55" fmla="*/ 6701 w 10954"/>
              <a:gd name="connsiteY55" fmla="*/ 6225 h 10000"/>
              <a:gd name="connsiteX56" fmla="*/ 6759 w 10954"/>
              <a:gd name="connsiteY56" fmla="*/ 5824 h 10000"/>
              <a:gd name="connsiteX57" fmla="*/ 6682 w 10954"/>
              <a:gd name="connsiteY57" fmla="*/ 5327 h 10000"/>
              <a:gd name="connsiteX58" fmla="*/ 6500 w 10954"/>
              <a:gd name="connsiteY58" fmla="*/ 4683 h 10000"/>
              <a:gd name="connsiteX59" fmla="*/ 6314 w 10954"/>
              <a:gd name="connsiteY59" fmla="*/ 4110 h 10000"/>
              <a:gd name="connsiteX60" fmla="*/ 6018 w 10954"/>
              <a:gd name="connsiteY60" fmla="*/ 3296 h 10000"/>
              <a:gd name="connsiteX61" fmla="*/ 5970 w 10954"/>
              <a:gd name="connsiteY61" fmla="*/ 2202 h 10000"/>
              <a:gd name="connsiteX62" fmla="*/ 7585 w 10954"/>
              <a:gd name="connsiteY62" fmla="*/ 1786 h 10000"/>
              <a:gd name="connsiteX63" fmla="*/ 8702 w 10954"/>
              <a:gd name="connsiteY63" fmla="*/ 1658 h 10000"/>
              <a:gd name="connsiteX64" fmla="*/ 9549 w 10954"/>
              <a:gd name="connsiteY64" fmla="*/ 2071 h 10000"/>
              <a:gd name="connsiteX65" fmla="*/ 10290 w 10954"/>
              <a:gd name="connsiteY65" fmla="*/ 2964 h 10000"/>
              <a:gd name="connsiteX66" fmla="*/ 10954 w 10954"/>
              <a:gd name="connsiteY66" fmla="*/ 2061 h 10000"/>
              <a:gd name="connsiteX67" fmla="*/ 9937 w 10954"/>
              <a:gd name="connsiteY67" fmla="*/ 342 h 10000"/>
              <a:gd name="connsiteX68" fmla="*/ 9206 w 10954"/>
              <a:gd name="connsiteY68" fmla="*/ 73 h 10000"/>
              <a:gd name="connsiteX69" fmla="*/ 8393 w 10954"/>
              <a:gd name="connsiteY69" fmla="*/ 29 h 10000"/>
              <a:gd name="connsiteX70" fmla="*/ 7213 w 10954"/>
              <a:gd name="connsiteY70" fmla="*/ 443 h 10000"/>
              <a:gd name="connsiteX71" fmla="*/ 6065 w 10954"/>
              <a:gd name="connsiteY71" fmla="*/ 1399 h 10000"/>
              <a:gd name="connsiteX72" fmla="*/ 5664 w 10954"/>
              <a:gd name="connsiteY72" fmla="*/ 1827 h 10000"/>
              <a:gd name="connsiteX73" fmla="*/ 5439 w 10954"/>
              <a:gd name="connsiteY73" fmla="*/ 1726 h 10000"/>
              <a:gd name="connsiteX74" fmla="*/ 5272 w 10954"/>
              <a:gd name="connsiteY74" fmla="*/ 1257 h 10000"/>
              <a:gd name="connsiteX75" fmla="*/ 4946 w 10954"/>
              <a:gd name="connsiteY75" fmla="*/ 1229 h 10000"/>
              <a:gd name="connsiteX76" fmla="*/ 4822 w 10954"/>
              <a:gd name="connsiteY76" fmla="*/ 1498 h 10000"/>
              <a:gd name="connsiteX77" fmla="*/ 4630 w 10954"/>
              <a:gd name="connsiteY77" fmla="*/ 1864 h 10000"/>
              <a:gd name="connsiteX78" fmla="*/ 3746 w 10954"/>
              <a:gd name="connsiteY78" fmla="*/ 1482 h 10000"/>
              <a:gd name="connsiteX79" fmla="*/ 3689 w 10954"/>
              <a:gd name="connsiteY79" fmla="*/ 1092 h 10000"/>
              <a:gd name="connsiteX80" fmla="*/ 2967 w 10954"/>
              <a:gd name="connsiteY80" fmla="*/ 543 h 10000"/>
              <a:gd name="connsiteX81" fmla="*/ 2232 w 10954"/>
              <a:gd name="connsiteY81" fmla="*/ 681 h 10000"/>
              <a:gd name="connsiteX82" fmla="*/ 1877 w 10954"/>
              <a:gd name="connsiteY82" fmla="*/ 174 h 10000"/>
              <a:gd name="connsiteX83" fmla="*/ 955 w 10954"/>
              <a:gd name="connsiteY83" fmla="*/ 205 h 10000"/>
              <a:gd name="connsiteX84" fmla="*/ 287 w 10954"/>
              <a:gd name="connsiteY84" fmla="*/ 876 h 10000"/>
              <a:gd name="connsiteX85" fmla="*/ 4 w 10954"/>
              <a:gd name="connsiteY85" fmla="*/ 1627 h 10000"/>
              <a:gd name="connsiteX86" fmla="*/ 77 w 10954"/>
              <a:gd name="connsiteY86" fmla="*/ 5390 h 10000"/>
              <a:gd name="connsiteX87" fmla="*/ 246 w 10954"/>
              <a:gd name="connsiteY87" fmla="*/ 3131 h 10000"/>
              <a:gd name="connsiteX88" fmla="*/ 370 w 10954"/>
              <a:gd name="connsiteY88" fmla="*/ 1809 h 10000"/>
              <a:gd name="connsiteX89" fmla="*/ 992 w 10954"/>
              <a:gd name="connsiteY89" fmla="*/ 484 h 10000"/>
              <a:gd name="connsiteX90" fmla="*/ 1511 w 10954"/>
              <a:gd name="connsiteY90" fmla="*/ 405 h 10000"/>
              <a:gd name="connsiteX91" fmla="*/ 2150 w 10954"/>
              <a:gd name="connsiteY91" fmla="*/ 1027 h 10000"/>
              <a:gd name="connsiteX92" fmla="*/ 2809 w 10954"/>
              <a:gd name="connsiteY92" fmla="*/ 784 h 10000"/>
              <a:gd name="connsiteX93" fmla="*/ 3225 w 10954"/>
              <a:gd name="connsiteY93" fmla="*/ 1116 h 10000"/>
              <a:gd name="connsiteX94" fmla="*/ 3349 w 10954"/>
              <a:gd name="connsiteY94" fmla="*/ 1731 h 10000"/>
              <a:gd name="connsiteX95" fmla="*/ 4066 w 10954"/>
              <a:gd name="connsiteY95" fmla="*/ 1988 h 10000"/>
              <a:gd name="connsiteX96" fmla="*/ 4286 w 10954"/>
              <a:gd name="connsiteY96" fmla="*/ 2395 h 10000"/>
              <a:gd name="connsiteX97" fmla="*/ 4267 w 10954"/>
              <a:gd name="connsiteY97" fmla="*/ 3082 h 10000"/>
              <a:gd name="connsiteX0" fmla="*/ 4267 w 11529"/>
              <a:gd name="connsiteY0" fmla="*/ 3082 h 10000"/>
              <a:gd name="connsiteX1" fmla="*/ 3875 w 11529"/>
              <a:gd name="connsiteY1" fmla="*/ 4620 h 10000"/>
              <a:gd name="connsiteX2" fmla="*/ 3756 w 11529"/>
              <a:gd name="connsiteY2" fmla="*/ 5348 h 10000"/>
              <a:gd name="connsiteX3" fmla="*/ 3641 w 11529"/>
              <a:gd name="connsiteY3" fmla="*/ 5680 h 10000"/>
              <a:gd name="connsiteX4" fmla="*/ 3349 w 11529"/>
              <a:gd name="connsiteY4" fmla="*/ 5969 h 10000"/>
              <a:gd name="connsiteX5" fmla="*/ 3201 w 11529"/>
              <a:gd name="connsiteY5" fmla="*/ 6121 h 10000"/>
              <a:gd name="connsiteX6" fmla="*/ 3110 w 11529"/>
              <a:gd name="connsiteY6" fmla="*/ 6269 h 10000"/>
              <a:gd name="connsiteX7" fmla="*/ 3211 w 11529"/>
              <a:gd name="connsiteY7" fmla="*/ 6439 h 10000"/>
              <a:gd name="connsiteX8" fmla="*/ 3464 w 11529"/>
              <a:gd name="connsiteY8" fmla="*/ 6625 h 10000"/>
              <a:gd name="connsiteX9" fmla="*/ 3612 w 11529"/>
              <a:gd name="connsiteY9" fmla="*/ 6966 h 10000"/>
              <a:gd name="connsiteX10" fmla="*/ 3703 w 11529"/>
              <a:gd name="connsiteY10" fmla="*/ 7211 h 10000"/>
              <a:gd name="connsiteX11" fmla="*/ 3885 w 11529"/>
              <a:gd name="connsiteY11" fmla="*/ 7519 h 10000"/>
              <a:gd name="connsiteX12" fmla="*/ 4253 w 11529"/>
              <a:gd name="connsiteY12" fmla="*/ 8136 h 10000"/>
              <a:gd name="connsiteX13" fmla="*/ 4406 w 11529"/>
              <a:gd name="connsiteY13" fmla="*/ 8474 h 10000"/>
              <a:gd name="connsiteX14" fmla="*/ 4492 w 11529"/>
              <a:gd name="connsiteY14" fmla="*/ 8743 h 10000"/>
              <a:gd name="connsiteX15" fmla="*/ 4525 w 11529"/>
              <a:gd name="connsiteY15" fmla="*/ 9202 h 10000"/>
              <a:gd name="connsiteX16" fmla="*/ 4406 w 11529"/>
              <a:gd name="connsiteY16" fmla="*/ 9516 h 10000"/>
              <a:gd name="connsiteX17" fmla="*/ 4348 w 11529"/>
              <a:gd name="connsiteY17" fmla="*/ 9761 h 10000"/>
              <a:gd name="connsiteX18" fmla="*/ 4396 w 11529"/>
              <a:gd name="connsiteY18" fmla="*/ 9882 h 10000"/>
              <a:gd name="connsiteX19" fmla="*/ 4573 w 11529"/>
              <a:gd name="connsiteY19" fmla="*/ 9992 h 10000"/>
              <a:gd name="connsiteX20" fmla="*/ 5253 w 11529"/>
              <a:gd name="connsiteY20" fmla="*/ 9992 h 10000"/>
              <a:gd name="connsiteX21" fmla="*/ 5879 w 11529"/>
              <a:gd name="connsiteY21" fmla="*/ 9975 h 10000"/>
              <a:gd name="connsiteX22" fmla="*/ 6003 w 11529"/>
              <a:gd name="connsiteY22" fmla="*/ 9843 h 10000"/>
              <a:gd name="connsiteX23" fmla="*/ 5994 w 11529"/>
              <a:gd name="connsiteY23" fmla="*/ 9622 h 10000"/>
              <a:gd name="connsiteX24" fmla="*/ 5865 w 11529"/>
              <a:gd name="connsiteY24" fmla="*/ 9395 h 10000"/>
              <a:gd name="connsiteX25" fmla="*/ 5817 w 11529"/>
              <a:gd name="connsiteY25" fmla="*/ 9115 h 10000"/>
              <a:gd name="connsiteX26" fmla="*/ 5812 w 11529"/>
              <a:gd name="connsiteY26" fmla="*/ 8767 h 10000"/>
              <a:gd name="connsiteX27" fmla="*/ 5903 w 11529"/>
              <a:gd name="connsiteY27" fmla="*/ 8418 h 10000"/>
              <a:gd name="connsiteX28" fmla="*/ 6113 w 11529"/>
              <a:gd name="connsiteY28" fmla="*/ 7901 h 10000"/>
              <a:gd name="connsiteX29" fmla="*/ 6228 w 11529"/>
              <a:gd name="connsiteY29" fmla="*/ 7632 h 10000"/>
              <a:gd name="connsiteX30" fmla="*/ 6324 w 11529"/>
              <a:gd name="connsiteY30" fmla="*/ 7515 h 10000"/>
              <a:gd name="connsiteX31" fmla="*/ 6663 w 11529"/>
              <a:gd name="connsiteY31" fmla="*/ 7732 h 10000"/>
              <a:gd name="connsiteX32" fmla="*/ 7031 w 11529"/>
              <a:gd name="connsiteY32" fmla="*/ 7853 h 10000"/>
              <a:gd name="connsiteX33" fmla="*/ 7600 w 11529"/>
              <a:gd name="connsiteY33" fmla="*/ 7953 h 10000"/>
              <a:gd name="connsiteX34" fmla="*/ 8035 w 11529"/>
              <a:gd name="connsiteY34" fmla="*/ 7978 h 10000"/>
              <a:gd name="connsiteX35" fmla="*/ 8432 w 11529"/>
              <a:gd name="connsiteY35" fmla="*/ 8149 h 10000"/>
              <a:gd name="connsiteX36" fmla="*/ 8680 w 11529"/>
              <a:gd name="connsiteY36" fmla="*/ 8295 h 10000"/>
              <a:gd name="connsiteX37" fmla="*/ 8914 w 11529"/>
              <a:gd name="connsiteY37" fmla="*/ 8336 h 10000"/>
              <a:gd name="connsiteX38" fmla="*/ 8891 w 11529"/>
              <a:gd name="connsiteY38" fmla="*/ 8201 h 10000"/>
              <a:gd name="connsiteX39" fmla="*/ 8623 w 11529"/>
              <a:gd name="connsiteY39" fmla="*/ 8060 h 10000"/>
              <a:gd name="connsiteX40" fmla="*/ 8441 w 11529"/>
              <a:gd name="connsiteY40" fmla="*/ 7901 h 10000"/>
              <a:gd name="connsiteX41" fmla="*/ 8417 w 11529"/>
              <a:gd name="connsiteY41" fmla="*/ 7753 h 10000"/>
              <a:gd name="connsiteX42" fmla="*/ 8628 w 11529"/>
              <a:gd name="connsiteY42" fmla="*/ 7601 h 10000"/>
              <a:gd name="connsiteX43" fmla="*/ 8828 w 11529"/>
              <a:gd name="connsiteY43" fmla="*/ 7432 h 10000"/>
              <a:gd name="connsiteX44" fmla="*/ 8537 w 11529"/>
              <a:gd name="connsiteY44" fmla="*/ 7098 h 10000"/>
              <a:gd name="connsiteX45" fmla="*/ 8862 w 11529"/>
              <a:gd name="connsiteY45" fmla="*/ 6787 h 10000"/>
              <a:gd name="connsiteX46" fmla="*/ 8986 w 11529"/>
              <a:gd name="connsiteY46" fmla="*/ 6697 h 10000"/>
              <a:gd name="connsiteX47" fmla="*/ 8934 w 11529"/>
              <a:gd name="connsiteY47" fmla="*/ 6577 h 10000"/>
              <a:gd name="connsiteX48" fmla="*/ 8690 w 11529"/>
              <a:gd name="connsiteY48" fmla="*/ 6666 h 10000"/>
              <a:gd name="connsiteX49" fmla="*/ 8341 w 11529"/>
              <a:gd name="connsiteY49" fmla="*/ 6860 h 10000"/>
              <a:gd name="connsiteX50" fmla="*/ 8040 w 11529"/>
              <a:gd name="connsiteY50" fmla="*/ 6822 h 10000"/>
              <a:gd name="connsiteX51" fmla="*/ 7543 w 11529"/>
              <a:gd name="connsiteY51" fmla="*/ 6711 h 10000"/>
              <a:gd name="connsiteX52" fmla="*/ 7022 w 11529"/>
              <a:gd name="connsiteY52" fmla="*/ 6697 h 10000"/>
              <a:gd name="connsiteX53" fmla="*/ 6615 w 11529"/>
              <a:gd name="connsiteY53" fmla="*/ 6728 h 10000"/>
              <a:gd name="connsiteX54" fmla="*/ 6606 w 11529"/>
              <a:gd name="connsiteY54" fmla="*/ 6577 h 10000"/>
              <a:gd name="connsiteX55" fmla="*/ 6701 w 11529"/>
              <a:gd name="connsiteY55" fmla="*/ 6225 h 10000"/>
              <a:gd name="connsiteX56" fmla="*/ 6759 w 11529"/>
              <a:gd name="connsiteY56" fmla="*/ 5824 h 10000"/>
              <a:gd name="connsiteX57" fmla="*/ 6682 w 11529"/>
              <a:gd name="connsiteY57" fmla="*/ 5327 h 10000"/>
              <a:gd name="connsiteX58" fmla="*/ 6500 w 11529"/>
              <a:gd name="connsiteY58" fmla="*/ 4683 h 10000"/>
              <a:gd name="connsiteX59" fmla="*/ 6314 w 11529"/>
              <a:gd name="connsiteY59" fmla="*/ 4110 h 10000"/>
              <a:gd name="connsiteX60" fmla="*/ 6018 w 11529"/>
              <a:gd name="connsiteY60" fmla="*/ 3296 h 10000"/>
              <a:gd name="connsiteX61" fmla="*/ 5970 w 11529"/>
              <a:gd name="connsiteY61" fmla="*/ 2202 h 10000"/>
              <a:gd name="connsiteX62" fmla="*/ 7585 w 11529"/>
              <a:gd name="connsiteY62" fmla="*/ 1786 h 10000"/>
              <a:gd name="connsiteX63" fmla="*/ 8702 w 11529"/>
              <a:gd name="connsiteY63" fmla="*/ 1658 h 10000"/>
              <a:gd name="connsiteX64" fmla="*/ 9549 w 11529"/>
              <a:gd name="connsiteY64" fmla="*/ 2071 h 10000"/>
              <a:gd name="connsiteX65" fmla="*/ 10290 w 11529"/>
              <a:gd name="connsiteY65" fmla="*/ 2964 h 10000"/>
              <a:gd name="connsiteX66" fmla="*/ 11529 w 11529"/>
              <a:gd name="connsiteY66" fmla="*/ 5011 h 10000"/>
              <a:gd name="connsiteX67" fmla="*/ 9937 w 11529"/>
              <a:gd name="connsiteY67" fmla="*/ 342 h 10000"/>
              <a:gd name="connsiteX68" fmla="*/ 9206 w 11529"/>
              <a:gd name="connsiteY68" fmla="*/ 73 h 10000"/>
              <a:gd name="connsiteX69" fmla="*/ 8393 w 11529"/>
              <a:gd name="connsiteY69" fmla="*/ 29 h 10000"/>
              <a:gd name="connsiteX70" fmla="*/ 7213 w 11529"/>
              <a:gd name="connsiteY70" fmla="*/ 443 h 10000"/>
              <a:gd name="connsiteX71" fmla="*/ 6065 w 11529"/>
              <a:gd name="connsiteY71" fmla="*/ 1399 h 10000"/>
              <a:gd name="connsiteX72" fmla="*/ 5664 w 11529"/>
              <a:gd name="connsiteY72" fmla="*/ 1827 h 10000"/>
              <a:gd name="connsiteX73" fmla="*/ 5439 w 11529"/>
              <a:gd name="connsiteY73" fmla="*/ 1726 h 10000"/>
              <a:gd name="connsiteX74" fmla="*/ 5272 w 11529"/>
              <a:gd name="connsiteY74" fmla="*/ 1257 h 10000"/>
              <a:gd name="connsiteX75" fmla="*/ 4946 w 11529"/>
              <a:gd name="connsiteY75" fmla="*/ 1229 h 10000"/>
              <a:gd name="connsiteX76" fmla="*/ 4822 w 11529"/>
              <a:gd name="connsiteY76" fmla="*/ 1498 h 10000"/>
              <a:gd name="connsiteX77" fmla="*/ 4630 w 11529"/>
              <a:gd name="connsiteY77" fmla="*/ 1864 h 10000"/>
              <a:gd name="connsiteX78" fmla="*/ 3746 w 11529"/>
              <a:gd name="connsiteY78" fmla="*/ 1482 h 10000"/>
              <a:gd name="connsiteX79" fmla="*/ 3689 w 11529"/>
              <a:gd name="connsiteY79" fmla="*/ 1092 h 10000"/>
              <a:gd name="connsiteX80" fmla="*/ 2967 w 11529"/>
              <a:gd name="connsiteY80" fmla="*/ 543 h 10000"/>
              <a:gd name="connsiteX81" fmla="*/ 2232 w 11529"/>
              <a:gd name="connsiteY81" fmla="*/ 681 h 10000"/>
              <a:gd name="connsiteX82" fmla="*/ 1877 w 11529"/>
              <a:gd name="connsiteY82" fmla="*/ 174 h 10000"/>
              <a:gd name="connsiteX83" fmla="*/ 955 w 11529"/>
              <a:gd name="connsiteY83" fmla="*/ 205 h 10000"/>
              <a:gd name="connsiteX84" fmla="*/ 287 w 11529"/>
              <a:gd name="connsiteY84" fmla="*/ 876 h 10000"/>
              <a:gd name="connsiteX85" fmla="*/ 4 w 11529"/>
              <a:gd name="connsiteY85" fmla="*/ 1627 h 10000"/>
              <a:gd name="connsiteX86" fmla="*/ 77 w 11529"/>
              <a:gd name="connsiteY86" fmla="*/ 5390 h 10000"/>
              <a:gd name="connsiteX87" fmla="*/ 246 w 11529"/>
              <a:gd name="connsiteY87" fmla="*/ 3131 h 10000"/>
              <a:gd name="connsiteX88" fmla="*/ 370 w 11529"/>
              <a:gd name="connsiteY88" fmla="*/ 1809 h 10000"/>
              <a:gd name="connsiteX89" fmla="*/ 992 w 11529"/>
              <a:gd name="connsiteY89" fmla="*/ 484 h 10000"/>
              <a:gd name="connsiteX90" fmla="*/ 1511 w 11529"/>
              <a:gd name="connsiteY90" fmla="*/ 405 h 10000"/>
              <a:gd name="connsiteX91" fmla="*/ 2150 w 11529"/>
              <a:gd name="connsiteY91" fmla="*/ 1027 h 10000"/>
              <a:gd name="connsiteX92" fmla="*/ 2809 w 11529"/>
              <a:gd name="connsiteY92" fmla="*/ 784 h 10000"/>
              <a:gd name="connsiteX93" fmla="*/ 3225 w 11529"/>
              <a:gd name="connsiteY93" fmla="*/ 1116 h 10000"/>
              <a:gd name="connsiteX94" fmla="*/ 3349 w 11529"/>
              <a:gd name="connsiteY94" fmla="*/ 1731 h 10000"/>
              <a:gd name="connsiteX95" fmla="*/ 4066 w 11529"/>
              <a:gd name="connsiteY95" fmla="*/ 1988 h 10000"/>
              <a:gd name="connsiteX96" fmla="*/ 4286 w 11529"/>
              <a:gd name="connsiteY96" fmla="*/ 2395 h 10000"/>
              <a:gd name="connsiteX97" fmla="*/ 4267 w 11529"/>
              <a:gd name="connsiteY97" fmla="*/ 3082 h 10000"/>
              <a:gd name="connsiteX0" fmla="*/ 4267 w 11529"/>
              <a:gd name="connsiteY0" fmla="*/ 3244 h 10162"/>
              <a:gd name="connsiteX1" fmla="*/ 3875 w 11529"/>
              <a:gd name="connsiteY1" fmla="*/ 4782 h 10162"/>
              <a:gd name="connsiteX2" fmla="*/ 3756 w 11529"/>
              <a:gd name="connsiteY2" fmla="*/ 5510 h 10162"/>
              <a:gd name="connsiteX3" fmla="*/ 3641 w 11529"/>
              <a:gd name="connsiteY3" fmla="*/ 5842 h 10162"/>
              <a:gd name="connsiteX4" fmla="*/ 3349 w 11529"/>
              <a:gd name="connsiteY4" fmla="*/ 6131 h 10162"/>
              <a:gd name="connsiteX5" fmla="*/ 3201 w 11529"/>
              <a:gd name="connsiteY5" fmla="*/ 6283 h 10162"/>
              <a:gd name="connsiteX6" fmla="*/ 3110 w 11529"/>
              <a:gd name="connsiteY6" fmla="*/ 6431 h 10162"/>
              <a:gd name="connsiteX7" fmla="*/ 3211 w 11529"/>
              <a:gd name="connsiteY7" fmla="*/ 6601 h 10162"/>
              <a:gd name="connsiteX8" fmla="*/ 3464 w 11529"/>
              <a:gd name="connsiteY8" fmla="*/ 6787 h 10162"/>
              <a:gd name="connsiteX9" fmla="*/ 3612 w 11529"/>
              <a:gd name="connsiteY9" fmla="*/ 7128 h 10162"/>
              <a:gd name="connsiteX10" fmla="*/ 3703 w 11529"/>
              <a:gd name="connsiteY10" fmla="*/ 7373 h 10162"/>
              <a:gd name="connsiteX11" fmla="*/ 3885 w 11529"/>
              <a:gd name="connsiteY11" fmla="*/ 7681 h 10162"/>
              <a:gd name="connsiteX12" fmla="*/ 4253 w 11529"/>
              <a:gd name="connsiteY12" fmla="*/ 8298 h 10162"/>
              <a:gd name="connsiteX13" fmla="*/ 4406 w 11529"/>
              <a:gd name="connsiteY13" fmla="*/ 8636 h 10162"/>
              <a:gd name="connsiteX14" fmla="*/ 4492 w 11529"/>
              <a:gd name="connsiteY14" fmla="*/ 8905 h 10162"/>
              <a:gd name="connsiteX15" fmla="*/ 4525 w 11529"/>
              <a:gd name="connsiteY15" fmla="*/ 9364 h 10162"/>
              <a:gd name="connsiteX16" fmla="*/ 4406 w 11529"/>
              <a:gd name="connsiteY16" fmla="*/ 9678 h 10162"/>
              <a:gd name="connsiteX17" fmla="*/ 4348 w 11529"/>
              <a:gd name="connsiteY17" fmla="*/ 9923 h 10162"/>
              <a:gd name="connsiteX18" fmla="*/ 4396 w 11529"/>
              <a:gd name="connsiteY18" fmla="*/ 10044 h 10162"/>
              <a:gd name="connsiteX19" fmla="*/ 4573 w 11529"/>
              <a:gd name="connsiteY19" fmla="*/ 10154 h 10162"/>
              <a:gd name="connsiteX20" fmla="*/ 5253 w 11529"/>
              <a:gd name="connsiteY20" fmla="*/ 10154 h 10162"/>
              <a:gd name="connsiteX21" fmla="*/ 5879 w 11529"/>
              <a:gd name="connsiteY21" fmla="*/ 10137 h 10162"/>
              <a:gd name="connsiteX22" fmla="*/ 6003 w 11529"/>
              <a:gd name="connsiteY22" fmla="*/ 10005 h 10162"/>
              <a:gd name="connsiteX23" fmla="*/ 5994 w 11529"/>
              <a:gd name="connsiteY23" fmla="*/ 9784 h 10162"/>
              <a:gd name="connsiteX24" fmla="*/ 5865 w 11529"/>
              <a:gd name="connsiteY24" fmla="*/ 9557 h 10162"/>
              <a:gd name="connsiteX25" fmla="*/ 5817 w 11529"/>
              <a:gd name="connsiteY25" fmla="*/ 9277 h 10162"/>
              <a:gd name="connsiteX26" fmla="*/ 5812 w 11529"/>
              <a:gd name="connsiteY26" fmla="*/ 8929 h 10162"/>
              <a:gd name="connsiteX27" fmla="*/ 5903 w 11529"/>
              <a:gd name="connsiteY27" fmla="*/ 8580 h 10162"/>
              <a:gd name="connsiteX28" fmla="*/ 6113 w 11529"/>
              <a:gd name="connsiteY28" fmla="*/ 8063 h 10162"/>
              <a:gd name="connsiteX29" fmla="*/ 6228 w 11529"/>
              <a:gd name="connsiteY29" fmla="*/ 7794 h 10162"/>
              <a:gd name="connsiteX30" fmla="*/ 6324 w 11529"/>
              <a:gd name="connsiteY30" fmla="*/ 7677 h 10162"/>
              <a:gd name="connsiteX31" fmla="*/ 6663 w 11529"/>
              <a:gd name="connsiteY31" fmla="*/ 7894 h 10162"/>
              <a:gd name="connsiteX32" fmla="*/ 7031 w 11529"/>
              <a:gd name="connsiteY32" fmla="*/ 8015 h 10162"/>
              <a:gd name="connsiteX33" fmla="*/ 7600 w 11529"/>
              <a:gd name="connsiteY33" fmla="*/ 8115 h 10162"/>
              <a:gd name="connsiteX34" fmla="*/ 8035 w 11529"/>
              <a:gd name="connsiteY34" fmla="*/ 8140 h 10162"/>
              <a:gd name="connsiteX35" fmla="*/ 8432 w 11529"/>
              <a:gd name="connsiteY35" fmla="*/ 8311 h 10162"/>
              <a:gd name="connsiteX36" fmla="*/ 8680 w 11529"/>
              <a:gd name="connsiteY36" fmla="*/ 8457 h 10162"/>
              <a:gd name="connsiteX37" fmla="*/ 8914 w 11529"/>
              <a:gd name="connsiteY37" fmla="*/ 8498 h 10162"/>
              <a:gd name="connsiteX38" fmla="*/ 8891 w 11529"/>
              <a:gd name="connsiteY38" fmla="*/ 8363 h 10162"/>
              <a:gd name="connsiteX39" fmla="*/ 8623 w 11529"/>
              <a:gd name="connsiteY39" fmla="*/ 8222 h 10162"/>
              <a:gd name="connsiteX40" fmla="*/ 8441 w 11529"/>
              <a:gd name="connsiteY40" fmla="*/ 8063 h 10162"/>
              <a:gd name="connsiteX41" fmla="*/ 8417 w 11529"/>
              <a:gd name="connsiteY41" fmla="*/ 7915 h 10162"/>
              <a:gd name="connsiteX42" fmla="*/ 8628 w 11529"/>
              <a:gd name="connsiteY42" fmla="*/ 7763 h 10162"/>
              <a:gd name="connsiteX43" fmla="*/ 8828 w 11529"/>
              <a:gd name="connsiteY43" fmla="*/ 7594 h 10162"/>
              <a:gd name="connsiteX44" fmla="*/ 8537 w 11529"/>
              <a:gd name="connsiteY44" fmla="*/ 7260 h 10162"/>
              <a:gd name="connsiteX45" fmla="*/ 8862 w 11529"/>
              <a:gd name="connsiteY45" fmla="*/ 6949 h 10162"/>
              <a:gd name="connsiteX46" fmla="*/ 8986 w 11529"/>
              <a:gd name="connsiteY46" fmla="*/ 6859 h 10162"/>
              <a:gd name="connsiteX47" fmla="*/ 8934 w 11529"/>
              <a:gd name="connsiteY47" fmla="*/ 6739 h 10162"/>
              <a:gd name="connsiteX48" fmla="*/ 8690 w 11529"/>
              <a:gd name="connsiteY48" fmla="*/ 6828 h 10162"/>
              <a:gd name="connsiteX49" fmla="*/ 8341 w 11529"/>
              <a:gd name="connsiteY49" fmla="*/ 7022 h 10162"/>
              <a:gd name="connsiteX50" fmla="*/ 8040 w 11529"/>
              <a:gd name="connsiteY50" fmla="*/ 6984 h 10162"/>
              <a:gd name="connsiteX51" fmla="*/ 7543 w 11529"/>
              <a:gd name="connsiteY51" fmla="*/ 6873 h 10162"/>
              <a:gd name="connsiteX52" fmla="*/ 7022 w 11529"/>
              <a:gd name="connsiteY52" fmla="*/ 6859 h 10162"/>
              <a:gd name="connsiteX53" fmla="*/ 6615 w 11529"/>
              <a:gd name="connsiteY53" fmla="*/ 6890 h 10162"/>
              <a:gd name="connsiteX54" fmla="*/ 6606 w 11529"/>
              <a:gd name="connsiteY54" fmla="*/ 6739 h 10162"/>
              <a:gd name="connsiteX55" fmla="*/ 6701 w 11529"/>
              <a:gd name="connsiteY55" fmla="*/ 6387 h 10162"/>
              <a:gd name="connsiteX56" fmla="*/ 6759 w 11529"/>
              <a:gd name="connsiteY56" fmla="*/ 5986 h 10162"/>
              <a:gd name="connsiteX57" fmla="*/ 6682 w 11529"/>
              <a:gd name="connsiteY57" fmla="*/ 5489 h 10162"/>
              <a:gd name="connsiteX58" fmla="*/ 6500 w 11529"/>
              <a:gd name="connsiteY58" fmla="*/ 4845 h 10162"/>
              <a:gd name="connsiteX59" fmla="*/ 6314 w 11529"/>
              <a:gd name="connsiteY59" fmla="*/ 4272 h 10162"/>
              <a:gd name="connsiteX60" fmla="*/ 6018 w 11529"/>
              <a:gd name="connsiteY60" fmla="*/ 3458 h 10162"/>
              <a:gd name="connsiteX61" fmla="*/ 5970 w 11529"/>
              <a:gd name="connsiteY61" fmla="*/ 2364 h 10162"/>
              <a:gd name="connsiteX62" fmla="*/ 7585 w 11529"/>
              <a:gd name="connsiteY62" fmla="*/ 1948 h 10162"/>
              <a:gd name="connsiteX63" fmla="*/ 8702 w 11529"/>
              <a:gd name="connsiteY63" fmla="*/ 1820 h 10162"/>
              <a:gd name="connsiteX64" fmla="*/ 9549 w 11529"/>
              <a:gd name="connsiteY64" fmla="*/ 2233 h 10162"/>
              <a:gd name="connsiteX65" fmla="*/ 10290 w 11529"/>
              <a:gd name="connsiteY65" fmla="*/ 3126 h 10162"/>
              <a:gd name="connsiteX66" fmla="*/ 11529 w 11529"/>
              <a:gd name="connsiteY66" fmla="*/ 5173 h 10162"/>
              <a:gd name="connsiteX67" fmla="*/ 10602 w 11529"/>
              <a:gd name="connsiteY67" fmla="*/ 2995 h 10162"/>
              <a:gd name="connsiteX68" fmla="*/ 9206 w 11529"/>
              <a:gd name="connsiteY68" fmla="*/ 235 h 10162"/>
              <a:gd name="connsiteX69" fmla="*/ 8393 w 11529"/>
              <a:gd name="connsiteY69" fmla="*/ 191 h 10162"/>
              <a:gd name="connsiteX70" fmla="*/ 7213 w 11529"/>
              <a:gd name="connsiteY70" fmla="*/ 605 h 10162"/>
              <a:gd name="connsiteX71" fmla="*/ 6065 w 11529"/>
              <a:gd name="connsiteY71" fmla="*/ 1561 h 10162"/>
              <a:gd name="connsiteX72" fmla="*/ 5664 w 11529"/>
              <a:gd name="connsiteY72" fmla="*/ 1989 h 10162"/>
              <a:gd name="connsiteX73" fmla="*/ 5439 w 11529"/>
              <a:gd name="connsiteY73" fmla="*/ 1888 h 10162"/>
              <a:gd name="connsiteX74" fmla="*/ 5272 w 11529"/>
              <a:gd name="connsiteY74" fmla="*/ 1419 h 10162"/>
              <a:gd name="connsiteX75" fmla="*/ 4946 w 11529"/>
              <a:gd name="connsiteY75" fmla="*/ 1391 h 10162"/>
              <a:gd name="connsiteX76" fmla="*/ 4822 w 11529"/>
              <a:gd name="connsiteY76" fmla="*/ 1660 h 10162"/>
              <a:gd name="connsiteX77" fmla="*/ 4630 w 11529"/>
              <a:gd name="connsiteY77" fmla="*/ 2026 h 10162"/>
              <a:gd name="connsiteX78" fmla="*/ 3746 w 11529"/>
              <a:gd name="connsiteY78" fmla="*/ 1644 h 10162"/>
              <a:gd name="connsiteX79" fmla="*/ 3689 w 11529"/>
              <a:gd name="connsiteY79" fmla="*/ 1254 h 10162"/>
              <a:gd name="connsiteX80" fmla="*/ 2967 w 11529"/>
              <a:gd name="connsiteY80" fmla="*/ 705 h 10162"/>
              <a:gd name="connsiteX81" fmla="*/ 2232 w 11529"/>
              <a:gd name="connsiteY81" fmla="*/ 843 h 10162"/>
              <a:gd name="connsiteX82" fmla="*/ 1877 w 11529"/>
              <a:gd name="connsiteY82" fmla="*/ 336 h 10162"/>
              <a:gd name="connsiteX83" fmla="*/ 955 w 11529"/>
              <a:gd name="connsiteY83" fmla="*/ 367 h 10162"/>
              <a:gd name="connsiteX84" fmla="*/ 287 w 11529"/>
              <a:gd name="connsiteY84" fmla="*/ 1038 h 10162"/>
              <a:gd name="connsiteX85" fmla="*/ 4 w 11529"/>
              <a:gd name="connsiteY85" fmla="*/ 1789 h 10162"/>
              <a:gd name="connsiteX86" fmla="*/ 77 w 11529"/>
              <a:gd name="connsiteY86" fmla="*/ 5552 h 10162"/>
              <a:gd name="connsiteX87" fmla="*/ 246 w 11529"/>
              <a:gd name="connsiteY87" fmla="*/ 3293 h 10162"/>
              <a:gd name="connsiteX88" fmla="*/ 370 w 11529"/>
              <a:gd name="connsiteY88" fmla="*/ 1971 h 10162"/>
              <a:gd name="connsiteX89" fmla="*/ 992 w 11529"/>
              <a:gd name="connsiteY89" fmla="*/ 646 h 10162"/>
              <a:gd name="connsiteX90" fmla="*/ 1511 w 11529"/>
              <a:gd name="connsiteY90" fmla="*/ 567 h 10162"/>
              <a:gd name="connsiteX91" fmla="*/ 2150 w 11529"/>
              <a:gd name="connsiteY91" fmla="*/ 1189 h 10162"/>
              <a:gd name="connsiteX92" fmla="*/ 2809 w 11529"/>
              <a:gd name="connsiteY92" fmla="*/ 946 h 10162"/>
              <a:gd name="connsiteX93" fmla="*/ 3225 w 11529"/>
              <a:gd name="connsiteY93" fmla="*/ 1278 h 10162"/>
              <a:gd name="connsiteX94" fmla="*/ 3349 w 11529"/>
              <a:gd name="connsiteY94" fmla="*/ 1893 h 10162"/>
              <a:gd name="connsiteX95" fmla="*/ 4066 w 11529"/>
              <a:gd name="connsiteY95" fmla="*/ 2150 h 10162"/>
              <a:gd name="connsiteX96" fmla="*/ 4286 w 11529"/>
              <a:gd name="connsiteY96" fmla="*/ 2557 h 10162"/>
              <a:gd name="connsiteX97" fmla="*/ 4267 w 11529"/>
              <a:gd name="connsiteY97" fmla="*/ 3244 h 10162"/>
              <a:gd name="connsiteX0" fmla="*/ 4267 w 11529"/>
              <a:gd name="connsiteY0" fmla="*/ 3128 h 10046"/>
              <a:gd name="connsiteX1" fmla="*/ 3875 w 11529"/>
              <a:gd name="connsiteY1" fmla="*/ 4666 h 10046"/>
              <a:gd name="connsiteX2" fmla="*/ 3756 w 11529"/>
              <a:gd name="connsiteY2" fmla="*/ 5394 h 10046"/>
              <a:gd name="connsiteX3" fmla="*/ 3641 w 11529"/>
              <a:gd name="connsiteY3" fmla="*/ 5726 h 10046"/>
              <a:gd name="connsiteX4" fmla="*/ 3349 w 11529"/>
              <a:gd name="connsiteY4" fmla="*/ 6015 h 10046"/>
              <a:gd name="connsiteX5" fmla="*/ 3201 w 11529"/>
              <a:gd name="connsiteY5" fmla="*/ 6167 h 10046"/>
              <a:gd name="connsiteX6" fmla="*/ 3110 w 11529"/>
              <a:gd name="connsiteY6" fmla="*/ 6315 h 10046"/>
              <a:gd name="connsiteX7" fmla="*/ 3211 w 11529"/>
              <a:gd name="connsiteY7" fmla="*/ 6485 h 10046"/>
              <a:gd name="connsiteX8" fmla="*/ 3464 w 11529"/>
              <a:gd name="connsiteY8" fmla="*/ 6671 h 10046"/>
              <a:gd name="connsiteX9" fmla="*/ 3612 w 11529"/>
              <a:gd name="connsiteY9" fmla="*/ 7012 h 10046"/>
              <a:gd name="connsiteX10" fmla="*/ 3703 w 11529"/>
              <a:gd name="connsiteY10" fmla="*/ 7257 h 10046"/>
              <a:gd name="connsiteX11" fmla="*/ 3885 w 11529"/>
              <a:gd name="connsiteY11" fmla="*/ 7565 h 10046"/>
              <a:gd name="connsiteX12" fmla="*/ 4253 w 11529"/>
              <a:gd name="connsiteY12" fmla="*/ 8182 h 10046"/>
              <a:gd name="connsiteX13" fmla="*/ 4406 w 11529"/>
              <a:gd name="connsiteY13" fmla="*/ 8520 h 10046"/>
              <a:gd name="connsiteX14" fmla="*/ 4492 w 11529"/>
              <a:gd name="connsiteY14" fmla="*/ 8789 h 10046"/>
              <a:gd name="connsiteX15" fmla="*/ 4525 w 11529"/>
              <a:gd name="connsiteY15" fmla="*/ 9248 h 10046"/>
              <a:gd name="connsiteX16" fmla="*/ 4406 w 11529"/>
              <a:gd name="connsiteY16" fmla="*/ 9562 h 10046"/>
              <a:gd name="connsiteX17" fmla="*/ 4348 w 11529"/>
              <a:gd name="connsiteY17" fmla="*/ 9807 h 10046"/>
              <a:gd name="connsiteX18" fmla="*/ 4396 w 11529"/>
              <a:gd name="connsiteY18" fmla="*/ 9928 h 10046"/>
              <a:gd name="connsiteX19" fmla="*/ 4573 w 11529"/>
              <a:gd name="connsiteY19" fmla="*/ 10038 h 10046"/>
              <a:gd name="connsiteX20" fmla="*/ 5253 w 11529"/>
              <a:gd name="connsiteY20" fmla="*/ 10038 h 10046"/>
              <a:gd name="connsiteX21" fmla="*/ 5879 w 11529"/>
              <a:gd name="connsiteY21" fmla="*/ 10021 h 10046"/>
              <a:gd name="connsiteX22" fmla="*/ 6003 w 11529"/>
              <a:gd name="connsiteY22" fmla="*/ 9889 h 10046"/>
              <a:gd name="connsiteX23" fmla="*/ 5994 w 11529"/>
              <a:gd name="connsiteY23" fmla="*/ 9668 h 10046"/>
              <a:gd name="connsiteX24" fmla="*/ 5865 w 11529"/>
              <a:gd name="connsiteY24" fmla="*/ 9441 h 10046"/>
              <a:gd name="connsiteX25" fmla="*/ 5817 w 11529"/>
              <a:gd name="connsiteY25" fmla="*/ 9161 h 10046"/>
              <a:gd name="connsiteX26" fmla="*/ 5812 w 11529"/>
              <a:gd name="connsiteY26" fmla="*/ 8813 h 10046"/>
              <a:gd name="connsiteX27" fmla="*/ 5903 w 11529"/>
              <a:gd name="connsiteY27" fmla="*/ 8464 h 10046"/>
              <a:gd name="connsiteX28" fmla="*/ 6113 w 11529"/>
              <a:gd name="connsiteY28" fmla="*/ 7947 h 10046"/>
              <a:gd name="connsiteX29" fmla="*/ 6228 w 11529"/>
              <a:gd name="connsiteY29" fmla="*/ 7678 h 10046"/>
              <a:gd name="connsiteX30" fmla="*/ 6324 w 11529"/>
              <a:gd name="connsiteY30" fmla="*/ 7561 h 10046"/>
              <a:gd name="connsiteX31" fmla="*/ 6663 w 11529"/>
              <a:gd name="connsiteY31" fmla="*/ 7778 h 10046"/>
              <a:gd name="connsiteX32" fmla="*/ 7031 w 11529"/>
              <a:gd name="connsiteY32" fmla="*/ 7899 h 10046"/>
              <a:gd name="connsiteX33" fmla="*/ 7600 w 11529"/>
              <a:gd name="connsiteY33" fmla="*/ 7999 h 10046"/>
              <a:gd name="connsiteX34" fmla="*/ 8035 w 11529"/>
              <a:gd name="connsiteY34" fmla="*/ 8024 h 10046"/>
              <a:gd name="connsiteX35" fmla="*/ 8432 w 11529"/>
              <a:gd name="connsiteY35" fmla="*/ 8195 h 10046"/>
              <a:gd name="connsiteX36" fmla="*/ 8680 w 11529"/>
              <a:gd name="connsiteY36" fmla="*/ 8341 h 10046"/>
              <a:gd name="connsiteX37" fmla="*/ 8914 w 11529"/>
              <a:gd name="connsiteY37" fmla="*/ 8382 h 10046"/>
              <a:gd name="connsiteX38" fmla="*/ 8891 w 11529"/>
              <a:gd name="connsiteY38" fmla="*/ 8247 h 10046"/>
              <a:gd name="connsiteX39" fmla="*/ 8623 w 11529"/>
              <a:gd name="connsiteY39" fmla="*/ 8106 h 10046"/>
              <a:gd name="connsiteX40" fmla="*/ 8441 w 11529"/>
              <a:gd name="connsiteY40" fmla="*/ 7947 h 10046"/>
              <a:gd name="connsiteX41" fmla="*/ 8417 w 11529"/>
              <a:gd name="connsiteY41" fmla="*/ 7799 h 10046"/>
              <a:gd name="connsiteX42" fmla="*/ 8628 w 11529"/>
              <a:gd name="connsiteY42" fmla="*/ 7647 h 10046"/>
              <a:gd name="connsiteX43" fmla="*/ 8828 w 11529"/>
              <a:gd name="connsiteY43" fmla="*/ 7478 h 10046"/>
              <a:gd name="connsiteX44" fmla="*/ 8537 w 11529"/>
              <a:gd name="connsiteY44" fmla="*/ 7144 h 10046"/>
              <a:gd name="connsiteX45" fmla="*/ 8862 w 11529"/>
              <a:gd name="connsiteY45" fmla="*/ 6833 h 10046"/>
              <a:gd name="connsiteX46" fmla="*/ 8986 w 11529"/>
              <a:gd name="connsiteY46" fmla="*/ 6743 h 10046"/>
              <a:gd name="connsiteX47" fmla="*/ 8934 w 11529"/>
              <a:gd name="connsiteY47" fmla="*/ 6623 h 10046"/>
              <a:gd name="connsiteX48" fmla="*/ 8690 w 11529"/>
              <a:gd name="connsiteY48" fmla="*/ 6712 h 10046"/>
              <a:gd name="connsiteX49" fmla="*/ 8341 w 11529"/>
              <a:gd name="connsiteY49" fmla="*/ 6906 h 10046"/>
              <a:gd name="connsiteX50" fmla="*/ 8040 w 11529"/>
              <a:gd name="connsiteY50" fmla="*/ 6868 h 10046"/>
              <a:gd name="connsiteX51" fmla="*/ 7543 w 11529"/>
              <a:gd name="connsiteY51" fmla="*/ 6757 h 10046"/>
              <a:gd name="connsiteX52" fmla="*/ 7022 w 11529"/>
              <a:gd name="connsiteY52" fmla="*/ 6743 h 10046"/>
              <a:gd name="connsiteX53" fmla="*/ 6615 w 11529"/>
              <a:gd name="connsiteY53" fmla="*/ 6774 h 10046"/>
              <a:gd name="connsiteX54" fmla="*/ 6606 w 11529"/>
              <a:gd name="connsiteY54" fmla="*/ 6623 h 10046"/>
              <a:gd name="connsiteX55" fmla="*/ 6701 w 11529"/>
              <a:gd name="connsiteY55" fmla="*/ 6271 h 10046"/>
              <a:gd name="connsiteX56" fmla="*/ 6759 w 11529"/>
              <a:gd name="connsiteY56" fmla="*/ 5870 h 10046"/>
              <a:gd name="connsiteX57" fmla="*/ 6682 w 11529"/>
              <a:gd name="connsiteY57" fmla="*/ 5373 h 10046"/>
              <a:gd name="connsiteX58" fmla="*/ 6500 w 11529"/>
              <a:gd name="connsiteY58" fmla="*/ 4729 h 10046"/>
              <a:gd name="connsiteX59" fmla="*/ 6314 w 11529"/>
              <a:gd name="connsiteY59" fmla="*/ 4156 h 10046"/>
              <a:gd name="connsiteX60" fmla="*/ 6018 w 11529"/>
              <a:gd name="connsiteY60" fmla="*/ 3342 h 10046"/>
              <a:gd name="connsiteX61" fmla="*/ 5970 w 11529"/>
              <a:gd name="connsiteY61" fmla="*/ 2248 h 10046"/>
              <a:gd name="connsiteX62" fmla="*/ 7585 w 11529"/>
              <a:gd name="connsiteY62" fmla="*/ 1832 h 10046"/>
              <a:gd name="connsiteX63" fmla="*/ 8702 w 11529"/>
              <a:gd name="connsiteY63" fmla="*/ 1704 h 10046"/>
              <a:gd name="connsiteX64" fmla="*/ 9549 w 11529"/>
              <a:gd name="connsiteY64" fmla="*/ 2117 h 10046"/>
              <a:gd name="connsiteX65" fmla="*/ 10290 w 11529"/>
              <a:gd name="connsiteY65" fmla="*/ 3010 h 10046"/>
              <a:gd name="connsiteX66" fmla="*/ 11529 w 11529"/>
              <a:gd name="connsiteY66" fmla="*/ 5057 h 10046"/>
              <a:gd name="connsiteX67" fmla="*/ 10602 w 11529"/>
              <a:gd name="connsiteY67" fmla="*/ 2879 h 10046"/>
              <a:gd name="connsiteX68" fmla="*/ 9962 w 11529"/>
              <a:gd name="connsiteY68" fmla="*/ 1976 h 10046"/>
              <a:gd name="connsiteX69" fmla="*/ 8393 w 11529"/>
              <a:gd name="connsiteY69" fmla="*/ 75 h 10046"/>
              <a:gd name="connsiteX70" fmla="*/ 7213 w 11529"/>
              <a:gd name="connsiteY70" fmla="*/ 489 h 10046"/>
              <a:gd name="connsiteX71" fmla="*/ 6065 w 11529"/>
              <a:gd name="connsiteY71" fmla="*/ 1445 h 10046"/>
              <a:gd name="connsiteX72" fmla="*/ 5664 w 11529"/>
              <a:gd name="connsiteY72" fmla="*/ 1873 h 10046"/>
              <a:gd name="connsiteX73" fmla="*/ 5439 w 11529"/>
              <a:gd name="connsiteY73" fmla="*/ 1772 h 10046"/>
              <a:gd name="connsiteX74" fmla="*/ 5272 w 11529"/>
              <a:gd name="connsiteY74" fmla="*/ 1303 h 10046"/>
              <a:gd name="connsiteX75" fmla="*/ 4946 w 11529"/>
              <a:gd name="connsiteY75" fmla="*/ 1275 h 10046"/>
              <a:gd name="connsiteX76" fmla="*/ 4822 w 11529"/>
              <a:gd name="connsiteY76" fmla="*/ 1544 h 10046"/>
              <a:gd name="connsiteX77" fmla="*/ 4630 w 11529"/>
              <a:gd name="connsiteY77" fmla="*/ 1910 h 10046"/>
              <a:gd name="connsiteX78" fmla="*/ 3746 w 11529"/>
              <a:gd name="connsiteY78" fmla="*/ 1528 h 10046"/>
              <a:gd name="connsiteX79" fmla="*/ 3689 w 11529"/>
              <a:gd name="connsiteY79" fmla="*/ 1138 h 10046"/>
              <a:gd name="connsiteX80" fmla="*/ 2967 w 11529"/>
              <a:gd name="connsiteY80" fmla="*/ 589 h 10046"/>
              <a:gd name="connsiteX81" fmla="*/ 2232 w 11529"/>
              <a:gd name="connsiteY81" fmla="*/ 727 h 10046"/>
              <a:gd name="connsiteX82" fmla="*/ 1877 w 11529"/>
              <a:gd name="connsiteY82" fmla="*/ 220 h 10046"/>
              <a:gd name="connsiteX83" fmla="*/ 955 w 11529"/>
              <a:gd name="connsiteY83" fmla="*/ 251 h 10046"/>
              <a:gd name="connsiteX84" fmla="*/ 287 w 11529"/>
              <a:gd name="connsiteY84" fmla="*/ 922 h 10046"/>
              <a:gd name="connsiteX85" fmla="*/ 4 w 11529"/>
              <a:gd name="connsiteY85" fmla="*/ 1673 h 10046"/>
              <a:gd name="connsiteX86" fmla="*/ 77 w 11529"/>
              <a:gd name="connsiteY86" fmla="*/ 5436 h 10046"/>
              <a:gd name="connsiteX87" fmla="*/ 246 w 11529"/>
              <a:gd name="connsiteY87" fmla="*/ 3177 h 10046"/>
              <a:gd name="connsiteX88" fmla="*/ 370 w 11529"/>
              <a:gd name="connsiteY88" fmla="*/ 1855 h 10046"/>
              <a:gd name="connsiteX89" fmla="*/ 992 w 11529"/>
              <a:gd name="connsiteY89" fmla="*/ 530 h 10046"/>
              <a:gd name="connsiteX90" fmla="*/ 1511 w 11529"/>
              <a:gd name="connsiteY90" fmla="*/ 451 h 10046"/>
              <a:gd name="connsiteX91" fmla="*/ 2150 w 11529"/>
              <a:gd name="connsiteY91" fmla="*/ 1073 h 10046"/>
              <a:gd name="connsiteX92" fmla="*/ 2809 w 11529"/>
              <a:gd name="connsiteY92" fmla="*/ 830 h 10046"/>
              <a:gd name="connsiteX93" fmla="*/ 3225 w 11529"/>
              <a:gd name="connsiteY93" fmla="*/ 1162 h 10046"/>
              <a:gd name="connsiteX94" fmla="*/ 3349 w 11529"/>
              <a:gd name="connsiteY94" fmla="*/ 1777 h 10046"/>
              <a:gd name="connsiteX95" fmla="*/ 4066 w 11529"/>
              <a:gd name="connsiteY95" fmla="*/ 2034 h 10046"/>
              <a:gd name="connsiteX96" fmla="*/ 4286 w 11529"/>
              <a:gd name="connsiteY96" fmla="*/ 2441 h 10046"/>
              <a:gd name="connsiteX97" fmla="*/ 4267 w 11529"/>
              <a:gd name="connsiteY97" fmla="*/ 3128 h 10046"/>
              <a:gd name="connsiteX0" fmla="*/ 4267 w 11529"/>
              <a:gd name="connsiteY0" fmla="*/ 2967 h 9885"/>
              <a:gd name="connsiteX1" fmla="*/ 3875 w 11529"/>
              <a:gd name="connsiteY1" fmla="*/ 4505 h 9885"/>
              <a:gd name="connsiteX2" fmla="*/ 3756 w 11529"/>
              <a:gd name="connsiteY2" fmla="*/ 5233 h 9885"/>
              <a:gd name="connsiteX3" fmla="*/ 3641 w 11529"/>
              <a:gd name="connsiteY3" fmla="*/ 5565 h 9885"/>
              <a:gd name="connsiteX4" fmla="*/ 3349 w 11529"/>
              <a:gd name="connsiteY4" fmla="*/ 5854 h 9885"/>
              <a:gd name="connsiteX5" fmla="*/ 3201 w 11529"/>
              <a:gd name="connsiteY5" fmla="*/ 6006 h 9885"/>
              <a:gd name="connsiteX6" fmla="*/ 3110 w 11529"/>
              <a:gd name="connsiteY6" fmla="*/ 6154 h 9885"/>
              <a:gd name="connsiteX7" fmla="*/ 3211 w 11529"/>
              <a:gd name="connsiteY7" fmla="*/ 6324 h 9885"/>
              <a:gd name="connsiteX8" fmla="*/ 3464 w 11529"/>
              <a:gd name="connsiteY8" fmla="*/ 6510 h 9885"/>
              <a:gd name="connsiteX9" fmla="*/ 3612 w 11529"/>
              <a:gd name="connsiteY9" fmla="*/ 6851 h 9885"/>
              <a:gd name="connsiteX10" fmla="*/ 3703 w 11529"/>
              <a:gd name="connsiteY10" fmla="*/ 7096 h 9885"/>
              <a:gd name="connsiteX11" fmla="*/ 3885 w 11529"/>
              <a:gd name="connsiteY11" fmla="*/ 7404 h 9885"/>
              <a:gd name="connsiteX12" fmla="*/ 4253 w 11529"/>
              <a:gd name="connsiteY12" fmla="*/ 8021 h 9885"/>
              <a:gd name="connsiteX13" fmla="*/ 4406 w 11529"/>
              <a:gd name="connsiteY13" fmla="*/ 8359 h 9885"/>
              <a:gd name="connsiteX14" fmla="*/ 4492 w 11529"/>
              <a:gd name="connsiteY14" fmla="*/ 8628 h 9885"/>
              <a:gd name="connsiteX15" fmla="*/ 4525 w 11529"/>
              <a:gd name="connsiteY15" fmla="*/ 9087 h 9885"/>
              <a:gd name="connsiteX16" fmla="*/ 4406 w 11529"/>
              <a:gd name="connsiteY16" fmla="*/ 9401 h 9885"/>
              <a:gd name="connsiteX17" fmla="*/ 4348 w 11529"/>
              <a:gd name="connsiteY17" fmla="*/ 9646 h 9885"/>
              <a:gd name="connsiteX18" fmla="*/ 4396 w 11529"/>
              <a:gd name="connsiteY18" fmla="*/ 9767 h 9885"/>
              <a:gd name="connsiteX19" fmla="*/ 4573 w 11529"/>
              <a:gd name="connsiteY19" fmla="*/ 9877 h 9885"/>
              <a:gd name="connsiteX20" fmla="*/ 5253 w 11529"/>
              <a:gd name="connsiteY20" fmla="*/ 9877 h 9885"/>
              <a:gd name="connsiteX21" fmla="*/ 5879 w 11529"/>
              <a:gd name="connsiteY21" fmla="*/ 9860 h 9885"/>
              <a:gd name="connsiteX22" fmla="*/ 6003 w 11529"/>
              <a:gd name="connsiteY22" fmla="*/ 9728 h 9885"/>
              <a:gd name="connsiteX23" fmla="*/ 5994 w 11529"/>
              <a:gd name="connsiteY23" fmla="*/ 9507 h 9885"/>
              <a:gd name="connsiteX24" fmla="*/ 5865 w 11529"/>
              <a:gd name="connsiteY24" fmla="*/ 9280 h 9885"/>
              <a:gd name="connsiteX25" fmla="*/ 5817 w 11529"/>
              <a:gd name="connsiteY25" fmla="*/ 9000 h 9885"/>
              <a:gd name="connsiteX26" fmla="*/ 5812 w 11529"/>
              <a:gd name="connsiteY26" fmla="*/ 8652 h 9885"/>
              <a:gd name="connsiteX27" fmla="*/ 5903 w 11529"/>
              <a:gd name="connsiteY27" fmla="*/ 8303 h 9885"/>
              <a:gd name="connsiteX28" fmla="*/ 6113 w 11529"/>
              <a:gd name="connsiteY28" fmla="*/ 7786 h 9885"/>
              <a:gd name="connsiteX29" fmla="*/ 6228 w 11529"/>
              <a:gd name="connsiteY29" fmla="*/ 7517 h 9885"/>
              <a:gd name="connsiteX30" fmla="*/ 6324 w 11529"/>
              <a:gd name="connsiteY30" fmla="*/ 7400 h 9885"/>
              <a:gd name="connsiteX31" fmla="*/ 6663 w 11529"/>
              <a:gd name="connsiteY31" fmla="*/ 7617 h 9885"/>
              <a:gd name="connsiteX32" fmla="*/ 7031 w 11529"/>
              <a:gd name="connsiteY32" fmla="*/ 7738 h 9885"/>
              <a:gd name="connsiteX33" fmla="*/ 7600 w 11529"/>
              <a:gd name="connsiteY33" fmla="*/ 7838 h 9885"/>
              <a:gd name="connsiteX34" fmla="*/ 8035 w 11529"/>
              <a:gd name="connsiteY34" fmla="*/ 7863 h 9885"/>
              <a:gd name="connsiteX35" fmla="*/ 8432 w 11529"/>
              <a:gd name="connsiteY35" fmla="*/ 8034 h 9885"/>
              <a:gd name="connsiteX36" fmla="*/ 8680 w 11529"/>
              <a:gd name="connsiteY36" fmla="*/ 8180 h 9885"/>
              <a:gd name="connsiteX37" fmla="*/ 8914 w 11529"/>
              <a:gd name="connsiteY37" fmla="*/ 8221 h 9885"/>
              <a:gd name="connsiteX38" fmla="*/ 8891 w 11529"/>
              <a:gd name="connsiteY38" fmla="*/ 8086 h 9885"/>
              <a:gd name="connsiteX39" fmla="*/ 8623 w 11529"/>
              <a:gd name="connsiteY39" fmla="*/ 7945 h 9885"/>
              <a:gd name="connsiteX40" fmla="*/ 8441 w 11529"/>
              <a:gd name="connsiteY40" fmla="*/ 7786 h 9885"/>
              <a:gd name="connsiteX41" fmla="*/ 8417 w 11529"/>
              <a:gd name="connsiteY41" fmla="*/ 7638 h 9885"/>
              <a:gd name="connsiteX42" fmla="*/ 8628 w 11529"/>
              <a:gd name="connsiteY42" fmla="*/ 7486 h 9885"/>
              <a:gd name="connsiteX43" fmla="*/ 8828 w 11529"/>
              <a:gd name="connsiteY43" fmla="*/ 7317 h 9885"/>
              <a:gd name="connsiteX44" fmla="*/ 8537 w 11529"/>
              <a:gd name="connsiteY44" fmla="*/ 6983 h 9885"/>
              <a:gd name="connsiteX45" fmla="*/ 8862 w 11529"/>
              <a:gd name="connsiteY45" fmla="*/ 6672 h 9885"/>
              <a:gd name="connsiteX46" fmla="*/ 8986 w 11529"/>
              <a:gd name="connsiteY46" fmla="*/ 6582 h 9885"/>
              <a:gd name="connsiteX47" fmla="*/ 8934 w 11529"/>
              <a:gd name="connsiteY47" fmla="*/ 6462 h 9885"/>
              <a:gd name="connsiteX48" fmla="*/ 8690 w 11529"/>
              <a:gd name="connsiteY48" fmla="*/ 6551 h 9885"/>
              <a:gd name="connsiteX49" fmla="*/ 8341 w 11529"/>
              <a:gd name="connsiteY49" fmla="*/ 6745 h 9885"/>
              <a:gd name="connsiteX50" fmla="*/ 8040 w 11529"/>
              <a:gd name="connsiteY50" fmla="*/ 6707 h 9885"/>
              <a:gd name="connsiteX51" fmla="*/ 7543 w 11529"/>
              <a:gd name="connsiteY51" fmla="*/ 6596 h 9885"/>
              <a:gd name="connsiteX52" fmla="*/ 7022 w 11529"/>
              <a:gd name="connsiteY52" fmla="*/ 6582 h 9885"/>
              <a:gd name="connsiteX53" fmla="*/ 6615 w 11529"/>
              <a:gd name="connsiteY53" fmla="*/ 6613 h 9885"/>
              <a:gd name="connsiteX54" fmla="*/ 6606 w 11529"/>
              <a:gd name="connsiteY54" fmla="*/ 6462 h 9885"/>
              <a:gd name="connsiteX55" fmla="*/ 6701 w 11529"/>
              <a:gd name="connsiteY55" fmla="*/ 6110 h 9885"/>
              <a:gd name="connsiteX56" fmla="*/ 6759 w 11529"/>
              <a:gd name="connsiteY56" fmla="*/ 5709 h 9885"/>
              <a:gd name="connsiteX57" fmla="*/ 6682 w 11529"/>
              <a:gd name="connsiteY57" fmla="*/ 5212 h 9885"/>
              <a:gd name="connsiteX58" fmla="*/ 6500 w 11529"/>
              <a:gd name="connsiteY58" fmla="*/ 4568 h 9885"/>
              <a:gd name="connsiteX59" fmla="*/ 6314 w 11529"/>
              <a:gd name="connsiteY59" fmla="*/ 3995 h 9885"/>
              <a:gd name="connsiteX60" fmla="*/ 6018 w 11529"/>
              <a:gd name="connsiteY60" fmla="*/ 3181 h 9885"/>
              <a:gd name="connsiteX61" fmla="*/ 5970 w 11529"/>
              <a:gd name="connsiteY61" fmla="*/ 2087 h 9885"/>
              <a:gd name="connsiteX62" fmla="*/ 7585 w 11529"/>
              <a:gd name="connsiteY62" fmla="*/ 1671 h 9885"/>
              <a:gd name="connsiteX63" fmla="*/ 8702 w 11529"/>
              <a:gd name="connsiteY63" fmla="*/ 1543 h 9885"/>
              <a:gd name="connsiteX64" fmla="*/ 9549 w 11529"/>
              <a:gd name="connsiteY64" fmla="*/ 1956 h 9885"/>
              <a:gd name="connsiteX65" fmla="*/ 10290 w 11529"/>
              <a:gd name="connsiteY65" fmla="*/ 2849 h 9885"/>
              <a:gd name="connsiteX66" fmla="*/ 11529 w 11529"/>
              <a:gd name="connsiteY66" fmla="*/ 4896 h 9885"/>
              <a:gd name="connsiteX67" fmla="*/ 10602 w 11529"/>
              <a:gd name="connsiteY67" fmla="*/ 2718 h 9885"/>
              <a:gd name="connsiteX68" fmla="*/ 9962 w 11529"/>
              <a:gd name="connsiteY68" fmla="*/ 1815 h 9885"/>
              <a:gd name="connsiteX69" fmla="*/ 8937 w 11529"/>
              <a:gd name="connsiteY69" fmla="*/ 1203 h 9885"/>
              <a:gd name="connsiteX70" fmla="*/ 7213 w 11529"/>
              <a:gd name="connsiteY70" fmla="*/ 328 h 9885"/>
              <a:gd name="connsiteX71" fmla="*/ 6065 w 11529"/>
              <a:gd name="connsiteY71" fmla="*/ 1284 h 9885"/>
              <a:gd name="connsiteX72" fmla="*/ 5664 w 11529"/>
              <a:gd name="connsiteY72" fmla="*/ 1712 h 9885"/>
              <a:gd name="connsiteX73" fmla="*/ 5439 w 11529"/>
              <a:gd name="connsiteY73" fmla="*/ 1611 h 9885"/>
              <a:gd name="connsiteX74" fmla="*/ 5272 w 11529"/>
              <a:gd name="connsiteY74" fmla="*/ 1142 h 9885"/>
              <a:gd name="connsiteX75" fmla="*/ 4946 w 11529"/>
              <a:gd name="connsiteY75" fmla="*/ 1114 h 9885"/>
              <a:gd name="connsiteX76" fmla="*/ 4822 w 11529"/>
              <a:gd name="connsiteY76" fmla="*/ 1383 h 9885"/>
              <a:gd name="connsiteX77" fmla="*/ 4630 w 11529"/>
              <a:gd name="connsiteY77" fmla="*/ 1749 h 9885"/>
              <a:gd name="connsiteX78" fmla="*/ 3746 w 11529"/>
              <a:gd name="connsiteY78" fmla="*/ 1367 h 9885"/>
              <a:gd name="connsiteX79" fmla="*/ 3689 w 11529"/>
              <a:gd name="connsiteY79" fmla="*/ 977 h 9885"/>
              <a:gd name="connsiteX80" fmla="*/ 2967 w 11529"/>
              <a:gd name="connsiteY80" fmla="*/ 428 h 9885"/>
              <a:gd name="connsiteX81" fmla="*/ 2232 w 11529"/>
              <a:gd name="connsiteY81" fmla="*/ 566 h 9885"/>
              <a:gd name="connsiteX82" fmla="*/ 1877 w 11529"/>
              <a:gd name="connsiteY82" fmla="*/ 59 h 9885"/>
              <a:gd name="connsiteX83" fmla="*/ 955 w 11529"/>
              <a:gd name="connsiteY83" fmla="*/ 90 h 9885"/>
              <a:gd name="connsiteX84" fmla="*/ 287 w 11529"/>
              <a:gd name="connsiteY84" fmla="*/ 761 h 9885"/>
              <a:gd name="connsiteX85" fmla="*/ 4 w 11529"/>
              <a:gd name="connsiteY85" fmla="*/ 1512 h 9885"/>
              <a:gd name="connsiteX86" fmla="*/ 77 w 11529"/>
              <a:gd name="connsiteY86" fmla="*/ 5275 h 9885"/>
              <a:gd name="connsiteX87" fmla="*/ 246 w 11529"/>
              <a:gd name="connsiteY87" fmla="*/ 3016 h 9885"/>
              <a:gd name="connsiteX88" fmla="*/ 370 w 11529"/>
              <a:gd name="connsiteY88" fmla="*/ 1694 h 9885"/>
              <a:gd name="connsiteX89" fmla="*/ 992 w 11529"/>
              <a:gd name="connsiteY89" fmla="*/ 369 h 9885"/>
              <a:gd name="connsiteX90" fmla="*/ 1511 w 11529"/>
              <a:gd name="connsiteY90" fmla="*/ 290 h 9885"/>
              <a:gd name="connsiteX91" fmla="*/ 2150 w 11529"/>
              <a:gd name="connsiteY91" fmla="*/ 912 h 9885"/>
              <a:gd name="connsiteX92" fmla="*/ 2809 w 11529"/>
              <a:gd name="connsiteY92" fmla="*/ 669 h 9885"/>
              <a:gd name="connsiteX93" fmla="*/ 3225 w 11529"/>
              <a:gd name="connsiteY93" fmla="*/ 1001 h 9885"/>
              <a:gd name="connsiteX94" fmla="*/ 3349 w 11529"/>
              <a:gd name="connsiteY94" fmla="*/ 1616 h 9885"/>
              <a:gd name="connsiteX95" fmla="*/ 4066 w 11529"/>
              <a:gd name="connsiteY95" fmla="*/ 1873 h 9885"/>
              <a:gd name="connsiteX96" fmla="*/ 4286 w 11529"/>
              <a:gd name="connsiteY96" fmla="*/ 2280 h 9885"/>
              <a:gd name="connsiteX97" fmla="*/ 4267 w 11529"/>
              <a:gd name="connsiteY97" fmla="*/ 2967 h 9885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261 w 10000"/>
              <a:gd name="connsiteY71" fmla="*/ 1299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752 w 10000"/>
              <a:gd name="connsiteY69" fmla="*/ 1217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579 w 10000"/>
              <a:gd name="connsiteY62" fmla="*/ 1690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10000"/>
              <a:gd name="connsiteY0" fmla="*/ 3002 h 10000"/>
              <a:gd name="connsiteX1" fmla="*/ 3361 w 10000"/>
              <a:gd name="connsiteY1" fmla="*/ 4557 h 10000"/>
              <a:gd name="connsiteX2" fmla="*/ 3258 w 10000"/>
              <a:gd name="connsiteY2" fmla="*/ 5294 h 10000"/>
              <a:gd name="connsiteX3" fmla="*/ 3158 w 10000"/>
              <a:gd name="connsiteY3" fmla="*/ 5630 h 10000"/>
              <a:gd name="connsiteX4" fmla="*/ 2905 w 10000"/>
              <a:gd name="connsiteY4" fmla="*/ 5922 h 10000"/>
              <a:gd name="connsiteX5" fmla="*/ 2776 w 10000"/>
              <a:gd name="connsiteY5" fmla="*/ 6076 h 10000"/>
              <a:gd name="connsiteX6" fmla="*/ 2698 w 10000"/>
              <a:gd name="connsiteY6" fmla="*/ 6226 h 10000"/>
              <a:gd name="connsiteX7" fmla="*/ 2785 w 10000"/>
              <a:gd name="connsiteY7" fmla="*/ 6398 h 10000"/>
              <a:gd name="connsiteX8" fmla="*/ 3005 w 10000"/>
              <a:gd name="connsiteY8" fmla="*/ 6586 h 10000"/>
              <a:gd name="connsiteX9" fmla="*/ 3133 w 10000"/>
              <a:gd name="connsiteY9" fmla="*/ 6931 h 10000"/>
              <a:gd name="connsiteX10" fmla="*/ 3212 w 10000"/>
              <a:gd name="connsiteY10" fmla="*/ 7179 h 10000"/>
              <a:gd name="connsiteX11" fmla="*/ 3370 w 10000"/>
              <a:gd name="connsiteY11" fmla="*/ 7490 h 10000"/>
              <a:gd name="connsiteX12" fmla="*/ 3689 w 10000"/>
              <a:gd name="connsiteY12" fmla="*/ 8114 h 10000"/>
              <a:gd name="connsiteX13" fmla="*/ 3822 w 10000"/>
              <a:gd name="connsiteY13" fmla="*/ 8456 h 10000"/>
              <a:gd name="connsiteX14" fmla="*/ 3896 w 10000"/>
              <a:gd name="connsiteY14" fmla="*/ 8728 h 10000"/>
              <a:gd name="connsiteX15" fmla="*/ 3925 w 10000"/>
              <a:gd name="connsiteY15" fmla="*/ 9193 h 10000"/>
              <a:gd name="connsiteX16" fmla="*/ 3822 w 10000"/>
              <a:gd name="connsiteY16" fmla="*/ 9510 h 10000"/>
              <a:gd name="connsiteX17" fmla="*/ 3771 w 10000"/>
              <a:gd name="connsiteY17" fmla="*/ 9758 h 10000"/>
              <a:gd name="connsiteX18" fmla="*/ 3813 w 10000"/>
              <a:gd name="connsiteY18" fmla="*/ 9881 h 10000"/>
              <a:gd name="connsiteX19" fmla="*/ 3967 w 10000"/>
              <a:gd name="connsiteY19" fmla="*/ 9992 h 10000"/>
              <a:gd name="connsiteX20" fmla="*/ 4556 w 10000"/>
              <a:gd name="connsiteY20" fmla="*/ 9992 h 10000"/>
              <a:gd name="connsiteX21" fmla="*/ 5099 w 10000"/>
              <a:gd name="connsiteY21" fmla="*/ 9975 h 10000"/>
              <a:gd name="connsiteX22" fmla="*/ 5207 w 10000"/>
              <a:gd name="connsiteY22" fmla="*/ 9841 h 10000"/>
              <a:gd name="connsiteX23" fmla="*/ 5199 w 10000"/>
              <a:gd name="connsiteY23" fmla="*/ 9618 h 10000"/>
              <a:gd name="connsiteX24" fmla="*/ 5087 w 10000"/>
              <a:gd name="connsiteY24" fmla="*/ 9388 h 10000"/>
              <a:gd name="connsiteX25" fmla="*/ 5046 w 10000"/>
              <a:gd name="connsiteY25" fmla="*/ 9105 h 10000"/>
              <a:gd name="connsiteX26" fmla="*/ 5041 w 10000"/>
              <a:gd name="connsiteY26" fmla="*/ 8753 h 10000"/>
              <a:gd name="connsiteX27" fmla="*/ 5120 w 10000"/>
              <a:gd name="connsiteY27" fmla="*/ 8400 h 10000"/>
              <a:gd name="connsiteX28" fmla="*/ 5302 w 10000"/>
              <a:gd name="connsiteY28" fmla="*/ 7877 h 10000"/>
              <a:gd name="connsiteX29" fmla="*/ 5402 w 10000"/>
              <a:gd name="connsiteY29" fmla="*/ 7604 h 10000"/>
              <a:gd name="connsiteX30" fmla="*/ 5485 w 10000"/>
              <a:gd name="connsiteY30" fmla="*/ 7486 h 10000"/>
              <a:gd name="connsiteX31" fmla="*/ 5779 w 10000"/>
              <a:gd name="connsiteY31" fmla="*/ 7706 h 10000"/>
              <a:gd name="connsiteX32" fmla="*/ 6099 w 10000"/>
              <a:gd name="connsiteY32" fmla="*/ 7828 h 10000"/>
              <a:gd name="connsiteX33" fmla="*/ 6592 w 10000"/>
              <a:gd name="connsiteY33" fmla="*/ 7929 h 10000"/>
              <a:gd name="connsiteX34" fmla="*/ 6969 w 10000"/>
              <a:gd name="connsiteY34" fmla="*/ 7954 h 10000"/>
              <a:gd name="connsiteX35" fmla="*/ 7314 w 10000"/>
              <a:gd name="connsiteY35" fmla="*/ 8127 h 10000"/>
              <a:gd name="connsiteX36" fmla="*/ 7529 w 10000"/>
              <a:gd name="connsiteY36" fmla="*/ 8275 h 10000"/>
              <a:gd name="connsiteX37" fmla="*/ 7732 w 10000"/>
              <a:gd name="connsiteY37" fmla="*/ 8317 h 10000"/>
              <a:gd name="connsiteX38" fmla="*/ 7712 w 10000"/>
              <a:gd name="connsiteY38" fmla="*/ 8180 h 10000"/>
              <a:gd name="connsiteX39" fmla="*/ 7479 w 10000"/>
              <a:gd name="connsiteY39" fmla="*/ 8037 h 10000"/>
              <a:gd name="connsiteX40" fmla="*/ 7322 w 10000"/>
              <a:gd name="connsiteY40" fmla="*/ 7877 h 10000"/>
              <a:gd name="connsiteX41" fmla="*/ 7301 w 10000"/>
              <a:gd name="connsiteY41" fmla="*/ 7727 h 10000"/>
              <a:gd name="connsiteX42" fmla="*/ 7484 w 10000"/>
              <a:gd name="connsiteY42" fmla="*/ 7573 h 10000"/>
              <a:gd name="connsiteX43" fmla="*/ 7657 w 10000"/>
              <a:gd name="connsiteY43" fmla="*/ 7402 h 10000"/>
              <a:gd name="connsiteX44" fmla="*/ 7405 w 10000"/>
              <a:gd name="connsiteY44" fmla="*/ 7064 h 10000"/>
              <a:gd name="connsiteX45" fmla="*/ 7687 w 10000"/>
              <a:gd name="connsiteY45" fmla="*/ 6750 h 10000"/>
              <a:gd name="connsiteX46" fmla="*/ 7794 w 10000"/>
              <a:gd name="connsiteY46" fmla="*/ 6659 h 10000"/>
              <a:gd name="connsiteX47" fmla="*/ 7749 w 10000"/>
              <a:gd name="connsiteY47" fmla="*/ 6537 h 10000"/>
              <a:gd name="connsiteX48" fmla="*/ 7538 w 10000"/>
              <a:gd name="connsiteY48" fmla="*/ 6627 h 10000"/>
              <a:gd name="connsiteX49" fmla="*/ 7235 w 10000"/>
              <a:gd name="connsiteY49" fmla="*/ 6823 h 10000"/>
              <a:gd name="connsiteX50" fmla="*/ 6974 w 10000"/>
              <a:gd name="connsiteY50" fmla="*/ 6785 h 10000"/>
              <a:gd name="connsiteX51" fmla="*/ 6543 w 10000"/>
              <a:gd name="connsiteY51" fmla="*/ 6673 h 10000"/>
              <a:gd name="connsiteX52" fmla="*/ 6091 w 10000"/>
              <a:gd name="connsiteY52" fmla="*/ 6659 h 10000"/>
              <a:gd name="connsiteX53" fmla="*/ 5738 w 10000"/>
              <a:gd name="connsiteY53" fmla="*/ 6690 h 10000"/>
              <a:gd name="connsiteX54" fmla="*/ 5730 w 10000"/>
              <a:gd name="connsiteY54" fmla="*/ 6537 h 10000"/>
              <a:gd name="connsiteX55" fmla="*/ 5812 w 10000"/>
              <a:gd name="connsiteY55" fmla="*/ 6181 h 10000"/>
              <a:gd name="connsiteX56" fmla="*/ 5863 w 10000"/>
              <a:gd name="connsiteY56" fmla="*/ 5775 h 10000"/>
              <a:gd name="connsiteX57" fmla="*/ 5796 w 10000"/>
              <a:gd name="connsiteY57" fmla="*/ 5273 h 10000"/>
              <a:gd name="connsiteX58" fmla="*/ 5638 w 10000"/>
              <a:gd name="connsiteY58" fmla="*/ 4621 h 10000"/>
              <a:gd name="connsiteX59" fmla="*/ 5477 w 10000"/>
              <a:gd name="connsiteY59" fmla="*/ 4041 h 10000"/>
              <a:gd name="connsiteX60" fmla="*/ 5220 w 10000"/>
              <a:gd name="connsiteY60" fmla="*/ 3218 h 10000"/>
              <a:gd name="connsiteX61" fmla="*/ 5178 w 10000"/>
              <a:gd name="connsiteY61" fmla="*/ 2111 h 10000"/>
              <a:gd name="connsiteX62" fmla="*/ 6605 w 10000"/>
              <a:gd name="connsiteY62" fmla="*/ 1602 h 10000"/>
              <a:gd name="connsiteX63" fmla="*/ 7548 w 10000"/>
              <a:gd name="connsiteY63" fmla="*/ 1561 h 10000"/>
              <a:gd name="connsiteX64" fmla="*/ 8283 w 10000"/>
              <a:gd name="connsiteY64" fmla="*/ 1979 h 10000"/>
              <a:gd name="connsiteX65" fmla="*/ 8925 w 10000"/>
              <a:gd name="connsiteY65" fmla="*/ 2882 h 10000"/>
              <a:gd name="connsiteX66" fmla="*/ 10000 w 10000"/>
              <a:gd name="connsiteY66" fmla="*/ 4953 h 10000"/>
              <a:gd name="connsiteX67" fmla="*/ 9196 w 10000"/>
              <a:gd name="connsiteY67" fmla="*/ 2750 h 10000"/>
              <a:gd name="connsiteX68" fmla="*/ 8641 w 10000"/>
              <a:gd name="connsiteY68" fmla="*/ 1836 h 10000"/>
              <a:gd name="connsiteX69" fmla="*/ 7988 w 10000"/>
              <a:gd name="connsiteY69" fmla="*/ 1372 h 10000"/>
              <a:gd name="connsiteX70" fmla="*/ 6518 w 10000"/>
              <a:gd name="connsiteY70" fmla="*/ 1305 h 10000"/>
              <a:gd name="connsiteX71" fmla="*/ 5550 w 10000"/>
              <a:gd name="connsiteY71" fmla="*/ 1586 h 10000"/>
              <a:gd name="connsiteX72" fmla="*/ 4913 w 10000"/>
              <a:gd name="connsiteY72" fmla="*/ 1732 h 10000"/>
              <a:gd name="connsiteX73" fmla="*/ 4718 w 10000"/>
              <a:gd name="connsiteY73" fmla="*/ 1630 h 10000"/>
              <a:gd name="connsiteX74" fmla="*/ 4573 w 10000"/>
              <a:gd name="connsiteY74" fmla="*/ 1155 h 10000"/>
              <a:gd name="connsiteX75" fmla="*/ 4290 w 10000"/>
              <a:gd name="connsiteY75" fmla="*/ 1127 h 10000"/>
              <a:gd name="connsiteX76" fmla="*/ 4182 w 10000"/>
              <a:gd name="connsiteY76" fmla="*/ 1399 h 10000"/>
              <a:gd name="connsiteX77" fmla="*/ 4016 w 10000"/>
              <a:gd name="connsiteY77" fmla="*/ 1769 h 10000"/>
              <a:gd name="connsiteX78" fmla="*/ 3249 w 10000"/>
              <a:gd name="connsiteY78" fmla="*/ 1383 h 10000"/>
              <a:gd name="connsiteX79" fmla="*/ 3200 w 10000"/>
              <a:gd name="connsiteY79" fmla="*/ 988 h 10000"/>
              <a:gd name="connsiteX80" fmla="*/ 2574 w 10000"/>
              <a:gd name="connsiteY80" fmla="*/ 433 h 10000"/>
              <a:gd name="connsiteX81" fmla="*/ 1936 w 10000"/>
              <a:gd name="connsiteY81" fmla="*/ 573 h 10000"/>
              <a:gd name="connsiteX82" fmla="*/ 1628 w 10000"/>
              <a:gd name="connsiteY82" fmla="*/ 60 h 10000"/>
              <a:gd name="connsiteX83" fmla="*/ 828 w 10000"/>
              <a:gd name="connsiteY83" fmla="*/ 91 h 10000"/>
              <a:gd name="connsiteX84" fmla="*/ 249 w 10000"/>
              <a:gd name="connsiteY84" fmla="*/ 770 h 10000"/>
              <a:gd name="connsiteX85" fmla="*/ 3 w 10000"/>
              <a:gd name="connsiteY85" fmla="*/ 1530 h 10000"/>
              <a:gd name="connsiteX86" fmla="*/ 67 w 10000"/>
              <a:gd name="connsiteY86" fmla="*/ 5336 h 10000"/>
              <a:gd name="connsiteX87" fmla="*/ 213 w 10000"/>
              <a:gd name="connsiteY87" fmla="*/ 3051 h 10000"/>
              <a:gd name="connsiteX88" fmla="*/ 321 w 10000"/>
              <a:gd name="connsiteY88" fmla="*/ 1714 h 10000"/>
              <a:gd name="connsiteX89" fmla="*/ 860 w 10000"/>
              <a:gd name="connsiteY89" fmla="*/ 373 h 10000"/>
              <a:gd name="connsiteX90" fmla="*/ 1311 w 10000"/>
              <a:gd name="connsiteY90" fmla="*/ 293 h 10000"/>
              <a:gd name="connsiteX91" fmla="*/ 1865 w 10000"/>
              <a:gd name="connsiteY91" fmla="*/ 923 h 10000"/>
              <a:gd name="connsiteX92" fmla="*/ 2436 w 10000"/>
              <a:gd name="connsiteY92" fmla="*/ 677 h 10000"/>
              <a:gd name="connsiteX93" fmla="*/ 2797 w 10000"/>
              <a:gd name="connsiteY93" fmla="*/ 1013 h 10000"/>
              <a:gd name="connsiteX94" fmla="*/ 2905 w 10000"/>
              <a:gd name="connsiteY94" fmla="*/ 1635 h 10000"/>
              <a:gd name="connsiteX95" fmla="*/ 3527 w 10000"/>
              <a:gd name="connsiteY95" fmla="*/ 1895 h 10000"/>
              <a:gd name="connsiteX96" fmla="*/ 3718 w 10000"/>
              <a:gd name="connsiteY96" fmla="*/ 2307 h 10000"/>
              <a:gd name="connsiteX97" fmla="*/ 3701 w 10000"/>
              <a:gd name="connsiteY97" fmla="*/ 3002 h 10000"/>
              <a:gd name="connsiteX0" fmla="*/ 3701 w 9423"/>
              <a:gd name="connsiteY0" fmla="*/ 3002 h 10000"/>
              <a:gd name="connsiteX1" fmla="*/ 3361 w 9423"/>
              <a:gd name="connsiteY1" fmla="*/ 4557 h 10000"/>
              <a:gd name="connsiteX2" fmla="*/ 3258 w 9423"/>
              <a:gd name="connsiteY2" fmla="*/ 5294 h 10000"/>
              <a:gd name="connsiteX3" fmla="*/ 3158 w 9423"/>
              <a:gd name="connsiteY3" fmla="*/ 5630 h 10000"/>
              <a:gd name="connsiteX4" fmla="*/ 2905 w 9423"/>
              <a:gd name="connsiteY4" fmla="*/ 5922 h 10000"/>
              <a:gd name="connsiteX5" fmla="*/ 2776 w 9423"/>
              <a:gd name="connsiteY5" fmla="*/ 6076 h 10000"/>
              <a:gd name="connsiteX6" fmla="*/ 2698 w 9423"/>
              <a:gd name="connsiteY6" fmla="*/ 6226 h 10000"/>
              <a:gd name="connsiteX7" fmla="*/ 2785 w 9423"/>
              <a:gd name="connsiteY7" fmla="*/ 6398 h 10000"/>
              <a:gd name="connsiteX8" fmla="*/ 3005 w 9423"/>
              <a:gd name="connsiteY8" fmla="*/ 6586 h 10000"/>
              <a:gd name="connsiteX9" fmla="*/ 3133 w 9423"/>
              <a:gd name="connsiteY9" fmla="*/ 6931 h 10000"/>
              <a:gd name="connsiteX10" fmla="*/ 3212 w 9423"/>
              <a:gd name="connsiteY10" fmla="*/ 7179 h 10000"/>
              <a:gd name="connsiteX11" fmla="*/ 3370 w 9423"/>
              <a:gd name="connsiteY11" fmla="*/ 7490 h 10000"/>
              <a:gd name="connsiteX12" fmla="*/ 3689 w 9423"/>
              <a:gd name="connsiteY12" fmla="*/ 8114 h 10000"/>
              <a:gd name="connsiteX13" fmla="*/ 3822 w 9423"/>
              <a:gd name="connsiteY13" fmla="*/ 8456 h 10000"/>
              <a:gd name="connsiteX14" fmla="*/ 3896 w 9423"/>
              <a:gd name="connsiteY14" fmla="*/ 8728 h 10000"/>
              <a:gd name="connsiteX15" fmla="*/ 3925 w 9423"/>
              <a:gd name="connsiteY15" fmla="*/ 9193 h 10000"/>
              <a:gd name="connsiteX16" fmla="*/ 3822 w 9423"/>
              <a:gd name="connsiteY16" fmla="*/ 9510 h 10000"/>
              <a:gd name="connsiteX17" fmla="*/ 3771 w 9423"/>
              <a:gd name="connsiteY17" fmla="*/ 9758 h 10000"/>
              <a:gd name="connsiteX18" fmla="*/ 3813 w 9423"/>
              <a:gd name="connsiteY18" fmla="*/ 9881 h 10000"/>
              <a:gd name="connsiteX19" fmla="*/ 3967 w 9423"/>
              <a:gd name="connsiteY19" fmla="*/ 9992 h 10000"/>
              <a:gd name="connsiteX20" fmla="*/ 4556 w 9423"/>
              <a:gd name="connsiteY20" fmla="*/ 9992 h 10000"/>
              <a:gd name="connsiteX21" fmla="*/ 5099 w 9423"/>
              <a:gd name="connsiteY21" fmla="*/ 9975 h 10000"/>
              <a:gd name="connsiteX22" fmla="*/ 5207 w 9423"/>
              <a:gd name="connsiteY22" fmla="*/ 9841 h 10000"/>
              <a:gd name="connsiteX23" fmla="*/ 5199 w 9423"/>
              <a:gd name="connsiteY23" fmla="*/ 9618 h 10000"/>
              <a:gd name="connsiteX24" fmla="*/ 5087 w 9423"/>
              <a:gd name="connsiteY24" fmla="*/ 9388 h 10000"/>
              <a:gd name="connsiteX25" fmla="*/ 5046 w 9423"/>
              <a:gd name="connsiteY25" fmla="*/ 9105 h 10000"/>
              <a:gd name="connsiteX26" fmla="*/ 5041 w 9423"/>
              <a:gd name="connsiteY26" fmla="*/ 8753 h 10000"/>
              <a:gd name="connsiteX27" fmla="*/ 5120 w 9423"/>
              <a:gd name="connsiteY27" fmla="*/ 8400 h 10000"/>
              <a:gd name="connsiteX28" fmla="*/ 5302 w 9423"/>
              <a:gd name="connsiteY28" fmla="*/ 7877 h 10000"/>
              <a:gd name="connsiteX29" fmla="*/ 5402 w 9423"/>
              <a:gd name="connsiteY29" fmla="*/ 7604 h 10000"/>
              <a:gd name="connsiteX30" fmla="*/ 5485 w 9423"/>
              <a:gd name="connsiteY30" fmla="*/ 7486 h 10000"/>
              <a:gd name="connsiteX31" fmla="*/ 5779 w 9423"/>
              <a:gd name="connsiteY31" fmla="*/ 7706 h 10000"/>
              <a:gd name="connsiteX32" fmla="*/ 6099 w 9423"/>
              <a:gd name="connsiteY32" fmla="*/ 7828 h 10000"/>
              <a:gd name="connsiteX33" fmla="*/ 6592 w 9423"/>
              <a:gd name="connsiteY33" fmla="*/ 7929 h 10000"/>
              <a:gd name="connsiteX34" fmla="*/ 6969 w 9423"/>
              <a:gd name="connsiteY34" fmla="*/ 7954 h 10000"/>
              <a:gd name="connsiteX35" fmla="*/ 7314 w 9423"/>
              <a:gd name="connsiteY35" fmla="*/ 8127 h 10000"/>
              <a:gd name="connsiteX36" fmla="*/ 7529 w 9423"/>
              <a:gd name="connsiteY36" fmla="*/ 8275 h 10000"/>
              <a:gd name="connsiteX37" fmla="*/ 7732 w 9423"/>
              <a:gd name="connsiteY37" fmla="*/ 8317 h 10000"/>
              <a:gd name="connsiteX38" fmla="*/ 7712 w 9423"/>
              <a:gd name="connsiteY38" fmla="*/ 8180 h 10000"/>
              <a:gd name="connsiteX39" fmla="*/ 7479 w 9423"/>
              <a:gd name="connsiteY39" fmla="*/ 8037 h 10000"/>
              <a:gd name="connsiteX40" fmla="*/ 7322 w 9423"/>
              <a:gd name="connsiteY40" fmla="*/ 7877 h 10000"/>
              <a:gd name="connsiteX41" fmla="*/ 7301 w 9423"/>
              <a:gd name="connsiteY41" fmla="*/ 7727 h 10000"/>
              <a:gd name="connsiteX42" fmla="*/ 7484 w 9423"/>
              <a:gd name="connsiteY42" fmla="*/ 7573 h 10000"/>
              <a:gd name="connsiteX43" fmla="*/ 7657 w 9423"/>
              <a:gd name="connsiteY43" fmla="*/ 7402 h 10000"/>
              <a:gd name="connsiteX44" fmla="*/ 7405 w 9423"/>
              <a:gd name="connsiteY44" fmla="*/ 7064 h 10000"/>
              <a:gd name="connsiteX45" fmla="*/ 7687 w 9423"/>
              <a:gd name="connsiteY45" fmla="*/ 6750 h 10000"/>
              <a:gd name="connsiteX46" fmla="*/ 7794 w 9423"/>
              <a:gd name="connsiteY46" fmla="*/ 6659 h 10000"/>
              <a:gd name="connsiteX47" fmla="*/ 7749 w 9423"/>
              <a:gd name="connsiteY47" fmla="*/ 6537 h 10000"/>
              <a:gd name="connsiteX48" fmla="*/ 7538 w 9423"/>
              <a:gd name="connsiteY48" fmla="*/ 6627 h 10000"/>
              <a:gd name="connsiteX49" fmla="*/ 7235 w 9423"/>
              <a:gd name="connsiteY49" fmla="*/ 6823 h 10000"/>
              <a:gd name="connsiteX50" fmla="*/ 6974 w 9423"/>
              <a:gd name="connsiteY50" fmla="*/ 6785 h 10000"/>
              <a:gd name="connsiteX51" fmla="*/ 6543 w 9423"/>
              <a:gd name="connsiteY51" fmla="*/ 6673 h 10000"/>
              <a:gd name="connsiteX52" fmla="*/ 6091 w 9423"/>
              <a:gd name="connsiteY52" fmla="*/ 6659 h 10000"/>
              <a:gd name="connsiteX53" fmla="*/ 5738 w 9423"/>
              <a:gd name="connsiteY53" fmla="*/ 6690 h 10000"/>
              <a:gd name="connsiteX54" fmla="*/ 5730 w 9423"/>
              <a:gd name="connsiteY54" fmla="*/ 6537 h 10000"/>
              <a:gd name="connsiteX55" fmla="*/ 5812 w 9423"/>
              <a:gd name="connsiteY55" fmla="*/ 6181 h 10000"/>
              <a:gd name="connsiteX56" fmla="*/ 5863 w 9423"/>
              <a:gd name="connsiteY56" fmla="*/ 5775 h 10000"/>
              <a:gd name="connsiteX57" fmla="*/ 5796 w 9423"/>
              <a:gd name="connsiteY57" fmla="*/ 5273 h 10000"/>
              <a:gd name="connsiteX58" fmla="*/ 5638 w 9423"/>
              <a:gd name="connsiteY58" fmla="*/ 4621 h 10000"/>
              <a:gd name="connsiteX59" fmla="*/ 5477 w 9423"/>
              <a:gd name="connsiteY59" fmla="*/ 4041 h 10000"/>
              <a:gd name="connsiteX60" fmla="*/ 5220 w 9423"/>
              <a:gd name="connsiteY60" fmla="*/ 3218 h 10000"/>
              <a:gd name="connsiteX61" fmla="*/ 5178 w 9423"/>
              <a:gd name="connsiteY61" fmla="*/ 2111 h 10000"/>
              <a:gd name="connsiteX62" fmla="*/ 6605 w 9423"/>
              <a:gd name="connsiteY62" fmla="*/ 1602 h 10000"/>
              <a:gd name="connsiteX63" fmla="*/ 7548 w 9423"/>
              <a:gd name="connsiteY63" fmla="*/ 1561 h 10000"/>
              <a:gd name="connsiteX64" fmla="*/ 8283 w 9423"/>
              <a:gd name="connsiteY64" fmla="*/ 1979 h 10000"/>
              <a:gd name="connsiteX65" fmla="*/ 8925 w 9423"/>
              <a:gd name="connsiteY65" fmla="*/ 2882 h 10000"/>
              <a:gd name="connsiteX66" fmla="*/ 9423 w 9423"/>
              <a:gd name="connsiteY66" fmla="*/ 5285 h 10000"/>
              <a:gd name="connsiteX67" fmla="*/ 9196 w 9423"/>
              <a:gd name="connsiteY67" fmla="*/ 2750 h 10000"/>
              <a:gd name="connsiteX68" fmla="*/ 8641 w 9423"/>
              <a:gd name="connsiteY68" fmla="*/ 1836 h 10000"/>
              <a:gd name="connsiteX69" fmla="*/ 7988 w 9423"/>
              <a:gd name="connsiteY69" fmla="*/ 1372 h 10000"/>
              <a:gd name="connsiteX70" fmla="*/ 6518 w 9423"/>
              <a:gd name="connsiteY70" fmla="*/ 1305 h 10000"/>
              <a:gd name="connsiteX71" fmla="*/ 5550 w 9423"/>
              <a:gd name="connsiteY71" fmla="*/ 1586 h 10000"/>
              <a:gd name="connsiteX72" fmla="*/ 4913 w 9423"/>
              <a:gd name="connsiteY72" fmla="*/ 1732 h 10000"/>
              <a:gd name="connsiteX73" fmla="*/ 4718 w 9423"/>
              <a:gd name="connsiteY73" fmla="*/ 1630 h 10000"/>
              <a:gd name="connsiteX74" fmla="*/ 4573 w 9423"/>
              <a:gd name="connsiteY74" fmla="*/ 1155 h 10000"/>
              <a:gd name="connsiteX75" fmla="*/ 4290 w 9423"/>
              <a:gd name="connsiteY75" fmla="*/ 1127 h 10000"/>
              <a:gd name="connsiteX76" fmla="*/ 4182 w 9423"/>
              <a:gd name="connsiteY76" fmla="*/ 1399 h 10000"/>
              <a:gd name="connsiteX77" fmla="*/ 4016 w 9423"/>
              <a:gd name="connsiteY77" fmla="*/ 1769 h 10000"/>
              <a:gd name="connsiteX78" fmla="*/ 3249 w 9423"/>
              <a:gd name="connsiteY78" fmla="*/ 1383 h 10000"/>
              <a:gd name="connsiteX79" fmla="*/ 3200 w 9423"/>
              <a:gd name="connsiteY79" fmla="*/ 988 h 10000"/>
              <a:gd name="connsiteX80" fmla="*/ 2574 w 9423"/>
              <a:gd name="connsiteY80" fmla="*/ 433 h 10000"/>
              <a:gd name="connsiteX81" fmla="*/ 1936 w 9423"/>
              <a:gd name="connsiteY81" fmla="*/ 573 h 10000"/>
              <a:gd name="connsiteX82" fmla="*/ 1628 w 9423"/>
              <a:gd name="connsiteY82" fmla="*/ 60 h 10000"/>
              <a:gd name="connsiteX83" fmla="*/ 828 w 9423"/>
              <a:gd name="connsiteY83" fmla="*/ 91 h 10000"/>
              <a:gd name="connsiteX84" fmla="*/ 249 w 9423"/>
              <a:gd name="connsiteY84" fmla="*/ 770 h 10000"/>
              <a:gd name="connsiteX85" fmla="*/ 3 w 9423"/>
              <a:gd name="connsiteY85" fmla="*/ 1530 h 10000"/>
              <a:gd name="connsiteX86" fmla="*/ 67 w 9423"/>
              <a:gd name="connsiteY86" fmla="*/ 5336 h 10000"/>
              <a:gd name="connsiteX87" fmla="*/ 213 w 9423"/>
              <a:gd name="connsiteY87" fmla="*/ 3051 h 10000"/>
              <a:gd name="connsiteX88" fmla="*/ 321 w 9423"/>
              <a:gd name="connsiteY88" fmla="*/ 1714 h 10000"/>
              <a:gd name="connsiteX89" fmla="*/ 860 w 9423"/>
              <a:gd name="connsiteY89" fmla="*/ 373 h 10000"/>
              <a:gd name="connsiteX90" fmla="*/ 1311 w 9423"/>
              <a:gd name="connsiteY90" fmla="*/ 293 h 10000"/>
              <a:gd name="connsiteX91" fmla="*/ 1865 w 9423"/>
              <a:gd name="connsiteY91" fmla="*/ 923 h 10000"/>
              <a:gd name="connsiteX92" fmla="*/ 2436 w 9423"/>
              <a:gd name="connsiteY92" fmla="*/ 677 h 10000"/>
              <a:gd name="connsiteX93" fmla="*/ 2797 w 9423"/>
              <a:gd name="connsiteY93" fmla="*/ 1013 h 10000"/>
              <a:gd name="connsiteX94" fmla="*/ 2905 w 9423"/>
              <a:gd name="connsiteY94" fmla="*/ 1635 h 10000"/>
              <a:gd name="connsiteX95" fmla="*/ 3527 w 9423"/>
              <a:gd name="connsiteY95" fmla="*/ 1895 h 10000"/>
              <a:gd name="connsiteX96" fmla="*/ 3718 w 9423"/>
              <a:gd name="connsiteY96" fmla="*/ 2307 h 10000"/>
              <a:gd name="connsiteX97" fmla="*/ 3701 w 9423"/>
              <a:gd name="connsiteY97" fmla="*/ 3002 h 10000"/>
              <a:gd name="connsiteX0" fmla="*/ 3928 w 10001"/>
              <a:gd name="connsiteY0" fmla="*/ 3002 h 10000"/>
              <a:gd name="connsiteX1" fmla="*/ 3567 w 10001"/>
              <a:gd name="connsiteY1" fmla="*/ 4557 h 10000"/>
              <a:gd name="connsiteX2" fmla="*/ 3457 w 10001"/>
              <a:gd name="connsiteY2" fmla="*/ 5294 h 10000"/>
              <a:gd name="connsiteX3" fmla="*/ 3351 w 10001"/>
              <a:gd name="connsiteY3" fmla="*/ 5630 h 10000"/>
              <a:gd name="connsiteX4" fmla="*/ 3083 w 10001"/>
              <a:gd name="connsiteY4" fmla="*/ 5922 h 10000"/>
              <a:gd name="connsiteX5" fmla="*/ 2946 w 10001"/>
              <a:gd name="connsiteY5" fmla="*/ 6076 h 10000"/>
              <a:gd name="connsiteX6" fmla="*/ 2863 w 10001"/>
              <a:gd name="connsiteY6" fmla="*/ 6226 h 10000"/>
              <a:gd name="connsiteX7" fmla="*/ 2956 w 10001"/>
              <a:gd name="connsiteY7" fmla="*/ 6398 h 10000"/>
              <a:gd name="connsiteX8" fmla="*/ 3189 w 10001"/>
              <a:gd name="connsiteY8" fmla="*/ 6586 h 10000"/>
              <a:gd name="connsiteX9" fmla="*/ 3325 w 10001"/>
              <a:gd name="connsiteY9" fmla="*/ 6931 h 10000"/>
              <a:gd name="connsiteX10" fmla="*/ 3409 w 10001"/>
              <a:gd name="connsiteY10" fmla="*/ 7179 h 10000"/>
              <a:gd name="connsiteX11" fmla="*/ 3576 w 10001"/>
              <a:gd name="connsiteY11" fmla="*/ 7490 h 10000"/>
              <a:gd name="connsiteX12" fmla="*/ 3915 w 10001"/>
              <a:gd name="connsiteY12" fmla="*/ 8114 h 10000"/>
              <a:gd name="connsiteX13" fmla="*/ 4056 w 10001"/>
              <a:gd name="connsiteY13" fmla="*/ 8456 h 10000"/>
              <a:gd name="connsiteX14" fmla="*/ 4135 w 10001"/>
              <a:gd name="connsiteY14" fmla="*/ 8728 h 10000"/>
              <a:gd name="connsiteX15" fmla="*/ 4165 w 10001"/>
              <a:gd name="connsiteY15" fmla="*/ 9193 h 10000"/>
              <a:gd name="connsiteX16" fmla="*/ 4056 w 10001"/>
              <a:gd name="connsiteY16" fmla="*/ 9510 h 10000"/>
              <a:gd name="connsiteX17" fmla="*/ 4002 w 10001"/>
              <a:gd name="connsiteY17" fmla="*/ 9758 h 10000"/>
              <a:gd name="connsiteX18" fmla="*/ 4046 w 10001"/>
              <a:gd name="connsiteY18" fmla="*/ 9881 h 10000"/>
              <a:gd name="connsiteX19" fmla="*/ 4210 w 10001"/>
              <a:gd name="connsiteY19" fmla="*/ 9992 h 10000"/>
              <a:gd name="connsiteX20" fmla="*/ 4835 w 10001"/>
              <a:gd name="connsiteY20" fmla="*/ 9992 h 10000"/>
              <a:gd name="connsiteX21" fmla="*/ 5411 w 10001"/>
              <a:gd name="connsiteY21" fmla="*/ 9975 h 10000"/>
              <a:gd name="connsiteX22" fmla="*/ 5526 w 10001"/>
              <a:gd name="connsiteY22" fmla="*/ 9841 h 10000"/>
              <a:gd name="connsiteX23" fmla="*/ 5517 w 10001"/>
              <a:gd name="connsiteY23" fmla="*/ 9618 h 10000"/>
              <a:gd name="connsiteX24" fmla="*/ 5398 w 10001"/>
              <a:gd name="connsiteY24" fmla="*/ 9388 h 10000"/>
              <a:gd name="connsiteX25" fmla="*/ 5355 w 10001"/>
              <a:gd name="connsiteY25" fmla="*/ 9105 h 10000"/>
              <a:gd name="connsiteX26" fmla="*/ 5350 w 10001"/>
              <a:gd name="connsiteY26" fmla="*/ 8753 h 10000"/>
              <a:gd name="connsiteX27" fmla="*/ 5434 w 10001"/>
              <a:gd name="connsiteY27" fmla="*/ 8400 h 10000"/>
              <a:gd name="connsiteX28" fmla="*/ 5627 w 10001"/>
              <a:gd name="connsiteY28" fmla="*/ 7877 h 10000"/>
              <a:gd name="connsiteX29" fmla="*/ 5733 w 10001"/>
              <a:gd name="connsiteY29" fmla="*/ 7604 h 10000"/>
              <a:gd name="connsiteX30" fmla="*/ 5821 w 10001"/>
              <a:gd name="connsiteY30" fmla="*/ 7486 h 10000"/>
              <a:gd name="connsiteX31" fmla="*/ 6133 w 10001"/>
              <a:gd name="connsiteY31" fmla="*/ 7706 h 10000"/>
              <a:gd name="connsiteX32" fmla="*/ 6472 w 10001"/>
              <a:gd name="connsiteY32" fmla="*/ 7828 h 10000"/>
              <a:gd name="connsiteX33" fmla="*/ 6996 w 10001"/>
              <a:gd name="connsiteY33" fmla="*/ 7929 h 10000"/>
              <a:gd name="connsiteX34" fmla="*/ 7396 w 10001"/>
              <a:gd name="connsiteY34" fmla="*/ 7954 h 10000"/>
              <a:gd name="connsiteX35" fmla="*/ 7762 w 10001"/>
              <a:gd name="connsiteY35" fmla="*/ 8127 h 10000"/>
              <a:gd name="connsiteX36" fmla="*/ 7990 w 10001"/>
              <a:gd name="connsiteY36" fmla="*/ 8275 h 10000"/>
              <a:gd name="connsiteX37" fmla="*/ 8205 w 10001"/>
              <a:gd name="connsiteY37" fmla="*/ 8317 h 10000"/>
              <a:gd name="connsiteX38" fmla="*/ 8184 w 10001"/>
              <a:gd name="connsiteY38" fmla="*/ 8180 h 10000"/>
              <a:gd name="connsiteX39" fmla="*/ 7937 w 10001"/>
              <a:gd name="connsiteY39" fmla="*/ 8037 h 10000"/>
              <a:gd name="connsiteX40" fmla="*/ 7770 w 10001"/>
              <a:gd name="connsiteY40" fmla="*/ 7877 h 10000"/>
              <a:gd name="connsiteX41" fmla="*/ 7748 w 10001"/>
              <a:gd name="connsiteY41" fmla="*/ 7727 h 10000"/>
              <a:gd name="connsiteX42" fmla="*/ 7942 w 10001"/>
              <a:gd name="connsiteY42" fmla="*/ 7573 h 10000"/>
              <a:gd name="connsiteX43" fmla="*/ 8126 w 10001"/>
              <a:gd name="connsiteY43" fmla="*/ 7402 h 10000"/>
              <a:gd name="connsiteX44" fmla="*/ 7858 w 10001"/>
              <a:gd name="connsiteY44" fmla="*/ 7064 h 10000"/>
              <a:gd name="connsiteX45" fmla="*/ 8158 w 10001"/>
              <a:gd name="connsiteY45" fmla="*/ 6750 h 10000"/>
              <a:gd name="connsiteX46" fmla="*/ 8271 w 10001"/>
              <a:gd name="connsiteY46" fmla="*/ 6659 h 10000"/>
              <a:gd name="connsiteX47" fmla="*/ 8223 w 10001"/>
              <a:gd name="connsiteY47" fmla="*/ 6537 h 10000"/>
              <a:gd name="connsiteX48" fmla="*/ 8000 w 10001"/>
              <a:gd name="connsiteY48" fmla="*/ 6627 h 10000"/>
              <a:gd name="connsiteX49" fmla="*/ 7678 w 10001"/>
              <a:gd name="connsiteY49" fmla="*/ 6823 h 10000"/>
              <a:gd name="connsiteX50" fmla="*/ 7401 w 10001"/>
              <a:gd name="connsiteY50" fmla="*/ 6785 h 10000"/>
              <a:gd name="connsiteX51" fmla="*/ 6944 w 10001"/>
              <a:gd name="connsiteY51" fmla="*/ 6673 h 10000"/>
              <a:gd name="connsiteX52" fmla="*/ 6464 w 10001"/>
              <a:gd name="connsiteY52" fmla="*/ 6659 h 10000"/>
              <a:gd name="connsiteX53" fmla="*/ 6089 w 10001"/>
              <a:gd name="connsiteY53" fmla="*/ 6690 h 10000"/>
              <a:gd name="connsiteX54" fmla="*/ 6081 w 10001"/>
              <a:gd name="connsiteY54" fmla="*/ 6537 h 10000"/>
              <a:gd name="connsiteX55" fmla="*/ 6168 w 10001"/>
              <a:gd name="connsiteY55" fmla="*/ 6181 h 10000"/>
              <a:gd name="connsiteX56" fmla="*/ 6222 w 10001"/>
              <a:gd name="connsiteY56" fmla="*/ 5775 h 10000"/>
              <a:gd name="connsiteX57" fmla="*/ 6151 w 10001"/>
              <a:gd name="connsiteY57" fmla="*/ 5273 h 10000"/>
              <a:gd name="connsiteX58" fmla="*/ 5983 w 10001"/>
              <a:gd name="connsiteY58" fmla="*/ 4621 h 10000"/>
              <a:gd name="connsiteX59" fmla="*/ 5812 w 10001"/>
              <a:gd name="connsiteY59" fmla="*/ 4041 h 10000"/>
              <a:gd name="connsiteX60" fmla="*/ 5540 w 10001"/>
              <a:gd name="connsiteY60" fmla="*/ 3218 h 10000"/>
              <a:gd name="connsiteX61" fmla="*/ 5495 w 10001"/>
              <a:gd name="connsiteY61" fmla="*/ 2111 h 10000"/>
              <a:gd name="connsiteX62" fmla="*/ 7009 w 10001"/>
              <a:gd name="connsiteY62" fmla="*/ 1602 h 10000"/>
              <a:gd name="connsiteX63" fmla="*/ 8010 w 10001"/>
              <a:gd name="connsiteY63" fmla="*/ 1561 h 10000"/>
              <a:gd name="connsiteX64" fmla="*/ 8790 w 10001"/>
              <a:gd name="connsiteY64" fmla="*/ 1979 h 10000"/>
              <a:gd name="connsiteX65" fmla="*/ 9054 w 10001"/>
              <a:gd name="connsiteY65" fmla="*/ 3258 h 10000"/>
              <a:gd name="connsiteX66" fmla="*/ 10000 w 10001"/>
              <a:gd name="connsiteY66" fmla="*/ 5285 h 10000"/>
              <a:gd name="connsiteX67" fmla="*/ 9759 w 10001"/>
              <a:gd name="connsiteY67" fmla="*/ 2750 h 10000"/>
              <a:gd name="connsiteX68" fmla="*/ 9170 w 10001"/>
              <a:gd name="connsiteY68" fmla="*/ 1836 h 10000"/>
              <a:gd name="connsiteX69" fmla="*/ 8477 w 10001"/>
              <a:gd name="connsiteY69" fmla="*/ 1372 h 10000"/>
              <a:gd name="connsiteX70" fmla="*/ 6917 w 10001"/>
              <a:gd name="connsiteY70" fmla="*/ 1305 h 10000"/>
              <a:gd name="connsiteX71" fmla="*/ 5890 w 10001"/>
              <a:gd name="connsiteY71" fmla="*/ 1586 h 10000"/>
              <a:gd name="connsiteX72" fmla="*/ 5214 w 10001"/>
              <a:gd name="connsiteY72" fmla="*/ 1732 h 10000"/>
              <a:gd name="connsiteX73" fmla="*/ 5007 w 10001"/>
              <a:gd name="connsiteY73" fmla="*/ 1630 h 10000"/>
              <a:gd name="connsiteX74" fmla="*/ 4853 w 10001"/>
              <a:gd name="connsiteY74" fmla="*/ 1155 h 10000"/>
              <a:gd name="connsiteX75" fmla="*/ 4553 w 10001"/>
              <a:gd name="connsiteY75" fmla="*/ 1127 h 10000"/>
              <a:gd name="connsiteX76" fmla="*/ 4438 w 10001"/>
              <a:gd name="connsiteY76" fmla="*/ 1399 h 10000"/>
              <a:gd name="connsiteX77" fmla="*/ 4262 w 10001"/>
              <a:gd name="connsiteY77" fmla="*/ 1769 h 10000"/>
              <a:gd name="connsiteX78" fmla="*/ 3448 w 10001"/>
              <a:gd name="connsiteY78" fmla="*/ 1383 h 10000"/>
              <a:gd name="connsiteX79" fmla="*/ 3396 w 10001"/>
              <a:gd name="connsiteY79" fmla="*/ 988 h 10000"/>
              <a:gd name="connsiteX80" fmla="*/ 2732 w 10001"/>
              <a:gd name="connsiteY80" fmla="*/ 433 h 10000"/>
              <a:gd name="connsiteX81" fmla="*/ 2055 w 10001"/>
              <a:gd name="connsiteY81" fmla="*/ 573 h 10000"/>
              <a:gd name="connsiteX82" fmla="*/ 1728 w 10001"/>
              <a:gd name="connsiteY82" fmla="*/ 60 h 10000"/>
              <a:gd name="connsiteX83" fmla="*/ 879 w 10001"/>
              <a:gd name="connsiteY83" fmla="*/ 91 h 10000"/>
              <a:gd name="connsiteX84" fmla="*/ 264 w 10001"/>
              <a:gd name="connsiteY84" fmla="*/ 770 h 10000"/>
              <a:gd name="connsiteX85" fmla="*/ 3 w 10001"/>
              <a:gd name="connsiteY85" fmla="*/ 1530 h 10000"/>
              <a:gd name="connsiteX86" fmla="*/ 71 w 10001"/>
              <a:gd name="connsiteY86" fmla="*/ 5336 h 10000"/>
              <a:gd name="connsiteX87" fmla="*/ 226 w 10001"/>
              <a:gd name="connsiteY87" fmla="*/ 3051 h 10000"/>
              <a:gd name="connsiteX88" fmla="*/ 341 w 10001"/>
              <a:gd name="connsiteY88" fmla="*/ 1714 h 10000"/>
              <a:gd name="connsiteX89" fmla="*/ 913 w 10001"/>
              <a:gd name="connsiteY89" fmla="*/ 373 h 10000"/>
              <a:gd name="connsiteX90" fmla="*/ 1391 w 10001"/>
              <a:gd name="connsiteY90" fmla="*/ 293 h 10000"/>
              <a:gd name="connsiteX91" fmla="*/ 1979 w 10001"/>
              <a:gd name="connsiteY91" fmla="*/ 923 h 10000"/>
              <a:gd name="connsiteX92" fmla="*/ 2585 w 10001"/>
              <a:gd name="connsiteY92" fmla="*/ 677 h 10000"/>
              <a:gd name="connsiteX93" fmla="*/ 2968 w 10001"/>
              <a:gd name="connsiteY93" fmla="*/ 1013 h 10000"/>
              <a:gd name="connsiteX94" fmla="*/ 3083 w 10001"/>
              <a:gd name="connsiteY94" fmla="*/ 1635 h 10000"/>
              <a:gd name="connsiteX95" fmla="*/ 3743 w 10001"/>
              <a:gd name="connsiteY95" fmla="*/ 1895 h 10000"/>
              <a:gd name="connsiteX96" fmla="*/ 3946 w 10001"/>
              <a:gd name="connsiteY96" fmla="*/ 2307 h 10000"/>
              <a:gd name="connsiteX97" fmla="*/ 3928 w 10001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90 w 10000"/>
              <a:gd name="connsiteY64" fmla="*/ 1979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90 w 10000"/>
              <a:gd name="connsiteY64" fmla="*/ 1979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90 w 10000"/>
              <a:gd name="connsiteY64" fmla="*/ 1979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737 w 10000"/>
              <a:gd name="connsiteY64" fmla="*/ 2224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10000"/>
              <a:gd name="connsiteY0" fmla="*/ 3002 h 10000"/>
              <a:gd name="connsiteX1" fmla="*/ 3567 w 10000"/>
              <a:gd name="connsiteY1" fmla="*/ 4557 h 10000"/>
              <a:gd name="connsiteX2" fmla="*/ 3457 w 10000"/>
              <a:gd name="connsiteY2" fmla="*/ 5294 h 10000"/>
              <a:gd name="connsiteX3" fmla="*/ 3351 w 10000"/>
              <a:gd name="connsiteY3" fmla="*/ 5630 h 10000"/>
              <a:gd name="connsiteX4" fmla="*/ 3083 w 10000"/>
              <a:gd name="connsiteY4" fmla="*/ 5922 h 10000"/>
              <a:gd name="connsiteX5" fmla="*/ 2946 w 10000"/>
              <a:gd name="connsiteY5" fmla="*/ 6076 h 10000"/>
              <a:gd name="connsiteX6" fmla="*/ 2863 w 10000"/>
              <a:gd name="connsiteY6" fmla="*/ 6226 h 10000"/>
              <a:gd name="connsiteX7" fmla="*/ 2956 w 10000"/>
              <a:gd name="connsiteY7" fmla="*/ 6398 h 10000"/>
              <a:gd name="connsiteX8" fmla="*/ 3189 w 10000"/>
              <a:gd name="connsiteY8" fmla="*/ 6586 h 10000"/>
              <a:gd name="connsiteX9" fmla="*/ 3325 w 10000"/>
              <a:gd name="connsiteY9" fmla="*/ 6931 h 10000"/>
              <a:gd name="connsiteX10" fmla="*/ 3409 w 10000"/>
              <a:gd name="connsiteY10" fmla="*/ 7179 h 10000"/>
              <a:gd name="connsiteX11" fmla="*/ 3576 w 10000"/>
              <a:gd name="connsiteY11" fmla="*/ 7490 h 10000"/>
              <a:gd name="connsiteX12" fmla="*/ 3915 w 10000"/>
              <a:gd name="connsiteY12" fmla="*/ 8114 h 10000"/>
              <a:gd name="connsiteX13" fmla="*/ 4056 w 10000"/>
              <a:gd name="connsiteY13" fmla="*/ 8456 h 10000"/>
              <a:gd name="connsiteX14" fmla="*/ 4135 w 10000"/>
              <a:gd name="connsiteY14" fmla="*/ 8728 h 10000"/>
              <a:gd name="connsiteX15" fmla="*/ 4165 w 10000"/>
              <a:gd name="connsiteY15" fmla="*/ 9193 h 10000"/>
              <a:gd name="connsiteX16" fmla="*/ 4056 w 10000"/>
              <a:gd name="connsiteY16" fmla="*/ 9510 h 10000"/>
              <a:gd name="connsiteX17" fmla="*/ 4002 w 10000"/>
              <a:gd name="connsiteY17" fmla="*/ 9758 h 10000"/>
              <a:gd name="connsiteX18" fmla="*/ 4046 w 10000"/>
              <a:gd name="connsiteY18" fmla="*/ 9881 h 10000"/>
              <a:gd name="connsiteX19" fmla="*/ 4210 w 10000"/>
              <a:gd name="connsiteY19" fmla="*/ 9992 h 10000"/>
              <a:gd name="connsiteX20" fmla="*/ 4835 w 10000"/>
              <a:gd name="connsiteY20" fmla="*/ 9992 h 10000"/>
              <a:gd name="connsiteX21" fmla="*/ 5411 w 10000"/>
              <a:gd name="connsiteY21" fmla="*/ 9975 h 10000"/>
              <a:gd name="connsiteX22" fmla="*/ 5526 w 10000"/>
              <a:gd name="connsiteY22" fmla="*/ 9841 h 10000"/>
              <a:gd name="connsiteX23" fmla="*/ 5517 w 10000"/>
              <a:gd name="connsiteY23" fmla="*/ 9618 h 10000"/>
              <a:gd name="connsiteX24" fmla="*/ 5398 w 10000"/>
              <a:gd name="connsiteY24" fmla="*/ 9388 h 10000"/>
              <a:gd name="connsiteX25" fmla="*/ 5355 w 10000"/>
              <a:gd name="connsiteY25" fmla="*/ 9105 h 10000"/>
              <a:gd name="connsiteX26" fmla="*/ 5350 w 10000"/>
              <a:gd name="connsiteY26" fmla="*/ 8753 h 10000"/>
              <a:gd name="connsiteX27" fmla="*/ 5434 w 10000"/>
              <a:gd name="connsiteY27" fmla="*/ 8400 h 10000"/>
              <a:gd name="connsiteX28" fmla="*/ 5627 w 10000"/>
              <a:gd name="connsiteY28" fmla="*/ 7877 h 10000"/>
              <a:gd name="connsiteX29" fmla="*/ 5733 w 10000"/>
              <a:gd name="connsiteY29" fmla="*/ 7604 h 10000"/>
              <a:gd name="connsiteX30" fmla="*/ 5821 w 10000"/>
              <a:gd name="connsiteY30" fmla="*/ 7486 h 10000"/>
              <a:gd name="connsiteX31" fmla="*/ 6133 w 10000"/>
              <a:gd name="connsiteY31" fmla="*/ 7706 h 10000"/>
              <a:gd name="connsiteX32" fmla="*/ 6472 w 10000"/>
              <a:gd name="connsiteY32" fmla="*/ 7828 h 10000"/>
              <a:gd name="connsiteX33" fmla="*/ 6996 w 10000"/>
              <a:gd name="connsiteY33" fmla="*/ 7929 h 10000"/>
              <a:gd name="connsiteX34" fmla="*/ 7396 w 10000"/>
              <a:gd name="connsiteY34" fmla="*/ 7954 h 10000"/>
              <a:gd name="connsiteX35" fmla="*/ 7762 w 10000"/>
              <a:gd name="connsiteY35" fmla="*/ 8127 h 10000"/>
              <a:gd name="connsiteX36" fmla="*/ 7990 w 10000"/>
              <a:gd name="connsiteY36" fmla="*/ 8275 h 10000"/>
              <a:gd name="connsiteX37" fmla="*/ 8205 w 10000"/>
              <a:gd name="connsiteY37" fmla="*/ 8317 h 10000"/>
              <a:gd name="connsiteX38" fmla="*/ 8184 w 10000"/>
              <a:gd name="connsiteY38" fmla="*/ 8180 h 10000"/>
              <a:gd name="connsiteX39" fmla="*/ 7937 w 10000"/>
              <a:gd name="connsiteY39" fmla="*/ 8037 h 10000"/>
              <a:gd name="connsiteX40" fmla="*/ 7770 w 10000"/>
              <a:gd name="connsiteY40" fmla="*/ 7877 h 10000"/>
              <a:gd name="connsiteX41" fmla="*/ 7748 w 10000"/>
              <a:gd name="connsiteY41" fmla="*/ 7727 h 10000"/>
              <a:gd name="connsiteX42" fmla="*/ 7942 w 10000"/>
              <a:gd name="connsiteY42" fmla="*/ 7573 h 10000"/>
              <a:gd name="connsiteX43" fmla="*/ 8126 w 10000"/>
              <a:gd name="connsiteY43" fmla="*/ 7402 h 10000"/>
              <a:gd name="connsiteX44" fmla="*/ 7858 w 10000"/>
              <a:gd name="connsiteY44" fmla="*/ 7064 h 10000"/>
              <a:gd name="connsiteX45" fmla="*/ 8158 w 10000"/>
              <a:gd name="connsiteY45" fmla="*/ 6750 h 10000"/>
              <a:gd name="connsiteX46" fmla="*/ 8271 w 10000"/>
              <a:gd name="connsiteY46" fmla="*/ 6659 h 10000"/>
              <a:gd name="connsiteX47" fmla="*/ 8223 w 10000"/>
              <a:gd name="connsiteY47" fmla="*/ 6537 h 10000"/>
              <a:gd name="connsiteX48" fmla="*/ 8000 w 10000"/>
              <a:gd name="connsiteY48" fmla="*/ 6627 h 10000"/>
              <a:gd name="connsiteX49" fmla="*/ 7678 w 10000"/>
              <a:gd name="connsiteY49" fmla="*/ 6823 h 10000"/>
              <a:gd name="connsiteX50" fmla="*/ 7401 w 10000"/>
              <a:gd name="connsiteY50" fmla="*/ 6785 h 10000"/>
              <a:gd name="connsiteX51" fmla="*/ 6944 w 10000"/>
              <a:gd name="connsiteY51" fmla="*/ 6673 h 10000"/>
              <a:gd name="connsiteX52" fmla="*/ 6464 w 10000"/>
              <a:gd name="connsiteY52" fmla="*/ 6659 h 10000"/>
              <a:gd name="connsiteX53" fmla="*/ 6089 w 10000"/>
              <a:gd name="connsiteY53" fmla="*/ 6690 h 10000"/>
              <a:gd name="connsiteX54" fmla="*/ 6081 w 10000"/>
              <a:gd name="connsiteY54" fmla="*/ 6537 h 10000"/>
              <a:gd name="connsiteX55" fmla="*/ 6168 w 10000"/>
              <a:gd name="connsiteY55" fmla="*/ 6181 h 10000"/>
              <a:gd name="connsiteX56" fmla="*/ 6222 w 10000"/>
              <a:gd name="connsiteY56" fmla="*/ 5775 h 10000"/>
              <a:gd name="connsiteX57" fmla="*/ 6151 w 10000"/>
              <a:gd name="connsiteY57" fmla="*/ 5273 h 10000"/>
              <a:gd name="connsiteX58" fmla="*/ 5983 w 10000"/>
              <a:gd name="connsiteY58" fmla="*/ 4621 h 10000"/>
              <a:gd name="connsiteX59" fmla="*/ 5812 w 10000"/>
              <a:gd name="connsiteY59" fmla="*/ 4041 h 10000"/>
              <a:gd name="connsiteX60" fmla="*/ 5540 w 10000"/>
              <a:gd name="connsiteY60" fmla="*/ 3218 h 10000"/>
              <a:gd name="connsiteX61" fmla="*/ 5495 w 10000"/>
              <a:gd name="connsiteY61" fmla="*/ 2111 h 10000"/>
              <a:gd name="connsiteX62" fmla="*/ 7009 w 10000"/>
              <a:gd name="connsiteY62" fmla="*/ 1602 h 10000"/>
              <a:gd name="connsiteX63" fmla="*/ 8010 w 10000"/>
              <a:gd name="connsiteY63" fmla="*/ 1561 h 10000"/>
              <a:gd name="connsiteX64" fmla="*/ 8896 w 10000"/>
              <a:gd name="connsiteY64" fmla="*/ 2056 h 10000"/>
              <a:gd name="connsiteX65" fmla="*/ 9054 w 10000"/>
              <a:gd name="connsiteY65" fmla="*/ 3258 h 10000"/>
              <a:gd name="connsiteX66" fmla="*/ 10000 w 10000"/>
              <a:gd name="connsiteY66" fmla="*/ 5285 h 10000"/>
              <a:gd name="connsiteX67" fmla="*/ 9369 w 10000"/>
              <a:gd name="connsiteY67" fmla="*/ 3170 h 10000"/>
              <a:gd name="connsiteX68" fmla="*/ 9170 w 10000"/>
              <a:gd name="connsiteY68" fmla="*/ 1836 h 10000"/>
              <a:gd name="connsiteX69" fmla="*/ 8477 w 10000"/>
              <a:gd name="connsiteY69" fmla="*/ 1372 h 10000"/>
              <a:gd name="connsiteX70" fmla="*/ 6917 w 10000"/>
              <a:gd name="connsiteY70" fmla="*/ 1305 h 10000"/>
              <a:gd name="connsiteX71" fmla="*/ 5890 w 10000"/>
              <a:gd name="connsiteY71" fmla="*/ 1586 h 10000"/>
              <a:gd name="connsiteX72" fmla="*/ 5214 w 10000"/>
              <a:gd name="connsiteY72" fmla="*/ 1732 h 10000"/>
              <a:gd name="connsiteX73" fmla="*/ 5007 w 10000"/>
              <a:gd name="connsiteY73" fmla="*/ 1630 h 10000"/>
              <a:gd name="connsiteX74" fmla="*/ 4853 w 10000"/>
              <a:gd name="connsiteY74" fmla="*/ 1155 h 10000"/>
              <a:gd name="connsiteX75" fmla="*/ 4553 w 10000"/>
              <a:gd name="connsiteY75" fmla="*/ 1127 h 10000"/>
              <a:gd name="connsiteX76" fmla="*/ 4438 w 10000"/>
              <a:gd name="connsiteY76" fmla="*/ 1399 h 10000"/>
              <a:gd name="connsiteX77" fmla="*/ 4262 w 10000"/>
              <a:gd name="connsiteY77" fmla="*/ 1769 h 10000"/>
              <a:gd name="connsiteX78" fmla="*/ 3448 w 10000"/>
              <a:gd name="connsiteY78" fmla="*/ 1383 h 10000"/>
              <a:gd name="connsiteX79" fmla="*/ 3396 w 10000"/>
              <a:gd name="connsiteY79" fmla="*/ 988 h 10000"/>
              <a:gd name="connsiteX80" fmla="*/ 2732 w 10000"/>
              <a:gd name="connsiteY80" fmla="*/ 433 h 10000"/>
              <a:gd name="connsiteX81" fmla="*/ 2055 w 10000"/>
              <a:gd name="connsiteY81" fmla="*/ 573 h 10000"/>
              <a:gd name="connsiteX82" fmla="*/ 1728 w 10000"/>
              <a:gd name="connsiteY82" fmla="*/ 60 h 10000"/>
              <a:gd name="connsiteX83" fmla="*/ 879 w 10000"/>
              <a:gd name="connsiteY83" fmla="*/ 91 h 10000"/>
              <a:gd name="connsiteX84" fmla="*/ 264 w 10000"/>
              <a:gd name="connsiteY84" fmla="*/ 770 h 10000"/>
              <a:gd name="connsiteX85" fmla="*/ 3 w 10000"/>
              <a:gd name="connsiteY85" fmla="*/ 1530 h 10000"/>
              <a:gd name="connsiteX86" fmla="*/ 71 w 10000"/>
              <a:gd name="connsiteY86" fmla="*/ 5336 h 10000"/>
              <a:gd name="connsiteX87" fmla="*/ 226 w 10000"/>
              <a:gd name="connsiteY87" fmla="*/ 3051 h 10000"/>
              <a:gd name="connsiteX88" fmla="*/ 341 w 10000"/>
              <a:gd name="connsiteY88" fmla="*/ 1714 h 10000"/>
              <a:gd name="connsiteX89" fmla="*/ 913 w 10000"/>
              <a:gd name="connsiteY89" fmla="*/ 373 h 10000"/>
              <a:gd name="connsiteX90" fmla="*/ 1391 w 10000"/>
              <a:gd name="connsiteY90" fmla="*/ 293 h 10000"/>
              <a:gd name="connsiteX91" fmla="*/ 1979 w 10000"/>
              <a:gd name="connsiteY91" fmla="*/ 923 h 10000"/>
              <a:gd name="connsiteX92" fmla="*/ 2585 w 10000"/>
              <a:gd name="connsiteY92" fmla="*/ 677 h 10000"/>
              <a:gd name="connsiteX93" fmla="*/ 2968 w 10000"/>
              <a:gd name="connsiteY93" fmla="*/ 1013 h 10000"/>
              <a:gd name="connsiteX94" fmla="*/ 3083 w 10000"/>
              <a:gd name="connsiteY94" fmla="*/ 1635 h 10000"/>
              <a:gd name="connsiteX95" fmla="*/ 3743 w 10000"/>
              <a:gd name="connsiteY95" fmla="*/ 1895 h 10000"/>
              <a:gd name="connsiteX96" fmla="*/ 3946 w 10000"/>
              <a:gd name="connsiteY96" fmla="*/ 2307 h 10000"/>
              <a:gd name="connsiteX97" fmla="*/ 3928 w 10000"/>
              <a:gd name="connsiteY97" fmla="*/ 3002 h 10000"/>
              <a:gd name="connsiteX0" fmla="*/ 3928 w 9419"/>
              <a:gd name="connsiteY0" fmla="*/ 3002 h 10000"/>
              <a:gd name="connsiteX1" fmla="*/ 3567 w 9419"/>
              <a:gd name="connsiteY1" fmla="*/ 4557 h 10000"/>
              <a:gd name="connsiteX2" fmla="*/ 3457 w 9419"/>
              <a:gd name="connsiteY2" fmla="*/ 5294 h 10000"/>
              <a:gd name="connsiteX3" fmla="*/ 3351 w 9419"/>
              <a:gd name="connsiteY3" fmla="*/ 5630 h 10000"/>
              <a:gd name="connsiteX4" fmla="*/ 3083 w 9419"/>
              <a:gd name="connsiteY4" fmla="*/ 5922 h 10000"/>
              <a:gd name="connsiteX5" fmla="*/ 2946 w 9419"/>
              <a:gd name="connsiteY5" fmla="*/ 6076 h 10000"/>
              <a:gd name="connsiteX6" fmla="*/ 2863 w 9419"/>
              <a:gd name="connsiteY6" fmla="*/ 6226 h 10000"/>
              <a:gd name="connsiteX7" fmla="*/ 2956 w 9419"/>
              <a:gd name="connsiteY7" fmla="*/ 6398 h 10000"/>
              <a:gd name="connsiteX8" fmla="*/ 3189 w 9419"/>
              <a:gd name="connsiteY8" fmla="*/ 6586 h 10000"/>
              <a:gd name="connsiteX9" fmla="*/ 3325 w 9419"/>
              <a:gd name="connsiteY9" fmla="*/ 6931 h 10000"/>
              <a:gd name="connsiteX10" fmla="*/ 3409 w 9419"/>
              <a:gd name="connsiteY10" fmla="*/ 7179 h 10000"/>
              <a:gd name="connsiteX11" fmla="*/ 3576 w 9419"/>
              <a:gd name="connsiteY11" fmla="*/ 7490 h 10000"/>
              <a:gd name="connsiteX12" fmla="*/ 3915 w 9419"/>
              <a:gd name="connsiteY12" fmla="*/ 8114 h 10000"/>
              <a:gd name="connsiteX13" fmla="*/ 4056 w 9419"/>
              <a:gd name="connsiteY13" fmla="*/ 8456 h 10000"/>
              <a:gd name="connsiteX14" fmla="*/ 4135 w 9419"/>
              <a:gd name="connsiteY14" fmla="*/ 8728 h 10000"/>
              <a:gd name="connsiteX15" fmla="*/ 4165 w 9419"/>
              <a:gd name="connsiteY15" fmla="*/ 9193 h 10000"/>
              <a:gd name="connsiteX16" fmla="*/ 4056 w 9419"/>
              <a:gd name="connsiteY16" fmla="*/ 9510 h 10000"/>
              <a:gd name="connsiteX17" fmla="*/ 4002 w 9419"/>
              <a:gd name="connsiteY17" fmla="*/ 9758 h 10000"/>
              <a:gd name="connsiteX18" fmla="*/ 4046 w 9419"/>
              <a:gd name="connsiteY18" fmla="*/ 9881 h 10000"/>
              <a:gd name="connsiteX19" fmla="*/ 4210 w 9419"/>
              <a:gd name="connsiteY19" fmla="*/ 9992 h 10000"/>
              <a:gd name="connsiteX20" fmla="*/ 4835 w 9419"/>
              <a:gd name="connsiteY20" fmla="*/ 9992 h 10000"/>
              <a:gd name="connsiteX21" fmla="*/ 5411 w 9419"/>
              <a:gd name="connsiteY21" fmla="*/ 9975 h 10000"/>
              <a:gd name="connsiteX22" fmla="*/ 5526 w 9419"/>
              <a:gd name="connsiteY22" fmla="*/ 9841 h 10000"/>
              <a:gd name="connsiteX23" fmla="*/ 5517 w 9419"/>
              <a:gd name="connsiteY23" fmla="*/ 9618 h 10000"/>
              <a:gd name="connsiteX24" fmla="*/ 5398 w 9419"/>
              <a:gd name="connsiteY24" fmla="*/ 9388 h 10000"/>
              <a:gd name="connsiteX25" fmla="*/ 5355 w 9419"/>
              <a:gd name="connsiteY25" fmla="*/ 9105 h 10000"/>
              <a:gd name="connsiteX26" fmla="*/ 5350 w 9419"/>
              <a:gd name="connsiteY26" fmla="*/ 8753 h 10000"/>
              <a:gd name="connsiteX27" fmla="*/ 5434 w 9419"/>
              <a:gd name="connsiteY27" fmla="*/ 8400 h 10000"/>
              <a:gd name="connsiteX28" fmla="*/ 5627 w 9419"/>
              <a:gd name="connsiteY28" fmla="*/ 7877 h 10000"/>
              <a:gd name="connsiteX29" fmla="*/ 5733 w 9419"/>
              <a:gd name="connsiteY29" fmla="*/ 7604 h 10000"/>
              <a:gd name="connsiteX30" fmla="*/ 5821 w 9419"/>
              <a:gd name="connsiteY30" fmla="*/ 7486 h 10000"/>
              <a:gd name="connsiteX31" fmla="*/ 6133 w 9419"/>
              <a:gd name="connsiteY31" fmla="*/ 7706 h 10000"/>
              <a:gd name="connsiteX32" fmla="*/ 6472 w 9419"/>
              <a:gd name="connsiteY32" fmla="*/ 7828 h 10000"/>
              <a:gd name="connsiteX33" fmla="*/ 6996 w 9419"/>
              <a:gd name="connsiteY33" fmla="*/ 7929 h 10000"/>
              <a:gd name="connsiteX34" fmla="*/ 7396 w 9419"/>
              <a:gd name="connsiteY34" fmla="*/ 7954 h 10000"/>
              <a:gd name="connsiteX35" fmla="*/ 7762 w 9419"/>
              <a:gd name="connsiteY35" fmla="*/ 8127 h 10000"/>
              <a:gd name="connsiteX36" fmla="*/ 7990 w 9419"/>
              <a:gd name="connsiteY36" fmla="*/ 8275 h 10000"/>
              <a:gd name="connsiteX37" fmla="*/ 8205 w 9419"/>
              <a:gd name="connsiteY37" fmla="*/ 8317 h 10000"/>
              <a:gd name="connsiteX38" fmla="*/ 8184 w 9419"/>
              <a:gd name="connsiteY38" fmla="*/ 8180 h 10000"/>
              <a:gd name="connsiteX39" fmla="*/ 7937 w 9419"/>
              <a:gd name="connsiteY39" fmla="*/ 8037 h 10000"/>
              <a:gd name="connsiteX40" fmla="*/ 7770 w 9419"/>
              <a:gd name="connsiteY40" fmla="*/ 7877 h 10000"/>
              <a:gd name="connsiteX41" fmla="*/ 7748 w 9419"/>
              <a:gd name="connsiteY41" fmla="*/ 7727 h 10000"/>
              <a:gd name="connsiteX42" fmla="*/ 7942 w 9419"/>
              <a:gd name="connsiteY42" fmla="*/ 7573 h 10000"/>
              <a:gd name="connsiteX43" fmla="*/ 8126 w 9419"/>
              <a:gd name="connsiteY43" fmla="*/ 7402 h 10000"/>
              <a:gd name="connsiteX44" fmla="*/ 7858 w 9419"/>
              <a:gd name="connsiteY44" fmla="*/ 7064 h 10000"/>
              <a:gd name="connsiteX45" fmla="*/ 8158 w 9419"/>
              <a:gd name="connsiteY45" fmla="*/ 6750 h 10000"/>
              <a:gd name="connsiteX46" fmla="*/ 8271 w 9419"/>
              <a:gd name="connsiteY46" fmla="*/ 6659 h 10000"/>
              <a:gd name="connsiteX47" fmla="*/ 8223 w 9419"/>
              <a:gd name="connsiteY47" fmla="*/ 6537 h 10000"/>
              <a:gd name="connsiteX48" fmla="*/ 8000 w 9419"/>
              <a:gd name="connsiteY48" fmla="*/ 6627 h 10000"/>
              <a:gd name="connsiteX49" fmla="*/ 7678 w 9419"/>
              <a:gd name="connsiteY49" fmla="*/ 6823 h 10000"/>
              <a:gd name="connsiteX50" fmla="*/ 7401 w 9419"/>
              <a:gd name="connsiteY50" fmla="*/ 6785 h 10000"/>
              <a:gd name="connsiteX51" fmla="*/ 6944 w 9419"/>
              <a:gd name="connsiteY51" fmla="*/ 6673 h 10000"/>
              <a:gd name="connsiteX52" fmla="*/ 6464 w 9419"/>
              <a:gd name="connsiteY52" fmla="*/ 6659 h 10000"/>
              <a:gd name="connsiteX53" fmla="*/ 6089 w 9419"/>
              <a:gd name="connsiteY53" fmla="*/ 6690 h 10000"/>
              <a:gd name="connsiteX54" fmla="*/ 6081 w 9419"/>
              <a:gd name="connsiteY54" fmla="*/ 6537 h 10000"/>
              <a:gd name="connsiteX55" fmla="*/ 6168 w 9419"/>
              <a:gd name="connsiteY55" fmla="*/ 6181 h 10000"/>
              <a:gd name="connsiteX56" fmla="*/ 6222 w 9419"/>
              <a:gd name="connsiteY56" fmla="*/ 5775 h 10000"/>
              <a:gd name="connsiteX57" fmla="*/ 6151 w 9419"/>
              <a:gd name="connsiteY57" fmla="*/ 5273 h 10000"/>
              <a:gd name="connsiteX58" fmla="*/ 5983 w 9419"/>
              <a:gd name="connsiteY58" fmla="*/ 4621 h 10000"/>
              <a:gd name="connsiteX59" fmla="*/ 5812 w 9419"/>
              <a:gd name="connsiteY59" fmla="*/ 4041 h 10000"/>
              <a:gd name="connsiteX60" fmla="*/ 5540 w 9419"/>
              <a:gd name="connsiteY60" fmla="*/ 3218 h 10000"/>
              <a:gd name="connsiteX61" fmla="*/ 5495 w 9419"/>
              <a:gd name="connsiteY61" fmla="*/ 2111 h 10000"/>
              <a:gd name="connsiteX62" fmla="*/ 7009 w 9419"/>
              <a:gd name="connsiteY62" fmla="*/ 1602 h 10000"/>
              <a:gd name="connsiteX63" fmla="*/ 8010 w 9419"/>
              <a:gd name="connsiteY63" fmla="*/ 1561 h 10000"/>
              <a:gd name="connsiteX64" fmla="*/ 8896 w 9419"/>
              <a:gd name="connsiteY64" fmla="*/ 2056 h 10000"/>
              <a:gd name="connsiteX65" fmla="*/ 9054 w 9419"/>
              <a:gd name="connsiteY65" fmla="*/ 3258 h 10000"/>
              <a:gd name="connsiteX66" fmla="*/ 9329 w 9419"/>
              <a:gd name="connsiteY66" fmla="*/ 6421 h 10000"/>
              <a:gd name="connsiteX67" fmla="*/ 9369 w 9419"/>
              <a:gd name="connsiteY67" fmla="*/ 3170 h 10000"/>
              <a:gd name="connsiteX68" fmla="*/ 9170 w 9419"/>
              <a:gd name="connsiteY68" fmla="*/ 1836 h 10000"/>
              <a:gd name="connsiteX69" fmla="*/ 8477 w 9419"/>
              <a:gd name="connsiteY69" fmla="*/ 1372 h 10000"/>
              <a:gd name="connsiteX70" fmla="*/ 6917 w 9419"/>
              <a:gd name="connsiteY70" fmla="*/ 1305 h 10000"/>
              <a:gd name="connsiteX71" fmla="*/ 5890 w 9419"/>
              <a:gd name="connsiteY71" fmla="*/ 1586 h 10000"/>
              <a:gd name="connsiteX72" fmla="*/ 5214 w 9419"/>
              <a:gd name="connsiteY72" fmla="*/ 1732 h 10000"/>
              <a:gd name="connsiteX73" fmla="*/ 5007 w 9419"/>
              <a:gd name="connsiteY73" fmla="*/ 1630 h 10000"/>
              <a:gd name="connsiteX74" fmla="*/ 4853 w 9419"/>
              <a:gd name="connsiteY74" fmla="*/ 1155 h 10000"/>
              <a:gd name="connsiteX75" fmla="*/ 4553 w 9419"/>
              <a:gd name="connsiteY75" fmla="*/ 1127 h 10000"/>
              <a:gd name="connsiteX76" fmla="*/ 4438 w 9419"/>
              <a:gd name="connsiteY76" fmla="*/ 1399 h 10000"/>
              <a:gd name="connsiteX77" fmla="*/ 4262 w 9419"/>
              <a:gd name="connsiteY77" fmla="*/ 1769 h 10000"/>
              <a:gd name="connsiteX78" fmla="*/ 3448 w 9419"/>
              <a:gd name="connsiteY78" fmla="*/ 1383 h 10000"/>
              <a:gd name="connsiteX79" fmla="*/ 3396 w 9419"/>
              <a:gd name="connsiteY79" fmla="*/ 988 h 10000"/>
              <a:gd name="connsiteX80" fmla="*/ 2732 w 9419"/>
              <a:gd name="connsiteY80" fmla="*/ 433 h 10000"/>
              <a:gd name="connsiteX81" fmla="*/ 2055 w 9419"/>
              <a:gd name="connsiteY81" fmla="*/ 573 h 10000"/>
              <a:gd name="connsiteX82" fmla="*/ 1728 w 9419"/>
              <a:gd name="connsiteY82" fmla="*/ 60 h 10000"/>
              <a:gd name="connsiteX83" fmla="*/ 879 w 9419"/>
              <a:gd name="connsiteY83" fmla="*/ 91 h 10000"/>
              <a:gd name="connsiteX84" fmla="*/ 264 w 9419"/>
              <a:gd name="connsiteY84" fmla="*/ 770 h 10000"/>
              <a:gd name="connsiteX85" fmla="*/ 3 w 9419"/>
              <a:gd name="connsiteY85" fmla="*/ 1530 h 10000"/>
              <a:gd name="connsiteX86" fmla="*/ 71 w 9419"/>
              <a:gd name="connsiteY86" fmla="*/ 5336 h 10000"/>
              <a:gd name="connsiteX87" fmla="*/ 226 w 9419"/>
              <a:gd name="connsiteY87" fmla="*/ 3051 h 10000"/>
              <a:gd name="connsiteX88" fmla="*/ 341 w 9419"/>
              <a:gd name="connsiteY88" fmla="*/ 1714 h 10000"/>
              <a:gd name="connsiteX89" fmla="*/ 913 w 9419"/>
              <a:gd name="connsiteY89" fmla="*/ 373 h 10000"/>
              <a:gd name="connsiteX90" fmla="*/ 1391 w 9419"/>
              <a:gd name="connsiteY90" fmla="*/ 293 h 10000"/>
              <a:gd name="connsiteX91" fmla="*/ 1979 w 9419"/>
              <a:gd name="connsiteY91" fmla="*/ 923 h 10000"/>
              <a:gd name="connsiteX92" fmla="*/ 2585 w 9419"/>
              <a:gd name="connsiteY92" fmla="*/ 677 h 10000"/>
              <a:gd name="connsiteX93" fmla="*/ 2968 w 9419"/>
              <a:gd name="connsiteY93" fmla="*/ 1013 h 10000"/>
              <a:gd name="connsiteX94" fmla="*/ 3083 w 9419"/>
              <a:gd name="connsiteY94" fmla="*/ 1635 h 10000"/>
              <a:gd name="connsiteX95" fmla="*/ 3743 w 9419"/>
              <a:gd name="connsiteY95" fmla="*/ 1895 h 10000"/>
              <a:gd name="connsiteX96" fmla="*/ 3946 w 9419"/>
              <a:gd name="connsiteY96" fmla="*/ 2307 h 10000"/>
              <a:gd name="connsiteX97" fmla="*/ 3928 w 9419"/>
              <a:gd name="connsiteY97" fmla="*/ 3002 h 10000"/>
              <a:gd name="connsiteX0" fmla="*/ 4171 w 10002"/>
              <a:gd name="connsiteY0" fmla="*/ 3002 h 10000"/>
              <a:gd name="connsiteX1" fmla="*/ 3788 w 10002"/>
              <a:gd name="connsiteY1" fmla="*/ 4557 h 10000"/>
              <a:gd name="connsiteX2" fmla="*/ 3671 w 10002"/>
              <a:gd name="connsiteY2" fmla="*/ 5294 h 10000"/>
              <a:gd name="connsiteX3" fmla="*/ 3559 w 10002"/>
              <a:gd name="connsiteY3" fmla="*/ 5630 h 10000"/>
              <a:gd name="connsiteX4" fmla="*/ 3274 w 10002"/>
              <a:gd name="connsiteY4" fmla="*/ 5922 h 10000"/>
              <a:gd name="connsiteX5" fmla="*/ 3129 w 10002"/>
              <a:gd name="connsiteY5" fmla="*/ 6076 h 10000"/>
              <a:gd name="connsiteX6" fmla="*/ 3041 w 10002"/>
              <a:gd name="connsiteY6" fmla="*/ 6226 h 10000"/>
              <a:gd name="connsiteX7" fmla="*/ 3139 w 10002"/>
              <a:gd name="connsiteY7" fmla="*/ 6398 h 10000"/>
              <a:gd name="connsiteX8" fmla="*/ 3387 w 10002"/>
              <a:gd name="connsiteY8" fmla="*/ 6586 h 10000"/>
              <a:gd name="connsiteX9" fmla="*/ 3531 w 10002"/>
              <a:gd name="connsiteY9" fmla="*/ 6931 h 10000"/>
              <a:gd name="connsiteX10" fmla="*/ 3620 w 10002"/>
              <a:gd name="connsiteY10" fmla="*/ 7179 h 10000"/>
              <a:gd name="connsiteX11" fmla="*/ 3798 w 10002"/>
              <a:gd name="connsiteY11" fmla="*/ 7490 h 10000"/>
              <a:gd name="connsiteX12" fmla="*/ 4157 w 10002"/>
              <a:gd name="connsiteY12" fmla="*/ 8114 h 10000"/>
              <a:gd name="connsiteX13" fmla="*/ 4307 w 10002"/>
              <a:gd name="connsiteY13" fmla="*/ 8456 h 10000"/>
              <a:gd name="connsiteX14" fmla="*/ 4391 w 10002"/>
              <a:gd name="connsiteY14" fmla="*/ 8728 h 10000"/>
              <a:gd name="connsiteX15" fmla="*/ 4423 w 10002"/>
              <a:gd name="connsiteY15" fmla="*/ 9193 h 10000"/>
              <a:gd name="connsiteX16" fmla="*/ 4307 w 10002"/>
              <a:gd name="connsiteY16" fmla="*/ 9510 h 10000"/>
              <a:gd name="connsiteX17" fmla="*/ 4250 w 10002"/>
              <a:gd name="connsiteY17" fmla="*/ 9758 h 10000"/>
              <a:gd name="connsiteX18" fmla="*/ 4297 w 10002"/>
              <a:gd name="connsiteY18" fmla="*/ 9881 h 10000"/>
              <a:gd name="connsiteX19" fmla="*/ 4471 w 10002"/>
              <a:gd name="connsiteY19" fmla="*/ 9992 h 10000"/>
              <a:gd name="connsiteX20" fmla="*/ 5134 w 10002"/>
              <a:gd name="connsiteY20" fmla="*/ 9992 h 10000"/>
              <a:gd name="connsiteX21" fmla="*/ 5746 w 10002"/>
              <a:gd name="connsiteY21" fmla="*/ 9975 h 10000"/>
              <a:gd name="connsiteX22" fmla="*/ 5868 w 10002"/>
              <a:gd name="connsiteY22" fmla="*/ 9841 h 10000"/>
              <a:gd name="connsiteX23" fmla="*/ 5858 w 10002"/>
              <a:gd name="connsiteY23" fmla="*/ 9618 h 10000"/>
              <a:gd name="connsiteX24" fmla="*/ 5732 w 10002"/>
              <a:gd name="connsiteY24" fmla="*/ 9388 h 10000"/>
              <a:gd name="connsiteX25" fmla="*/ 5686 w 10002"/>
              <a:gd name="connsiteY25" fmla="*/ 9105 h 10000"/>
              <a:gd name="connsiteX26" fmla="*/ 5681 w 10002"/>
              <a:gd name="connsiteY26" fmla="*/ 8753 h 10000"/>
              <a:gd name="connsiteX27" fmla="*/ 5770 w 10002"/>
              <a:gd name="connsiteY27" fmla="*/ 8400 h 10000"/>
              <a:gd name="connsiteX28" fmla="*/ 5975 w 10002"/>
              <a:gd name="connsiteY28" fmla="*/ 7877 h 10000"/>
              <a:gd name="connsiteX29" fmla="*/ 6088 w 10002"/>
              <a:gd name="connsiteY29" fmla="*/ 7604 h 10000"/>
              <a:gd name="connsiteX30" fmla="*/ 6181 w 10002"/>
              <a:gd name="connsiteY30" fmla="*/ 7486 h 10000"/>
              <a:gd name="connsiteX31" fmla="*/ 6512 w 10002"/>
              <a:gd name="connsiteY31" fmla="*/ 7706 h 10000"/>
              <a:gd name="connsiteX32" fmla="*/ 6872 w 10002"/>
              <a:gd name="connsiteY32" fmla="*/ 7828 h 10000"/>
              <a:gd name="connsiteX33" fmla="*/ 7429 w 10002"/>
              <a:gd name="connsiteY33" fmla="*/ 7929 h 10000"/>
              <a:gd name="connsiteX34" fmla="*/ 7853 w 10002"/>
              <a:gd name="connsiteY34" fmla="*/ 7954 h 10000"/>
              <a:gd name="connsiteX35" fmla="*/ 8242 w 10002"/>
              <a:gd name="connsiteY35" fmla="*/ 8127 h 10000"/>
              <a:gd name="connsiteX36" fmla="*/ 8484 w 10002"/>
              <a:gd name="connsiteY36" fmla="*/ 8275 h 10000"/>
              <a:gd name="connsiteX37" fmla="*/ 8712 w 10002"/>
              <a:gd name="connsiteY37" fmla="*/ 8317 h 10000"/>
              <a:gd name="connsiteX38" fmla="*/ 8690 w 10002"/>
              <a:gd name="connsiteY38" fmla="*/ 8180 h 10000"/>
              <a:gd name="connsiteX39" fmla="*/ 8428 w 10002"/>
              <a:gd name="connsiteY39" fmla="*/ 8037 h 10000"/>
              <a:gd name="connsiteX40" fmla="*/ 8250 w 10002"/>
              <a:gd name="connsiteY40" fmla="*/ 7877 h 10000"/>
              <a:gd name="connsiteX41" fmla="*/ 8227 w 10002"/>
              <a:gd name="connsiteY41" fmla="*/ 7727 h 10000"/>
              <a:gd name="connsiteX42" fmla="*/ 8433 w 10002"/>
              <a:gd name="connsiteY42" fmla="*/ 7573 h 10000"/>
              <a:gd name="connsiteX43" fmla="*/ 8628 w 10002"/>
              <a:gd name="connsiteY43" fmla="*/ 7402 h 10000"/>
              <a:gd name="connsiteX44" fmla="*/ 8344 w 10002"/>
              <a:gd name="connsiteY44" fmla="*/ 7064 h 10000"/>
              <a:gd name="connsiteX45" fmla="*/ 8662 w 10002"/>
              <a:gd name="connsiteY45" fmla="*/ 6750 h 10000"/>
              <a:gd name="connsiteX46" fmla="*/ 8782 w 10002"/>
              <a:gd name="connsiteY46" fmla="*/ 6659 h 10000"/>
              <a:gd name="connsiteX47" fmla="*/ 8731 w 10002"/>
              <a:gd name="connsiteY47" fmla="*/ 6537 h 10000"/>
              <a:gd name="connsiteX48" fmla="*/ 8494 w 10002"/>
              <a:gd name="connsiteY48" fmla="*/ 6627 h 10000"/>
              <a:gd name="connsiteX49" fmla="*/ 8153 w 10002"/>
              <a:gd name="connsiteY49" fmla="*/ 6823 h 10000"/>
              <a:gd name="connsiteX50" fmla="*/ 7859 w 10002"/>
              <a:gd name="connsiteY50" fmla="*/ 6785 h 10000"/>
              <a:gd name="connsiteX51" fmla="*/ 7373 w 10002"/>
              <a:gd name="connsiteY51" fmla="*/ 6673 h 10000"/>
              <a:gd name="connsiteX52" fmla="*/ 6864 w 10002"/>
              <a:gd name="connsiteY52" fmla="*/ 6659 h 10000"/>
              <a:gd name="connsiteX53" fmla="*/ 6466 w 10002"/>
              <a:gd name="connsiteY53" fmla="*/ 6690 h 10000"/>
              <a:gd name="connsiteX54" fmla="*/ 6457 w 10002"/>
              <a:gd name="connsiteY54" fmla="*/ 6537 h 10000"/>
              <a:gd name="connsiteX55" fmla="*/ 6549 w 10002"/>
              <a:gd name="connsiteY55" fmla="*/ 6181 h 10000"/>
              <a:gd name="connsiteX56" fmla="*/ 6607 w 10002"/>
              <a:gd name="connsiteY56" fmla="*/ 5775 h 10000"/>
              <a:gd name="connsiteX57" fmla="*/ 6531 w 10002"/>
              <a:gd name="connsiteY57" fmla="*/ 5273 h 10000"/>
              <a:gd name="connsiteX58" fmla="*/ 6353 w 10002"/>
              <a:gd name="connsiteY58" fmla="*/ 4621 h 10000"/>
              <a:gd name="connsiteX59" fmla="*/ 6172 w 10002"/>
              <a:gd name="connsiteY59" fmla="*/ 4041 h 10000"/>
              <a:gd name="connsiteX60" fmla="*/ 5883 w 10002"/>
              <a:gd name="connsiteY60" fmla="*/ 3218 h 10000"/>
              <a:gd name="connsiteX61" fmla="*/ 5835 w 10002"/>
              <a:gd name="connsiteY61" fmla="*/ 2111 h 10000"/>
              <a:gd name="connsiteX62" fmla="*/ 7442 w 10002"/>
              <a:gd name="connsiteY62" fmla="*/ 1602 h 10000"/>
              <a:gd name="connsiteX63" fmla="*/ 8505 w 10002"/>
              <a:gd name="connsiteY63" fmla="*/ 1561 h 10000"/>
              <a:gd name="connsiteX64" fmla="*/ 9446 w 10002"/>
              <a:gd name="connsiteY64" fmla="*/ 2056 h 10000"/>
              <a:gd name="connsiteX65" fmla="*/ 9613 w 10002"/>
              <a:gd name="connsiteY65" fmla="*/ 3258 h 10000"/>
              <a:gd name="connsiteX66" fmla="*/ 9742 w 10002"/>
              <a:gd name="connsiteY66" fmla="*/ 4656 h 10000"/>
              <a:gd name="connsiteX67" fmla="*/ 9905 w 10002"/>
              <a:gd name="connsiteY67" fmla="*/ 6421 h 10000"/>
              <a:gd name="connsiteX68" fmla="*/ 9948 w 10002"/>
              <a:gd name="connsiteY68" fmla="*/ 3170 h 10000"/>
              <a:gd name="connsiteX69" fmla="*/ 9737 w 10002"/>
              <a:gd name="connsiteY69" fmla="*/ 1836 h 10000"/>
              <a:gd name="connsiteX70" fmla="*/ 9001 w 10002"/>
              <a:gd name="connsiteY70" fmla="*/ 1372 h 10000"/>
              <a:gd name="connsiteX71" fmla="*/ 7345 w 10002"/>
              <a:gd name="connsiteY71" fmla="*/ 1305 h 10000"/>
              <a:gd name="connsiteX72" fmla="*/ 6254 w 10002"/>
              <a:gd name="connsiteY72" fmla="*/ 1586 h 10000"/>
              <a:gd name="connsiteX73" fmla="*/ 5537 w 10002"/>
              <a:gd name="connsiteY73" fmla="*/ 1732 h 10000"/>
              <a:gd name="connsiteX74" fmla="*/ 5317 w 10002"/>
              <a:gd name="connsiteY74" fmla="*/ 1630 h 10000"/>
              <a:gd name="connsiteX75" fmla="*/ 5153 w 10002"/>
              <a:gd name="connsiteY75" fmla="*/ 1155 h 10000"/>
              <a:gd name="connsiteX76" fmla="*/ 4835 w 10002"/>
              <a:gd name="connsiteY76" fmla="*/ 1127 h 10000"/>
              <a:gd name="connsiteX77" fmla="*/ 4713 w 10002"/>
              <a:gd name="connsiteY77" fmla="*/ 1399 h 10000"/>
              <a:gd name="connsiteX78" fmla="*/ 4526 w 10002"/>
              <a:gd name="connsiteY78" fmla="*/ 1769 h 10000"/>
              <a:gd name="connsiteX79" fmla="*/ 3662 w 10002"/>
              <a:gd name="connsiteY79" fmla="*/ 1383 h 10000"/>
              <a:gd name="connsiteX80" fmla="*/ 3606 w 10002"/>
              <a:gd name="connsiteY80" fmla="*/ 988 h 10000"/>
              <a:gd name="connsiteX81" fmla="*/ 2902 w 10002"/>
              <a:gd name="connsiteY81" fmla="*/ 433 h 10000"/>
              <a:gd name="connsiteX82" fmla="*/ 2183 w 10002"/>
              <a:gd name="connsiteY82" fmla="*/ 573 h 10000"/>
              <a:gd name="connsiteX83" fmla="*/ 1836 w 10002"/>
              <a:gd name="connsiteY83" fmla="*/ 60 h 10000"/>
              <a:gd name="connsiteX84" fmla="*/ 934 w 10002"/>
              <a:gd name="connsiteY84" fmla="*/ 91 h 10000"/>
              <a:gd name="connsiteX85" fmla="*/ 281 w 10002"/>
              <a:gd name="connsiteY85" fmla="*/ 770 h 10000"/>
              <a:gd name="connsiteX86" fmla="*/ 4 w 10002"/>
              <a:gd name="connsiteY86" fmla="*/ 1530 h 10000"/>
              <a:gd name="connsiteX87" fmla="*/ 76 w 10002"/>
              <a:gd name="connsiteY87" fmla="*/ 5336 h 10000"/>
              <a:gd name="connsiteX88" fmla="*/ 241 w 10002"/>
              <a:gd name="connsiteY88" fmla="*/ 3051 h 10000"/>
              <a:gd name="connsiteX89" fmla="*/ 363 w 10002"/>
              <a:gd name="connsiteY89" fmla="*/ 1714 h 10000"/>
              <a:gd name="connsiteX90" fmla="*/ 970 w 10002"/>
              <a:gd name="connsiteY90" fmla="*/ 373 h 10000"/>
              <a:gd name="connsiteX91" fmla="*/ 1478 w 10002"/>
              <a:gd name="connsiteY91" fmla="*/ 293 h 10000"/>
              <a:gd name="connsiteX92" fmla="*/ 2102 w 10002"/>
              <a:gd name="connsiteY92" fmla="*/ 923 h 10000"/>
              <a:gd name="connsiteX93" fmla="*/ 2745 w 10002"/>
              <a:gd name="connsiteY93" fmla="*/ 677 h 10000"/>
              <a:gd name="connsiteX94" fmla="*/ 3152 w 10002"/>
              <a:gd name="connsiteY94" fmla="*/ 1013 h 10000"/>
              <a:gd name="connsiteX95" fmla="*/ 3274 w 10002"/>
              <a:gd name="connsiteY95" fmla="*/ 1635 h 10000"/>
              <a:gd name="connsiteX96" fmla="*/ 3975 w 10002"/>
              <a:gd name="connsiteY96" fmla="*/ 1895 h 10000"/>
              <a:gd name="connsiteX97" fmla="*/ 4190 w 10002"/>
              <a:gd name="connsiteY97" fmla="*/ 2307 h 10000"/>
              <a:gd name="connsiteX98" fmla="*/ 4171 w 10002"/>
              <a:gd name="connsiteY98" fmla="*/ 3002 h 10000"/>
              <a:gd name="connsiteX0" fmla="*/ 4171 w 9994"/>
              <a:gd name="connsiteY0" fmla="*/ 3002 h 10000"/>
              <a:gd name="connsiteX1" fmla="*/ 3788 w 9994"/>
              <a:gd name="connsiteY1" fmla="*/ 4557 h 10000"/>
              <a:gd name="connsiteX2" fmla="*/ 3671 w 9994"/>
              <a:gd name="connsiteY2" fmla="*/ 5294 h 10000"/>
              <a:gd name="connsiteX3" fmla="*/ 3559 w 9994"/>
              <a:gd name="connsiteY3" fmla="*/ 5630 h 10000"/>
              <a:gd name="connsiteX4" fmla="*/ 3274 w 9994"/>
              <a:gd name="connsiteY4" fmla="*/ 5922 h 10000"/>
              <a:gd name="connsiteX5" fmla="*/ 3129 w 9994"/>
              <a:gd name="connsiteY5" fmla="*/ 6076 h 10000"/>
              <a:gd name="connsiteX6" fmla="*/ 3041 w 9994"/>
              <a:gd name="connsiteY6" fmla="*/ 6226 h 10000"/>
              <a:gd name="connsiteX7" fmla="*/ 3139 w 9994"/>
              <a:gd name="connsiteY7" fmla="*/ 6398 h 10000"/>
              <a:gd name="connsiteX8" fmla="*/ 3387 w 9994"/>
              <a:gd name="connsiteY8" fmla="*/ 6586 h 10000"/>
              <a:gd name="connsiteX9" fmla="*/ 3531 w 9994"/>
              <a:gd name="connsiteY9" fmla="*/ 6931 h 10000"/>
              <a:gd name="connsiteX10" fmla="*/ 3620 w 9994"/>
              <a:gd name="connsiteY10" fmla="*/ 7179 h 10000"/>
              <a:gd name="connsiteX11" fmla="*/ 3798 w 9994"/>
              <a:gd name="connsiteY11" fmla="*/ 7490 h 10000"/>
              <a:gd name="connsiteX12" fmla="*/ 4157 w 9994"/>
              <a:gd name="connsiteY12" fmla="*/ 8114 h 10000"/>
              <a:gd name="connsiteX13" fmla="*/ 4307 w 9994"/>
              <a:gd name="connsiteY13" fmla="*/ 8456 h 10000"/>
              <a:gd name="connsiteX14" fmla="*/ 4391 w 9994"/>
              <a:gd name="connsiteY14" fmla="*/ 8728 h 10000"/>
              <a:gd name="connsiteX15" fmla="*/ 4423 w 9994"/>
              <a:gd name="connsiteY15" fmla="*/ 9193 h 10000"/>
              <a:gd name="connsiteX16" fmla="*/ 4307 w 9994"/>
              <a:gd name="connsiteY16" fmla="*/ 9510 h 10000"/>
              <a:gd name="connsiteX17" fmla="*/ 4250 w 9994"/>
              <a:gd name="connsiteY17" fmla="*/ 9758 h 10000"/>
              <a:gd name="connsiteX18" fmla="*/ 4297 w 9994"/>
              <a:gd name="connsiteY18" fmla="*/ 9881 h 10000"/>
              <a:gd name="connsiteX19" fmla="*/ 4471 w 9994"/>
              <a:gd name="connsiteY19" fmla="*/ 9992 h 10000"/>
              <a:gd name="connsiteX20" fmla="*/ 5134 w 9994"/>
              <a:gd name="connsiteY20" fmla="*/ 9992 h 10000"/>
              <a:gd name="connsiteX21" fmla="*/ 5746 w 9994"/>
              <a:gd name="connsiteY21" fmla="*/ 9975 h 10000"/>
              <a:gd name="connsiteX22" fmla="*/ 5868 w 9994"/>
              <a:gd name="connsiteY22" fmla="*/ 9841 h 10000"/>
              <a:gd name="connsiteX23" fmla="*/ 5858 w 9994"/>
              <a:gd name="connsiteY23" fmla="*/ 9618 h 10000"/>
              <a:gd name="connsiteX24" fmla="*/ 5732 w 9994"/>
              <a:gd name="connsiteY24" fmla="*/ 9388 h 10000"/>
              <a:gd name="connsiteX25" fmla="*/ 5686 w 9994"/>
              <a:gd name="connsiteY25" fmla="*/ 9105 h 10000"/>
              <a:gd name="connsiteX26" fmla="*/ 5681 w 9994"/>
              <a:gd name="connsiteY26" fmla="*/ 8753 h 10000"/>
              <a:gd name="connsiteX27" fmla="*/ 5770 w 9994"/>
              <a:gd name="connsiteY27" fmla="*/ 8400 h 10000"/>
              <a:gd name="connsiteX28" fmla="*/ 5975 w 9994"/>
              <a:gd name="connsiteY28" fmla="*/ 7877 h 10000"/>
              <a:gd name="connsiteX29" fmla="*/ 6088 w 9994"/>
              <a:gd name="connsiteY29" fmla="*/ 7604 h 10000"/>
              <a:gd name="connsiteX30" fmla="*/ 6181 w 9994"/>
              <a:gd name="connsiteY30" fmla="*/ 7486 h 10000"/>
              <a:gd name="connsiteX31" fmla="*/ 6512 w 9994"/>
              <a:gd name="connsiteY31" fmla="*/ 7706 h 10000"/>
              <a:gd name="connsiteX32" fmla="*/ 6872 w 9994"/>
              <a:gd name="connsiteY32" fmla="*/ 7828 h 10000"/>
              <a:gd name="connsiteX33" fmla="*/ 7429 w 9994"/>
              <a:gd name="connsiteY33" fmla="*/ 7929 h 10000"/>
              <a:gd name="connsiteX34" fmla="*/ 7853 w 9994"/>
              <a:gd name="connsiteY34" fmla="*/ 7954 h 10000"/>
              <a:gd name="connsiteX35" fmla="*/ 8242 w 9994"/>
              <a:gd name="connsiteY35" fmla="*/ 8127 h 10000"/>
              <a:gd name="connsiteX36" fmla="*/ 8484 w 9994"/>
              <a:gd name="connsiteY36" fmla="*/ 8275 h 10000"/>
              <a:gd name="connsiteX37" fmla="*/ 8712 w 9994"/>
              <a:gd name="connsiteY37" fmla="*/ 8317 h 10000"/>
              <a:gd name="connsiteX38" fmla="*/ 8690 w 9994"/>
              <a:gd name="connsiteY38" fmla="*/ 8180 h 10000"/>
              <a:gd name="connsiteX39" fmla="*/ 8428 w 9994"/>
              <a:gd name="connsiteY39" fmla="*/ 8037 h 10000"/>
              <a:gd name="connsiteX40" fmla="*/ 8250 w 9994"/>
              <a:gd name="connsiteY40" fmla="*/ 7877 h 10000"/>
              <a:gd name="connsiteX41" fmla="*/ 8227 w 9994"/>
              <a:gd name="connsiteY41" fmla="*/ 7727 h 10000"/>
              <a:gd name="connsiteX42" fmla="*/ 8433 w 9994"/>
              <a:gd name="connsiteY42" fmla="*/ 7573 h 10000"/>
              <a:gd name="connsiteX43" fmla="*/ 8628 w 9994"/>
              <a:gd name="connsiteY43" fmla="*/ 7402 h 10000"/>
              <a:gd name="connsiteX44" fmla="*/ 8344 w 9994"/>
              <a:gd name="connsiteY44" fmla="*/ 7064 h 10000"/>
              <a:gd name="connsiteX45" fmla="*/ 8662 w 9994"/>
              <a:gd name="connsiteY45" fmla="*/ 6750 h 10000"/>
              <a:gd name="connsiteX46" fmla="*/ 8782 w 9994"/>
              <a:gd name="connsiteY46" fmla="*/ 6659 h 10000"/>
              <a:gd name="connsiteX47" fmla="*/ 8731 w 9994"/>
              <a:gd name="connsiteY47" fmla="*/ 6537 h 10000"/>
              <a:gd name="connsiteX48" fmla="*/ 8494 w 9994"/>
              <a:gd name="connsiteY48" fmla="*/ 6627 h 10000"/>
              <a:gd name="connsiteX49" fmla="*/ 8153 w 9994"/>
              <a:gd name="connsiteY49" fmla="*/ 6823 h 10000"/>
              <a:gd name="connsiteX50" fmla="*/ 7859 w 9994"/>
              <a:gd name="connsiteY50" fmla="*/ 6785 h 10000"/>
              <a:gd name="connsiteX51" fmla="*/ 7373 w 9994"/>
              <a:gd name="connsiteY51" fmla="*/ 6673 h 10000"/>
              <a:gd name="connsiteX52" fmla="*/ 6864 w 9994"/>
              <a:gd name="connsiteY52" fmla="*/ 6659 h 10000"/>
              <a:gd name="connsiteX53" fmla="*/ 6466 w 9994"/>
              <a:gd name="connsiteY53" fmla="*/ 6690 h 10000"/>
              <a:gd name="connsiteX54" fmla="*/ 6457 w 9994"/>
              <a:gd name="connsiteY54" fmla="*/ 6537 h 10000"/>
              <a:gd name="connsiteX55" fmla="*/ 6549 w 9994"/>
              <a:gd name="connsiteY55" fmla="*/ 6181 h 10000"/>
              <a:gd name="connsiteX56" fmla="*/ 6607 w 9994"/>
              <a:gd name="connsiteY56" fmla="*/ 5775 h 10000"/>
              <a:gd name="connsiteX57" fmla="*/ 6531 w 9994"/>
              <a:gd name="connsiteY57" fmla="*/ 5273 h 10000"/>
              <a:gd name="connsiteX58" fmla="*/ 6353 w 9994"/>
              <a:gd name="connsiteY58" fmla="*/ 4621 h 10000"/>
              <a:gd name="connsiteX59" fmla="*/ 6172 w 9994"/>
              <a:gd name="connsiteY59" fmla="*/ 4041 h 10000"/>
              <a:gd name="connsiteX60" fmla="*/ 5883 w 9994"/>
              <a:gd name="connsiteY60" fmla="*/ 3218 h 10000"/>
              <a:gd name="connsiteX61" fmla="*/ 5835 w 9994"/>
              <a:gd name="connsiteY61" fmla="*/ 2111 h 10000"/>
              <a:gd name="connsiteX62" fmla="*/ 7442 w 9994"/>
              <a:gd name="connsiteY62" fmla="*/ 1602 h 10000"/>
              <a:gd name="connsiteX63" fmla="*/ 8505 w 9994"/>
              <a:gd name="connsiteY63" fmla="*/ 1561 h 10000"/>
              <a:gd name="connsiteX64" fmla="*/ 9446 w 9994"/>
              <a:gd name="connsiteY64" fmla="*/ 2056 h 10000"/>
              <a:gd name="connsiteX65" fmla="*/ 9613 w 9994"/>
              <a:gd name="connsiteY65" fmla="*/ 3258 h 10000"/>
              <a:gd name="connsiteX66" fmla="*/ 9742 w 9994"/>
              <a:gd name="connsiteY66" fmla="*/ 4656 h 10000"/>
              <a:gd name="connsiteX67" fmla="*/ 9905 w 9994"/>
              <a:gd name="connsiteY67" fmla="*/ 6421 h 10000"/>
              <a:gd name="connsiteX68" fmla="*/ 9939 w 9994"/>
              <a:gd name="connsiteY68" fmla="*/ 4594 h 10000"/>
              <a:gd name="connsiteX69" fmla="*/ 9737 w 9994"/>
              <a:gd name="connsiteY69" fmla="*/ 1836 h 10000"/>
              <a:gd name="connsiteX70" fmla="*/ 9001 w 9994"/>
              <a:gd name="connsiteY70" fmla="*/ 1372 h 10000"/>
              <a:gd name="connsiteX71" fmla="*/ 7345 w 9994"/>
              <a:gd name="connsiteY71" fmla="*/ 1305 h 10000"/>
              <a:gd name="connsiteX72" fmla="*/ 6254 w 9994"/>
              <a:gd name="connsiteY72" fmla="*/ 1586 h 10000"/>
              <a:gd name="connsiteX73" fmla="*/ 5537 w 9994"/>
              <a:gd name="connsiteY73" fmla="*/ 1732 h 10000"/>
              <a:gd name="connsiteX74" fmla="*/ 5317 w 9994"/>
              <a:gd name="connsiteY74" fmla="*/ 1630 h 10000"/>
              <a:gd name="connsiteX75" fmla="*/ 5153 w 9994"/>
              <a:gd name="connsiteY75" fmla="*/ 1155 h 10000"/>
              <a:gd name="connsiteX76" fmla="*/ 4835 w 9994"/>
              <a:gd name="connsiteY76" fmla="*/ 1127 h 10000"/>
              <a:gd name="connsiteX77" fmla="*/ 4713 w 9994"/>
              <a:gd name="connsiteY77" fmla="*/ 1399 h 10000"/>
              <a:gd name="connsiteX78" fmla="*/ 4526 w 9994"/>
              <a:gd name="connsiteY78" fmla="*/ 1769 h 10000"/>
              <a:gd name="connsiteX79" fmla="*/ 3662 w 9994"/>
              <a:gd name="connsiteY79" fmla="*/ 1383 h 10000"/>
              <a:gd name="connsiteX80" fmla="*/ 3606 w 9994"/>
              <a:gd name="connsiteY80" fmla="*/ 988 h 10000"/>
              <a:gd name="connsiteX81" fmla="*/ 2902 w 9994"/>
              <a:gd name="connsiteY81" fmla="*/ 433 h 10000"/>
              <a:gd name="connsiteX82" fmla="*/ 2183 w 9994"/>
              <a:gd name="connsiteY82" fmla="*/ 573 h 10000"/>
              <a:gd name="connsiteX83" fmla="*/ 1836 w 9994"/>
              <a:gd name="connsiteY83" fmla="*/ 60 h 10000"/>
              <a:gd name="connsiteX84" fmla="*/ 934 w 9994"/>
              <a:gd name="connsiteY84" fmla="*/ 91 h 10000"/>
              <a:gd name="connsiteX85" fmla="*/ 281 w 9994"/>
              <a:gd name="connsiteY85" fmla="*/ 770 h 10000"/>
              <a:gd name="connsiteX86" fmla="*/ 4 w 9994"/>
              <a:gd name="connsiteY86" fmla="*/ 1530 h 10000"/>
              <a:gd name="connsiteX87" fmla="*/ 76 w 9994"/>
              <a:gd name="connsiteY87" fmla="*/ 5336 h 10000"/>
              <a:gd name="connsiteX88" fmla="*/ 241 w 9994"/>
              <a:gd name="connsiteY88" fmla="*/ 3051 h 10000"/>
              <a:gd name="connsiteX89" fmla="*/ 363 w 9994"/>
              <a:gd name="connsiteY89" fmla="*/ 1714 h 10000"/>
              <a:gd name="connsiteX90" fmla="*/ 970 w 9994"/>
              <a:gd name="connsiteY90" fmla="*/ 373 h 10000"/>
              <a:gd name="connsiteX91" fmla="*/ 1478 w 9994"/>
              <a:gd name="connsiteY91" fmla="*/ 293 h 10000"/>
              <a:gd name="connsiteX92" fmla="*/ 2102 w 9994"/>
              <a:gd name="connsiteY92" fmla="*/ 923 h 10000"/>
              <a:gd name="connsiteX93" fmla="*/ 2745 w 9994"/>
              <a:gd name="connsiteY93" fmla="*/ 677 h 10000"/>
              <a:gd name="connsiteX94" fmla="*/ 3152 w 9994"/>
              <a:gd name="connsiteY94" fmla="*/ 1013 h 10000"/>
              <a:gd name="connsiteX95" fmla="*/ 3274 w 9994"/>
              <a:gd name="connsiteY95" fmla="*/ 1635 h 10000"/>
              <a:gd name="connsiteX96" fmla="*/ 3975 w 9994"/>
              <a:gd name="connsiteY96" fmla="*/ 1895 h 10000"/>
              <a:gd name="connsiteX97" fmla="*/ 4190 w 9994"/>
              <a:gd name="connsiteY97" fmla="*/ 2307 h 10000"/>
              <a:gd name="connsiteX98" fmla="*/ 4171 w 9994"/>
              <a:gd name="connsiteY98" fmla="*/ 3002 h 10000"/>
              <a:gd name="connsiteX0" fmla="*/ 4174 w 9948"/>
              <a:gd name="connsiteY0" fmla="*/ 3002 h 10000"/>
              <a:gd name="connsiteX1" fmla="*/ 3790 w 9948"/>
              <a:gd name="connsiteY1" fmla="*/ 4557 h 10000"/>
              <a:gd name="connsiteX2" fmla="*/ 3673 w 9948"/>
              <a:gd name="connsiteY2" fmla="*/ 5294 h 10000"/>
              <a:gd name="connsiteX3" fmla="*/ 3561 w 9948"/>
              <a:gd name="connsiteY3" fmla="*/ 5630 h 10000"/>
              <a:gd name="connsiteX4" fmla="*/ 3276 w 9948"/>
              <a:gd name="connsiteY4" fmla="*/ 5922 h 10000"/>
              <a:gd name="connsiteX5" fmla="*/ 3131 w 9948"/>
              <a:gd name="connsiteY5" fmla="*/ 6076 h 10000"/>
              <a:gd name="connsiteX6" fmla="*/ 3043 w 9948"/>
              <a:gd name="connsiteY6" fmla="*/ 6226 h 10000"/>
              <a:gd name="connsiteX7" fmla="*/ 3141 w 9948"/>
              <a:gd name="connsiteY7" fmla="*/ 6398 h 10000"/>
              <a:gd name="connsiteX8" fmla="*/ 3389 w 9948"/>
              <a:gd name="connsiteY8" fmla="*/ 6586 h 10000"/>
              <a:gd name="connsiteX9" fmla="*/ 3533 w 9948"/>
              <a:gd name="connsiteY9" fmla="*/ 6931 h 10000"/>
              <a:gd name="connsiteX10" fmla="*/ 3622 w 9948"/>
              <a:gd name="connsiteY10" fmla="*/ 7179 h 10000"/>
              <a:gd name="connsiteX11" fmla="*/ 3800 w 9948"/>
              <a:gd name="connsiteY11" fmla="*/ 7490 h 10000"/>
              <a:gd name="connsiteX12" fmla="*/ 4159 w 9948"/>
              <a:gd name="connsiteY12" fmla="*/ 8114 h 10000"/>
              <a:gd name="connsiteX13" fmla="*/ 4310 w 9948"/>
              <a:gd name="connsiteY13" fmla="*/ 8456 h 10000"/>
              <a:gd name="connsiteX14" fmla="*/ 4394 w 9948"/>
              <a:gd name="connsiteY14" fmla="*/ 8728 h 10000"/>
              <a:gd name="connsiteX15" fmla="*/ 4426 w 9948"/>
              <a:gd name="connsiteY15" fmla="*/ 9193 h 10000"/>
              <a:gd name="connsiteX16" fmla="*/ 4310 w 9948"/>
              <a:gd name="connsiteY16" fmla="*/ 9510 h 10000"/>
              <a:gd name="connsiteX17" fmla="*/ 4253 w 9948"/>
              <a:gd name="connsiteY17" fmla="*/ 9758 h 10000"/>
              <a:gd name="connsiteX18" fmla="*/ 4300 w 9948"/>
              <a:gd name="connsiteY18" fmla="*/ 9881 h 10000"/>
              <a:gd name="connsiteX19" fmla="*/ 4474 w 9948"/>
              <a:gd name="connsiteY19" fmla="*/ 9992 h 10000"/>
              <a:gd name="connsiteX20" fmla="*/ 5137 w 9948"/>
              <a:gd name="connsiteY20" fmla="*/ 9992 h 10000"/>
              <a:gd name="connsiteX21" fmla="*/ 5749 w 9948"/>
              <a:gd name="connsiteY21" fmla="*/ 9975 h 10000"/>
              <a:gd name="connsiteX22" fmla="*/ 5872 w 9948"/>
              <a:gd name="connsiteY22" fmla="*/ 9841 h 10000"/>
              <a:gd name="connsiteX23" fmla="*/ 5862 w 9948"/>
              <a:gd name="connsiteY23" fmla="*/ 9618 h 10000"/>
              <a:gd name="connsiteX24" fmla="*/ 5735 w 9948"/>
              <a:gd name="connsiteY24" fmla="*/ 9388 h 10000"/>
              <a:gd name="connsiteX25" fmla="*/ 5689 w 9948"/>
              <a:gd name="connsiteY25" fmla="*/ 9105 h 10000"/>
              <a:gd name="connsiteX26" fmla="*/ 5684 w 9948"/>
              <a:gd name="connsiteY26" fmla="*/ 8753 h 10000"/>
              <a:gd name="connsiteX27" fmla="*/ 5773 w 9948"/>
              <a:gd name="connsiteY27" fmla="*/ 8400 h 10000"/>
              <a:gd name="connsiteX28" fmla="*/ 5979 w 9948"/>
              <a:gd name="connsiteY28" fmla="*/ 7877 h 10000"/>
              <a:gd name="connsiteX29" fmla="*/ 6092 w 9948"/>
              <a:gd name="connsiteY29" fmla="*/ 7604 h 10000"/>
              <a:gd name="connsiteX30" fmla="*/ 6185 w 9948"/>
              <a:gd name="connsiteY30" fmla="*/ 7486 h 10000"/>
              <a:gd name="connsiteX31" fmla="*/ 6516 w 9948"/>
              <a:gd name="connsiteY31" fmla="*/ 7706 h 10000"/>
              <a:gd name="connsiteX32" fmla="*/ 6876 w 9948"/>
              <a:gd name="connsiteY32" fmla="*/ 7828 h 10000"/>
              <a:gd name="connsiteX33" fmla="*/ 7433 w 9948"/>
              <a:gd name="connsiteY33" fmla="*/ 7929 h 10000"/>
              <a:gd name="connsiteX34" fmla="*/ 7858 w 9948"/>
              <a:gd name="connsiteY34" fmla="*/ 7954 h 10000"/>
              <a:gd name="connsiteX35" fmla="*/ 8247 w 9948"/>
              <a:gd name="connsiteY35" fmla="*/ 8127 h 10000"/>
              <a:gd name="connsiteX36" fmla="*/ 8489 w 9948"/>
              <a:gd name="connsiteY36" fmla="*/ 8275 h 10000"/>
              <a:gd name="connsiteX37" fmla="*/ 8717 w 9948"/>
              <a:gd name="connsiteY37" fmla="*/ 8317 h 10000"/>
              <a:gd name="connsiteX38" fmla="*/ 8695 w 9948"/>
              <a:gd name="connsiteY38" fmla="*/ 8180 h 10000"/>
              <a:gd name="connsiteX39" fmla="*/ 8433 w 9948"/>
              <a:gd name="connsiteY39" fmla="*/ 8037 h 10000"/>
              <a:gd name="connsiteX40" fmla="*/ 8255 w 9948"/>
              <a:gd name="connsiteY40" fmla="*/ 7877 h 10000"/>
              <a:gd name="connsiteX41" fmla="*/ 8232 w 9948"/>
              <a:gd name="connsiteY41" fmla="*/ 7727 h 10000"/>
              <a:gd name="connsiteX42" fmla="*/ 8438 w 9948"/>
              <a:gd name="connsiteY42" fmla="*/ 7573 h 10000"/>
              <a:gd name="connsiteX43" fmla="*/ 8633 w 9948"/>
              <a:gd name="connsiteY43" fmla="*/ 7402 h 10000"/>
              <a:gd name="connsiteX44" fmla="*/ 8349 w 9948"/>
              <a:gd name="connsiteY44" fmla="*/ 7064 h 10000"/>
              <a:gd name="connsiteX45" fmla="*/ 8667 w 9948"/>
              <a:gd name="connsiteY45" fmla="*/ 6750 h 10000"/>
              <a:gd name="connsiteX46" fmla="*/ 8787 w 9948"/>
              <a:gd name="connsiteY46" fmla="*/ 6659 h 10000"/>
              <a:gd name="connsiteX47" fmla="*/ 8736 w 9948"/>
              <a:gd name="connsiteY47" fmla="*/ 6537 h 10000"/>
              <a:gd name="connsiteX48" fmla="*/ 8499 w 9948"/>
              <a:gd name="connsiteY48" fmla="*/ 6627 h 10000"/>
              <a:gd name="connsiteX49" fmla="*/ 8158 w 9948"/>
              <a:gd name="connsiteY49" fmla="*/ 6823 h 10000"/>
              <a:gd name="connsiteX50" fmla="*/ 7864 w 9948"/>
              <a:gd name="connsiteY50" fmla="*/ 6785 h 10000"/>
              <a:gd name="connsiteX51" fmla="*/ 7377 w 9948"/>
              <a:gd name="connsiteY51" fmla="*/ 6673 h 10000"/>
              <a:gd name="connsiteX52" fmla="*/ 6868 w 9948"/>
              <a:gd name="connsiteY52" fmla="*/ 6659 h 10000"/>
              <a:gd name="connsiteX53" fmla="*/ 6470 w 9948"/>
              <a:gd name="connsiteY53" fmla="*/ 6690 h 10000"/>
              <a:gd name="connsiteX54" fmla="*/ 6461 w 9948"/>
              <a:gd name="connsiteY54" fmla="*/ 6537 h 10000"/>
              <a:gd name="connsiteX55" fmla="*/ 6553 w 9948"/>
              <a:gd name="connsiteY55" fmla="*/ 6181 h 10000"/>
              <a:gd name="connsiteX56" fmla="*/ 6611 w 9948"/>
              <a:gd name="connsiteY56" fmla="*/ 5775 h 10000"/>
              <a:gd name="connsiteX57" fmla="*/ 6535 w 9948"/>
              <a:gd name="connsiteY57" fmla="*/ 5273 h 10000"/>
              <a:gd name="connsiteX58" fmla="*/ 6357 w 9948"/>
              <a:gd name="connsiteY58" fmla="*/ 4621 h 10000"/>
              <a:gd name="connsiteX59" fmla="*/ 6176 w 9948"/>
              <a:gd name="connsiteY59" fmla="*/ 4041 h 10000"/>
              <a:gd name="connsiteX60" fmla="*/ 5887 w 9948"/>
              <a:gd name="connsiteY60" fmla="*/ 3218 h 10000"/>
              <a:gd name="connsiteX61" fmla="*/ 5839 w 9948"/>
              <a:gd name="connsiteY61" fmla="*/ 2111 h 10000"/>
              <a:gd name="connsiteX62" fmla="*/ 7446 w 9948"/>
              <a:gd name="connsiteY62" fmla="*/ 1602 h 10000"/>
              <a:gd name="connsiteX63" fmla="*/ 8510 w 9948"/>
              <a:gd name="connsiteY63" fmla="*/ 1561 h 10000"/>
              <a:gd name="connsiteX64" fmla="*/ 9452 w 9948"/>
              <a:gd name="connsiteY64" fmla="*/ 2056 h 10000"/>
              <a:gd name="connsiteX65" fmla="*/ 9619 w 9948"/>
              <a:gd name="connsiteY65" fmla="*/ 3258 h 10000"/>
              <a:gd name="connsiteX66" fmla="*/ 9748 w 9948"/>
              <a:gd name="connsiteY66" fmla="*/ 4656 h 10000"/>
              <a:gd name="connsiteX67" fmla="*/ 9911 w 9948"/>
              <a:gd name="connsiteY67" fmla="*/ 6421 h 10000"/>
              <a:gd name="connsiteX68" fmla="*/ 9945 w 9948"/>
              <a:gd name="connsiteY68" fmla="*/ 4594 h 10000"/>
              <a:gd name="connsiteX69" fmla="*/ 9743 w 9948"/>
              <a:gd name="connsiteY69" fmla="*/ 1836 h 10000"/>
              <a:gd name="connsiteX70" fmla="*/ 9006 w 9948"/>
              <a:gd name="connsiteY70" fmla="*/ 1372 h 10000"/>
              <a:gd name="connsiteX71" fmla="*/ 7349 w 9948"/>
              <a:gd name="connsiteY71" fmla="*/ 1305 h 10000"/>
              <a:gd name="connsiteX72" fmla="*/ 6258 w 9948"/>
              <a:gd name="connsiteY72" fmla="*/ 1586 h 10000"/>
              <a:gd name="connsiteX73" fmla="*/ 5540 w 9948"/>
              <a:gd name="connsiteY73" fmla="*/ 1732 h 10000"/>
              <a:gd name="connsiteX74" fmla="*/ 5320 w 9948"/>
              <a:gd name="connsiteY74" fmla="*/ 1630 h 10000"/>
              <a:gd name="connsiteX75" fmla="*/ 5156 w 9948"/>
              <a:gd name="connsiteY75" fmla="*/ 1155 h 10000"/>
              <a:gd name="connsiteX76" fmla="*/ 4838 w 9948"/>
              <a:gd name="connsiteY76" fmla="*/ 1127 h 10000"/>
              <a:gd name="connsiteX77" fmla="*/ 4716 w 9948"/>
              <a:gd name="connsiteY77" fmla="*/ 1399 h 10000"/>
              <a:gd name="connsiteX78" fmla="*/ 4529 w 9948"/>
              <a:gd name="connsiteY78" fmla="*/ 1769 h 10000"/>
              <a:gd name="connsiteX79" fmla="*/ 3664 w 9948"/>
              <a:gd name="connsiteY79" fmla="*/ 1383 h 10000"/>
              <a:gd name="connsiteX80" fmla="*/ 3608 w 9948"/>
              <a:gd name="connsiteY80" fmla="*/ 988 h 10000"/>
              <a:gd name="connsiteX81" fmla="*/ 2904 w 9948"/>
              <a:gd name="connsiteY81" fmla="*/ 433 h 10000"/>
              <a:gd name="connsiteX82" fmla="*/ 2184 w 9948"/>
              <a:gd name="connsiteY82" fmla="*/ 573 h 10000"/>
              <a:gd name="connsiteX83" fmla="*/ 1837 w 9948"/>
              <a:gd name="connsiteY83" fmla="*/ 60 h 10000"/>
              <a:gd name="connsiteX84" fmla="*/ 935 w 9948"/>
              <a:gd name="connsiteY84" fmla="*/ 91 h 10000"/>
              <a:gd name="connsiteX85" fmla="*/ 281 w 9948"/>
              <a:gd name="connsiteY85" fmla="*/ 770 h 10000"/>
              <a:gd name="connsiteX86" fmla="*/ 4 w 9948"/>
              <a:gd name="connsiteY86" fmla="*/ 1530 h 10000"/>
              <a:gd name="connsiteX87" fmla="*/ 76 w 9948"/>
              <a:gd name="connsiteY87" fmla="*/ 5336 h 10000"/>
              <a:gd name="connsiteX88" fmla="*/ 241 w 9948"/>
              <a:gd name="connsiteY88" fmla="*/ 3051 h 10000"/>
              <a:gd name="connsiteX89" fmla="*/ 363 w 9948"/>
              <a:gd name="connsiteY89" fmla="*/ 1714 h 10000"/>
              <a:gd name="connsiteX90" fmla="*/ 971 w 9948"/>
              <a:gd name="connsiteY90" fmla="*/ 373 h 10000"/>
              <a:gd name="connsiteX91" fmla="*/ 1479 w 9948"/>
              <a:gd name="connsiteY91" fmla="*/ 293 h 10000"/>
              <a:gd name="connsiteX92" fmla="*/ 2103 w 9948"/>
              <a:gd name="connsiteY92" fmla="*/ 923 h 10000"/>
              <a:gd name="connsiteX93" fmla="*/ 2747 w 9948"/>
              <a:gd name="connsiteY93" fmla="*/ 677 h 10000"/>
              <a:gd name="connsiteX94" fmla="*/ 3154 w 9948"/>
              <a:gd name="connsiteY94" fmla="*/ 1013 h 10000"/>
              <a:gd name="connsiteX95" fmla="*/ 3276 w 9948"/>
              <a:gd name="connsiteY95" fmla="*/ 1635 h 10000"/>
              <a:gd name="connsiteX96" fmla="*/ 3977 w 9948"/>
              <a:gd name="connsiteY96" fmla="*/ 1895 h 10000"/>
              <a:gd name="connsiteX97" fmla="*/ 4193 w 9948"/>
              <a:gd name="connsiteY97" fmla="*/ 2307 h 10000"/>
              <a:gd name="connsiteX98" fmla="*/ 4174 w 9948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485 w 10000"/>
              <a:gd name="connsiteY62" fmla="*/ 1602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69 w 10000"/>
              <a:gd name="connsiteY65" fmla="*/ 3258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87 w 10000"/>
              <a:gd name="connsiteY71" fmla="*/ 1305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485 w 10000"/>
              <a:gd name="connsiteY62" fmla="*/ 1602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87 w 10000"/>
              <a:gd name="connsiteY71" fmla="*/ 1305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87 w 10000"/>
              <a:gd name="connsiteY71" fmla="*/ 1305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291 w 10000"/>
              <a:gd name="connsiteY72" fmla="*/ 158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36 w 10000"/>
              <a:gd name="connsiteY72" fmla="*/ 172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36 w 10000"/>
              <a:gd name="connsiteY72" fmla="*/ 172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36 w 10000"/>
              <a:gd name="connsiteY72" fmla="*/ 1726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45 w 10000"/>
              <a:gd name="connsiteY72" fmla="*/ 1859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9053 w 10000"/>
              <a:gd name="connsiteY70" fmla="*/ 1372 h 10000"/>
              <a:gd name="connsiteX71" fmla="*/ 7340 w 10000"/>
              <a:gd name="connsiteY71" fmla="*/ 1908 h 10000"/>
              <a:gd name="connsiteX72" fmla="*/ 6545 w 10000"/>
              <a:gd name="connsiteY72" fmla="*/ 1859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40 w 10000"/>
              <a:gd name="connsiteY71" fmla="*/ 1908 h 10000"/>
              <a:gd name="connsiteX72" fmla="*/ 6545 w 10000"/>
              <a:gd name="connsiteY72" fmla="*/ 1859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40 w 10000"/>
              <a:gd name="connsiteY71" fmla="*/ 1908 h 10000"/>
              <a:gd name="connsiteX72" fmla="*/ 6536 w 10000"/>
              <a:gd name="connsiteY72" fmla="*/ 1775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536 w 10000"/>
              <a:gd name="connsiteY72" fmla="*/ 1775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536 w 10000"/>
              <a:gd name="connsiteY72" fmla="*/ 1775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554 w 10000"/>
              <a:gd name="connsiteY63" fmla="*/ 1561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10 w 10000"/>
              <a:gd name="connsiteY70" fmla="*/ 1379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01 w 10000"/>
              <a:gd name="connsiteY63" fmla="*/ 1785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658 w 10000"/>
              <a:gd name="connsiteY63" fmla="*/ 1862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9501 w 10000"/>
              <a:gd name="connsiteY64" fmla="*/ 2056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9794 w 10000"/>
              <a:gd name="connsiteY69" fmla="*/ 1836 h 10000"/>
              <a:gd name="connsiteX70" fmla="*/ 8648 w 10000"/>
              <a:gd name="connsiteY70" fmla="*/ 1610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5"/>
              <a:gd name="connsiteY0" fmla="*/ 3002 h 10000"/>
              <a:gd name="connsiteX1" fmla="*/ 3810 w 10005"/>
              <a:gd name="connsiteY1" fmla="*/ 4557 h 10000"/>
              <a:gd name="connsiteX2" fmla="*/ 3692 w 10005"/>
              <a:gd name="connsiteY2" fmla="*/ 5294 h 10000"/>
              <a:gd name="connsiteX3" fmla="*/ 3580 w 10005"/>
              <a:gd name="connsiteY3" fmla="*/ 5630 h 10000"/>
              <a:gd name="connsiteX4" fmla="*/ 3293 w 10005"/>
              <a:gd name="connsiteY4" fmla="*/ 5922 h 10000"/>
              <a:gd name="connsiteX5" fmla="*/ 3147 w 10005"/>
              <a:gd name="connsiteY5" fmla="*/ 6076 h 10000"/>
              <a:gd name="connsiteX6" fmla="*/ 3059 w 10005"/>
              <a:gd name="connsiteY6" fmla="*/ 6226 h 10000"/>
              <a:gd name="connsiteX7" fmla="*/ 3157 w 10005"/>
              <a:gd name="connsiteY7" fmla="*/ 6398 h 10000"/>
              <a:gd name="connsiteX8" fmla="*/ 3407 w 10005"/>
              <a:gd name="connsiteY8" fmla="*/ 6586 h 10000"/>
              <a:gd name="connsiteX9" fmla="*/ 3551 w 10005"/>
              <a:gd name="connsiteY9" fmla="*/ 6931 h 10000"/>
              <a:gd name="connsiteX10" fmla="*/ 3641 w 10005"/>
              <a:gd name="connsiteY10" fmla="*/ 7179 h 10000"/>
              <a:gd name="connsiteX11" fmla="*/ 3820 w 10005"/>
              <a:gd name="connsiteY11" fmla="*/ 7490 h 10000"/>
              <a:gd name="connsiteX12" fmla="*/ 4181 w 10005"/>
              <a:gd name="connsiteY12" fmla="*/ 8114 h 10000"/>
              <a:gd name="connsiteX13" fmla="*/ 4333 w 10005"/>
              <a:gd name="connsiteY13" fmla="*/ 8456 h 10000"/>
              <a:gd name="connsiteX14" fmla="*/ 4417 w 10005"/>
              <a:gd name="connsiteY14" fmla="*/ 8728 h 10000"/>
              <a:gd name="connsiteX15" fmla="*/ 4449 w 10005"/>
              <a:gd name="connsiteY15" fmla="*/ 9193 h 10000"/>
              <a:gd name="connsiteX16" fmla="*/ 4333 w 10005"/>
              <a:gd name="connsiteY16" fmla="*/ 9510 h 10000"/>
              <a:gd name="connsiteX17" fmla="*/ 4275 w 10005"/>
              <a:gd name="connsiteY17" fmla="*/ 9758 h 10000"/>
              <a:gd name="connsiteX18" fmla="*/ 4322 w 10005"/>
              <a:gd name="connsiteY18" fmla="*/ 9881 h 10000"/>
              <a:gd name="connsiteX19" fmla="*/ 4497 w 10005"/>
              <a:gd name="connsiteY19" fmla="*/ 9992 h 10000"/>
              <a:gd name="connsiteX20" fmla="*/ 5164 w 10005"/>
              <a:gd name="connsiteY20" fmla="*/ 9992 h 10000"/>
              <a:gd name="connsiteX21" fmla="*/ 5779 w 10005"/>
              <a:gd name="connsiteY21" fmla="*/ 9975 h 10000"/>
              <a:gd name="connsiteX22" fmla="*/ 5903 w 10005"/>
              <a:gd name="connsiteY22" fmla="*/ 9841 h 10000"/>
              <a:gd name="connsiteX23" fmla="*/ 5893 w 10005"/>
              <a:gd name="connsiteY23" fmla="*/ 9618 h 10000"/>
              <a:gd name="connsiteX24" fmla="*/ 5765 w 10005"/>
              <a:gd name="connsiteY24" fmla="*/ 9388 h 10000"/>
              <a:gd name="connsiteX25" fmla="*/ 5719 w 10005"/>
              <a:gd name="connsiteY25" fmla="*/ 9105 h 10000"/>
              <a:gd name="connsiteX26" fmla="*/ 5714 w 10005"/>
              <a:gd name="connsiteY26" fmla="*/ 8753 h 10000"/>
              <a:gd name="connsiteX27" fmla="*/ 5803 w 10005"/>
              <a:gd name="connsiteY27" fmla="*/ 8400 h 10000"/>
              <a:gd name="connsiteX28" fmla="*/ 6010 w 10005"/>
              <a:gd name="connsiteY28" fmla="*/ 7877 h 10000"/>
              <a:gd name="connsiteX29" fmla="*/ 6124 w 10005"/>
              <a:gd name="connsiteY29" fmla="*/ 7604 h 10000"/>
              <a:gd name="connsiteX30" fmla="*/ 6217 w 10005"/>
              <a:gd name="connsiteY30" fmla="*/ 7486 h 10000"/>
              <a:gd name="connsiteX31" fmla="*/ 6550 w 10005"/>
              <a:gd name="connsiteY31" fmla="*/ 7706 h 10000"/>
              <a:gd name="connsiteX32" fmla="*/ 6912 w 10005"/>
              <a:gd name="connsiteY32" fmla="*/ 7828 h 10000"/>
              <a:gd name="connsiteX33" fmla="*/ 7472 w 10005"/>
              <a:gd name="connsiteY33" fmla="*/ 7929 h 10000"/>
              <a:gd name="connsiteX34" fmla="*/ 7899 w 10005"/>
              <a:gd name="connsiteY34" fmla="*/ 7954 h 10000"/>
              <a:gd name="connsiteX35" fmla="*/ 8290 w 10005"/>
              <a:gd name="connsiteY35" fmla="*/ 8127 h 10000"/>
              <a:gd name="connsiteX36" fmla="*/ 8533 w 10005"/>
              <a:gd name="connsiteY36" fmla="*/ 8275 h 10000"/>
              <a:gd name="connsiteX37" fmla="*/ 8763 w 10005"/>
              <a:gd name="connsiteY37" fmla="*/ 8317 h 10000"/>
              <a:gd name="connsiteX38" fmla="*/ 8740 w 10005"/>
              <a:gd name="connsiteY38" fmla="*/ 8180 h 10000"/>
              <a:gd name="connsiteX39" fmla="*/ 8477 w 10005"/>
              <a:gd name="connsiteY39" fmla="*/ 8037 h 10000"/>
              <a:gd name="connsiteX40" fmla="*/ 8298 w 10005"/>
              <a:gd name="connsiteY40" fmla="*/ 7877 h 10000"/>
              <a:gd name="connsiteX41" fmla="*/ 8275 w 10005"/>
              <a:gd name="connsiteY41" fmla="*/ 7727 h 10000"/>
              <a:gd name="connsiteX42" fmla="*/ 8482 w 10005"/>
              <a:gd name="connsiteY42" fmla="*/ 7573 h 10000"/>
              <a:gd name="connsiteX43" fmla="*/ 8678 w 10005"/>
              <a:gd name="connsiteY43" fmla="*/ 7402 h 10000"/>
              <a:gd name="connsiteX44" fmla="*/ 8393 w 10005"/>
              <a:gd name="connsiteY44" fmla="*/ 7064 h 10000"/>
              <a:gd name="connsiteX45" fmla="*/ 8712 w 10005"/>
              <a:gd name="connsiteY45" fmla="*/ 6750 h 10000"/>
              <a:gd name="connsiteX46" fmla="*/ 8833 w 10005"/>
              <a:gd name="connsiteY46" fmla="*/ 6659 h 10000"/>
              <a:gd name="connsiteX47" fmla="*/ 8782 w 10005"/>
              <a:gd name="connsiteY47" fmla="*/ 6537 h 10000"/>
              <a:gd name="connsiteX48" fmla="*/ 8543 w 10005"/>
              <a:gd name="connsiteY48" fmla="*/ 6627 h 10000"/>
              <a:gd name="connsiteX49" fmla="*/ 8201 w 10005"/>
              <a:gd name="connsiteY49" fmla="*/ 6823 h 10000"/>
              <a:gd name="connsiteX50" fmla="*/ 7905 w 10005"/>
              <a:gd name="connsiteY50" fmla="*/ 6785 h 10000"/>
              <a:gd name="connsiteX51" fmla="*/ 7416 w 10005"/>
              <a:gd name="connsiteY51" fmla="*/ 6673 h 10000"/>
              <a:gd name="connsiteX52" fmla="*/ 6904 w 10005"/>
              <a:gd name="connsiteY52" fmla="*/ 6659 h 10000"/>
              <a:gd name="connsiteX53" fmla="*/ 6504 w 10005"/>
              <a:gd name="connsiteY53" fmla="*/ 6690 h 10000"/>
              <a:gd name="connsiteX54" fmla="*/ 6495 w 10005"/>
              <a:gd name="connsiteY54" fmla="*/ 6537 h 10000"/>
              <a:gd name="connsiteX55" fmla="*/ 6587 w 10005"/>
              <a:gd name="connsiteY55" fmla="*/ 6181 h 10000"/>
              <a:gd name="connsiteX56" fmla="*/ 6646 w 10005"/>
              <a:gd name="connsiteY56" fmla="*/ 5775 h 10000"/>
              <a:gd name="connsiteX57" fmla="*/ 6569 w 10005"/>
              <a:gd name="connsiteY57" fmla="*/ 5273 h 10000"/>
              <a:gd name="connsiteX58" fmla="*/ 6390 w 10005"/>
              <a:gd name="connsiteY58" fmla="*/ 4621 h 10000"/>
              <a:gd name="connsiteX59" fmla="*/ 6208 w 10005"/>
              <a:gd name="connsiteY59" fmla="*/ 4041 h 10000"/>
              <a:gd name="connsiteX60" fmla="*/ 5918 w 10005"/>
              <a:gd name="connsiteY60" fmla="*/ 3218 h 10000"/>
              <a:gd name="connsiteX61" fmla="*/ 5870 w 10005"/>
              <a:gd name="connsiteY61" fmla="*/ 2111 h 10000"/>
              <a:gd name="connsiteX62" fmla="*/ 7344 w 10005"/>
              <a:gd name="connsiteY62" fmla="*/ 2121 h 10000"/>
              <a:gd name="connsiteX63" fmla="*/ 8111 w 10005"/>
              <a:gd name="connsiteY63" fmla="*/ 2809 h 10000"/>
              <a:gd name="connsiteX64" fmla="*/ 9501 w 10005"/>
              <a:gd name="connsiteY64" fmla="*/ 2056 h 10000"/>
              <a:gd name="connsiteX65" fmla="*/ 9641 w 10005"/>
              <a:gd name="connsiteY65" fmla="*/ 3889 h 10000"/>
              <a:gd name="connsiteX66" fmla="*/ 9799 w 10005"/>
              <a:gd name="connsiteY66" fmla="*/ 4656 h 10000"/>
              <a:gd name="connsiteX67" fmla="*/ 9963 w 10005"/>
              <a:gd name="connsiteY67" fmla="*/ 6421 h 10000"/>
              <a:gd name="connsiteX68" fmla="*/ 9997 w 10005"/>
              <a:gd name="connsiteY68" fmla="*/ 4594 h 10000"/>
              <a:gd name="connsiteX69" fmla="*/ 9794 w 10005"/>
              <a:gd name="connsiteY69" fmla="*/ 1836 h 10000"/>
              <a:gd name="connsiteX70" fmla="*/ 8139 w 10005"/>
              <a:gd name="connsiteY70" fmla="*/ 2438 h 10000"/>
              <a:gd name="connsiteX71" fmla="*/ 7387 w 10005"/>
              <a:gd name="connsiteY71" fmla="*/ 1831 h 10000"/>
              <a:gd name="connsiteX72" fmla="*/ 6498 w 10005"/>
              <a:gd name="connsiteY72" fmla="*/ 1803 h 10000"/>
              <a:gd name="connsiteX73" fmla="*/ 5569 w 10005"/>
              <a:gd name="connsiteY73" fmla="*/ 1732 h 10000"/>
              <a:gd name="connsiteX74" fmla="*/ 5348 w 10005"/>
              <a:gd name="connsiteY74" fmla="*/ 1630 h 10000"/>
              <a:gd name="connsiteX75" fmla="*/ 5183 w 10005"/>
              <a:gd name="connsiteY75" fmla="*/ 1155 h 10000"/>
              <a:gd name="connsiteX76" fmla="*/ 4863 w 10005"/>
              <a:gd name="connsiteY76" fmla="*/ 1127 h 10000"/>
              <a:gd name="connsiteX77" fmla="*/ 4741 w 10005"/>
              <a:gd name="connsiteY77" fmla="*/ 1399 h 10000"/>
              <a:gd name="connsiteX78" fmla="*/ 4553 w 10005"/>
              <a:gd name="connsiteY78" fmla="*/ 1769 h 10000"/>
              <a:gd name="connsiteX79" fmla="*/ 3683 w 10005"/>
              <a:gd name="connsiteY79" fmla="*/ 1383 h 10000"/>
              <a:gd name="connsiteX80" fmla="*/ 3627 w 10005"/>
              <a:gd name="connsiteY80" fmla="*/ 988 h 10000"/>
              <a:gd name="connsiteX81" fmla="*/ 2919 w 10005"/>
              <a:gd name="connsiteY81" fmla="*/ 433 h 10000"/>
              <a:gd name="connsiteX82" fmla="*/ 2195 w 10005"/>
              <a:gd name="connsiteY82" fmla="*/ 573 h 10000"/>
              <a:gd name="connsiteX83" fmla="*/ 1847 w 10005"/>
              <a:gd name="connsiteY83" fmla="*/ 60 h 10000"/>
              <a:gd name="connsiteX84" fmla="*/ 940 w 10005"/>
              <a:gd name="connsiteY84" fmla="*/ 91 h 10000"/>
              <a:gd name="connsiteX85" fmla="*/ 282 w 10005"/>
              <a:gd name="connsiteY85" fmla="*/ 770 h 10000"/>
              <a:gd name="connsiteX86" fmla="*/ 4 w 10005"/>
              <a:gd name="connsiteY86" fmla="*/ 1530 h 10000"/>
              <a:gd name="connsiteX87" fmla="*/ 76 w 10005"/>
              <a:gd name="connsiteY87" fmla="*/ 5336 h 10000"/>
              <a:gd name="connsiteX88" fmla="*/ 242 w 10005"/>
              <a:gd name="connsiteY88" fmla="*/ 3051 h 10000"/>
              <a:gd name="connsiteX89" fmla="*/ 365 w 10005"/>
              <a:gd name="connsiteY89" fmla="*/ 1714 h 10000"/>
              <a:gd name="connsiteX90" fmla="*/ 976 w 10005"/>
              <a:gd name="connsiteY90" fmla="*/ 373 h 10000"/>
              <a:gd name="connsiteX91" fmla="*/ 1487 w 10005"/>
              <a:gd name="connsiteY91" fmla="*/ 293 h 10000"/>
              <a:gd name="connsiteX92" fmla="*/ 2114 w 10005"/>
              <a:gd name="connsiteY92" fmla="*/ 923 h 10000"/>
              <a:gd name="connsiteX93" fmla="*/ 2761 w 10005"/>
              <a:gd name="connsiteY93" fmla="*/ 677 h 10000"/>
              <a:gd name="connsiteX94" fmla="*/ 3170 w 10005"/>
              <a:gd name="connsiteY94" fmla="*/ 1013 h 10000"/>
              <a:gd name="connsiteX95" fmla="*/ 3293 w 10005"/>
              <a:gd name="connsiteY95" fmla="*/ 1635 h 10000"/>
              <a:gd name="connsiteX96" fmla="*/ 3998 w 10005"/>
              <a:gd name="connsiteY96" fmla="*/ 1895 h 10000"/>
              <a:gd name="connsiteX97" fmla="*/ 4215 w 10005"/>
              <a:gd name="connsiteY97" fmla="*/ 2307 h 10000"/>
              <a:gd name="connsiteX98" fmla="*/ 4196 w 10005"/>
              <a:gd name="connsiteY98" fmla="*/ 3002 h 10000"/>
              <a:gd name="connsiteX0" fmla="*/ 4196 w 10005"/>
              <a:gd name="connsiteY0" fmla="*/ 3002 h 10000"/>
              <a:gd name="connsiteX1" fmla="*/ 3810 w 10005"/>
              <a:gd name="connsiteY1" fmla="*/ 4557 h 10000"/>
              <a:gd name="connsiteX2" fmla="*/ 3692 w 10005"/>
              <a:gd name="connsiteY2" fmla="*/ 5294 h 10000"/>
              <a:gd name="connsiteX3" fmla="*/ 3580 w 10005"/>
              <a:gd name="connsiteY3" fmla="*/ 5630 h 10000"/>
              <a:gd name="connsiteX4" fmla="*/ 3293 w 10005"/>
              <a:gd name="connsiteY4" fmla="*/ 5922 h 10000"/>
              <a:gd name="connsiteX5" fmla="*/ 3147 w 10005"/>
              <a:gd name="connsiteY5" fmla="*/ 6076 h 10000"/>
              <a:gd name="connsiteX6" fmla="*/ 3059 w 10005"/>
              <a:gd name="connsiteY6" fmla="*/ 6226 h 10000"/>
              <a:gd name="connsiteX7" fmla="*/ 3157 w 10005"/>
              <a:gd name="connsiteY7" fmla="*/ 6398 h 10000"/>
              <a:gd name="connsiteX8" fmla="*/ 3407 w 10005"/>
              <a:gd name="connsiteY8" fmla="*/ 6586 h 10000"/>
              <a:gd name="connsiteX9" fmla="*/ 3551 w 10005"/>
              <a:gd name="connsiteY9" fmla="*/ 6931 h 10000"/>
              <a:gd name="connsiteX10" fmla="*/ 3641 w 10005"/>
              <a:gd name="connsiteY10" fmla="*/ 7179 h 10000"/>
              <a:gd name="connsiteX11" fmla="*/ 3820 w 10005"/>
              <a:gd name="connsiteY11" fmla="*/ 7490 h 10000"/>
              <a:gd name="connsiteX12" fmla="*/ 4181 w 10005"/>
              <a:gd name="connsiteY12" fmla="*/ 8114 h 10000"/>
              <a:gd name="connsiteX13" fmla="*/ 4333 w 10005"/>
              <a:gd name="connsiteY13" fmla="*/ 8456 h 10000"/>
              <a:gd name="connsiteX14" fmla="*/ 4417 w 10005"/>
              <a:gd name="connsiteY14" fmla="*/ 8728 h 10000"/>
              <a:gd name="connsiteX15" fmla="*/ 4449 w 10005"/>
              <a:gd name="connsiteY15" fmla="*/ 9193 h 10000"/>
              <a:gd name="connsiteX16" fmla="*/ 4333 w 10005"/>
              <a:gd name="connsiteY16" fmla="*/ 9510 h 10000"/>
              <a:gd name="connsiteX17" fmla="*/ 4275 w 10005"/>
              <a:gd name="connsiteY17" fmla="*/ 9758 h 10000"/>
              <a:gd name="connsiteX18" fmla="*/ 4322 w 10005"/>
              <a:gd name="connsiteY18" fmla="*/ 9881 h 10000"/>
              <a:gd name="connsiteX19" fmla="*/ 4497 w 10005"/>
              <a:gd name="connsiteY19" fmla="*/ 9992 h 10000"/>
              <a:gd name="connsiteX20" fmla="*/ 5164 w 10005"/>
              <a:gd name="connsiteY20" fmla="*/ 9992 h 10000"/>
              <a:gd name="connsiteX21" fmla="*/ 5779 w 10005"/>
              <a:gd name="connsiteY21" fmla="*/ 9975 h 10000"/>
              <a:gd name="connsiteX22" fmla="*/ 5903 w 10005"/>
              <a:gd name="connsiteY22" fmla="*/ 9841 h 10000"/>
              <a:gd name="connsiteX23" fmla="*/ 5893 w 10005"/>
              <a:gd name="connsiteY23" fmla="*/ 9618 h 10000"/>
              <a:gd name="connsiteX24" fmla="*/ 5765 w 10005"/>
              <a:gd name="connsiteY24" fmla="*/ 9388 h 10000"/>
              <a:gd name="connsiteX25" fmla="*/ 5719 w 10005"/>
              <a:gd name="connsiteY25" fmla="*/ 9105 h 10000"/>
              <a:gd name="connsiteX26" fmla="*/ 5714 w 10005"/>
              <a:gd name="connsiteY26" fmla="*/ 8753 h 10000"/>
              <a:gd name="connsiteX27" fmla="*/ 5803 w 10005"/>
              <a:gd name="connsiteY27" fmla="*/ 8400 h 10000"/>
              <a:gd name="connsiteX28" fmla="*/ 6010 w 10005"/>
              <a:gd name="connsiteY28" fmla="*/ 7877 h 10000"/>
              <a:gd name="connsiteX29" fmla="*/ 6124 w 10005"/>
              <a:gd name="connsiteY29" fmla="*/ 7604 h 10000"/>
              <a:gd name="connsiteX30" fmla="*/ 6217 w 10005"/>
              <a:gd name="connsiteY30" fmla="*/ 7486 h 10000"/>
              <a:gd name="connsiteX31" fmla="*/ 6550 w 10005"/>
              <a:gd name="connsiteY31" fmla="*/ 7706 h 10000"/>
              <a:gd name="connsiteX32" fmla="*/ 6912 w 10005"/>
              <a:gd name="connsiteY32" fmla="*/ 7828 h 10000"/>
              <a:gd name="connsiteX33" fmla="*/ 7472 w 10005"/>
              <a:gd name="connsiteY33" fmla="*/ 7929 h 10000"/>
              <a:gd name="connsiteX34" fmla="*/ 7899 w 10005"/>
              <a:gd name="connsiteY34" fmla="*/ 7954 h 10000"/>
              <a:gd name="connsiteX35" fmla="*/ 8290 w 10005"/>
              <a:gd name="connsiteY35" fmla="*/ 8127 h 10000"/>
              <a:gd name="connsiteX36" fmla="*/ 8533 w 10005"/>
              <a:gd name="connsiteY36" fmla="*/ 8275 h 10000"/>
              <a:gd name="connsiteX37" fmla="*/ 8763 w 10005"/>
              <a:gd name="connsiteY37" fmla="*/ 8317 h 10000"/>
              <a:gd name="connsiteX38" fmla="*/ 8740 w 10005"/>
              <a:gd name="connsiteY38" fmla="*/ 8180 h 10000"/>
              <a:gd name="connsiteX39" fmla="*/ 8477 w 10005"/>
              <a:gd name="connsiteY39" fmla="*/ 8037 h 10000"/>
              <a:gd name="connsiteX40" fmla="*/ 8298 w 10005"/>
              <a:gd name="connsiteY40" fmla="*/ 7877 h 10000"/>
              <a:gd name="connsiteX41" fmla="*/ 8275 w 10005"/>
              <a:gd name="connsiteY41" fmla="*/ 7727 h 10000"/>
              <a:gd name="connsiteX42" fmla="*/ 8482 w 10005"/>
              <a:gd name="connsiteY42" fmla="*/ 7573 h 10000"/>
              <a:gd name="connsiteX43" fmla="*/ 8678 w 10005"/>
              <a:gd name="connsiteY43" fmla="*/ 7402 h 10000"/>
              <a:gd name="connsiteX44" fmla="*/ 8393 w 10005"/>
              <a:gd name="connsiteY44" fmla="*/ 7064 h 10000"/>
              <a:gd name="connsiteX45" fmla="*/ 8712 w 10005"/>
              <a:gd name="connsiteY45" fmla="*/ 6750 h 10000"/>
              <a:gd name="connsiteX46" fmla="*/ 8833 w 10005"/>
              <a:gd name="connsiteY46" fmla="*/ 6659 h 10000"/>
              <a:gd name="connsiteX47" fmla="*/ 8782 w 10005"/>
              <a:gd name="connsiteY47" fmla="*/ 6537 h 10000"/>
              <a:gd name="connsiteX48" fmla="*/ 8543 w 10005"/>
              <a:gd name="connsiteY48" fmla="*/ 6627 h 10000"/>
              <a:gd name="connsiteX49" fmla="*/ 8201 w 10005"/>
              <a:gd name="connsiteY49" fmla="*/ 6823 h 10000"/>
              <a:gd name="connsiteX50" fmla="*/ 7905 w 10005"/>
              <a:gd name="connsiteY50" fmla="*/ 6785 h 10000"/>
              <a:gd name="connsiteX51" fmla="*/ 7416 w 10005"/>
              <a:gd name="connsiteY51" fmla="*/ 6673 h 10000"/>
              <a:gd name="connsiteX52" fmla="*/ 6904 w 10005"/>
              <a:gd name="connsiteY52" fmla="*/ 6659 h 10000"/>
              <a:gd name="connsiteX53" fmla="*/ 6504 w 10005"/>
              <a:gd name="connsiteY53" fmla="*/ 6690 h 10000"/>
              <a:gd name="connsiteX54" fmla="*/ 6495 w 10005"/>
              <a:gd name="connsiteY54" fmla="*/ 6537 h 10000"/>
              <a:gd name="connsiteX55" fmla="*/ 6587 w 10005"/>
              <a:gd name="connsiteY55" fmla="*/ 6181 h 10000"/>
              <a:gd name="connsiteX56" fmla="*/ 6646 w 10005"/>
              <a:gd name="connsiteY56" fmla="*/ 5775 h 10000"/>
              <a:gd name="connsiteX57" fmla="*/ 6569 w 10005"/>
              <a:gd name="connsiteY57" fmla="*/ 5273 h 10000"/>
              <a:gd name="connsiteX58" fmla="*/ 6390 w 10005"/>
              <a:gd name="connsiteY58" fmla="*/ 4621 h 10000"/>
              <a:gd name="connsiteX59" fmla="*/ 6208 w 10005"/>
              <a:gd name="connsiteY59" fmla="*/ 4041 h 10000"/>
              <a:gd name="connsiteX60" fmla="*/ 5918 w 10005"/>
              <a:gd name="connsiteY60" fmla="*/ 3218 h 10000"/>
              <a:gd name="connsiteX61" fmla="*/ 5870 w 10005"/>
              <a:gd name="connsiteY61" fmla="*/ 2111 h 10000"/>
              <a:gd name="connsiteX62" fmla="*/ 7344 w 10005"/>
              <a:gd name="connsiteY62" fmla="*/ 2121 h 10000"/>
              <a:gd name="connsiteX63" fmla="*/ 8111 w 10005"/>
              <a:gd name="connsiteY63" fmla="*/ 2809 h 10000"/>
              <a:gd name="connsiteX64" fmla="*/ 8067 w 10005"/>
              <a:gd name="connsiteY64" fmla="*/ 3431 h 10000"/>
              <a:gd name="connsiteX65" fmla="*/ 9641 w 10005"/>
              <a:gd name="connsiteY65" fmla="*/ 3889 h 10000"/>
              <a:gd name="connsiteX66" fmla="*/ 9799 w 10005"/>
              <a:gd name="connsiteY66" fmla="*/ 4656 h 10000"/>
              <a:gd name="connsiteX67" fmla="*/ 9963 w 10005"/>
              <a:gd name="connsiteY67" fmla="*/ 6421 h 10000"/>
              <a:gd name="connsiteX68" fmla="*/ 9997 w 10005"/>
              <a:gd name="connsiteY68" fmla="*/ 4594 h 10000"/>
              <a:gd name="connsiteX69" fmla="*/ 9794 w 10005"/>
              <a:gd name="connsiteY69" fmla="*/ 1836 h 10000"/>
              <a:gd name="connsiteX70" fmla="*/ 8139 w 10005"/>
              <a:gd name="connsiteY70" fmla="*/ 2438 h 10000"/>
              <a:gd name="connsiteX71" fmla="*/ 7387 w 10005"/>
              <a:gd name="connsiteY71" fmla="*/ 1831 h 10000"/>
              <a:gd name="connsiteX72" fmla="*/ 6498 w 10005"/>
              <a:gd name="connsiteY72" fmla="*/ 1803 h 10000"/>
              <a:gd name="connsiteX73" fmla="*/ 5569 w 10005"/>
              <a:gd name="connsiteY73" fmla="*/ 1732 h 10000"/>
              <a:gd name="connsiteX74" fmla="*/ 5348 w 10005"/>
              <a:gd name="connsiteY74" fmla="*/ 1630 h 10000"/>
              <a:gd name="connsiteX75" fmla="*/ 5183 w 10005"/>
              <a:gd name="connsiteY75" fmla="*/ 1155 h 10000"/>
              <a:gd name="connsiteX76" fmla="*/ 4863 w 10005"/>
              <a:gd name="connsiteY76" fmla="*/ 1127 h 10000"/>
              <a:gd name="connsiteX77" fmla="*/ 4741 w 10005"/>
              <a:gd name="connsiteY77" fmla="*/ 1399 h 10000"/>
              <a:gd name="connsiteX78" fmla="*/ 4553 w 10005"/>
              <a:gd name="connsiteY78" fmla="*/ 1769 h 10000"/>
              <a:gd name="connsiteX79" fmla="*/ 3683 w 10005"/>
              <a:gd name="connsiteY79" fmla="*/ 1383 h 10000"/>
              <a:gd name="connsiteX80" fmla="*/ 3627 w 10005"/>
              <a:gd name="connsiteY80" fmla="*/ 988 h 10000"/>
              <a:gd name="connsiteX81" fmla="*/ 2919 w 10005"/>
              <a:gd name="connsiteY81" fmla="*/ 433 h 10000"/>
              <a:gd name="connsiteX82" fmla="*/ 2195 w 10005"/>
              <a:gd name="connsiteY82" fmla="*/ 573 h 10000"/>
              <a:gd name="connsiteX83" fmla="*/ 1847 w 10005"/>
              <a:gd name="connsiteY83" fmla="*/ 60 h 10000"/>
              <a:gd name="connsiteX84" fmla="*/ 940 w 10005"/>
              <a:gd name="connsiteY84" fmla="*/ 91 h 10000"/>
              <a:gd name="connsiteX85" fmla="*/ 282 w 10005"/>
              <a:gd name="connsiteY85" fmla="*/ 770 h 10000"/>
              <a:gd name="connsiteX86" fmla="*/ 4 w 10005"/>
              <a:gd name="connsiteY86" fmla="*/ 1530 h 10000"/>
              <a:gd name="connsiteX87" fmla="*/ 76 w 10005"/>
              <a:gd name="connsiteY87" fmla="*/ 5336 h 10000"/>
              <a:gd name="connsiteX88" fmla="*/ 242 w 10005"/>
              <a:gd name="connsiteY88" fmla="*/ 3051 h 10000"/>
              <a:gd name="connsiteX89" fmla="*/ 365 w 10005"/>
              <a:gd name="connsiteY89" fmla="*/ 1714 h 10000"/>
              <a:gd name="connsiteX90" fmla="*/ 976 w 10005"/>
              <a:gd name="connsiteY90" fmla="*/ 373 h 10000"/>
              <a:gd name="connsiteX91" fmla="*/ 1487 w 10005"/>
              <a:gd name="connsiteY91" fmla="*/ 293 h 10000"/>
              <a:gd name="connsiteX92" fmla="*/ 2114 w 10005"/>
              <a:gd name="connsiteY92" fmla="*/ 923 h 10000"/>
              <a:gd name="connsiteX93" fmla="*/ 2761 w 10005"/>
              <a:gd name="connsiteY93" fmla="*/ 677 h 10000"/>
              <a:gd name="connsiteX94" fmla="*/ 3170 w 10005"/>
              <a:gd name="connsiteY94" fmla="*/ 1013 h 10000"/>
              <a:gd name="connsiteX95" fmla="*/ 3293 w 10005"/>
              <a:gd name="connsiteY95" fmla="*/ 1635 h 10000"/>
              <a:gd name="connsiteX96" fmla="*/ 3998 w 10005"/>
              <a:gd name="connsiteY96" fmla="*/ 1895 h 10000"/>
              <a:gd name="connsiteX97" fmla="*/ 4215 w 10005"/>
              <a:gd name="connsiteY97" fmla="*/ 2307 h 10000"/>
              <a:gd name="connsiteX98" fmla="*/ 4196 w 10005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8067 w 10000"/>
              <a:gd name="connsiteY64" fmla="*/ 3431 h 10000"/>
              <a:gd name="connsiteX65" fmla="*/ 9641 w 10000"/>
              <a:gd name="connsiteY65" fmla="*/ 3889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8624 w 10000"/>
              <a:gd name="connsiteY69" fmla="*/ 3337 h 10000"/>
              <a:gd name="connsiteX70" fmla="*/ 8139 w 10000"/>
              <a:gd name="connsiteY70" fmla="*/ 2438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8067 w 10000"/>
              <a:gd name="connsiteY64" fmla="*/ 3431 h 10000"/>
              <a:gd name="connsiteX65" fmla="*/ 9122 w 10000"/>
              <a:gd name="connsiteY65" fmla="*/ 4191 h 10000"/>
              <a:gd name="connsiteX66" fmla="*/ 9799 w 10000"/>
              <a:gd name="connsiteY66" fmla="*/ 4656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8624 w 10000"/>
              <a:gd name="connsiteY69" fmla="*/ 3337 h 10000"/>
              <a:gd name="connsiteX70" fmla="*/ 8139 w 10000"/>
              <a:gd name="connsiteY70" fmla="*/ 2438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10000"/>
              <a:gd name="connsiteY0" fmla="*/ 3002 h 10000"/>
              <a:gd name="connsiteX1" fmla="*/ 3810 w 10000"/>
              <a:gd name="connsiteY1" fmla="*/ 4557 h 10000"/>
              <a:gd name="connsiteX2" fmla="*/ 3692 w 10000"/>
              <a:gd name="connsiteY2" fmla="*/ 5294 h 10000"/>
              <a:gd name="connsiteX3" fmla="*/ 3580 w 10000"/>
              <a:gd name="connsiteY3" fmla="*/ 5630 h 10000"/>
              <a:gd name="connsiteX4" fmla="*/ 3293 w 10000"/>
              <a:gd name="connsiteY4" fmla="*/ 5922 h 10000"/>
              <a:gd name="connsiteX5" fmla="*/ 3147 w 10000"/>
              <a:gd name="connsiteY5" fmla="*/ 6076 h 10000"/>
              <a:gd name="connsiteX6" fmla="*/ 3059 w 10000"/>
              <a:gd name="connsiteY6" fmla="*/ 6226 h 10000"/>
              <a:gd name="connsiteX7" fmla="*/ 3157 w 10000"/>
              <a:gd name="connsiteY7" fmla="*/ 6398 h 10000"/>
              <a:gd name="connsiteX8" fmla="*/ 3407 w 10000"/>
              <a:gd name="connsiteY8" fmla="*/ 6586 h 10000"/>
              <a:gd name="connsiteX9" fmla="*/ 3551 w 10000"/>
              <a:gd name="connsiteY9" fmla="*/ 6931 h 10000"/>
              <a:gd name="connsiteX10" fmla="*/ 3641 w 10000"/>
              <a:gd name="connsiteY10" fmla="*/ 7179 h 10000"/>
              <a:gd name="connsiteX11" fmla="*/ 3820 w 10000"/>
              <a:gd name="connsiteY11" fmla="*/ 7490 h 10000"/>
              <a:gd name="connsiteX12" fmla="*/ 4181 w 10000"/>
              <a:gd name="connsiteY12" fmla="*/ 8114 h 10000"/>
              <a:gd name="connsiteX13" fmla="*/ 4333 w 10000"/>
              <a:gd name="connsiteY13" fmla="*/ 8456 h 10000"/>
              <a:gd name="connsiteX14" fmla="*/ 4417 w 10000"/>
              <a:gd name="connsiteY14" fmla="*/ 8728 h 10000"/>
              <a:gd name="connsiteX15" fmla="*/ 4449 w 10000"/>
              <a:gd name="connsiteY15" fmla="*/ 9193 h 10000"/>
              <a:gd name="connsiteX16" fmla="*/ 4333 w 10000"/>
              <a:gd name="connsiteY16" fmla="*/ 9510 h 10000"/>
              <a:gd name="connsiteX17" fmla="*/ 4275 w 10000"/>
              <a:gd name="connsiteY17" fmla="*/ 9758 h 10000"/>
              <a:gd name="connsiteX18" fmla="*/ 4322 w 10000"/>
              <a:gd name="connsiteY18" fmla="*/ 9881 h 10000"/>
              <a:gd name="connsiteX19" fmla="*/ 4497 w 10000"/>
              <a:gd name="connsiteY19" fmla="*/ 9992 h 10000"/>
              <a:gd name="connsiteX20" fmla="*/ 5164 w 10000"/>
              <a:gd name="connsiteY20" fmla="*/ 9992 h 10000"/>
              <a:gd name="connsiteX21" fmla="*/ 5779 w 10000"/>
              <a:gd name="connsiteY21" fmla="*/ 9975 h 10000"/>
              <a:gd name="connsiteX22" fmla="*/ 5903 w 10000"/>
              <a:gd name="connsiteY22" fmla="*/ 9841 h 10000"/>
              <a:gd name="connsiteX23" fmla="*/ 5893 w 10000"/>
              <a:gd name="connsiteY23" fmla="*/ 9618 h 10000"/>
              <a:gd name="connsiteX24" fmla="*/ 5765 w 10000"/>
              <a:gd name="connsiteY24" fmla="*/ 9388 h 10000"/>
              <a:gd name="connsiteX25" fmla="*/ 5719 w 10000"/>
              <a:gd name="connsiteY25" fmla="*/ 9105 h 10000"/>
              <a:gd name="connsiteX26" fmla="*/ 5714 w 10000"/>
              <a:gd name="connsiteY26" fmla="*/ 8753 h 10000"/>
              <a:gd name="connsiteX27" fmla="*/ 5803 w 10000"/>
              <a:gd name="connsiteY27" fmla="*/ 8400 h 10000"/>
              <a:gd name="connsiteX28" fmla="*/ 6010 w 10000"/>
              <a:gd name="connsiteY28" fmla="*/ 7877 h 10000"/>
              <a:gd name="connsiteX29" fmla="*/ 6124 w 10000"/>
              <a:gd name="connsiteY29" fmla="*/ 7604 h 10000"/>
              <a:gd name="connsiteX30" fmla="*/ 6217 w 10000"/>
              <a:gd name="connsiteY30" fmla="*/ 7486 h 10000"/>
              <a:gd name="connsiteX31" fmla="*/ 6550 w 10000"/>
              <a:gd name="connsiteY31" fmla="*/ 7706 h 10000"/>
              <a:gd name="connsiteX32" fmla="*/ 6912 w 10000"/>
              <a:gd name="connsiteY32" fmla="*/ 7828 h 10000"/>
              <a:gd name="connsiteX33" fmla="*/ 7472 w 10000"/>
              <a:gd name="connsiteY33" fmla="*/ 7929 h 10000"/>
              <a:gd name="connsiteX34" fmla="*/ 7899 w 10000"/>
              <a:gd name="connsiteY34" fmla="*/ 7954 h 10000"/>
              <a:gd name="connsiteX35" fmla="*/ 8290 w 10000"/>
              <a:gd name="connsiteY35" fmla="*/ 8127 h 10000"/>
              <a:gd name="connsiteX36" fmla="*/ 8533 w 10000"/>
              <a:gd name="connsiteY36" fmla="*/ 8275 h 10000"/>
              <a:gd name="connsiteX37" fmla="*/ 8763 w 10000"/>
              <a:gd name="connsiteY37" fmla="*/ 8317 h 10000"/>
              <a:gd name="connsiteX38" fmla="*/ 8740 w 10000"/>
              <a:gd name="connsiteY38" fmla="*/ 8180 h 10000"/>
              <a:gd name="connsiteX39" fmla="*/ 8477 w 10000"/>
              <a:gd name="connsiteY39" fmla="*/ 8037 h 10000"/>
              <a:gd name="connsiteX40" fmla="*/ 8298 w 10000"/>
              <a:gd name="connsiteY40" fmla="*/ 7877 h 10000"/>
              <a:gd name="connsiteX41" fmla="*/ 8275 w 10000"/>
              <a:gd name="connsiteY41" fmla="*/ 7727 h 10000"/>
              <a:gd name="connsiteX42" fmla="*/ 8482 w 10000"/>
              <a:gd name="connsiteY42" fmla="*/ 7573 h 10000"/>
              <a:gd name="connsiteX43" fmla="*/ 8678 w 10000"/>
              <a:gd name="connsiteY43" fmla="*/ 7402 h 10000"/>
              <a:gd name="connsiteX44" fmla="*/ 8393 w 10000"/>
              <a:gd name="connsiteY44" fmla="*/ 7064 h 10000"/>
              <a:gd name="connsiteX45" fmla="*/ 8712 w 10000"/>
              <a:gd name="connsiteY45" fmla="*/ 6750 h 10000"/>
              <a:gd name="connsiteX46" fmla="*/ 8833 w 10000"/>
              <a:gd name="connsiteY46" fmla="*/ 6659 h 10000"/>
              <a:gd name="connsiteX47" fmla="*/ 8782 w 10000"/>
              <a:gd name="connsiteY47" fmla="*/ 6537 h 10000"/>
              <a:gd name="connsiteX48" fmla="*/ 8543 w 10000"/>
              <a:gd name="connsiteY48" fmla="*/ 6627 h 10000"/>
              <a:gd name="connsiteX49" fmla="*/ 8201 w 10000"/>
              <a:gd name="connsiteY49" fmla="*/ 6823 h 10000"/>
              <a:gd name="connsiteX50" fmla="*/ 7905 w 10000"/>
              <a:gd name="connsiteY50" fmla="*/ 6785 h 10000"/>
              <a:gd name="connsiteX51" fmla="*/ 7416 w 10000"/>
              <a:gd name="connsiteY51" fmla="*/ 6673 h 10000"/>
              <a:gd name="connsiteX52" fmla="*/ 6904 w 10000"/>
              <a:gd name="connsiteY52" fmla="*/ 6659 h 10000"/>
              <a:gd name="connsiteX53" fmla="*/ 6504 w 10000"/>
              <a:gd name="connsiteY53" fmla="*/ 6690 h 10000"/>
              <a:gd name="connsiteX54" fmla="*/ 6495 w 10000"/>
              <a:gd name="connsiteY54" fmla="*/ 6537 h 10000"/>
              <a:gd name="connsiteX55" fmla="*/ 6587 w 10000"/>
              <a:gd name="connsiteY55" fmla="*/ 6181 h 10000"/>
              <a:gd name="connsiteX56" fmla="*/ 6646 w 10000"/>
              <a:gd name="connsiteY56" fmla="*/ 5775 h 10000"/>
              <a:gd name="connsiteX57" fmla="*/ 6569 w 10000"/>
              <a:gd name="connsiteY57" fmla="*/ 5273 h 10000"/>
              <a:gd name="connsiteX58" fmla="*/ 6390 w 10000"/>
              <a:gd name="connsiteY58" fmla="*/ 4621 h 10000"/>
              <a:gd name="connsiteX59" fmla="*/ 6208 w 10000"/>
              <a:gd name="connsiteY59" fmla="*/ 4041 h 10000"/>
              <a:gd name="connsiteX60" fmla="*/ 5918 w 10000"/>
              <a:gd name="connsiteY60" fmla="*/ 3218 h 10000"/>
              <a:gd name="connsiteX61" fmla="*/ 5870 w 10000"/>
              <a:gd name="connsiteY61" fmla="*/ 2111 h 10000"/>
              <a:gd name="connsiteX62" fmla="*/ 7344 w 10000"/>
              <a:gd name="connsiteY62" fmla="*/ 2121 h 10000"/>
              <a:gd name="connsiteX63" fmla="*/ 8111 w 10000"/>
              <a:gd name="connsiteY63" fmla="*/ 2809 h 10000"/>
              <a:gd name="connsiteX64" fmla="*/ 8067 w 10000"/>
              <a:gd name="connsiteY64" fmla="*/ 3431 h 10000"/>
              <a:gd name="connsiteX65" fmla="*/ 9122 w 10000"/>
              <a:gd name="connsiteY65" fmla="*/ 4191 h 10000"/>
              <a:gd name="connsiteX66" fmla="*/ 9412 w 10000"/>
              <a:gd name="connsiteY66" fmla="*/ 4923 h 10000"/>
              <a:gd name="connsiteX67" fmla="*/ 9963 w 10000"/>
              <a:gd name="connsiteY67" fmla="*/ 6421 h 10000"/>
              <a:gd name="connsiteX68" fmla="*/ 9997 w 10000"/>
              <a:gd name="connsiteY68" fmla="*/ 4594 h 10000"/>
              <a:gd name="connsiteX69" fmla="*/ 8624 w 10000"/>
              <a:gd name="connsiteY69" fmla="*/ 3337 h 10000"/>
              <a:gd name="connsiteX70" fmla="*/ 8139 w 10000"/>
              <a:gd name="connsiteY70" fmla="*/ 2438 h 10000"/>
              <a:gd name="connsiteX71" fmla="*/ 7387 w 10000"/>
              <a:gd name="connsiteY71" fmla="*/ 1831 h 10000"/>
              <a:gd name="connsiteX72" fmla="*/ 6498 w 10000"/>
              <a:gd name="connsiteY72" fmla="*/ 1803 h 10000"/>
              <a:gd name="connsiteX73" fmla="*/ 5569 w 10000"/>
              <a:gd name="connsiteY73" fmla="*/ 1732 h 10000"/>
              <a:gd name="connsiteX74" fmla="*/ 5348 w 10000"/>
              <a:gd name="connsiteY74" fmla="*/ 1630 h 10000"/>
              <a:gd name="connsiteX75" fmla="*/ 5183 w 10000"/>
              <a:gd name="connsiteY75" fmla="*/ 1155 h 10000"/>
              <a:gd name="connsiteX76" fmla="*/ 4863 w 10000"/>
              <a:gd name="connsiteY76" fmla="*/ 1127 h 10000"/>
              <a:gd name="connsiteX77" fmla="*/ 4741 w 10000"/>
              <a:gd name="connsiteY77" fmla="*/ 1399 h 10000"/>
              <a:gd name="connsiteX78" fmla="*/ 4553 w 10000"/>
              <a:gd name="connsiteY78" fmla="*/ 1769 h 10000"/>
              <a:gd name="connsiteX79" fmla="*/ 3683 w 10000"/>
              <a:gd name="connsiteY79" fmla="*/ 1383 h 10000"/>
              <a:gd name="connsiteX80" fmla="*/ 3627 w 10000"/>
              <a:gd name="connsiteY80" fmla="*/ 988 h 10000"/>
              <a:gd name="connsiteX81" fmla="*/ 2919 w 10000"/>
              <a:gd name="connsiteY81" fmla="*/ 433 h 10000"/>
              <a:gd name="connsiteX82" fmla="*/ 2195 w 10000"/>
              <a:gd name="connsiteY82" fmla="*/ 573 h 10000"/>
              <a:gd name="connsiteX83" fmla="*/ 1847 w 10000"/>
              <a:gd name="connsiteY83" fmla="*/ 60 h 10000"/>
              <a:gd name="connsiteX84" fmla="*/ 940 w 10000"/>
              <a:gd name="connsiteY84" fmla="*/ 91 h 10000"/>
              <a:gd name="connsiteX85" fmla="*/ 282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2 w 10000"/>
              <a:gd name="connsiteY88" fmla="*/ 3051 h 10000"/>
              <a:gd name="connsiteX89" fmla="*/ 365 w 10000"/>
              <a:gd name="connsiteY89" fmla="*/ 1714 h 10000"/>
              <a:gd name="connsiteX90" fmla="*/ 976 w 10000"/>
              <a:gd name="connsiteY90" fmla="*/ 373 h 10000"/>
              <a:gd name="connsiteX91" fmla="*/ 1487 w 10000"/>
              <a:gd name="connsiteY91" fmla="*/ 293 h 10000"/>
              <a:gd name="connsiteX92" fmla="*/ 2114 w 10000"/>
              <a:gd name="connsiteY92" fmla="*/ 923 h 10000"/>
              <a:gd name="connsiteX93" fmla="*/ 2761 w 10000"/>
              <a:gd name="connsiteY93" fmla="*/ 677 h 10000"/>
              <a:gd name="connsiteX94" fmla="*/ 3170 w 10000"/>
              <a:gd name="connsiteY94" fmla="*/ 1013 h 10000"/>
              <a:gd name="connsiteX95" fmla="*/ 3293 w 10000"/>
              <a:gd name="connsiteY95" fmla="*/ 1635 h 10000"/>
              <a:gd name="connsiteX96" fmla="*/ 3998 w 10000"/>
              <a:gd name="connsiteY96" fmla="*/ 1895 h 10000"/>
              <a:gd name="connsiteX97" fmla="*/ 4215 w 10000"/>
              <a:gd name="connsiteY97" fmla="*/ 2307 h 10000"/>
              <a:gd name="connsiteX98" fmla="*/ 4196 w 10000"/>
              <a:gd name="connsiteY98" fmla="*/ 3002 h 10000"/>
              <a:gd name="connsiteX0" fmla="*/ 4196 w 9963"/>
              <a:gd name="connsiteY0" fmla="*/ 3002 h 10000"/>
              <a:gd name="connsiteX1" fmla="*/ 3810 w 9963"/>
              <a:gd name="connsiteY1" fmla="*/ 4557 h 10000"/>
              <a:gd name="connsiteX2" fmla="*/ 3692 w 9963"/>
              <a:gd name="connsiteY2" fmla="*/ 5294 h 10000"/>
              <a:gd name="connsiteX3" fmla="*/ 3580 w 9963"/>
              <a:gd name="connsiteY3" fmla="*/ 5630 h 10000"/>
              <a:gd name="connsiteX4" fmla="*/ 3293 w 9963"/>
              <a:gd name="connsiteY4" fmla="*/ 5922 h 10000"/>
              <a:gd name="connsiteX5" fmla="*/ 3147 w 9963"/>
              <a:gd name="connsiteY5" fmla="*/ 6076 h 10000"/>
              <a:gd name="connsiteX6" fmla="*/ 3059 w 9963"/>
              <a:gd name="connsiteY6" fmla="*/ 6226 h 10000"/>
              <a:gd name="connsiteX7" fmla="*/ 3157 w 9963"/>
              <a:gd name="connsiteY7" fmla="*/ 6398 h 10000"/>
              <a:gd name="connsiteX8" fmla="*/ 3407 w 9963"/>
              <a:gd name="connsiteY8" fmla="*/ 6586 h 10000"/>
              <a:gd name="connsiteX9" fmla="*/ 3551 w 9963"/>
              <a:gd name="connsiteY9" fmla="*/ 6931 h 10000"/>
              <a:gd name="connsiteX10" fmla="*/ 3641 w 9963"/>
              <a:gd name="connsiteY10" fmla="*/ 7179 h 10000"/>
              <a:gd name="connsiteX11" fmla="*/ 3820 w 9963"/>
              <a:gd name="connsiteY11" fmla="*/ 7490 h 10000"/>
              <a:gd name="connsiteX12" fmla="*/ 4181 w 9963"/>
              <a:gd name="connsiteY12" fmla="*/ 8114 h 10000"/>
              <a:gd name="connsiteX13" fmla="*/ 4333 w 9963"/>
              <a:gd name="connsiteY13" fmla="*/ 8456 h 10000"/>
              <a:gd name="connsiteX14" fmla="*/ 4417 w 9963"/>
              <a:gd name="connsiteY14" fmla="*/ 8728 h 10000"/>
              <a:gd name="connsiteX15" fmla="*/ 4449 w 9963"/>
              <a:gd name="connsiteY15" fmla="*/ 9193 h 10000"/>
              <a:gd name="connsiteX16" fmla="*/ 4333 w 9963"/>
              <a:gd name="connsiteY16" fmla="*/ 9510 h 10000"/>
              <a:gd name="connsiteX17" fmla="*/ 4275 w 9963"/>
              <a:gd name="connsiteY17" fmla="*/ 9758 h 10000"/>
              <a:gd name="connsiteX18" fmla="*/ 4322 w 9963"/>
              <a:gd name="connsiteY18" fmla="*/ 9881 h 10000"/>
              <a:gd name="connsiteX19" fmla="*/ 4497 w 9963"/>
              <a:gd name="connsiteY19" fmla="*/ 9992 h 10000"/>
              <a:gd name="connsiteX20" fmla="*/ 5164 w 9963"/>
              <a:gd name="connsiteY20" fmla="*/ 9992 h 10000"/>
              <a:gd name="connsiteX21" fmla="*/ 5779 w 9963"/>
              <a:gd name="connsiteY21" fmla="*/ 9975 h 10000"/>
              <a:gd name="connsiteX22" fmla="*/ 5903 w 9963"/>
              <a:gd name="connsiteY22" fmla="*/ 9841 h 10000"/>
              <a:gd name="connsiteX23" fmla="*/ 5893 w 9963"/>
              <a:gd name="connsiteY23" fmla="*/ 9618 h 10000"/>
              <a:gd name="connsiteX24" fmla="*/ 5765 w 9963"/>
              <a:gd name="connsiteY24" fmla="*/ 9388 h 10000"/>
              <a:gd name="connsiteX25" fmla="*/ 5719 w 9963"/>
              <a:gd name="connsiteY25" fmla="*/ 9105 h 10000"/>
              <a:gd name="connsiteX26" fmla="*/ 5714 w 9963"/>
              <a:gd name="connsiteY26" fmla="*/ 8753 h 10000"/>
              <a:gd name="connsiteX27" fmla="*/ 5803 w 9963"/>
              <a:gd name="connsiteY27" fmla="*/ 8400 h 10000"/>
              <a:gd name="connsiteX28" fmla="*/ 6010 w 9963"/>
              <a:gd name="connsiteY28" fmla="*/ 7877 h 10000"/>
              <a:gd name="connsiteX29" fmla="*/ 6124 w 9963"/>
              <a:gd name="connsiteY29" fmla="*/ 7604 h 10000"/>
              <a:gd name="connsiteX30" fmla="*/ 6217 w 9963"/>
              <a:gd name="connsiteY30" fmla="*/ 7486 h 10000"/>
              <a:gd name="connsiteX31" fmla="*/ 6550 w 9963"/>
              <a:gd name="connsiteY31" fmla="*/ 7706 h 10000"/>
              <a:gd name="connsiteX32" fmla="*/ 6912 w 9963"/>
              <a:gd name="connsiteY32" fmla="*/ 7828 h 10000"/>
              <a:gd name="connsiteX33" fmla="*/ 7472 w 9963"/>
              <a:gd name="connsiteY33" fmla="*/ 7929 h 10000"/>
              <a:gd name="connsiteX34" fmla="*/ 7899 w 9963"/>
              <a:gd name="connsiteY34" fmla="*/ 7954 h 10000"/>
              <a:gd name="connsiteX35" fmla="*/ 8290 w 9963"/>
              <a:gd name="connsiteY35" fmla="*/ 8127 h 10000"/>
              <a:gd name="connsiteX36" fmla="*/ 8533 w 9963"/>
              <a:gd name="connsiteY36" fmla="*/ 8275 h 10000"/>
              <a:gd name="connsiteX37" fmla="*/ 8763 w 9963"/>
              <a:gd name="connsiteY37" fmla="*/ 8317 h 10000"/>
              <a:gd name="connsiteX38" fmla="*/ 8740 w 9963"/>
              <a:gd name="connsiteY38" fmla="*/ 8180 h 10000"/>
              <a:gd name="connsiteX39" fmla="*/ 8477 w 9963"/>
              <a:gd name="connsiteY39" fmla="*/ 8037 h 10000"/>
              <a:gd name="connsiteX40" fmla="*/ 8298 w 9963"/>
              <a:gd name="connsiteY40" fmla="*/ 7877 h 10000"/>
              <a:gd name="connsiteX41" fmla="*/ 8275 w 9963"/>
              <a:gd name="connsiteY41" fmla="*/ 7727 h 10000"/>
              <a:gd name="connsiteX42" fmla="*/ 8482 w 9963"/>
              <a:gd name="connsiteY42" fmla="*/ 7573 h 10000"/>
              <a:gd name="connsiteX43" fmla="*/ 8678 w 9963"/>
              <a:gd name="connsiteY43" fmla="*/ 7402 h 10000"/>
              <a:gd name="connsiteX44" fmla="*/ 8393 w 9963"/>
              <a:gd name="connsiteY44" fmla="*/ 7064 h 10000"/>
              <a:gd name="connsiteX45" fmla="*/ 8712 w 9963"/>
              <a:gd name="connsiteY45" fmla="*/ 6750 h 10000"/>
              <a:gd name="connsiteX46" fmla="*/ 8833 w 9963"/>
              <a:gd name="connsiteY46" fmla="*/ 6659 h 10000"/>
              <a:gd name="connsiteX47" fmla="*/ 8782 w 9963"/>
              <a:gd name="connsiteY47" fmla="*/ 6537 h 10000"/>
              <a:gd name="connsiteX48" fmla="*/ 8543 w 9963"/>
              <a:gd name="connsiteY48" fmla="*/ 6627 h 10000"/>
              <a:gd name="connsiteX49" fmla="*/ 8201 w 9963"/>
              <a:gd name="connsiteY49" fmla="*/ 6823 h 10000"/>
              <a:gd name="connsiteX50" fmla="*/ 7905 w 9963"/>
              <a:gd name="connsiteY50" fmla="*/ 6785 h 10000"/>
              <a:gd name="connsiteX51" fmla="*/ 7416 w 9963"/>
              <a:gd name="connsiteY51" fmla="*/ 6673 h 10000"/>
              <a:gd name="connsiteX52" fmla="*/ 6904 w 9963"/>
              <a:gd name="connsiteY52" fmla="*/ 6659 h 10000"/>
              <a:gd name="connsiteX53" fmla="*/ 6504 w 9963"/>
              <a:gd name="connsiteY53" fmla="*/ 6690 h 10000"/>
              <a:gd name="connsiteX54" fmla="*/ 6495 w 9963"/>
              <a:gd name="connsiteY54" fmla="*/ 6537 h 10000"/>
              <a:gd name="connsiteX55" fmla="*/ 6587 w 9963"/>
              <a:gd name="connsiteY55" fmla="*/ 6181 h 10000"/>
              <a:gd name="connsiteX56" fmla="*/ 6646 w 9963"/>
              <a:gd name="connsiteY56" fmla="*/ 5775 h 10000"/>
              <a:gd name="connsiteX57" fmla="*/ 6569 w 9963"/>
              <a:gd name="connsiteY57" fmla="*/ 5273 h 10000"/>
              <a:gd name="connsiteX58" fmla="*/ 6390 w 9963"/>
              <a:gd name="connsiteY58" fmla="*/ 4621 h 10000"/>
              <a:gd name="connsiteX59" fmla="*/ 6208 w 9963"/>
              <a:gd name="connsiteY59" fmla="*/ 4041 h 10000"/>
              <a:gd name="connsiteX60" fmla="*/ 5918 w 9963"/>
              <a:gd name="connsiteY60" fmla="*/ 3218 h 10000"/>
              <a:gd name="connsiteX61" fmla="*/ 5870 w 9963"/>
              <a:gd name="connsiteY61" fmla="*/ 2111 h 10000"/>
              <a:gd name="connsiteX62" fmla="*/ 7344 w 9963"/>
              <a:gd name="connsiteY62" fmla="*/ 2121 h 10000"/>
              <a:gd name="connsiteX63" fmla="*/ 8111 w 9963"/>
              <a:gd name="connsiteY63" fmla="*/ 2809 h 10000"/>
              <a:gd name="connsiteX64" fmla="*/ 8067 w 9963"/>
              <a:gd name="connsiteY64" fmla="*/ 3431 h 10000"/>
              <a:gd name="connsiteX65" fmla="*/ 9122 w 9963"/>
              <a:gd name="connsiteY65" fmla="*/ 4191 h 10000"/>
              <a:gd name="connsiteX66" fmla="*/ 9412 w 9963"/>
              <a:gd name="connsiteY66" fmla="*/ 4923 h 10000"/>
              <a:gd name="connsiteX67" fmla="*/ 9963 w 9963"/>
              <a:gd name="connsiteY67" fmla="*/ 6421 h 10000"/>
              <a:gd name="connsiteX68" fmla="*/ 9723 w 9963"/>
              <a:gd name="connsiteY68" fmla="*/ 4853 h 10000"/>
              <a:gd name="connsiteX69" fmla="*/ 8624 w 9963"/>
              <a:gd name="connsiteY69" fmla="*/ 3337 h 10000"/>
              <a:gd name="connsiteX70" fmla="*/ 8139 w 9963"/>
              <a:gd name="connsiteY70" fmla="*/ 2438 h 10000"/>
              <a:gd name="connsiteX71" fmla="*/ 7387 w 9963"/>
              <a:gd name="connsiteY71" fmla="*/ 1831 h 10000"/>
              <a:gd name="connsiteX72" fmla="*/ 6498 w 9963"/>
              <a:gd name="connsiteY72" fmla="*/ 1803 h 10000"/>
              <a:gd name="connsiteX73" fmla="*/ 5569 w 9963"/>
              <a:gd name="connsiteY73" fmla="*/ 1732 h 10000"/>
              <a:gd name="connsiteX74" fmla="*/ 5348 w 9963"/>
              <a:gd name="connsiteY74" fmla="*/ 1630 h 10000"/>
              <a:gd name="connsiteX75" fmla="*/ 5183 w 9963"/>
              <a:gd name="connsiteY75" fmla="*/ 1155 h 10000"/>
              <a:gd name="connsiteX76" fmla="*/ 4863 w 9963"/>
              <a:gd name="connsiteY76" fmla="*/ 1127 h 10000"/>
              <a:gd name="connsiteX77" fmla="*/ 4741 w 9963"/>
              <a:gd name="connsiteY77" fmla="*/ 1399 h 10000"/>
              <a:gd name="connsiteX78" fmla="*/ 4553 w 9963"/>
              <a:gd name="connsiteY78" fmla="*/ 1769 h 10000"/>
              <a:gd name="connsiteX79" fmla="*/ 3683 w 9963"/>
              <a:gd name="connsiteY79" fmla="*/ 1383 h 10000"/>
              <a:gd name="connsiteX80" fmla="*/ 3627 w 9963"/>
              <a:gd name="connsiteY80" fmla="*/ 988 h 10000"/>
              <a:gd name="connsiteX81" fmla="*/ 2919 w 9963"/>
              <a:gd name="connsiteY81" fmla="*/ 433 h 10000"/>
              <a:gd name="connsiteX82" fmla="*/ 2195 w 9963"/>
              <a:gd name="connsiteY82" fmla="*/ 573 h 10000"/>
              <a:gd name="connsiteX83" fmla="*/ 1847 w 9963"/>
              <a:gd name="connsiteY83" fmla="*/ 60 h 10000"/>
              <a:gd name="connsiteX84" fmla="*/ 940 w 9963"/>
              <a:gd name="connsiteY84" fmla="*/ 91 h 10000"/>
              <a:gd name="connsiteX85" fmla="*/ 282 w 9963"/>
              <a:gd name="connsiteY85" fmla="*/ 770 h 10000"/>
              <a:gd name="connsiteX86" fmla="*/ 4 w 9963"/>
              <a:gd name="connsiteY86" fmla="*/ 1530 h 10000"/>
              <a:gd name="connsiteX87" fmla="*/ 76 w 9963"/>
              <a:gd name="connsiteY87" fmla="*/ 5336 h 10000"/>
              <a:gd name="connsiteX88" fmla="*/ 242 w 9963"/>
              <a:gd name="connsiteY88" fmla="*/ 3051 h 10000"/>
              <a:gd name="connsiteX89" fmla="*/ 365 w 9963"/>
              <a:gd name="connsiteY89" fmla="*/ 1714 h 10000"/>
              <a:gd name="connsiteX90" fmla="*/ 976 w 9963"/>
              <a:gd name="connsiteY90" fmla="*/ 373 h 10000"/>
              <a:gd name="connsiteX91" fmla="*/ 1487 w 9963"/>
              <a:gd name="connsiteY91" fmla="*/ 293 h 10000"/>
              <a:gd name="connsiteX92" fmla="*/ 2114 w 9963"/>
              <a:gd name="connsiteY92" fmla="*/ 923 h 10000"/>
              <a:gd name="connsiteX93" fmla="*/ 2761 w 9963"/>
              <a:gd name="connsiteY93" fmla="*/ 677 h 10000"/>
              <a:gd name="connsiteX94" fmla="*/ 3170 w 9963"/>
              <a:gd name="connsiteY94" fmla="*/ 1013 h 10000"/>
              <a:gd name="connsiteX95" fmla="*/ 3293 w 9963"/>
              <a:gd name="connsiteY95" fmla="*/ 1635 h 10000"/>
              <a:gd name="connsiteX96" fmla="*/ 3998 w 9963"/>
              <a:gd name="connsiteY96" fmla="*/ 1895 h 10000"/>
              <a:gd name="connsiteX97" fmla="*/ 4215 w 9963"/>
              <a:gd name="connsiteY97" fmla="*/ 2307 h 10000"/>
              <a:gd name="connsiteX98" fmla="*/ 4196 w 9963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097 w 10000"/>
              <a:gd name="connsiteY64" fmla="*/ 3431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097 w 10000"/>
              <a:gd name="connsiteY64" fmla="*/ 3431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097 w 10000"/>
              <a:gd name="connsiteY64" fmla="*/ 3431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485 w 10000"/>
              <a:gd name="connsiteY64" fmla="*/ 3627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656 w 10000"/>
              <a:gd name="connsiteY69" fmla="*/ 3337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12 w 10000"/>
              <a:gd name="connsiteY0" fmla="*/ 3002 h 10000"/>
              <a:gd name="connsiteX1" fmla="*/ 3824 w 10000"/>
              <a:gd name="connsiteY1" fmla="*/ 4557 h 10000"/>
              <a:gd name="connsiteX2" fmla="*/ 3706 w 10000"/>
              <a:gd name="connsiteY2" fmla="*/ 5294 h 10000"/>
              <a:gd name="connsiteX3" fmla="*/ 3593 w 10000"/>
              <a:gd name="connsiteY3" fmla="*/ 5630 h 10000"/>
              <a:gd name="connsiteX4" fmla="*/ 3305 w 10000"/>
              <a:gd name="connsiteY4" fmla="*/ 5922 h 10000"/>
              <a:gd name="connsiteX5" fmla="*/ 3159 w 10000"/>
              <a:gd name="connsiteY5" fmla="*/ 6076 h 10000"/>
              <a:gd name="connsiteX6" fmla="*/ 3070 w 10000"/>
              <a:gd name="connsiteY6" fmla="*/ 6226 h 10000"/>
              <a:gd name="connsiteX7" fmla="*/ 3169 w 10000"/>
              <a:gd name="connsiteY7" fmla="*/ 6398 h 10000"/>
              <a:gd name="connsiteX8" fmla="*/ 3420 w 10000"/>
              <a:gd name="connsiteY8" fmla="*/ 6586 h 10000"/>
              <a:gd name="connsiteX9" fmla="*/ 3564 w 10000"/>
              <a:gd name="connsiteY9" fmla="*/ 6931 h 10000"/>
              <a:gd name="connsiteX10" fmla="*/ 3655 w 10000"/>
              <a:gd name="connsiteY10" fmla="*/ 7179 h 10000"/>
              <a:gd name="connsiteX11" fmla="*/ 3834 w 10000"/>
              <a:gd name="connsiteY11" fmla="*/ 7490 h 10000"/>
              <a:gd name="connsiteX12" fmla="*/ 4197 w 10000"/>
              <a:gd name="connsiteY12" fmla="*/ 8114 h 10000"/>
              <a:gd name="connsiteX13" fmla="*/ 4349 w 10000"/>
              <a:gd name="connsiteY13" fmla="*/ 8456 h 10000"/>
              <a:gd name="connsiteX14" fmla="*/ 4433 w 10000"/>
              <a:gd name="connsiteY14" fmla="*/ 8728 h 10000"/>
              <a:gd name="connsiteX15" fmla="*/ 4466 w 10000"/>
              <a:gd name="connsiteY15" fmla="*/ 9193 h 10000"/>
              <a:gd name="connsiteX16" fmla="*/ 4349 w 10000"/>
              <a:gd name="connsiteY16" fmla="*/ 9510 h 10000"/>
              <a:gd name="connsiteX17" fmla="*/ 4291 w 10000"/>
              <a:gd name="connsiteY17" fmla="*/ 9758 h 10000"/>
              <a:gd name="connsiteX18" fmla="*/ 4338 w 10000"/>
              <a:gd name="connsiteY18" fmla="*/ 9881 h 10000"/>
              <a:gd name="connsiteX19" fmla="*/ 4514 w 10000"/>
              <a:gd name="connsiteY19" fmla="*/ 9992 h 10000"/>
              <a:gd name="connsiteX20" fmla="*/ 5183 w 10000"/>
              <a:gd name="connsiteY20" fmla="*/ 9992 h 10000"/>
              <a:gd name="connsiteX21" fmla="*/ 5800 w 10000"/>
              <a:gd name="connsiteY21" fmla="*/ 9975 h 10000"/>
              <a:gd name="connsiteX22" fmla="*/ 5925 w 10000"/>
              <a:gd name="connsiteY22" fmla="*/ 9841 h 10000"/>
              <a:gd name="connsiteX23" fmla="*/ 5915 w 10000"/>
              <a:gd name="connsiteY23" fmla="*/ 9618 h 10000"/>
              <a:gd name="connsiteX24" fmla="*/ 5786 w 10000"/>
              <a:gd name="connsiteY24" fmla="*/ 9388 h 10000"/>
              <a:gd name="connsiteX25" fmla="*/ 5740 w 10000"/>
              <a:gd name="connsiteY25" fmla="*/ 9105 h 10000"/>
              <a:gd name="connsiteX26" fmla="*/ 5735 w 10000"/>
              <a:gd name="connsiteY26" fmla="*/ 8753 h 10000"/>
              <a:gd name="connsiteX27" fmla="*/ 5825 w 10000"/>
              <a:gd name="connsiteY27" fmla="*/ 8400 h 10000"/>
              <a:gd name="connsiteX28" fmla="*/ 6032 w 10000"/>
              <a:gd name="connsiteY28" fmla="*/ 7877 h 10000"/>
              <a:gd name="connsiteX29" fmla="*/ 6147 w 10000"/>
              <a:gd name="connsiteY29" fmla="*/ 7604 h 10000"/>
              <a:gd name="connsiteX30" fmla="*/ 6240 w 10000"/>
              <a:gd name="connsiteY30" fmla="*/ 7486 h 10000"/>
              <a:gd name="connsiteX31" fmla="*/ 6574 w 10000"/>
              <a:gd name="connsiteY31" fmla="*/ 7706 h 10000"/>
              <a:gd name="connsiteX32" fmla="*/ 6938 w 10000"/>
              <a:gd name="connsiteY32" fmla="*/ 7828 h 10000"/>
              <a:gd name="connsiteX33" fmla="*/ 7500 w 10000"/>
              <a:gd name="connsiteY33" fmla="*/ 7929 h 10000"/>
              <a:gd name="connsiteX34" fmla="*/ 7928 w 10000"/>
              <a:gd name="connsiteY34" fmla="*/ 7954 h 10000"/>
              <a:gd name="connsiteX35" fmla="*/ 8321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9 w 10000"/>
              <a:gd name="connsiteY40" fmla="*/ 7877 h 10000"/>
              <a:gd name="connsiteX41" fmla="*/ 8306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1 w 10000"/>
              <a:gd name="connsiteY49" fmla="*/ 6823 h 10000"/>
              <a:gd name="connsiteX50" fmla="*/ 7934 w 10000"/>
              <a:gd name="connsiteY50" fmla="*/ 6785 h 10000"/>
              <a:gd name="connsiteX51" fmla="*/ 7444 w 10000"/>
              <a:gd name="connsiteY51" fmla="*/ 6673 h 10000"/>
              <a:gd name="connsiteX52" fmla="*/ 6930 w 10000"/>
              <a:gd name="connsiteY52" fmla="*/ 6659 h 10000"/>
              <a:gd name="connsiteX53" fmla="*/ 6528 w 10000"/>
              <a:gd name="connsiteY53" fmla="*/ 6690 h 10000"/>
              <a:gd name="connsiteX54" fmla="*/ 6519 w 10000"/>
              <a:gd name="connsiteY54" fmla="*/ 6537 h 10000"/>
              <a:gd name="connsiteX55" fmla="*/ 6611 w 10000"/>
              <a:gd name="connsiteY55" fmla="*/ 6181 h 10000"/>
              <a:gd name="connsiteX56" fmla="*/ 6671 w 10000"/>
              <a:gd name="connsiteY56" fmla="*/ 5775 h 10000"/>
              <a:gd name="connsiteX57" fmla="*/ 6593 w 10000"/>
              <a:gd name="connsiteY57" fmla="*/ 5273 h 10000"/>
              <a:gd name="connsiteX58" fmla="*/ 6414 w 10000"/>
              <a:gd name="connsiteY58" fmla="*/ 4621 h 10000"/>
              <a:gd name="connsiteX59" fmla="*/ 6231 w 10000"/>
              <a:gd name="connsiteY59" fmla="*/ 4041 h 10000"/>
              <a:gd name="connsiteX60" fmla="*/ 5940 w 10000"/>
              <a:gd name="connsiteY60" fmla="*/ 3218 h 10000"/>
              <a:gd name="connsiteX61" fmla="*/ 5892 w 10000"/>
              <a:gd name="connsiteY61" fmla="*/ 2111 h 10000"/>
              <a:gd name="connsiteX62" fmla="*/ 7371 w 10000"/>
              <a:gd name="connsiteY62" fmla="*/ 2121 h 10000"/>
              <a:gd name="connsiteX63" fmla="*/ 8141 w 10000"/>
              <a:gd name="connsiteY63" fmla="*/ 2809 h 10000"/>
              <a:gd name="connsiteX64" fmla="*/ 8485 w 10000"/>
              <a:gd name="connsiteY64" fmla="*/ 3627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893 w 10000"/>
              <a:gd name="connsiteY69" fmla="*/ 3688 h 10000"/>
              <a:gd name="connsiteX70" fmla="*/ 8169 w 10000"/>
              <a:gd name="connsiteY70" fmla="*/ 2438 h 10000"/>
              <a:gd name="connsiteX71" fmla="*/ 7414 w 10000"/>
              <a:gd name="connsiteY71" fmla="*/ 1831 h 10000"/>
              <a:gd name="connsiteX72" fmla="*/ 6522 w 10000"/>
              <a:gd name="connsiteY72" fmla="*/ 1803 h 10000"/>
              <a:gd name="connsiteX73" fmla="*/ 5590 w 10000"/>
              <a:gd name="connsiteY73" fmla="*/ 1732 h 10000"/>
              <a:gd name="connsiteX74" fmla="*/ 5368 w 10000"/>
              <a:gd name="connsiteY74" fmla="*/ 1630 h 10000"/>
              <a:gd name="connsiteX75" fmla="*/ 5202 w 10000"/>
              <a:gd name="connsiteY75" fmla="*/ 1155 h 10000"/>
              <a:gd name="connsiteX76" fmla="*/ 4881 w 10000"/>
              <a:gd name="connsiteY76" fmla="*/ 1127 h 10000"/>
              <a:gd name="connsiteX77" fmla="*/ 4759 w 10000"/>
              <a:gd name="connsiteY77" fmla="*/ 1399 h 10000"/>
              <a:gd name="connsiteX78" fmla="*/ 4570 w 10000"/>
              <a:gd name="connsiteY78" fmla="*/ 1769 h 10000"/>
              <a:gd name="connsiteX79" fmla="*/ 3697 w 10000"/>
              <a:gd name="connsiteY79" fmla="*/ 1383 h 10000"/>
              <a:gd name="connsiteX80" fmla="*/ 3640 w 10000"/>
              <a:gd name="connsiteY80" fmla="*/ 988 h 10000"/>
              <a:gd name="connsiteX81" fmla="*/ 2930 w 10000"/>
              <a:gd name="connsiteY81" fmla="*/ 433 h 10000"/>
              <a:gd name="connsiteX82" fmla="*/ 2203 w 10000"/>
              <a:gd name="connsiteY82" fmla="*/ 573 h 10000"/>
              <a:gd name="connsiteX83" fmla="*/ 1854 w 10000"/>
              <a:gd name="connsiteY83" fmla="*/ 60 h 10000"/>
              <a:gd name="connsiteX84" fmla="*/ 943 w 10000"/>
              <a:gd name="connsiteY84" fmla="*/ 91 h 10000"/>
              <a:gd name="connsiteX85" fmla="*/ 283 w 10000"/>
              <a:gd name="connsiteY85" fmla="*/ 770 h 10000"/>
              <a:gd name="connsiteX86" fmla="*/ 4 w 10000"/>
              <a:gd name="connsiteY86" fmla="*/ 1530 h 10000"/>
              <a:gd name="connsiteX87" fmla="*/ 76 w 10000"/>
              <a:gd name="connsiteY87" fmla="*/ 5336 h 10000"/>
              <a:gd name="connsiteX88" fmla="*/ 243 w 10000"/>
              <a:gd name="connsiteY88" fmla="*/ 3051 h 10000"/>
              <a:gd name="connsiteX89" fmla="*/ 366 w 10000"/>
              <a:gd name="connsiteY89" fmla="*/ 1714 h 10000"/>
              <a:gd name="connsiteX90" fmla="*/ 980 w 10000"/>
              <a:gd name="connsiteY90" fmla="*/ 373 h 10000"/>
              <a:gd name="connsiteX91" fmla="*/ 1493 w 10000"/>
              <a:gd name="connsiteY91" fmla="*/ 293 h 10000"/>
              <a:gd name="connsiteX92" fmla="*/ 2122 w 10000"/>
              <a:gd name="connsiteY92" fmla="*/ 923 h 10000"/>
              <a:gd name="connsiteX93" fmla="*/ 2771 w 10000"/>
              <a:gd name="connsiteY93" fmla="*/ 677 h 10000"/>
              <a:gd name="connsiteX94" fmla="*/ 3182 w 10000"/>
              <a:gd name="connsiteY94" fmla="*/ 1013 h 10000"/>
              <a:gd name="connsiteX95" fmla="*/ 3305 w 10000"/>
              <a:gd name="connsiteY95" fmla="*/ 1635 h 10000"/>
              <a:gd name="connsiteX96" fmla="*/ 4013 w 10000"/>
              <a:gd name="connsiteY96" fmla="*/ 1895 h 10000"/>
              <a:gd name="connsiteX97" fmla="*/ 4231 w 10000"/>
              <a:gd name="connsiteY97" fmla="*/ 2307 h 10000"/>
              <a:gd name="connsiteX98" fmla="*/ 4212 w 10000"/>
              <a:gd name="connsiteY98" fmla="*/ 3002 h 10000"/>
              <a:gd name="connsiteX0" fmla="*/ 4209 w 9997"/>
              <a:gd name="connsiteY0" fmla="*/ 3002 h 10000"/>
              <a:gd name="connsiteX1" fmla="*/ 3821 w 9997"/>
              <a:gd name="connsiteY1" fmla="*/ 4557 h 10000"/>
              <a:gd name="connsiteX2" fmla="*/ 3703 w 9997"/>
              <a:gd name="connsiteY2" fmla="*/ 5294 h 10000"/>
              <a:gd name="connsiteX3" fmla="*/ 3590 w 9997"/>
              <a:gd name="connsiteY3" fmla="*/ 5630 h 10000"/>
              <a:gd name="connsiteX4" fmla="*/ 3302 w 9997"/>
              <a:gd name="connsiteY4" fmla="*/ 5922 h 10000"/>
              <a:gd name="connsiteX5" fmla="*/ 3156 w 9997"/>
              <a:gd name="connsiteY5" fmla="*/ 6076 h 10000"/>
              <a:gd name="connsiteX6" fmla="*/ 3067 w 9997"/>
              <a:gd name="connsiteY6" fmla="*/ 6226 h 10000"/>
              <a:gd name="connsiteX7" fmla="*/ 3166 w 9997"/>
              <a:gd name="connsiteY7" fmla="*/ 6398 h 10000"/>
              <a:gd name="connsiteX8" fmla="*/ 3417 w 9997"/>
              <a:gd name="connsiteY8" fmla="*/ 6586 h 10000"/>
              <a:gd name="connsiteX9" fmla="*/ 3561 w 9997"/>
              <a:gd name="connsiteY9" fmla="*/ 6931 h 10000"/>
              <a:gd name="connsiteX10" fmla="*/ 3652 w 9997"/>
              <a:gd name="connsiteY10" fmla="*/ 7179 h 10000"/>
              <a:gd name="connsiteX11" fmla="*/ 3831 w 9997"/>
              <a:gd name="connsiteY11" fmla="*/ 7490 h 10000"/>
              <a:gd name="connsiteX12" fmla="*/ 4194 w 9997"/>
              <a:gd name="connsiteY12" fmla="*/ 8114 h 10000"/>
              <a:gd name="connsiteX13" fmla="*/ 4346 w 9997"/>
              <a:gd name="connsiteY13" fmla="*/ 8456 h 10000"/>
              <a:gd name="connsiteX14" fmla="*/ 4430 w 9997"/>
              <a:gd name="connsiteY14" fmla="*/ 8728 h 10000"/>
              <a:gd name="connsiteX15" fmla="*/ 4463 w 9997"/>
              <a:gd name="connsiteY15" fmla="*/ 9193 h 10000"/>
              <a:gd name="connsiteX16" fmla="*/ 4346 w 9997"/>
              <a:gd name="connsiteY16" fmla="*/ 9510 h 10000"/>
              <a:gd name="connsiteX17" fmla="*/ 4288 w 9997"/>
              <a:gd name="connsiteY17" fmla="*/ 9758 h 10000"/>
              <a:gd name="connsiteX18" fmla="*/ 4335 w 9997"/>
              <a:gd name="connsiteY18" fmla="*/ 9881 h 10000"/>
              <a:gd name="connsiteX19" fmla="*/ 4511 w 9997"/>
              <a:gd name="connsiteY19" fmla="*/ 9992 h 10000"/>
              <a:gd name="connsiteX20" fmla="*/ 5180 w 9997"/>
              <a:gd name="connsiteY20" fmla="*/ 9992 h 10000"/>
              <a:gd name="connsiteX21" fmla="*/ 5797 w 9997"/>
              <a:gd name="connsiteY21" fmla="*/ 9975 h 10000"/>
              <a:gd name="connsiteX22" fmla="*/ 5922 w 9997"/>
              <a:gd name="connsiteY22" fmla="*/ 9841 h 10000"/>
              <a:gd name="connsiteX23" fmla="*/ 5912 w 9997"/>
              <a:gd name="connsiteY23" fmla="*/ 9618 h 10000"/>
              <a:gd name="connsiteX24" fmla="*/ 5783 w 9997"/>
              <a:gd name="connsiteY24" fmla="*/ 9388 h 10000"/>
              <a:gd name="connsiteX25" fmla="*/ 5737 w 9997"/>
              <a:gd name="connsiteY25" fmla="*/ 9105 h 10000"/>
              <a:gd name="connsiteX26" fmla="*/ 5732 w 9997"/>
              <a:gd name="connsiteY26" fmla="*/ 8753 h 10000"/>
              <a:gd name="connsiteX27" fmla="*/ 5822 w 9997"/>
              <a:gd name="connsiteY27" fmla="*/ 8400 h 10000"/>
              <a:gd name="connsiteX28" fmla="*/ 6029 w 9997"/>
              <a:gd name="connsiteY28" fmla="*/ 7877 h 10000"/>
              <a:gd name="connsiteX29" fmla="*/ 6144 w 9997"/>
              <a:gd name="connsiteY29" fmla="*/ 7604 h 10000"/>
              <a:gd name="connsiteX30" fmla="*/ 6237 w 9997"/>
              <a:gd name="connsiteY30" fmla="*/ 7486 h 10000"/>
              <a:gd name="connsiteX31" fmla="*/ 6571 w 9997"/>
              <a:gd name="connsiteY31" fmla="*/ 7706 h 10000"/>
              <a:gd name="connsiteX32" fmla="*/ 6935 w 9997"/>
              <a:gd name="connsiteY32" fmla="*/ 7828 h 10000"/>
              <a:gd name="connsiteX33" fmla="*/ 7497 w 9997"/>
              <a:gd name="connsiteY33" fmla="*/ 7929 h 10000"/>
              <a:gd name="connsiteX34" fmla="*/ 7925 w 9997"/>
              <a:gd name="connsiteY34" fmla="*/ 7954 h 10000"/>
              <a:gd name="connsiteX35" fmla="*/ 8318 w 9997"/>
              <a:gd name="connsiteY35" fmla="*/ 8127 h 10000"/>
              <a:gd name="connsiteX36" fmla="*/ 8562 w 9997"/>
              <a:gd name="connsiteY36" fmla="*/ 8275 h 10000"/>
              <a:gd name="connsiteX37" fmla="*/ 8793 w 9997"/>
              <a:gd name="connsiteY37" fmla="*/ 8317 h 10000"/>
              <a:gd name="connsiteX38" fmla="*/ 8769 w 9997"/>
              <a:gd name="connsiteY38" fmla="*/ 8180 h 10000"/>
              <a:gd name="connsiteX39" fmla="*/ 8505 w 9997"/>
              <a:gd name="connsiteY39" fmla="*/ 8037 h 10000"/>
              <a:gd name="connsiteX40" fmla="*/ 8326 w 9997"/>
              <a:gd name="connsiteY40" fmla="*/ 7877 h 10000"/>
              <a:gd name="connsiteX41" fmla="*/ 8303 w 9997"/>
              <a:gd name="connsiteY41" fmla="*/ 7727 h 10000"/>
              <a:gd name="connsiteX42" fmla="*/ 8510 w 9997"/>
              <a:gd name="connsiteY42" fmla="*/ 7573 h 10000"/>
              <a:gd name="connsiteX43" fmla="*/ 8707 w 9997"/>
              <a:gd name="connsiteY43" fmla="*/ 7402 h 10000"/>
              <a:gd name="connsiteX44" fmla="*/ 8421 w 9997"/>
              <a:gd name="connsiteY44" fmla="*/ 7064 h 10000"/>
              <a:gd name="connsiteX45" fmla="*/ 8741 w 9997"/>
              <a:gd name="connsiteY45" fmla="*/ 6750 h 10000"/>
              <a:gd name="connsiteX46" fmla="*/ 8863 w 9997"/>
              <a:gd name="connsiteY46" fmla="*/ 6659 h 10000"/>
              <a:gd name="connsiteX47" fmla="*/ 8812 w 9997"/>
              <a:gd name="connsiteY47" fmla="*/ 6537 h 10000"/>
              <a:gd name="connsiteX48" fmla="*/ 8572 w 9997"/>
              <a:gd name="connsiteY48" fmla="*/ 6627 h 10000"/>
              <a:gd name="connsiteX49" fmla="*/ 8228 w 9997"/>
              <a:gd name="connsiteY49" fmla="*/ 6823 h 10000"/>
              <a:gd name="connsiteX50" fmla="*/ 7931 w 9997"/>
              <a:gd name="connsiteY50" fmla="*/ 6785 h 10000"/>
              <a:gd name="connsiteX51" fmla="*/ 7441 w 9997"/>
              <a:gd name="connsiteY51" fmla="*/ 6673 h 10000"/>
              <a:gd name="connsiteX52" fmla="*/ 6927 w 9997"/>
              <a:gd name="connsiteY52" fmla="*/ 6659 h 10000"/>
              <a:gd name="connsiteX53" fmla="*/ 6525 w 9997"/>
              <a:gd name="connsiteY53" fmla="*/ 6690 h 10000"/>
              <a:gd name="connsiteX54" fmla="*/ 6516 w 9997"/>
              <a:gd name="connsiteY54" fmla="*/ 6537 h 10000"/>
              <a:gd name="connsiteX55" fmla="*/ 6608 w 9997"/>
              <a:gd name="connsiteY55" fmla="*/ 6181 h 10000"/>
              <a:gd name="connsiteX56" fmla="*/ 6668 w 9997"/>
              <a:gd name="connsiteY56" fmla="*/ 5775 h 10000"/>
              <a:gd name="connsiteX57" fmla="*/ 6590 w 9997"/>
              <a:gd name="connsiteY57" fmla="*/ 5273 h 10000"/>
              <a:gd name="connsiteX58" fmla="*/ 6411 w 9997"/>
              <a:gd name="connsiteY58" fmla="*/ 4621 h 10000"/>
              <a:gd name="connsiteX59" fmla="*/ 6228 w 9997"/>
              <a:gd name="connsiteY59" fmla="*/ 4041 h 10000"/>
              <a:gd name="connsiteX60" fmla="*/ 5937 w 9997"/>
              <a:gd name="connsiteY60" fmla="*/ 3218 h 10000"/>
              <a:gd name="connsiteX61" fmla="*/ 5889 w 9997"/>
              <a:gd name="connsiteY61" fmla="*/ 2111 h 10000"/>
              <a:gd name="connsiteX62" fmla="*/ 7368 w 9997"/>
              <a:gd name="connsiteY62" fmla="*/ 2121 h 10000"/>
              <a:gd name="connsiteX63" fmla="*/ 8138 w 9997"/>
              <a:gd name="connsiteY63" fmla="*/ 2809 h 10000"/>
              <a:gd name="connsiteX64" fmla="*/ 8482 w 9997"/>
              <a:gd name="connsiteY64" fmla="*/ 3627 h 10000"/>
              <a:gd name="connsiteX65" fmla="*/ 8964 w 9997"/>
              <a:gd name="connsiteY65" fmla="*/ 4198 h 10000"/>
              <a:gd name="connsiteX66" fmla="*/ 9444 w 9997"/>
              <a:gd name="connsiteY66" fmla="*/ 4923 h 10000"/>
              <a:gd name="connsiteX67" fmla="*/ 9997 w 9997"/>
              <a:gd name="connsiteY67" fmla="*/ 6421 h 10000"/>
              <a:gd name="connsiteX68" fmla="*/ 9756 w 9997"/>
              <a:gd name="connsiteY68" fmla="*/ 4853 h 10000"/>
              <a:gd name="connsiteX69" fmla="*/ 8890 w 9997"/>
              <a:gd name="connsiteY69" fmla="*/ 3688 h 10000"/>
              <a:gd name="connsiteX70" fmla="*/ 8166 w 9997"/>
              <a:gd name="connsiteY70" fmla="*/ 2438 h 10000"/>
              <a:gd name="connsiteX71" fmla="*/ 7411 w 9997"/>
              <a:gd name="connsiteY71" fmla="*/ 1831 h 10000"/>
              <a:gd name="connsiteX72" fmla="*/ 6519 w 9997"/>
              <a:gd name="connsiteY72" fmla="*/ 1803 h 10000"/>
              <a:gd name="connsiteX73" fmla="*/ 5587 w 9997"/>
              <a:gd name="connsiteY73" fmla="*/ 1732 h 10000"/>
              <a:gd name="connsiteX74" fmla="*/ 5365 w 9997"/>
              <a:gd name="connsiteY74" fmla="*/ 1630 h 10000"/>
              <a:gd name="connsiteX75" fmla="*/ 5199 w 9997"/>
              <a:gd name="connsiteY75" fmla="*/ 1155 h 10000"/>
              <a:gd name="connsiteX76" fmla="*/ 4878 w 9997"/>
              <a:gd name="connsiteY76" fmla="*/ 1127 h 10000"/>
              <a:gd name="connsiteX77" fmla="*/ 4756 w 9997"/>
              <a:gd name="connsiteY77" fmla="*/ 1399 h 10000"/>
              <a:gd name="connsiteX78" fmla="*/ 4567 w 9997"/>
              <a:gd name="connsiteY78" fmla="*/ 1769 h 10000"/>
              <a:gd name="connsiteX79" fmla="*/ 3694 w 9997"/>
              <a:gd name="connsiteY79" fmla="*/ 1383 h 10000"/>
              <a:gd name="connsiteX80" fmla="*/ 3637 w 9997"/>
              <a:gd name="connsiteY80" fmla="*/ 988 h 10000"/>
              <a:gd name="connsiteX81" fmla="*/ 2927 w 9997"/>
              <a:gd name="connsiteY81" fmla="*/ 433 h 10000"/>
              <a:gd name="connsiteX82" fmla="*/ 2200 w 9997"/>
              <a:gd name="connsiteY82" fmla="*/ 573 h 10000"/>
              <a:gd name="connsiteX83" fmla="*/ 1851 w 9997"/>
              <a:gd name="connsiteY83" fmla="*/ 60 h 10000"/>
              <a:gd name="connsiteX84" fmla="*/ 940 w 9997"/>
              <a:gd name="connsiteY84" fmla="*/ 91 h 10000"/>
              <a:gd name="connsiteX85" fmla="*/ 280 w 9997"/>
              <a:gd name="connsiteY85" fmla="*/ 770 h 10000"/>
              <a:gd name="connsiteX86" fmla="*/ 1 w 9997"/>
              <a:gd name="connsiteY86" fmla="*/ 1530 h 10000"/>
              <a:gd name="connsiteX87" fmla="*/ 272 w 9997"/>
              <a:gd name="connsiteY87" fmla="*/ 6739 h 10000"/>
              <a:gd name="connsiteX88" fmla="*/ 240 w 9997"/>
              <a:gd name="connsiteY88" fmla="*/ 3051 h 10000"/>
              <a:gd name="connsiteX89" fmla="*/ 363 w 9997"/>
              <a:gd name="connsiteY89" fmla="*/ 1714 h 10000"/>
              <a:gd name="connsiteX90" fmla="*/ 977 w 9997"/>
              <a:gd name="connsiteY90" fmla="*/ 373 h 10000"/>
              <a:gd name="connsiteX91" fmla="*/ 1490 w 9997"/>
              <a:gd name="connsiteY91" fmla="*/ 293 h 10000"/>
              <a:gd name="connsiteX92" fmla="*/ 2119 w 9997"/>
              <a:gd name="connsiteY92" fmla="*/ 923 h 10000"/>
              <a:gd name="connsiteX93" fmla="*/ 2768 w 9997"/>
              <a:gd name="connsiteY93" fmla="*/ 677 h 10000"/>
              <a:gd name="connsiteX94" fmla="*/ 3179 w 9997"/>
              <a:gd name="connsiteY94" fmla="*/ 1013 h 10000"/>
              <a:gd name="connsiteX95" fmla="*/ 3302 w 9997"/>
              <a:gd name="connsiteY95" fmla="*/ 1635 h 10000"/>
              <a:gd name="connsiteX96" fmla="*/ 4010 w 9997"/>
              <a:gd name="connsiteY96" fmla="*/ 1895 h 10000"/>
              <a:gd name="connsiteX97" fmla="*/ 4228 w 9997"/>
              <a:gd name="connsiteY97" fmla="*/ 2307 h 10000"/>
              <a:gd name="connsiteX98" fmla="*/ 4209 w 9997"/>
              <a:gd name="connsiteY98" fmla="*/ 3002 h 10000"/>
              <a:gd name="connsiteX0" fmla="*/ 4210 w 10000"/>
              <a:gd name="connsiteY0" fmla="*/ 3002 h 10000"/>
              <a:gd name="connsiteX1" fmla="*/ 3822 w 10000"/>
              <a:gd name="connsiteY1" fmla="*/ 4557 h 10000"/>
              <a:gd name="connsiteX2" fmla="*/ 3704 w 10000"/>
              <a:gd name="connsiteY2" fmla="*/ 5294 h 10000"/>
              <a:gd name="connsiteX3" fmla="*/ 3591 w 10000"/>
              <a:gd name="connsiteY3" fmla="*/ 5630 h 10000"/>
              <a:gd name="connsiteX4" fmla="*/ 3303 w 10000"/>
              <a:gd name="connsiteY4" fmla="*/ 5922 h 10000"/>
              <a:gd name="connsiteX5" fmla="*/ 3157 w 10000"/>
              <a:gd name="connsiteY5" fmla="*/ 6076 h 10000"/>
              <a:gd name="connsiteX6" fmla="*/ 3068 w 10000"/>
              <a:gd name="connsiteY6" fmla="*/ 6226 h 10000"/>
              <a:gd name="connsiteX7" fmla="*/ 3167 w 10000"/>
              <a:gd name="connsiteY7" fmla="*/ 6398 h 10000"/>
              <a:gd name="connsiteX8" fmla="*/ 3418 w 10000"/>
              <a:gd name="connsiteY8" fmla="*/ 6586 h 10000"/>
              <a:gd name="connsiteX9" fmla="*/ 3562 w 10000"/>
              <a:gd name="connsiteY9" fmla="*/ 6931 h 10000"/>
              <a:gd name="connsiteX10" fmla="*/ 3653 w 10000"/>
              <a:gd name="connsiteY10" fmla="*/ 7179 h 10000"/>
              <a:gd name="connsiteX11" fmla="*/ 3832 w 10000"/>
              <a:gd name="connsiteY11" fmla="*/ 7490 h 10000"/>
              <a:gd name="connsiteX12" fmla="*/ 4195 w 10000"/>
              <a:gd name="connsiteY12" fmla="*/ 8114 h 10000"/>
              <a:gd name="connsiteX13" fmla="*/ 4347 w 10000"/>
              <a:gd name="connsiteY13" fmla="*/ 8456 h 10000"/>
              <a:gd name="connsiteX14" fmla="*/ 4431 w 10000"/>
              <a:gd name="connsiteY14" fmla="*/ 8728 h 10000"/>
              <a:gd name="connsiteX15" fmla="*/ 4464 w 10000"/>
              <a:gd name="connsiteY15" fmla="*/ 9193 h 10000"/>
              <a:gd name="connsiteX16" fmla="*/ 4347 w 10000"/>
              <a:gd name="connsiteY16" fmla="*/ 9510 h 10000"/>
              <a:gd name="connsiteX17" fmla="*/ 4289 w 10000"/>
              <a:gd name="connsiteY17" fmla="*/ 9758 h 10000"/>
              <a:gd name="connsiteX18" fmla="*/ 4336 w 10000"/>
              <a:gd name="connsiteY18" fmla="*/ 9881 h 10000"/>
              <a:gd name="connsiteX19" fmla="*/ 4512 w 10000"/>
              <a:gd name="connsiteY19" fmla="*/ 9992 h 10000"/>
              <a:gd name="connsiteX20" fmla="*/ 5182 w 10000"/>
              <a:gd name="connsiteY20" fmla="*/ 9992 h 10000"/>
              <a:gd name="connsiteX21" fmla="*/ 5799 w 10000"/>
              <a:gd name="connsiteY21" fmla="*/ 9975 h 10000"/>
              <a:gd name="connsiteX22" fmla="*/ 5924 w 10000"/>
              <a:gd name="connsiteY22" fmla="*/ 9841 h 10000"/>
              <a:gd name="connsiteX23" fmla="*/ 5914 w 10000"/>
              <a:gd name="connsiteY23" fmla="*/ 9618 h 10000"/>
              <a:gd name="connsiteX24" fmla="*/ 5785 w 10000"/>
              <a:gd name="connsiteY24" fmla="*/ 9388 h 10000"/>
              <a:gd name="connsiteX25" fmla="*/ 5739 w 10000"/>
              <a:gd name="connsiteY25" fmla="*/ 9105 h 10000"/>
              <a:gd name="connsiteX26" fmla="*/ 5734 w 10000"/>
              <a:gd name="connsiteY26" fmla="*/ 8753 h 10000"/>
              <a:gd name="connsiteX27" fmla="*/ 5824 w 10000"/>
              <a:gd name="connsiteY27" fmla="*/ 8400 h 10000"/>
              <a:gd name="connsiteX28" fmla="*/ 6031 w 10000"/>
              <a:gd name="connsiteY28" fmla="*/ 7877 h 10000"/>
              <a:gd name="connsiteX29" fmla="*/ 6146 w 10000"/>
              <a:gd name="connsiteY29" fmla="*/ 7604 h 10000"/>
              <a:gd name="connsiteX30" fmla="*/ 6239 w 10000"/>
              <a:gd name="connsiteY30" fmla="*/ 7486 h 10000"/>
              <a:gd name="connsiteX31" fmla="*/ 6573 w 10000"/>
              <a:gd name="connsiteY31" fmla="*/ 7706 h 10000"/>
              <a:gd name="connsiteX32" fmla="*/ 6937 w 10000"/>
              <a:gd name="connsiteY32" fmla="*/ 7828 h 10000"/>
              <a:gd name="connsiteX33" fmla="*/ 7499 w 10000"/>
              <a:gd name="connsiteY33" fmla="*/ 7929 h 10000"/>
              <a:gd name="connsiteX34" fmla="*/ 7927 w 10000"/>
              <a:gd name="connsiteY34" fmla="*/ 7954 h 10000"/>
              <a:gd name="connsiteX35" fmla="*/ 8320 w 10000"/>
              <a:gd name="connsiteY35" fmla="*/ 8127 h 10000"/>
              <a:gd name="connsiteX36" fmla="*/ 8565 w 10000"/>
              <a:gd name="connsiteY36" fmla="*/ 8275 h 10000"/>
              <a:gd name="connsiteX37" fmla="*/ 8796 w 10000"/>
              <a:gd name="connsiteY37" fmla="*/ 8317 h 10000"/>
              <a:gd name="connsiteX38" fmla="*/ 8772 w 10000"/>
              <a:gd name="connsiteY38" fmla="*/ 8180 h 10000"/>
              <a:gd name="connsiteX39" fmla="*/ 8508 w 10000"/>
              <a:gd name="connsiteY39" fmla="*/ 8037 h 10000"/>
              <a:gd name="connsiteX40" fmla="*/ 8328 w 10000"/>
              <a:gd name="connsiteY40" fmla="*/ 7877 h 10000"/>
              <a:gd name="connsiteX41" fmla="*/ 8305 w 10000"/>
              <a:gd name="connsiteY41" fmla="*/ 7727 h 10000"/>
              <a:gd name="connsiteX42" fmla="*/ 8513 w 10000"/>
              <a:gd name="connsiteY42" fmla="*/ 7573 h 10000"/>
              <a:gd name="connsiteX43" fmla="*/ 8710 w 10000"/>
              <a:gd name="connsiteY43" fmla="*/ 7402 h 10000"/>
              <a:gd name="connsiteX44" fmla="*/ 8424 w 10000"/>
              <a:gd name="connsiteY44" fmla="*/ 7064 h 10000"/>
              <a:gd name="connsiteX45" fmla="*/ 8744 w 10000"/>
              <a:gd name="connsiteY45" fmla="*/ 6750 h 10000"/>
              <a:gd name="connsiteX46" fmla="*/ 8866 w 10000"/>
              <a:gd name="connsiteY46" fmla="*/ 6659 h 10000"/>
              <a:gd name="connsiteX47" fmla="*/ 8815 w 10000"/>
              <a:gd name="connsiteY47" fmla="*/ 6537 h 10000"/>
              <a:gd name="connsiteX48" fmla="*/ 8575 w 10000"/>
              <a:gd name="connsiteY48" fmla="*/ 6627 h 10000"/>
              <a:gd name="connsiteX49" fmla="*/ 8230 w 10000"/>
              <a:gd name="connsiteY49" fmla="*/ 6823 h 10000"/>
              <a:gd name="connsiteX50" fmla="*/ 7933 w 10000"/>
              <a:gd name="connsiteY50" fmla="*/ 6785 h 10000"/>
              <a:gd name="connsiteX51" fmla="*/ 7443 w 10000"/>
              <a:gd name="connsiteY51" fmla="*/ 6673 h 10000"/>
              <a:gd name="connsiteX52" fmla="*/ 6929 w 10000"/>
              <a:gd name="connsiteY52" fmla="*/ 6659 h 10000"/>
              <a:gd name="connsiteX53" fmla="*/ 6527 w 10000"/>
              <a:gd name="connsiteY53" fmla="*/ 6690 h 10000"/>
              <a:gd name="connsiteX54" fmla="*/ 6518 w 10000"/>
              <a:gd name="connsiteY54" fmla="*/ 6537 h 10000"/>
              <a:gd name="connsiteX55" fmla="*/ 6610 w 10000"/>
              <a:gd name="connsiteY55" fmla="*/ 6181 h 10000"/>
              <a:gd name="connsiteX56" fmla="*/ 6670 w 10000"/>
              <a:gd name="connsiteY56" fmla="*/ 5775 h 10000"/>
              <a:gd name="connsiteX57" fmla="*/ 6592 w 10000"/>
              <a:gd name="connsiteY57" fmla="*/ 5273 h 10000"/>
              <a:gd name="connsiteX58" fmla="*/ 6413 w 10000"/>
              <a:gd name="connsiteY58" fmla="*/ 4621 h 10000"/>
              <a:gd name="connsiteX59" fmla="*/ 6230 w 10000"/>
              <a:gd name="connsiteY59" fmla="*/ 4041 h 10000"/>
              <a:gd name="connsiteX60" fmla="*/ 5939 w 10000"/>
              <a:gd name="connsiteY60" fmla="*/ 3218 h 10000"/>
              <a:gd name="connsiteX61" fmla="*/ 5891 w 10000"/>
              <a:gd name="connsiteY61" fmla="*/ 2111 h 10000"/>
              <a:gd name="connsiteX62" fmla="*/ 7370 w 10000"/>
              <a:gd name="connsiteY62" fmla="*/ 2121 h 10000"/>
              <a:gd name="connsiteX63" fmla="*/ 8140 w 10000"/>
              <a:gd name="connsiteY63" fmla="*/ 2809 h 10000"/>
              <a:gd name="connsiteX64" fmla="*/ 8485 w 10000"/>
              <a:gd name="connsiteY64" fmla="*/ 3627 h 10000"/>
              <a:gd name="connsiteX65" fmla="*/ 8967 w 10000"/>
              <a:gd name="connsiteY65" fmla="*/ 4198 h 10000"/>
              <a:gd name="connsiteX66" fmla="*/ 9447 w 10000"/>
              <a:gd name="connsiteY66" fmla="*/ 4923 h 10000"/>
              <a:gd name="connsiteX67" fmla="*/ 10000 w 10000"/>
              <a:gd name="connsiteY67" fmla="*/ 6421 h 10000"/>
              <a:gd name="connsiteX68" fmla="*/ 9759 w 10000"/>
              <a:gd name="connsiteY68" fmla="*/ 4853 h 10000"/>
              <a:gd name="connsiteX69" fmla="*/ 8893 w 10000"/>
              <a:gd name="connsiteY69" fmla="*/ 3688 h 10000"/>
              <a:gd name="connsiteX70" fmla="*/ 8168 w 10000"/>
              <a:gd name="connsiteY70" fmla="*/ 2438 h 10000"/>
              <a:gd name="connsiteX71" fmla="*/ 7413 w 10000"/>
              <a:gd name="connsiteY71" fmla="*/ 1831 h 10000"/>
              <a:gd name="connsiteX72" fmla="*/ 6521 w 10000"/>
              <a:gd name="connsiteY72" fmla="*/ 1803 h 10000"/>
              <a:gd name="connsiteX73" fmla="*/ 5589 w 10000"/>
              <a:gd name="connsiteY73" fmla="*/ 1732 h 10000"/>
              <a:gd name="connsiteX74" fmla="*/ 5367 w 10000"/>
              <a:gd name="connsiteY74" fmla="*/ 1630 h 10000"/>
              <a:gd name="connsiteX75" fmla="*/ 5201 w 10000"/>
              <a:gd name="connsiteY75" fmla="*/ 1155 h 10000"/>
              <a:gd name="connsiteX76" fmla="*/ 4879 w 10000"/>
              <a:gd name="connsiteY76" fmla="*/ 1127 h 10000"/>
              <a:gd name="connsiteX77" fmla="*/ 4757 w 10000"/>
              <a:gd name="connsiteY77" fmla="*/ 1399 h 10000"/>
              <a:gd name="connsiteX78" fmla="*/ 4568 w 10000"/>
              <a:gd name="connsiteY78" fmla="*/ 1769 h 10000"/>
              <a:gd name="connsiteX79" fmla="*/ 3695 w 10000"/>
              <a:gd name="connsiteY79" fmla="*/ 1383 h 10000"/>
              <a:gd name="connsiteX80" fmla="*/ 3638 w 10000"/>
              <a:gd name="connsiteY80" fmla="*/ 988 h 10000"/>
              <a:gd name="connsiteX81" fmla="*/ 2928 w 10000"/>
              <a:gd name="connsiteY81" fmla="*/ 433 h 10000"/>
              <a:gd name="connsiteX82" fmla="*/ 2201 w 10000"/>
              <a:gd name="connsiteY82" fmla="*/ 573 h 10000"/>
              <a:gd name="connsiteX83" fmla="*/ 1852 w 10000"/>
              <a:gd name="connsiteY83" fmla="*/ 60 h 10000"/>
              <a:gd name="connsiteX84" fmla="*/ 940 w 10000"/>
              <a:gd name="connsiteY84" fmla="*/ 91 h 10000"/>
              <a:gd name="connsiteX85" fmla="*/ 280 w 10000"/>
              <a:gd name="connsiteY85" fmla="*/ 770 h 10000"/>
              <a:gd name="connsiteX86" fmla="*/ 1 w 10000"/>
              <a:gd name="connsiteY86" fmla="*/ 1530 h 10000"/>
              <a:gd name="connsiteX87" fmla="*/ 272 w 10000"/>
              <a:gd name="connsiteY87" fmla="*/ 6739 h 10000"/>
              <a:gd name="connsiteX88" fmla="*/ 268 w 10000"/>
              <a:gd name="connsiteY88" fmla="*/ 5113 h 10000"/>
              <a:gd name="connsiteX89" fmla="*/ 363 w 10000"/>
              <a:gd name="connsiteY89" fmla="*/ 1714 h 10000"/>
              <a:gd name="connsiteX90" fmla="*/ 977 w 10000"/>
              <a:gd name="connsiteY90" fmla="*/ 373 h 10000"/>
              <a:gd name="connsiteX91" fmla="*/ 1490 w 10000"/>
              <a:gd name="connsiteY91" fmla="*/ 293 h 10000"/>
              <a:gd name="connsiteX92" fmla="*/ 2120 w 10000"/>
              <a:gd name="connsiteY92" fmla="*/ 923 h 10000"/>
              <a:gd name="connsiteX93" fmla="*/ 2769 w 10000"/>
              <a:gd name="connsiteY93" fmla="*/ 677 h 10000"/>
              <a:gd name="connsiteX94" fmla="*/ 3180 w 10000"/>
              <a:gd name="connsiteY94" fmla="*/ 1013 h 10000"/>
              <a:gd name="connsiteX95" fmla="*/ 3303 w 10000"/>
              <a:gd name="connsiteY95" fmla="*/ 1635 h 10000"/>
              <a:gd name="connsiteX96" fmla="*/ 4011 w 10000"/>
              <a:gd name="connsiteY96" fmla="*/ 1895 h 10000"/>
              <a:gd name="connsiteX97" fmla="*/ 4229 w 10000"/>
              <a:gd name="connsiteY97" fmla="*/ 2307 h 10000"/>
              <a:gd name="connsiteX98" fmla="*/ 4210 w 10000"/>
              <a:gd name="connsiteY98" fmla="*/ 3002 h 10000"/>
              <a:gd name="connsiteX0" fmla="*/ 4097 w 9887"/>
              <a:gd name="connsiteY0" fmla="*/ 3002 h 10000"/>
              <a:gd name="connsiteX1" fmla="*/ 3709 w 9887"/>
              <a:gd name="connsiteY1" fmla="*/ 4557 h 10000"/>
              <a:gd name="connsiteX2" fmla="*/ 3591 w 9887"/>
              <a:gd name="connsiteY2" fmla="*/ 5294 h 10000"/>
              <a:gd name="connsiteX3" fmla="*/ 3478 w 9887"/>
              <a:gd name="connsiteY3" fmla="*/ 5630 h 10000"/>
              <a:gd name="connsiteX4" fmla="*/ 3190 w 9887"/>
              <a:gd name="connsiteY4" fmla="*/ 5922 h 10000"/>
              <a:gd name="connsiteX5" fmla="*/ 3044 w 9887"/>
              <a:gd name="connsiteY5" fmla="*/ 6076 h 10000"/>
              <a:gd name="connsiteX6" fmla="*/ 2955 w 9887"/>
              <a:gd name="connsiteY6" fmla="*/ 6226 h 10000"/>
              <a:gd name="connsiteX7" fmla="*/ 3054 w 9887"/>
              <a:gd name="connsiteY7" fmla="*/ 6398 h 10000"/>
              <a:gd name="connsiteX8" fmla="*/ 3305 w 9887"/>
              <a:gd name="connsiteY8" fmla="*/ 6586 h 10000"/>
              <a:gd name="connsiteX9" fmla="*/ 3449 w 9887"/>
              <a:gd name="connsiteY9" fmla="*/ 6931 h 10000"/>
              <a:gd name="connsiteX10" fmla="*/ 3540 w 9887"/>
              <a:gd name="connsiteY10" fmla="*/ 7179 h 10000"/>
              <a:gd name="connsiteX11" fmla="*/ 3719 w 9887"/>
              <a:gd name="connsiteY11" fmla="*/ 7490 h 10000"/>
              <a:gd name="connsiteX12" fmla="*/ 4082 w 9887"/>
              <a:gd name="connsiteY12" fmla="*/ 8114 h 10000"/>
              <a:gd name="connsiteX13" fmla="*/ 4234 w 9887"/>
              <a:gd name="connsiteY13" fmla="*/ 8456 h 10000"/>
              <a:gd name="connsiteX14" fmla="*/ 4318 w 9887"/>
              <a:gd name="connsiteY14" fmla="*/ 8728 h 10000"/>
              <a:gd name="connsiteX15" fmla="*/ 4351 w 9887"/>
              <a:gd name="connsiteY15" fmla="*/ 9193 h 10000"/>
              <a:gd name="connsiteX16" fmla="*/ 4234 w 9887"/>
              <a:gd name="connsiteY16" fmla="*/ 9510 h 10000"/>
              <a:gd name="connsiteX17" fmla="*/ 4176 w 9887"/>
              <a:gd name="connsiteY17" fmla="*/ 9758 h 10000"/>
              <a:gd name="connsiteX18" fmla="*/ 4223 w 9887"/>
              <a:gd name="connsiteY18" fmla="*/ 9881 h 10000"/>
              <a:gd name="connsiteX19" fmla="*/ 4399 w 9887"/>
              <a:gd name="connsiteY19" fmla="*/ 9992 h 10000"/>
              <a:gd name="connsiteX20" fmla="*/ 5069 w 9887"/>
              <a:gd name="connsiteY20" fmla="*/ 9992 h 10000"/>
              <a:gd name="connsiteX21" fmla="*/ 5686 w 9887"/>
              <a:gd name="connsiteY21" fmla="*/ 9975 h 10000"/>
              <a:gd name="connsiteX22" fmla="*/ 5811 w 9887"/>
              <a:gd name="connsiteY22" fmla="*/ 9841 h 10000"/>
              <a:gd name="connsiteX23" fmla="*/ 5801 w 9887"/>
              <a:gd name="connsiteY23" fmla="*/ 9618 h 10000"/>
              <a:gd name="connsiteX24" fmla="*/ 5672 w 9887"/>
              <a:gd name="connsiteY24" fmla="*/ 9388 h 10000"/>
              <a:gd name="connsiteX25" fmla="*/ 5626 w 9887"/>
              <a:gd name="connsiteY25" fmla="*/ 9105 h 10000"/>
              <a:gd name="connsiteX26" fmla="*/ 5621 w 9887"/>
              <a:gd name="connsiteY26" fmla="*/ 8753 h 10000"/>
              <a:gd name="connsiteX27" fmla="*/ 5711 w 9887"/>
              <a:gd name="connsiteY27" fmla="*/ 8400 h 10000"/>
              <a:gd name="connsiteX28" fmla="*/ 5918 w 9887"/>
              <a:gd name="connsiteY28" fmla="*/ 7877 h 10000"/>
              <a:gd name="connsiteX29" fmla="*/ 6033 w 9887"/>
              <a:gd name="connsiteY29" fmla="*/ 7604 h 10000"/>
              <a:gd name="connsiteX30" fmla="*/ 6126 w 9887"/>
              <a:gd name="connsiteY30" fmla="*/ 7486 h 10000"/>
              <a:gd name="connsiteX31" fmla="*/ 6460 w 9887"/>
              <a:gd name="connsiteY31" fmla="*/ 7706 h 10000"/>
              <a:gd name="connsiteX32" fmla="*/ 6824 w 9887"/>
              <a:gd name="connsiteY32" fmla="*/ 7828 h 10000"/>
              <a:gd name="connsiteX33" fmla="*/ 7386 w 9887"/>
              <a:gd name="connsiteY33" fmla="*/ 7929 h 10000"/>
              <a:gd name="connsiteX34" fmla="*/ 7814 w 9887"/>
              <a:gd name="connsiteY34" fmla="*/ 7954 h 10000"/>
              <a:gd name="connsiteX35" fmla="*/ 8207 w 9887"/>
              <a:gd name="connsiteY35" fmla="*/ 8127 h 10000"/>
              <a:gd name="connsiteX36" fmla="*/ 8452 w 9887"/>
              <a:gd name="connsiteY36" fmla="*/ 8275 h 10000"/>
              <a:gd name="connsiteX37" fmla="*/ 8683 w 9887"/>
              <a:gd name="connsiteY37" fmla="*/ 8317 h 10000"/>
              <a:gd name="connsiteX38" fmla="*/ 8659 w 9887"/>
              <a:gd name="connsiteY38" fmla="*/ 8180 h 10000"/>
              <a:gd name="connsiteX39" fmla="*/ 8395 w 9887"/>
              <a:gd name="connsiteY39" fmla="*/ 8037 h 10000"/>
              <a:gd name="connsiteX40" fmla="*/ 8215 w 9887"/>
              <a:gd name="connsiteY40" fmla="*/ 7877 h 10000"/>
              <a:gd name="connsiteX41" fmla="*/ 8192 w 9887"/>
              <a:gd name="connsiteY41" fmla="*/ 7727 h 10000"/>
              <a:gd name="connsiteX42" fmla="*/ 8400 w 9887"/>
              <a:gd name="connsiteY42" fmla="*/ 7573 h 10000"/>
              <a:gd name="connsiteX43" fmla="*/ 8597 w 9887"/>
              <a:gd name="connsiteY43" fmla="*/ 7402 h 10000"/>
              <a:gd name="connsiteX44" fmla="*/ 8311 w 9887"/>
              <a:gd name="connsiteY44" fmla="*/ 7064 h 10000"/>
              <a:gd name="connsiteX45" fmla="*/ 8631 w 9887"/>
              <a:gd name="connsiteY45" fmla="*/ 6750 h 10000"/>
              <a:gd name="connsiteX46" fmla="*/ 8753 w 9887"/>
              <a:gd name="connsiteY46" fmla="*/ 6659 h 10000"/>
              <a:gd name="connsiteX47" fmla="*/ 8702 w 9887"/>
              <a:gd name="connsiteY47" fmla="*/ 6537 h 10000"/>
              <a:gd name="connsiteX48" fmla="*/ 8462 w 9887"/>
              <a:gd name="connsiteY48" fmla="*/ 6627 h 10000"/>
              <a:gd name="connsiteX49" fmla="*/ 8117 w 9887"/>
              <a:gd name="connsiteY49" fmla="*/ 6823 h 10000"/>
              <a:gd name="connsiteX50" fmla="*/ 7820 w 9887"/>
              <a:gd name="connsiteY50" fmla="*/ 6785 h 10000"/>
              <a:gd name="connsiteX51" fmla="*/ 7330 w 9887"/>
              <a:gd name="connsiteY51" fmla="*/ 6673 h 10000"/>
              <a:gd name="connsiteX52" fmla="*/ 6816 w 9887"/>
              <a:gd name="connsiteY52" fmla="*/ 6659 h 10000"/>
              <a:gd name="connsiteX53" fmla="*/ 6414 w 9887"/>
              <a:gd name="connsiteY53" fmla="*/ 6690 h 10000"/>
              <a:gd name="connsiteX54" fmla="*/ 6405 w 9887"/>
              <a:gd name="connsiteY54" fmla="*/ 6537 h 10000"/>
              <a:gd name="connsiteX55" fmla="*/ 6497 w 9887"/>
              <a:gd name="connsiteY55" fmla="*/ 6181 h 10000"/>
              <a:gd name="connsiteX56" fmla="*/ 6557 w 9887"/>
              <a:gd name="connsiteY56" fmla="*/ 5775 h 10000"/>
              <a:gd name="connsiteX57" fmla="*/ 6479 w 9887"/>
              <a:gd name="connsiteY57" fmla="*/ 5273 h 10000"/>
              <a:gd name="connsiteX58" fmla="*/ 6300 w 9887"/>
              <a:gd name="connsiteY58" fmla="*/ 4621 h 10000"/>
              <a:gd name="connsiteX59" fmla="*/ 6117 w 9887"/>
              <a:gd name="connsiteY59" fmla="*/ 4041 h 10000"/>
              <a:gd name="connsiteX60" fmla="*/ 5826 w 9887"/>
              <a:gd name="connsiteY60" fmla="*/ 3218 h 10000"/>
              <a:gd name="connsiteX61" fmla="*/ 5778 w 9887"/>
              <a:gd name="connsiteY61" fmla="*/ 2111 h 10000"/>
              <a:gd name="connsiteX62" fmla="*/ 7257 w 9887"/>
              <a:gd name="connsiteY62" fmla="*/ 2121 h 10000"/>
              <a:gd name="connsiteX63" fmla="*/ 8027 w 9887"/>
              <a:gd name="connsiteY63" fmla="*/ 2809 h 10000"/>
              <a:gd name="connsiteX64" fmla="*/ 8372 w 9887"/>
              <a:gd name="connsiteY64" fmla="*/ 3627 h 10000"/>
              <a:gd name="connsiteX65" fmla="*/ 8854 w 9887"/>
              <a:gd name="connsiteY65" fmla="*/ 4198 h 10000"/>
              <a:gd name="connsiteX66" fmla="*/ 9334 w 9887"/>
              <a:gd name="connsiteY66" fmla="*/ 4923 h 10000"/>
              <a:gd name="connsiteX67" fmla="*/ 9887 w 9887"/>
              <a:gd name="connsiteY67" fmla="*/ 6421 h 10000"/>
              <a:gd name="connsiteX68" fmla="*/ 9646 w 9887"/>
              <a:gd name="connsiteY68" fmla="*/ 4853 h 10000"/>
              <a:gd name="connsiteX69" fmla="*/ 8780 w 9887"/>
              <a:gd name="connsiteY69" fmla="*/ 3688 h 10000"/>
              <a:gd name="connsiteX70" fmla="*/ 8055 w 9887"/>
              <a:gd name="connsiteY70" fmla="*/ 2438 h 10000"/>
              <a:gd name="connsiteX71" fmla="*/ 7300 w 9887"/>
              <a:gd name="connsiteY71" fmla="*/ 1831 h 10000"/>
              <a:gd name="connsiteX72" fmla="*/ 6408 w 9887"/>
              <a:gd name="connsiteY72" fmla="*/ 1803 h 10000"/>
              <a:gd name="connsiteX73" fmla="*/ 5476 w 9887"/>
              <a:gd name="connsiteY73" fmla="*/ 1732 h 10000"/>
              <a:gd name="connsiteX74" fmla="*/ 5254 w 9887"/>
              <a:gd name="connsiteY74" fmla="*/ 1630 h 10000"/>
              <a:gd name="connsiteX75" fmla="*/ 5088 w 9887"/>
              <a:gd name="connsiteY75" fmla="*/ 1155 h 10000"/>
              <a:gd name="connsiteX76" fmla="*/ 4766 w 9887"/>
              <a:gd name="connsiteY76" fmla="*/ 1127 h 10000"/>
              <a:gd name="connsiteX77" fmla="*/ 4644 w 9887"/>
              <a:gd name="connsiteY77" fmla="*/ 1399 h 10000"/>
              <a:gd name="connsiteX78" fmla="*/ 4455 w 9887"/>
              <a:gd name="connsiteY78" fmla="*/ 1769 h 10000"/>
              <a:gd name="connsiteX79" fmla="*/ 3582 w 9887"/>
              <a:gd name="connsiteY79" fmla="*/ 1383 h 10000"/>
              <a:gd name="connsiteX80" fmla="*/ 3525 w 9887"/>
              <a:gd name="connsiteY80" fmla="*/ 988 h 10000"/>
              <a:gd name="connsiteX81" fmla="*/ 2815 w 9887"/>
              <a:gd name="connsiteY81" fmla="*/ 433 h 10000"/>
              <a:gd name="connsiteX82" fmla="*/ 2088 w 9887"/>
              <a:gd name="connsiteY82" fmla="*/ 573 h 10000"/>
              <a:gd name="connsiteX83" fmla="*/ 1739 w 9887"/>
              <a:gd name="connsiteY83" fmla="*/ 60 h 10000"/>
              <a:gd name="connsiteX84" fmla="*/ 827 w 9887"/>
              <a:gd name="connsiteY84" fmla="*/ 91 h 10000"/>
              <a:gd name="connsiteX85" fmla="*/ 167 w 9887"/>
              <a:gd name="connsiteY85" fmla="*/ 770 h 10000"/>
              <a:gd name="connsiteX86" fmla="*/ 2 w 9887"/>
              <a:gd name="connsiteY86" fmla="*/ 5163 h 10000"/>
              <a:gd name="connsiteX87" fmla="*/ 159 w 9887"/>
              <a:gd name="connsiteY87" fmla="*/ 6739 h 10000"/>
              <a:gd name="connsiteX88" fmla="*/ 155 w 9887"/>
              <a:gd name="connsiteY88" fmla="*/ 5113 h 10000"/>
              <a:gd name="connsiteX89" fmla="*/ 250 w 9887"/>
              <a:gd name="connsiteY89" fmla="*/ 1714 h 10000"/>
              <a:gd name="connsiteX90" fmla="*/ 864 w 9887"/>
              <a:gd name="connsiteY90" fmla="*/ 373 h 10000"/>
              <a:gd name="connsiteX91" fmla="*/ 1377 w 9887"/>
              <a:gd name="connsiteY91" fmla="*/ 293 h 10000"/>
              <a:gd name="connsiteX92" fmla="*/ 2007 w 9887"/>
              <a:gd name="connsiteY92" fmla="*/ 923 h 10000"/>
              <a:gd name="connsiteX93" fmla="*/ 2656 w 9887"/>
              <a:gd name="connsiteY93" fmla="*/ 677 h 10000"/>
              <a:gd name="connsiteX94" fmla="*/ 3067 w 9887"/>
              <a:gd name="connsiteY94" fmla="*/ 1013 h 10000"/>
              <a:gd name="connsiteX95" fmla="*/ 3190 w 9887"/>
              <a:gd name="connsiteY95" fmla="*/ 1635 h 10000"/>
              <a:gd name="connsiteX96" fmla="*/ 3898 w 9887"/>
              <a:gd name="connsiteY96" fmla="*/ 1895 h 10000"/>
              <a:gd name="connsiteX97" fmla="*/ 4116 w 9887"/>
              <a:gd name="connsiteY97" fmla="*/ 2307 h 10000"/>
              <a:gd name="connsiteX98" fmla="*/ 4097 w 9887"/>
              <a:gd name="connsiteY98" fmla="*/ 3002 h 10000"/>
              <a:gd name="connsiteX0" fmla="*/ 4144 w 10000"/>
              <a:gd name="connsiteY0" fmla="*/ 3002 h 10000"/>
              <a:gd name="connsiteX1" fmla="*/ 3751 w 10000"/>
              <a:gd name="connsiteY1" fmla="*/ 4557 h 10000"/>
              <a:gd name="connsiteX2" fmla="*/ 3632 w 10000"/>
              <a:gd name="connsiteY2" fmla="*/ 5294 h 10000"/>
              <a:gd name="connsiteX3" fmla="*/ 3518 w 10000"/>
              <a:gd name="connsiteY3" fmla="*/ 5630 h 10000"/>
              <a:gd name="connsiteX4" fmla="*/ 3226 w 10000"/>
              <a:gd name="connsiteY4" fmla="*/ 5922 h 10000"/>
              <a:gd name="connsiteX5" fmla="*/ 3079 w 10000"/>
              <a:gd name="connsiteY5" fmla="*/ 6076 h 10000"/>
              <a:gd name="connsiteX6" fmla="*/ 2989 w 10000"/>
              <a:gd name="connsiteY6" fmla="*/ 6226 h 10000"/>
              <a:gd name="connsiteX7" fmla="*/ 3089 w 10000"/>
              <a:gd name="connsiteY7" fmla="*/ 6398 h 10000"/>
              <a:gd name="connsiteX8" fmla="*/ 3343 w 10000"/>
              <a:gd name="connsiteY8" fmla="*/ 6586 h 10000"/>
              <a:gd name="connsiteX9" fmla="*/ 3488 w 10000"/>
              <a:gd name="connsiteY9" fmla="*/ 6931 h 10000"/>
              <a:gd name="connsiteX10" fmla="*/ 3580 w 10000"/>
              <a:gd name="connsiteY10" fmla="*/ 7179 h 10000"/>
              <a:gd name="connsiteX11" fmla="*/ 3762 w 10000"/>
              <a:gd name="connsiteY11" fmla="*/ 7490 h 10000"/>
              <a:gd name="connsiteX12" fmla="*/ 4129 w 10000"/>
              <a:gd name="connsiteY12" fmla="*/ 8114 h 10000"/>
              <a:gd name="connsiteX13" fmla="*/ 4282 w 10000"/>
              <a:gd name="connsiteY13" fmla="*/ 8456 h 10000"/>
              <a:gd name="connsiteX14" fmla="*/ 4367 w 10000"/>
              <a:gd name="connsiteY14" fmla="*/ 8728 h 10000"/>
              <a:gd name="connsiteX15" fmla="*/ 4401 w 10000"/>
              <a:gd name="connsiteY15" fmla="*/ 9193 h 10000"/>
              <a:gd name="connsiteX16" fmla="*/ 4282 w 10000"/>
              <a:gd name="connsiteY16" fmla="*/ 9510 h 10000"/>
              <a:gd name="connsiteX17" fmla="*/ 4224 w 10000"/>
              <a:gd name="connsiteY17" fmla="*/ 9758 h 10000"/>
              <a:gd name="connsiteX18" fmla="*/ 4271 w 10000"/>
              <a:gd name="connsiteY18" fmla="*/ 9881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5 h 10000"/>
              <a:gd name="connsiteX22" fmla="*/ 5877 w 10000"/>
              <a:gd name="connsiteY22" fmla="*/ 9841 h 10000"/>
              <a:gd name="connsiteX23" fmla="*/ 5867 w 10000"/>
              <a:gd name="connsiteY23" fmla="*/ 9618 h 10000"/>
              <a:gd name="connsiteX24" fmla="*/ 5737 w 10000"/>
              <a:gd name="connsiteY24" fmla="*/ 9388 h 10000"/>
              <a:gd name="connsiteX25" fmla="*/ 5690 w 10000"/>
              <a:gd name="connsiteY25" fmla="*/ 9105 h 10000"/>
              <a:gd name="connsiteX26" fmla="*/ 5685 w 10000"/>
              <a:gd name="connsiteY26" fmla="*/ 8753 h 10000"/>
              <a:gd name="connsiteX27" fmla="*/ 5776 w 10000"/>
              <a:gd name="connsiteY27" fmla="*/ 8400 h 10000"/>
              <a:gd name="connsiteX28" fmla="*/ 5986 w 10000"/>
              <a:gd name="connsiteY28" fmla="*/ 7877 h 10000"/>
              <a:gd name="connsiteX29" fmla="*/ 6102 w 10000"/>
              <a:gd name="connsiteY29" fmla="*/ 7604 h 10000"/>
              <a:gd name="connsiteX30" fmla="*/ 6196 w 10000"/>
              <a:gd name="connsiteY30" fmla="*/ 7486 h 10000"/>
              <a:gd name="connsiteX31" fmla="*/ 6534 w 10000"/>
              <a:gd name="connsiteY31" fmla="*/ 7706 h 10000"/>
              <a:gd name="connsiteX32" fmla="*/ 6902 w 10000"/>
              <a:gd name="connsiteY32" fmla="*/ 7828 h 10000"/>
              <a:gd name="connsiteX33" fmla="*/ 7470 w 10000"/>
              <a:gd name="connsiteY33" fmla="*/ 7929 h 10000"/>
              <a:gd name="connsiteX34" fmla="*/ 7903 w 10000"/>
              <a:gd name="connsiteY34" fmla="*/ 7954 h 10000"/>
              <a:gd name="connsiteX35" fmla="*/ 8301 w 10000"/>
              <a:gd name="connsiteY35" fmla="*/ 8127 h 10000"/>
              <a:gd name="connsiteX36" fmla="*/ 8549 w 10000"/>
              <a:gd name="connsiteY36" fmla="*/ 8275 h 10000"/>
              <a:gd name="connsiteX37" fmla="*/ 8782 w 10000"/>
              <a:gd name="connsiteY37" fmla="*/ 8317 h 10000"/>
              <a:gd name="connsiteX38" fmla="*/ 8758 w 10000"/>
              <a:gd name="connsiteY38" fmla="*/ 8180 h 10000"/>
              <a:gd name="connsiteX39" fmla="*/ 8491 w 10000"/>
              <a:gd name="connsiteY39" fmla="*/ 8037 h 10000"/>
              <a:gd name="connsiteX40" fmla="*/ 8309 w 10000"/>
              <a:gd name="connsiteY40" fmla="*/ 7877 h 10000"/>
              <a:gd name="connsiteX41" fmla="*/ 8286 w 10000"/>
              <a:gd name="connsiteY41" fmla="*/ 7727 h 10000"/>
              <a:gd name="connsiteX42" fmla="*/ 8496 w 10000"/>
              <a:gd name="connsiteY42" fmla="*/ 7573 h 10000"/>
              <a:gd name="connsiteX43" fmla="*/ 8695 w 10000"/>
              <a:gd name="connsiteY43" fmla="*/ 7402 h 10000"/>
              <a:gd name="connsiteX44" fmla="*/ 8406 w 10000"/>
              <a:gd name="connsiteY44" fmla="*/ 7064 h 10000"/>
              <a:gd name="connsiteX45" fmla="*/ 8730 w 10000"/>
              <a:gd name="connsiteY45" fmla="*/ 6750 h 10000"/>
              <a:gd name="connsiteX46" fmla="*/ 8853 w 10000"/>
              <a:gd name="connsiteY46" fmla="*/ 6659 h 10000"/>
              <a:gd name="connsiteX47" fmla="*/ 8801 w 10000"/>
              <a:gd name="connsiteY47" fmla="*/ 6537 h 10000"/>
              <a:gd name="connsiteX48" fmla="*/ 8559 w 10000"/>
              <a:gd name="connsiteY48" fmla="*/ 6627 h 10000"/>
              <a:gd name="connsiteX49" fmla="*/ 8210 w 10000"/>
              <a:gd name="connsiteY49" fmla="*/ 6823 h 10000"/>
              <a:gd name="connsiteX50" fmla="*/ 7909 w 10000"/>
              <a:gd name="connsiteY50" fmla="*/ 6785 h 10000"/>
              <a:gd name="connsiteX51" fmla="*/ 7414 w 10000"/>
              <a:gd name="connsiteY51" fmla="*/ 6673 h 10000"/>
              <a:gd name="connsiteX52" fmla="*/ 6894 w 10000"/>
              <a:gd name="connsiteY52" fmla="*/ 6659 h 10000"/>
              <a:gd name="connsiteX53" fmla="*/ 6487 w 10000"/>
              <a:gd name="connsiteY53" fmla="*/ 6690 h 10000"/>
              <a:gd name="connsiteX54" fmla="*/ 6478 w 10000"/>
              <a:gd name="connsiteY54" fmla="*/ 6537 h 10000"/>
              <a:gd name="connsiteX55" fmla="*/ 6571 w 10000"/>
              <a:gd name="connsiteY55" fmla="*/ 6181 h 10000"/>
              <a:gd name="connsiteX56" fmla="*/ 6632 w 10000"/>
              <a:gd name="connsiteY56" fmla="*/ 5775 h 10000"/>
              <a:gd name="connsiteX57" fmla="*/ 6553 w 10000"/>
              <a:gd name="connsiteY57" fmla="*/ 5273 h 10000"/>
              <a:gd name="connsiteX58" fmla="*/ 6372 w 10000"/>
              <a:gd name="connsiteY58" fmla="*/ 4621 h 10000"/>
              <a:gd name="connsiteX59" fmla="*/ 6187 w 10000"/>
              <a:gd name="connsiteY59" fmla="*/ 4041 h 10000"/>
              <a:gd name="connsiteX60" fmla="*/ 5893 w 10000"/>
              <a:gd name="connsiteY60" fmla="*/ 3218 h 10000"/>
              <a:gd name="connsiteX61" fmla="*/ 5844 w 10000"/>
              <a:gd name="connsiteY61" fmla="*/ 2111 h 10000"/>
              <a:gd name="connsiteX62" fmla="*/ 7340 w 10000"/>
              <a:gd name="connsiteY62" fmla="*/ 2121 h 10000"/>
              <a:gd name="connsiteX63" fmla="*/ 8119 w 10000"/>
              <a:gd name="connsiteY63" fmla="*/ 2809 h 10000"/>
              <a:gd name="connsiteX64" fmla="*/ 8468 w 10000"/>
              <a:gd name="connsiteY64" fmla="*/ 3627 h 10000"/>
              <a:gd name="connsiteX65" fmla="*/ 8955 w 10000"/>
              <a:gd name="connsiteY65" fmla="*/ 4198 h 10000"/>
              <a:gd name="connsiteX66" fmla="*/ 9441 w 10000"/>
              <a:gd name="connsiteY66" fmla="*/ 4923 h 10000"/>
              <a:gd name="connsiteX67" fmla="*/ 10000 w 10000"/>
              <a:gd name="connsiteY67" fmla="*/ 6421 h 10000"/>
              <a:gd name="connsiteX68" fmla="*/ 9756 w 10000"/>
              <a:gd name="connsiteY68" fmla="*/ 4853 h 10000"/>
              <a:gd name="connsiteX69" fmla="*/ 8880 w 10000"/>
              <a:gd name="connsiteY69" fmla="*/ 3688 h 10000"/>
              <a:gd name="connsiteX70" fmla="*/ 8147 w 10000"/>
              <a:gd name="connsiteY70" fmla="*/ 2438 h 10000"/>
              <a:gd name="connsiteX71" fmla="*/ 7383 w 10000"/>
              <a:gd name="connsiteY71" fmla="*/ 1831 h 10000"/>
              <a:gd name="connsiteX72" fmla="*/ 6481 w 10000"/>
              <a:gd name="connsiteY72" fmla="*/ 1803 h 10000"/>
              <a:gd name="connsiteX73" fmla="*/ 5539 w 10000"/>
              <a:gd name="connsiteY73" fmla="*/ 1732 h 10000"/>
              <a:gd name="connsiteX74" fmla="*/ 5314 w 10000"/>
              <a:gd name="connsiteY74" fmla="*/ 1630 h 10000"/>
              <a:gd name="connsiteX75" fmla="*/ 5146 w 10000"/>
              <a:gd name="connsiteY75" fmla="*/ 1155 h 10000"/>
              <a:gd name="connsiteX76" fmla="*/ 4820 w 10000"/>
              <a:gd name="connsiteY76" fmla="*/ 1127 h 10000"/>
              <a:gd name="connsiteX77" fmla="*/ 4697 w 10000"/>
              <a:gd name="connsiteY77" fmla="*/ 1399 h 10000"/>
              <a:gd name="connsiteX78" fmla="*/ 4506 w 10000"/>
              <a:gd name="connsiteY78" fmla="*/ 1769 h 10000"/>
              <a:gd name="connsiteX79" fmla="*/ 3623 w 10000"/>
              <a:gd name="connsiteY79" fmla="*/ 1383 h 10000"/>
              <a:gd name="connsiteX80" fmla="*/ 3565 w 10000"/>
              <a:gd name="connsiteY80" fmla="*/ 988 h 10000"/>
              <a:gd name="connsiteX81" fmla="*/ 2847 w 10000"/>
              <a:gd name="connsiteY81" fmla="*/ 433 h 10000"/>
              <a:gd name="connsiteX82" fmla="*/ 2112 w 10000"/>
              <a:gd name="connsiteY82" fmla="*/ 573 h 10000"/>
              <a:gd name="connsiteX83" fmla="*/ 1759 w 10000"/>
              <a:gd name="connsiteY83" fmla="*/ 60 h 10000"/>
              <a:gd name="connsiteX84" fmla="*/ 836 w 10000"/>
              <a:gd name="connsiteY84" fmla="*/ 91 h 10000"/>
              <a:gd name="connsiteX85" fmla="*/ 169 w 10000"/>
              <a:gd name="connsiteY85" fmla="*/ 770 h 10000"/>
              <a:gd name="connsiteX86" fmla="*/ 2 w 10000"/>
              <a:gd name="connsiteY86" fmla="*/ 5163 h 10000"/>
              <a:gd name="connsiteX87" fmla="*/ 161 w 10000"/>
              <a:gd name="connsiteY87" fmla="*/ 6739 h 10000"/>
              <a:gd name="connsiteX88" fmla="*/ 157 w 10000"/>
              <a:gd name="connsiteY88" fmla="*/ 5113 h 10000"/>
              <a:gd name="connsiteX89" fmla="*/ 627 w 10000"/>
              <a:gd name="connsiteY89" fmla="*/ 3173 h 10000"/>
              <a:gd name="connsiteX90" fmla="*/ 874 w 10000"/>
              <a:gd name="connsiteY90" fmla="*/ 373 h 10000"/>
              <a:gd name="connsiteX91" fmla="*/ 1393 w 10000"/>
              <a:gd name="connsiteY91" fmla="*/ 293 h 10000"/>
              <a:gd name="connsiteX92" fmla="*/ 2030 w 10000"/>
              <a:gd name="connsiteY92" fmla="*/ 923 h 10000"/>
              <a:gd name="connsiteX93" fmla="*/ 2686 w 10000"/>
              <a:gd name="connsiteY93" fmla="*/ 677 h 10000"/>
              <a:gd name="connsiteX94" fmla="*/ 3102 w 10000"/>
              <a:gd name="connsiteY94" fmla="*/ 1013 h 10000"/>
              <a:gd name="connsiteX95" fmla="*/ 3226 w 10000"/>
              <a:gd name="connsiteY95" fmla="*/ 1635 h 10000"/>
              <a:gd name="connsiteX96" fmla="*/ 3943 w 10000"/>
              <a:gd name="connsiteY96" fmla="*/ 1895 h 10000"/>
              <a:gd name="connsiteX97" fmla="*/ 4163 w 10000"/>
              <a:gd name="connsiteY97" fmla="*/ 2307 h 10000"/>
              <a:gd name="connsiteX98" fmla="*/ 4144 w 10000"/>
              <a:gd name="connsiteY98" fmla="*/ 3002 h 10000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874 w 10000"/>
              <a:gd name="connsiteY90" fmla="*/ 541 h 10168"/>
              <a:gd name="connsiteX91" fmla="*/ 1393 w 10000"/>
              <a:gd name="connsiteY91" fmla="*/ 461 h 10168"/>
              <a:gd name="connsiteX92" fmla="*/ 2030 w 10000"/>
              <a:gd name="connsiteY92" fmla="*/ 1091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1393 w 10000"/>
              <a:gd name="connsiteY91" fmla="*/ 461 h 10168"/>
              <a:gd name="connsiteX92" fmla="*/ 2030 w 10000"/>
              <a:gd name="connsiteY92" fmla="*/ 1091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030 w 10000"/>
              <a:gd name="connsiteY92" fmla="*/ 1091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2686 w 10000"/>
              <a:gd name="connsiteY93" fmla="*/ 845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102 w 10000"/>
              <a:gd name="connsiteY94" fmla="*/ 1181 h 10168"/>
              <a:gd name="connsiteX95" fmla="*/ 3226 w 10000"/>
              <a:gd name="connsiteY95" fmla="*/ 1803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102 w 10000"/>
              <a:gd name="connsiteY94" fmla="*/ 1181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1324 w 10000"/>
              <a:gd name="connsiteY90" fmla="*/ 2042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627 w 10000"/>
              <a:gd name="connsiteY89" fmla="*/ 3341 h 10168"/>
              <a:gd name="connsiteX90" fmla="*/ 816 w 10000"/>
              <a:gd name="connsiteY90" fmla="*/ 2687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2092 w 10000"/>
              <a:gd name="connsiteY91" fmla="*/ 2025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2586 w 10000"/>
              <a:gd name="connsiteY92" fmla="*/ 2276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3002 w 10000"/>
              <a:gd name="connsiteY93" fmla="*/ 2402 h 10168"/>
              <a:gd name="connsiteX94" fmla="*/ 3399 w 10000"/>
              <a:gd name="connsiteY94" fmla="*/ 2514 h 10168"/>
              <a:gd name="connsiteX95" fmla="*/ 3877 w 10000"/>
              <a:gd name="connsiteY95" fmla="*/ 2392 h 10168"/>
              <a:gd name="connsiteX96" fmla="*/ 3943 w 10000"/>
              <a:gd name="connsiteY96" fmla="*/ 2063 h 10168"/>
              <a:gd name="connsiteX97" fmla="*/ 4163 w 10000"/>
              <a:gd name="connsiteY97" fmla="*/ 2475 h 10168"/>
              <a:gd name="connsiteX98" fmla="*/ 4144 w 10000"/>
              <a:gd name="connsiteY98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2640 w 10000"/>
              <a:gd name="connsiteY93" fmla="*/ 2355 h 10168"/>
              <a:gd name="connsiteX94" fmla="*/ 3002 w 10000"/>
              <a:gd name="connsiteY94" fmla="*/ 2402 h 10168"/>
              <a:gd name="connsiteX95" fmla="*/ 3399 w 10000"/>
              <a:gd name="connsiteY95" fmla="*/ 2514 h 10168"/>
              <a:gd name="connsiteX96" fmla="*/ 3877 w 10000"/>
              <a:gd name="connsiteY96" fmla="*/ 2392 h 10168"/>
              <a:gd name="connsiteX97" fmla="*/ 3943 w 10000"/>
              <a:gd name="connsiteY97" fmla="*/ 2063 h 10168"/>
              <a:gd name="connsiteX98" fmla="*/ 4163 w 10000"/>
              <a:gd name="connsiteY98" fmla="*/ 2475 h 10168"/>
              <a:gd name="connsiteX99" fmla="*/ 4144 w 10000"/>
              <a:gd name="connsiteY99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2640 w 10000"/>
              <a:gd name="connsiteY93" fmla="*/ 2355 h 10168"/>
              <a:gd name="connsiteX94" fmla="*/ 3002 w 10000"/>
              <a:gd name="connsiteY94" fmla="*/ 2402 h 10168"/>
              <a:gd name="connsiteX95" fmla="*/ 3322 w 10000"/>
              <a:gd name="connsiteY95" fmla="*/ 2500 h 10168"/>
              <a:gd name="connsiteX96" fmla="*/ 3877 w 10000"/>
              <a:gd name="connsiteY96" fmla="*/ 2392 h 10168"/>
              <a:gd name="connsiteX97" fmla="*/ 3943 w 10000"/>
              <a:gd name="connsiteY97" fmla="*/ 2063 h 10168"/>
              <a:gd name="connsiteX98" fmla="*/ 4163 w 10000"/>
              <a:gd name="connsiteY98" fmla="*/ 2475 h 10168"/>
              <a:gd name="connsiteX99" fmla="*/ 4144 w 10000"/>
              <a:gd name="connsiteY99" fmla="*/ 3170 h 10168"/>
              <a:gd name="connsiteX0" fmla="*/ 4144 w 10000"/>
              <a:gd name="connsiteY0" fmla="*/ 3170 h 10168"/>
              <a:gd name="connsiteX1" fmla="*/ 3751 w 10000"/>
              <a:gd name="connsiteY1" fmla="*/ 4725 h 10168"/>
              <a:gd name="connsiteX2" fmla="*/ 3632 w 10000"/>
              <a:gd name="connsiteY2" fmla="*/ 5462 h 10168"/>
              <a:gd name="connsiteX3" fmla="*/ 3518 w 10000"/>
              <a:gd name="connsiteY3" fmla="*/ 5798 h 10168"/>
              <a:gd name="connsiteX4" fmla="*/ 3226 w 10000"/>
              <a:gd name="connsiteY4" fmla="*/ 6090 h 10168"/>
              <a:gd name="connsiteX5" fmla="*/ 3079 w 10000"/>
              <a:gd name="connsiteY5" fmla="*/ 6244 h 10168"/>
              <a:gd name="connsiteX6" fmla="*/ 2989 w 10000"/>
              <a:gd name="connsiteY6" fmla="*/ 6394 h 10168"/>
              <a:gd name="connsiteX7" fmla="*/ 3089 w 10000"/>
              <a:gd name="connsiteY7" fmla="*/ 6566 h 10168"/>
              <a:gd name="connsiteX8" fmla="*/ 3343 w 10000"/>
              <a:gd name="connsiteY8" fmla="*/ 6754 h 10168"/>
              <a:gd name="connsiteX9" fmla="*/ 3488 w 10000"/>
              <a:gd name="connsiteY9" fmla="*/ 7099 h 10168"/>
              <a:gd name="connsiteX10" fmla="*/ 3580 w 10000"/>
              <a:gd name="connsiteY10" fmla="*/ 7347 h 10168"/>
              <a:gd name="connsiteX11" fmla="*/ 3762 w 10000"/>
              <a:gd name="connsiteY11" fmla="*/ 7658 h 10168"/>
              <a:gd name="connsiteX12" fmla="*/ 4129 w 10000"/>
              <a:gd name="connsiteY12" fmla="*/ 8282 h 10168"/>
              <a:gd name="connsiteX13" fmla="*/ 4282 w 10000"/>
              <a:gd name="connsiteY13" fmla="*/ 8624 h 10168"/>
              <a:gd name="connsiteX14" fmla="*/ 4367 w 10000"/>
              <a:gd name="connsiteY14" fmla="*/ 8896 h 10168"/>
              <a:gd name="connsiteX15" fmla="*/ 4401 w 10000"/>
              <a:gd name="connsiteY15" fmla="*/ 9361 h 10168"/>
              <a:gd name="connsiteX16" fmla="*/ 4282 w 10000"/>
              <a:gd name="connsiteY16" fmla="*/ 9678 h 10168"/>
              <a:gd name="connsiteX17" fmla="*/ 4224 w 10000"/>
              <a:gd name="connsiteY17" fmla="*/ 9926 h 10168"/>
              <a:gd name="connsiteX18" fmla="*/ 4271 w 10000"/>
              <a:gd name="connsiteY18" fmla="*/ 10049 h 10168"/>
              <a:gd name="connsiteX19" fmla="*/ 4449 w 10000"/>
              <a:gd name="connsiteY19" fmla="*/ 10160 h 10168"/>
              <a:gd name="connsiteX20" fmla="*/ 5127 w 10000"/>
              <a:gd name="connsiteY20" fmla="*/ 10160 h 10168"/>
              <a:gd name="connsiteX21" fmla="*/ 5751 w 10000"/>
              <a:gd name="connsiteY21" fmla="*/ 10143 h 10168"/>
              <a:gd name="connsiteX22" fmla="*/ 5877 w 10000"/>
              <a:gd name="connsiteY22" fmla="*/ 10009 h 10168"/>
              <a:gd name="connsiteX23" fmla="*/ 5867 w 10000"/>
              <a:gd name="connsiteY23" fmla="*/ 9786 h 10168"/>
              <a:gd name="connsiteX24" fmla="*/ 5737 w 10000"/>
              <a:gd name="connsiteY24" fmla="*/ 9556 h 10168"/>
              <a:gd name="connsiteX25" fmla="*/ 5690 w 10000"/>
              <a:gd name="connsiteY25" fmla="*/ 9273 h 10168"/>
              <a:gd name="connsiteX26" fmla="*/ 5685 w 10000"/>
              <a:gd name="connsiteY26" fmla="*/ 8921 h 10168"/>
              <a:gd name="connsiteX27" fmla="*/ 5776 w 10000"/>
              <a:gd name="connsiteY27" fmla="*/ 8568 h 10168"/>
              <a:gd name="connsiteX28" fmla="*/ 5986 w 10000"/>
              <a:gd name="connsiteY28" fmla="*/ 8045 h 10168"/>
              <a:gd name="connsiteX29" fmla="*/ 6102 w 10000"/>
              <a:gd name="connsiteY29" fmla="*/ 7772 h 10168"/>
              <a:gd name="connsiteX30" fmla="*/ 6196 w 10000"/>
              <a:gd name="connsiteY30" fmla="*/ 7654 h 10168"/>
              <a:gd name="connsiteX31" fmla="*/ 6534 w 10000"/>
              <a:gd name="connsiteY31" fmla="*/ 7874 h 10168"/>
              <a:gd name="connsiteX32" fmla="*/ 6902 w 10000"/>
              <a:gd name="connsiteY32" fmla="*/ 7996 h 10168"/>
              <a:gd name="connsiteX33" fmla="*/ 7470 w 10000"/>
              <a:gd name="connsiteY33" fmla="*/ 8097 h 10168"/>
              <a:gd name="connsiteX34" fmla="*/ 7903 w 10000"/>
              <a:gd name="connsiteY34" fmla="*/ 8122 h 10168"/>
              <a:gd name="connsiteX35" fmla="*/ 8301 w 10000"/>
              <a:gd name="connsiteY35" fmla="*/ 8295 h 10168"/>
              <a:gd name="connsiteX36" fmla="*/ 8549 w 10000"/>
              <a:gd name="connsiteY36" fmla="*/ 8443 h 10168"/>
              <a:gd name="connsiteX37" fmla="*/ 8782 w 10000"/>
              <a:gd name="connsiteY37" fmla="*/ 8485 h 10168"/>
              <a:gd name="connsiteX38" fmla="*/ 8758 w 10000"/>
              <a:gd name="connsiteY38" fmla="*/ 8348 h 10168"/>
              <a:gd name="connsiteX39" fmla="*/ 8491 w 10000"/>
              <a:gd name="connsiteY39" fmla="*/ 8205 h 10168"/>
              <a:gd name="connsiteX40" fmla="*/ 8309 w 10000"/>
              <a:gd name="connsiteY40" fmla="*/ 8045 h 10168"/>
              <a:gd name="connsiteX41" fmla="*/ 8286 w 10000"/>
              <a:gd name="connsiteY41" fmla="*/ 7895 h 10168"/>
              <a:gd name="connsiteX42" fmla="*/ 8496 w 10000"/>
              <a:gd name="connsiteY42" fmla="*/ 7741 h 10168"/>
              <a:gd name="connsiteX43" fmla="*/ 8695 w 10000"/>
              <a:gd name="connsiteY43" fmla="*/ 7570 h 10168"/>
              <a:gd name="connsiteX44" fmla="*/ 8406 w 10000"/>
              <a:gd name="connsiteY44" fmla="*/ 7232 h 10168"/>
              <a:gd name="connsiteX45" fmla="*/ 8730 w 10000"/>
              <a:gd name="connsiteY45" fmla="*/ 6918 h 10168"/>
              <a:gd name="connsiteX46" fmla="*/ 8853 w 10000"/>
              <a:gd name="connsiteY46" fmla="*/ 6827 h 10168"/>
              <a:gd name="connsiteX47" fmla="*/ 8801 w 10000"/>
              <a:gd name="connsiteY47" fmla="*/ 6705 h 10168"/>
              <a:gd name="connsiteX48" fmla="*/ 8559 w 10000"/>
              <a:gd name="connsiteY48" fmla="*/ 6795 h 10168"/>
              <a:gd name="connsiteX49" fmla="*/ 8210 w 10000"/>
              <a:gd name="connsiteY49" fmla="*/ 6991 h 10168"/>
              <a:gd name="connsiteX50" fmla="*/ 7909 w 10000"/>
              <a:gd name="connsiteY50" fmla="*/ 6953 h 10168"/>
              <a:gd name="connsiteX51" fmla="*/ 7414 w 10000"/>
              <a:gd name="connsiteY51" fmla="*/ 6841 h 10168"/>
              <a:gd name="connsiteX52" fmla="*/ 6894 w 10000"/>
              <a:gd name="connsiteY52" fmla="*/ 6827 h 10168"/>
              <a:gd name="connsiteX53" fmla="*/ 6487 w 10000"/>
              <a:gd name="connsiteY53" fmla="*/ 6858 h 10168"/>
              <a:gd name="connsiteX54" fmla="*/ 6478 w 10000"/>
              <a:gd name="connsiteY54" fmla="*/ 6705 h 10168"/>
              <a:gd name="connsiteX55" fmla="*/ 6571 w 10000"/>
              <a:gd name="connsiteY55" fmla="*/ 6349 h 10168"/>
              <a:gd name="connsiteX56" fmla="*/ 6632 w 10000"/>
              <a:gd name="connsiteY56" fmla="*/ 5943 h 10168"/>
              <a:gd name="connsiteX57" fmla="*/ 6553 w 10000"/>
              <a:gd name="connsiteY57" fmla="*/ 5441 h 10168"/>
              <a:gd name="connsiteX58" fmla="*/ 6372 w 10000"/>
              <a:gd name="connsiteY58" fmla="*/ 4789 h 10168"/>
              <a:gd name="connsiteX59" fmla="*/ 6187 w 10000"/>
              <a:gd name="connsiteY59" fmla="*/ 4209 h 10168"/>
              <a:gd name="connsiteX60" fmla="*/ 5893 w 10000"/>
              <a:gd name="connsiteY60" fmla="*/ 3386 h 10168"/>
              <a:gd name="connsiteX61" fmla="*/ 5844 w 10000"/>
              <a:gd name="connsiteY61" fmla="*/ 2279 h 10168"/>
              <a:gd name="connsiteX62" fmla="*/ 7340 w 10000"/>
              <a:gd name="connsiteY62" fmla="*/ 2289 h 10168"/>
              <a:gd name="connsiteX63" fmla="*/ 8119 w 10000"/>
              <a:gd name="connsiteY63" fmla="*/ 2977 h 10168"/>
              <a:gd name="connsiteX64" fmla="*/ 8468 w 10000"/>
              <a:gd name="connsiteY64" fmla="*/ 3795 h 10168"/>
              <a:gd name="connsiteX65" fmla="*/ 8955 w 10000"/>
              <a:gd name="connsiteY65" fmla="*/ 4366 h 10168"/>
              <a:gd name="connsiteX66" fmla="*/ 9441 w 10000"/>
              <a:gd name="connsiteY66" fmla="*/ 5091 h 10168"/>
              <a:gd name="connsiteX67" fmla="*/ 10000 w 10000"/>
              <a:gd name="connsiteY67" fmla="*/ 6589 h 10168"/>
              <a:gd name="connsiteX68" fmla="*/ 9756 w 10000"/>
              <a:gd name="connsiteY68" fmla="*/ 5021 h 10168"/>
              <a:gd name="connsiteX69" fmla="*/ 8880 w 10000"/>
              <a:gd name="connsiteY69" fmla="*/ 3856 h 10168"/>
              <a:gd name="connsiteX70" fmla="*/ 8147 w 10000"/>
              <a:gd name="connsiteY70" fmla="*/ 2606 h 10168"/>
              <a:gd name="connsiteX71" fmla="*/ 7383 w 10000"/>
              <a:gd name="connsiteY71" fmla="*/ 1999 h 10168"/>
              <a:gd name="connsiteX72" fmla="*/ 6481 w 10000"/>
              <a:gd name="connsiteY72" fmla="*/ 1971 h 10168"/>
              <a:gd name="connsiteX73" fmla="*/ 5539 w 10000"/>
              <a:gd name="connsiteY73" fmla="*/ 1900 h 10168"/>
              <a:gd name="connsiteX74" fmla="*/ 5314 w 10000"/>
              <a:gd name="connsiteY74" fmla="*/ 1798 h 10168"/>
              <a:gd name="connsiteX75" fmla="*/ 5146 w 10000"/>
              <a:gd name="connsiteY75" fmla="*/ 1323 h 10168"/>
              <a:gd name="connsiteX76" fmla="*/ 4820 w 10000"/>
              <a:gd name="connsiteY76" fmla="*/ 1295 h 10168"/>
              <a:gd name="connsiteX77" fmla="*/ 4697 w 10000"/>
              <a:gd name="connsiteY77" fmla="*/ 1567 h 10168"/>
              <a:gd name="connsiteX78" fmla="*/ 4506 w 10000"/>
              <a:gd name="connsiteY78" fmla="*/ 1937 h 10168"/>
              <a:gd name="connsiteX79" fmla="*/ 3623 w 10000"/>
              <a:gd name="connsiteY79" fmla="*/ 1551 h 10168"/>
              <a:gd name="connsiteX80" fmla="*/ 3565 w 10000"/>
              <a:gd name="connsiteY80" fmla="*/ 1156 h 10168"/>
              <a:gd name="connsiteX81" fmla="*/ 2847 w 10000"/>
              <a:gd name="connsiteY81" fmla="*/ 601 h 10168"/>
              <a:gd name="connsiteX82" fmla="*/ 2112 w 10000"/>
              <a:gd name="connsiteY82" fmla="*/ 741 h 10168"/>
              <a:gd name="connsiteX83" fmla="*/ 1759 w 10000"/>
              <a:gd name="connsiteY83" fmla="*/ 228 h 10168"/>
              <a:gd name="connsiteX84" fmla="*/ 836 w 10000"/>
              <a:gd name="connsiteY84" fmla="*/ 259 h 10168"/>
              <a:gd name="connsiteX85" fmla="*/ 313 w 10000"/>
              <a:gd name="connsiteY85" fmla="*/ 3351 h 10168"/>
              <a:gd name="connsiteX86" fmla="*/ 2 w 10000"/>
              <a:gd name="connsiteY86" fmla="*/ 5331 h 10168"/>
              <a:gd name="connsiteX87" fmla="*/ 161 w 10000"/>
              <a:gd name="connsiteY87" fmla="*/ 6907 h 10168"/>
              <a:gd name="connsiteX88" fmla="*/ 157 w 10000"/>
              <a:gd name="connsiteY88" fmla="*/ 5281 h 10168"/>
              <a:gd name="connsiteX89" fmla="*/ 522 w 10000"/>
              <a:gd name="connsiteY89" fmla="*/ 3804 h 10168"/>
              <a:gd name="connsiteX90" fmla="*/ 816 w 10000"/>
              <a:gd name="connsiteY90" fmla="*/ 2687 h 10168"/>
              <a:gd name="connsiteX91" fmla="*/ 1144 w 10000"/>
              <a:gd name="connsiteY91" fmla="*/ 2376 h 10168"/>
              <a:gd name="connsiteX92" fmla="*/ 1906 w 10000"/>
              <a:gd name="connsiteY92" fmla="*/ 2297 h 10168"/>
              <a:gd name="connsiteX93" fmla="*/ 2640 w 10000"/>
              <a:gd name="connsiteY93" fmla="*/ 2355 h 10168"/>
              <a:gd name="connsiteX94" fmla="*/ 3002 w 10000"/>
              <a:gd name="connsiteY94" fmla="*/ 2402 h 10168"/>
              <a:gd name="connsiteX95" fmla="*/ 3322 w 10000"/>
              <a:gd name="connsiteY95" fmla="*/ 2500 h 10168"/>
              <a:gd name="connsiteX96" fmla="*/ 3551 w 10000"/>
              <a:gd name="connsiteY96" fmla="*/ 2301 h 10168"/>
              <a:gd name="connsiteX97" fmla="*/ 3943 w 10000"/>
              <a:gd name="connsiteY97" fmla="*/ 2063 h 10168"/>
              <a:gd name="connsiteX98" fmla="*/ 4163 w 10000"/>
              <a:gd name="connsiteY98" fmla="*/ 2475 h 10168"/>
              <a:gd name="connsiteX99" fmla="*/ 4144 w 10000"/>
              <a:gd name="connsiteY99" fmla="*/ 3170 h 10168"/>
              <a:gd name="connsiteX0" fmla="*/ 4144 w 10000"/>
              <a:gd name="connsiteY0" fmla="*/ 3001 h 9999"/>
              <a:gd name="connsiteX1" fmla="*/ 3751 w 10000"/>
              <a:gd name="connsiteY1" fmla="*/ 4556 h 9999"/>
              <a:gd name="connsiteX2" fmla="*/ 3632 w 10000"/>
              <a:gd name="connsiteY2" fmla="*/ 5293 h 9999"/>
              <a:gd name="connsiteX3" fmla="*/ 3518 w 10000"/>
              <a:gd name="connsiteY3" fmla="*/ 5629 h 9999"/>
              <a:gd name="connsiteX4" fmla="*/ 3226 w 10000"/>
              <a:gd name="connsiteY4" fmla="*/ 5921 h 9999"/>
              <a:gd name="connsiteX5" fmla="*/ 3079 w 10000"/>
              <a:gd name="connsiteY5" fmla="*/ 6075 h 9999"/>
              <a:gd name="connsiteX6" fmla="*/ 2989 w 10000"/>
              <a:gd name="connsiteY6" fmla="*/ 6225 h 9999"/>
              <a:gd name="connsiteX7" fmla="*/ 3089 w 10000"/>
              <a:gd name="connsiteY7" fmla="*/ 6397 h 9999"/>
              <a:gd name="connsiteX8" fmla="*/ 3343 w 10000"/>
              <a:gd name="connsiteY8" fmla="*/ 6585 h 9999"/>
              <a:gd name="connsiteX9" fmla="*/ 3488 w 10000"/>
              <a:gd name="connsiteY9" fmla="*/ 6930 h 9999"/>
              <a:gd name="connsiteX10" fmla="*/ 3580 w 10000"/>
              <a:gd name="connsiteY10" fmla="*/ 7178 h 9999"/>
              <a:gd name="connsiteX11" fmla="*/ 3762 w 10000"/>
              <a:gd name="connsiteY11" fmla="*/ 7489 h 9999"/>
              <a:gd name="connsiteX12" fmla="*/ 4129 w 10000"/>
              <a:gd name="connsiteY12" fmla="*/ 8113 h 9999"/>
              <a:gd name="connsiteX13" fmla="*/ 4282 w 10000"/>
              <a:gd name="connsiteY13" fmla="*/ 8455 h 9999"/>
              <a:gd name="connsiteX14" fmla="*/ 4367 w 10000"/>
              <a:gd name="connsiteY14" fmla="*/ 8727 h 9999"/>
              <a:gd name="connsiteX15" fmla="*/ 4401 w 10000"/>
              <a:gd name="connsiteY15" fmla="*/ 9192 h 9999"/>
              <a:gd name="connsiteX16" fmla="*/ 4282 w 10000"/>
              <a:gd name="connsiteY16" fmla="*/ 9509 h 9999"/>
              <a:gd name="connsiteX17" fmla="*/ 4224 w 10000"/>
              <a:gd name="connsiteY17" fmla="*/ 9757 h 9999"/>
              <a:gd name="connsiteX18" fmla="*/ 4271 w 10000"/>
              <a:gd name="connsiteY18" fmla="*/ 9880 h 9999"/>
              <a:gd name="connsiteX19" fmla="*/ 4449 w 10000"/>
              <a:gd name="connsiteY19" fmla="*/ 9991 h 9999"/>
              <a:gd name="connsiteX20" fmla="*/ 5127 w 10000"/>
              <a:gd name="connsiteY20" fmla="*/ 9991 h 9999"/>
              <a:gd name="connsiteX21" fmla="*/ 5751 w 10000"/>
              <a:gd name="connsiteY21" fmla="*/ 9974 h 9999"/>
              <a:gd name="connsiteX22" fmla="*/ 5877 w 10000"/>
              <a:gd name="connsiteY22" fmla="*/ 9840 h 9999"/>
              <a:gd name="connsiteX23" fmla="*/ 5867 w 10000"/>
              <a:gd name="connsiteY23" fmla="*/ 9617 h 9999"/>
              <a:gd name="connsiteX24" fmla="*/ 5737 w 10000"/>
              <a:gd name="connsiteY24" fmla="*/ 9387 h 9999"/>
              <a:gd name="connsiteX25" fmla="*/ 5690 w 10000"/>
              <a:gd name="connsiteY25" fmla="*/ 9104 h 9999"/>
              <a:gd name="connsiteX26" fmla="*/ 5685 w 10000"/>
              <a:gd name="connsiteY26" fmla="*/ 8752 h 9999"/>
              <a:gd name="connsiteX27" fmla="*/ 5776 w 10000"/>
              <a:gd name="connsiteY27" fmla="*/ 8399 h 9999"/>
              <a:gd name="connsiteX28" fmla="*/ 5986 w 10000"/>
              <a:gd name="connsiteY28" fmla="*/ 7876 h 9999"/>
              <a:gd name="connsiteX29" fmla="*/ 6102 w 10000"/>
              <a:gd name="connsiteY29" fmla="*/ 7603 h 9999"/>
              <a:gd name="connsiteX30" fmla="*/ 6196 w 10000"/>
              <a:gd name="connsiteY30" fmla="*/ 7485 h 9999"/>
              <a:gd name="connsiteX31" fmla="*/ 6534 w 10000"/>
              <a:gd name="connsiteY31" fmla="*/ 7705 h 9999"/>
              <a:gd name="connsiteX32" fmla="*/ 6902 w 10000"/>
              <a:gd name="connsiteY32" fmla="*/ 7827 h 9999"/>
              <a:gd name="connsiteX33" fmla="*/ 7470 w 10000"/>
              <a:gd name="connsiteY33" fmla="*/ 7928 h 9999"/>
              <a:gd name="connsiteX34" fmla="*/ 7903 w 10000"/>
              <a:gd name="connsiteY34" fmla="*/ 7953 h 9999"/>
              <a:gd name="connsiteX35" fmla="*/ 8301 w 10000"/>
              <a:gd name="connsiteY35" fmla="*/ 8126 h 9999"/>
              <a:gd name="connsiteX36" fmla="*/ 8549 w 10000"/>
              <a:gd name="connsiteY36" fmla="*/ 8274 h 9999"/>
              <a:gd name="connsiteX37" fmla="*/ 8782 w 10000"/>
              <a:gd name="connsiteY37" fmla="*/ 8316 h 9999"/>
              <a:gd name="connsiteX38" fmla="*/ 8758 w 10000"/>
              <a:gd name="connsiteY38" fmla="*/ 8179 h 9999"/>
              <a:gd name="connsiteX39" fmla="*/ 8491 w 10000"/>
              <a:gd name="connsiteY39" fmla="*/ 8036 h 9999"/>
              <a:gd name="connsiteX40" fmla="*/ 8309 w 10000"/>
              <a:gd name="connsiteY40" fmla="*/ 7876 h 9999"/>
              <a:gd name="connsiteX41" fmla="*/ 8286 w 10000"/>
              <a:gd name="connsiteY41" fmla="*/ 7726 h 9999"/>
              <a:gd name="connsiteX42" fmla="*/ 8496 w 10000"/>
              <a:gd name="connsiteY42" fmla="*/ 7572 h 9999"/>
              <a:gd name="connsiteX43" fmla="*/ 8695 w 10000"/>
              <a:gd name="connsiteY43" fmla="*/ 7401 h 9999"/>
              <a:gd name="connsiteX44" fmla="*/ 8406 w 10000"/>
              <a:gd name="connsiteY44" fmla="*/ 7063 h 9999"/>
              <a:gd name="connsiteX45" fmla="*/ 8730 w 10000"/>
              <a:gd name="connsiteY45" fmla="*/ 6749 h 9999"/>
              <a:gd name="connsiteX46" fmla="*/ 8853 w 10000"/>
              <a:gd name="connsiteY46" fmla="*/ 6658 h 9999"/>
              <a:gd name="connsiteX47" fmla="*/ 8801 w 10000"/>
              <a:gd name="connsiteY47" fmla="*/ 6536 h 9999"/>
              <a:gd name="connsiteX48" fmla="*/ 8559 w 10000"/>
              <a:gd name="connsiteY48" fmla="*/ 6626 h 9999"/>
              <a:gd name="connsiteX49" fmla="*/ 8210 w 10000"/>
              <a:gd name="connsiteY49" fmla="*/ 6822 h 9999"/>
              <a:gd name="connsiteX50" fmla="*/ 7909 w 10000"/>
              <a:gd name="connsiteY50" fmla="*/ 6784 h 9999"/>
              <a:gd name="connsiteX51" fmla="*/ 7414 w 10000"/>
              <a:gd name="connsiteY51" fmla="*/ 6672 h 9999"/>
              <a:gd name="connsiteX52" fmla="*/ 6894 w 10000"/>
              <a:gd name="connsiteY52" fmla="*/ 6658 h 9999"/>
              <a:gd name="connsiteX53" fmla="*/ 6487 w 10000"/>
              <a:gd name="connsiteY53" fmla="*/ 6689 h 9999"/>
              <a:gd name="connsiteX54" fmla="*/ 6478 w 10000"/>
              <a:gd name="connsiteY54" fmla="*/ 6536 h 9999"/>
              <a:gd name="connsiteX55" fmla="*/ 6571 w 10000"/>
              <a:gd name="connsiteY55" fmla="*/ 6180 h 9999"/>
              <a:gd name="connsiteX56" fmla="*/ 6632 w 10000"/>
              <a:gd name="connsiteY56" fmla="*/ 5774 h 9999"/>
              <a:gd name="connsiteX57" fmla="*/ 6553 w 10000"/>
              <a:gd name="connsiteY57" fmla="*/ 5272 h 9999"/>
              <a:gd name="connsiteX58" fmla="*/ 6372 w 10000"/>
              <a:gd name="connsiteY58" fmla="*/ 4620 h 9999"/>
              <a:gd name="connsiteX59" fmla="*/ 6187 w 10000"/>
              <a:gd name="connsiteY59" fmla="*/ 4040 h 9999"/>
              <a:gd name="connsiteX60" fmla="*/ 5893 w 10000"/>
              <a:gd name="connsiteY60" fmla="*/ 3217 h 9999"/>
              <a:gd name="connsiteX61" fmla="*/ 5844 w 10000"/>
              <a:gd name="connsiteY61" fmla="*/ 2110 h 9999"/>
              <a:gd name="connsiteX62" fmla="*/ 7340 w 10000"/>
              <a:gd name="connsiteY62" fmla="*/ 2120 h 9999"/>
              <a:gd name="connsiteX63" fmla="*/ 8119 w 10000"/>
              <a:gd name="connsiteY63" fmla="*/ 2808 h 9999"/>
              <a:gd name="connsiteX64" fmla="*/ 8468 w 10000"/>
              <a:gd name="connsiteY64" fmla="*/ 3626 h 9999"/>
              <a:gd name="connsiteX65" fmla="*/ 8955 w 10000"/>
              <a:gd name="connsiteY65" fmla="*/ 4197 h 9999"/>
              <a:gd name="connsiteX66" fmla="*/ 9441 w 10000"/>
              <a:gd name="connsiteY66" fmla="*/ 4922 h 9999"/>
              <a:gd name="connsiteX67" fmla="*/ 10000 w 10000"/>
              <a:gd name="connsiteY67" fmla="*/ 6420 h 9999"/>
              <a:gd name="connsiteX68" fmla="*/ 9756 w 10000"/>
              <a:gd name="connsiteY68" fmla="*/ 4852 h 9999"/>
              <a:gd name="connsiteX69" fmla="*/ 8880 w 10000"/>
              <a:gd name="connsiteY69" fmla="*/ 3687 h 9999"/>
              <a:gd name="connsiteX70" fmla="*/ 8147 w 10000"/>
              <a:gd name="connsiteY70" fmla="*/ 2437 h 9999"/>
              <a:gd name="connsiteX71" fmla="*/ 7383 w 10000"/>
              <a:gd name="connsiteY71" fmla="*/ 1830 h 9999"/>
              <a:gd name="connsiteX72" fmla="*/ 6481 w 10000"/>
              <a:gd name="connsiteY72" fmla="*/ 1802 h 9999"/>
              <a:gd name="connsiteX73" fmla="*/ 5539 w 10000"/>
              <a:gd name="connsiteY73" fmla="*/ 1731 h 9999"/>
              <a:gd name="connsiteX74" fmla="*/ 5314 w 10000"/>
              <a:gd name="connsiteY74" fmla="*/ 1629 h 9999"/>
              <a:gd name="connsiteX75" fmla="*/ 5146 w 10000"/>
              <a:gd name="connsiteY75" fmla="*/ 1154 h 9999"/>
              <a:gd name="connsiteX76" fmla="*/ 4820 w 10000"/>
              <a:gd name="connsiteY76" fmla="*/ 1126 h 9999"/>
              <a:gd name="connsiteX77" fmla="*/ 4697 w 10000"/>
              <a:gd name="connsiteY77" fmla="*/ 1398 h 9999"/>
              <a:gd name="connsiteX78" fmla="*/ 4506 w 10000"/>
              <a:gd name="connsiteY78" fmla="*/ 1768 h 9999"/>
              <a:gd name="connsiteX79" fmla="*/ 3623 w 10000"/>
              <a:gd name="connsiteY79" fmla="*/ 1382 h 9999"/>
              <a:gd name="connsiteX80" fmla="*/ 3565 w 10000"/>
              <a:gd name="connsiteY80" fmla="*/ 987 h 9999"/>
              <a:gd name="connsiteX81" fmla="*/ 2847 w 10000"/>
              <a:gd name="connsiteY81" fmla="*/ 432 h 9999"/>
              <a:gd name="connsiteX82" fmla="*/ 2112 w 10000"/>
              <a:gd name="connsiteY82" fmla="*/ 572 h 9999"/>
              <a:gd name="connsiteX83" fmla="*/ 1759 w 10000"/>
              <a:gd name="connsiteY83" fmla="*/ 59 h 9999"/>
              <a:gd name="connsiteX84" fmla="*/ 520 w 10000"/>
              <a:gd name="connsiteY84" fmla="*/ 2159 h 9999"/>
              <a:gd name="connsiteX85" fmla="*/ 313 w 10000"/>
              <a:gd name="connsiteY85" fmla="*/ 3182 h 9999"/>
              <a:gd name="connsiteX86" fmla="*/ 2 w 10000"/>
              <a:gd name="connsiteY86" fmla="*/ 5162 h 9999"/>
              <a:gd name="connsiteX87" fmla="*/ 161 w 10000"/>
              <a:gd name="connsiteY87" fmla="*/ 6738 h 9999"/>
              <a:gd name="connsiteX88" fmla="*/ 157 w 10000"/>
              <a:gd name="connsiteY88" fmla="*/ 5112 h 9999"/>
              <a:gd name="connsiteX89" fmla="*/ 522 w 10000"/>
              <a:gd name="connsiteY89" fmla="*/ 3635 h 9999"/>
              <a:gd name="connsiteX90" fmla="*/ 816 w 10000"/>
              <a:gd name="connsiteY90" fmla="*/ 2518 h 9999"/>
              <a:gd name="connsiteX91" fmla="*/ 1144 w 10000"/>
              <a:gd name="connsiteY91" fmla="*/ 2207 h 9999"/>
              <a:gd name="connsiteX92" fmla="*/ 1906 w 10000"/>
              <a:gd name="connsiteY92" fmla="*/ 2128 h 9999"/>
              <a:gd name="connsiteX93" fmla="*/ 2640 w 10000"/>
              <a:gd name="connsiteY93" fmla="*/ 2186 h 9999"/>
              <a:gd name="connsiteX94" fmla="*/ 3002 w 10000"/>
              <a:gd name="connsiteY94" fmla="*/ 2233 h 9999"/>
              <a:gd name="connsiteX95" fmla="*/ 3322 w 10000"/>
              <a:gd name="connsiteY95" fmla="*/ 2331 h 9999"/>
              <a:gd name="connsiteX96" fmla="*/ 3551 w 10000"/>
              <a:gd name="connsiteY96" fmla="*/ 2132 h 9999"/>
              <a:gd name="connsiteX97" fmla="*/ 3943 w 10000"/>
              <a:gd name="connsiteY97" fmla="*/ 1894 h 9999"/>
              <a:gd name="connsiteX98" fmla="*/ 4163 w 10000"/>
              <a:gd name="connsiteY98" fmla="*/ 2306 h 9999"/>
              <a:gd name="connsiteX99" fmla="*/ 4144 w 10000"/>
              <a:gd name="connsiteY99" fmla="*/ 3001 h 9999"/>
              <a:gd name="connsiteX0" fmla="*/ 4144 w 10000"/>
              <a:gd name="connsiteY0" fmla="*/ 2581 h 9580"/>
              <a:gd name="connsiteX1" fmla="*/ 3751 w 10000"/>
              <a:gd name="connsiteY1" fmla="*/ 4136 h 9580"/>
              <a:gd name="connsiteX2" fmla="*/ 3632 w 10000"/>
              <a:gd name="connsiteY2" fmla="*/ 4874 h 9580"/>
              <a:gd name="connsiteX3" fmla="*/ 3518 w 10000"/>
              <a:gd name="connsiteY3" fmla="*/ 5210 h 9580"/>
              <a:gd name="connsiteX4" fmla="*/ 3226 w 10000"/>
              <a:gd name="connsiteY4" fmla="*/ 5502 h 9580"/>
              <a:gd name="connsiteX5" fmla="*/ 3079 w 10000"/>
              <a:gd name="connsiteY5" fmla="*/ 5656 h 9580"/>
              <a:gd name="connsiteX6" fmla="*/ 2989 w 10000"/>
              <a:gd name="connsiteY6" fmla="*/ 5806 h 9580"/>
              <a:gd name="connsiteX7" fmla="*/ 3089 w 10000"/>
              <a:gd name="connsiteY7" fmla="*/ 5978 h 9580"/>
              <a:gd name="connsiteX8" fmla="*/ 3343 w 10000"/>
              <a:gd name="connsiteY8" fmla="*/ 6166 h 9580"/>
              <a:gd name="connsiteX9" fmla="*/ 3488 w 10000"/>
              <a:gd name="connsiteY9" fmla="*/ 6511 h 9580"/>
              <a:gd name="connsiteX10" fmla="*/ 3580 w 10000"/>
              <a:gd name="connsiteY10" fmla="*/ 6759 h 9580"/>
              <a:gd name="connsiteX11" fmla="*/ 3762 w 10000"/>
              <a:gd name="connsiteY11" fmla="*/ 7070 h 9580"/>
              <a:gd name="connsiteX12" fmla="*/ 4129 w 10000"/>
              <a:gd name="connsiteY12" fmla="*/ 7694 h 9580"/>
              <a:gd name="connsiteX13" fmla="*/ 4282 w 10000"/>
              <a:gd name="connsiteY13" fmla="*/ 8036 h 9580"/>
              <a:gd name="connsiteX14" fmla="*/ 4367 w 10000"/>
              <a:gd name="connsiteY14" fmla="*/ 8308 h 9580"/>
              <a:gd name="connsiteX15" fmla="*/ 4401 w 10000"/>
              <a:gd name="connsiteY15" fmla="*/ 8773 h 9580"/>
              <a:gd name="connsiteX16" fmla="*/ 4282 w 10000"/>
              <a:gd name="connsiteY16" fmla="*/ 9090 h 9580"/>
              <a:gd name="connsiteX17" fmla="*/ 4224 w 10000"/>
              <a:gd name="connsiteY17" fmla="*/ 9338 h 9580"/>
              <a:gd name="connsiteX18" fmla="*/ 4271 w 10000"/>
              <a:gd name="connsiteY18" fmla="*/ 9461 h 9580"/>
              <a:gd name="connsiteX19" fmla="*/ 4449 w 10000"/>
              <a:gd name="connsiteY19" fmla="*/ 9572 h 9580"/>
              <a:gd name="connsiteX20" fmla="*/ 5127 w 10000"/>
              <a:gd name="connsiteY20" fmla="*/ 9572 h 9580"/>
              <a:gd name="connsiteX21" fmla="*/ 5751 w 10000"/>
              <a:gd name="connsiteY21" fmla="*/ 9555 h 9580"/>
              <a:gd name="connsiteX22" fmla="*/ 5877 w 10000"/>
              <a:gd name="connsiteY22" fmla="*/ 9421 h 9580"/>
              <a:gd name="connsiteX23" fmla="*/ 5867 w 10000"/>
              <a:gd name="connsiteY23" fmla="*/ 9198 h 9580"/>
              <a:gd name="connsiteX24" fmla="*/ 5737 w 10000"/>
              <a:gd name="connsiteY24" fmla="*/ 8968 h 9580"/>
              <a:gd name="connsiteX25" fmla="*/ 5690 w 10000"/>
              <a:gd name="connsiteY25" fmla="*/ 8685 h 9580"/>
              <a:gd name="connsiteX26" fmla="*/ 5685 w 10000"/>
              <a:gd name="connsiteY26" fmla="*/ 8333 h 9580"/>
              <a:gd name="connsiteX27" fmla="*/ 5776 w 10000"/>
              <a:gd name="connsiteY27" fmla="*/ 7980 h 9580"/>
              <a:gd name="connsiteX28" fmla="*/ 5986 w 10000"/>
              <a:gd name="connsiteY28" fmla="*/ 7457 h 9580"/>
              <a:gd name="connsiteX29" fmla="*/ 6102 w 10000"/>
              <a:gd name="connsiteY29" fmla="*/ 7184 h 9580"/>
              <a:gd name="connsiteX30" fmla="*/ 6196 w 10000"/>
              <a:gd name="connsiteY30" fmla="*/ 7066 h 9580"/>
              <a:gd name="connsiteX31" fmla="*/ 6534 w 10000"/>
              <a:gd name="connsiteY31" fmla="*/ 7286 h 9580"/>
              <a:gd name="connsiteX32" fmla="*/ 6902 w 10000"/>
              <a:gd name="connsiteY32" fmla="*/ 7408 h 9580"/>
              <a:gd name="connsiteX33" fmla="*/ 7470 w 10000"/>
              <a:gd name="connsiteY33" fmla="*/ 7509 h 9580"/>
              <a:gd name="connsiteX34" fmla="*/ 7903 w 10000"/>
              <a:gd name="connsiteY34" fmla="*/ 7534 h 9580"/>
              <a:gd name="connsiteX35" fmla="*/ 8301 w 10000"/>
              <a:gd name="connsiteY35" fmla="*/ 7707 h 9580"/>
              <a:gd name="connsiteX36" fmla="*/ 8549 w 10000"/>
              <a:gd name="connsiteY36" fmla="*/ 7855 h 9580"/>
              <a:gd name="connsiteX37" fmla="*/ 8782 w 10000"/>
              <a:gd name="connsiteY37" fmla="*/ 7897 h 9580"/>
              <a:gd name="connsiteX38" fmla="*/ 8758 w 10000"/>
              <a:gd name="connsiteY38" fmla="*/ 7760 h 9580"/>
              <a:gd name="connsiteX39" fmla="*/ 8491 w 10000"/>
              <a:gd name="connsiteY39" fmla="*/ 7617 h 9580"/>
              <a:gd name="connsiteX40" fmla="*/ 8309 w 10000"/>
              <a:gd name="connsiteY40" fmla="*/ 7457 h 9580"/>
              <a:gd name="connsiteX41" fmla="*/ 8286 w 10000"/>
              <a:gd name="connsiteY41" fmla="*/ 7307 h 9580"/>
              <a:gd name="connsiteX42" fmla="*/ 8496 w 10000"/>
              <a:gd name="connsiteY42" fmla="*/ 7153 h 9580"/>
              <a:gd name="connsiteX43" fmla="*/ 8695 w 10000"/>
              <a:gd name="connsiteY43" fmla="*/ 6982 h 9580"/>
              <a:gd name="connsiteX44" fmla="*/ 8406 w 10000"/>
              <a:gd name="connsiteY44" fmla="*/ 6644 h 9580"/>
              <a:gd name="connsiteX45" fmla="*/ 8730 w 10000"/>
              <a:gd name="connsiteY45" fmla="*/ 6330 h 9580"/>
              <a:gd name="connsiteX46" fmla="*/ 8853 w 10000"/>
              <a:gd name="connsiteY46" fmla="*/ 6239 h 9580"/>
              <a:gd name="connsiteX47" fmla="*/ 8801 w 10000"/>
              <a:gd name="connsiteY47" fmla="*/ 6117 h 9580"/>
              <a:gd name="connsiteX48" fmla="*/ 8559 w 10000"/>
              <a:gd name="connsiteY48" fmla="*/ 6207 h 9580"/>
              <a:gd name="connsiteX49" fmla="*/ 8210 w 10000"/>
              <a:gd name="connsiteY49" fmla="*/ 6403 h 9580"/>
              <a:gd name="connsiteX50" fmla="*/ 7909 w 10000"/>
              <a:gd name="connsiteY50" fmla="*/ 6365 h 9580"/>
              <a:gd name="connsiteX51" fmla="*/ 7414 w 10000"/>
              <a:gd name="connsiteY51" fmla="*/ 6253 h 9580"/>
              <a:gd name="connsiteX52" fmla="*/ 6894 w 10000"/>
              <a:gd name="connsiteY52" fmla="*/ 6239 h 9580"/>
              <a:gd name="connsiteX53" fmla="*/ 6487 w 10000"/>
              <a:gd name="connsiteY53" fmla="*/ 6270 h 9580"/>
              <a:gd name="connsiteX54" fmla="*/ 6478 w 10000"/>
              <a:gd name="connsiteY54" fmla="*/ 6117 h 9580"/>
              <a:gd name="connsiteX55" fmla="*/ 6571 w 10000"/>
              <a:gd name="connsiteY55" fmla="*/ 5761 h 9580"/>
              <a:gd name="connsiteX56" fmla="*/ 6632 w 10000"/>
              <a:gd name="connsiteY56" fmla="*/ 5355 h 9580"/>
              <a:gd name="connsiteX57" fmla="*/ 6553 w 10000"/>
              <a:gd name="connsiteY57" fmla="*/ 4853 h 9580"/>
              <a:gd name="connsiteX58" fmla="*/ 6372 w 10000"/>
              <a:gd name="connsiteY58" fmla="*/ 4200 h 9580"/>
              <a:gd name="connsiteX59" fmla="*/ 6187 w 10000"/>
              <a:gd name="connsiteY59" fmla="*/ 3620 h 9580"/>
              <a:gd name="connsiteX60" fmla="*/ 5893 w 10000"/>
              <a:gd name="connsiteY60" fmla="*/ 2797 h 9580"/>
              <a:gd name="connsiteX61" fmla="*/ 5844 w 10000"/>
              <a:gd name="connsiteY61" fmla="*/ 1690 h 9580"/>
              <a:gd name="connsiteX62" fmla="*/ 7340 w 10000"/>
              <a:gd name="connsiteY62" fmla="*/ 1700 h 9580"/>
              <a:gd name="connsiteX63" fmla="*/ 8119 w 10000"/>
              <a:gd name="connsiteY63" fmla="*/ 2388 h 9580"/>
              <a:gd name="connsiteX64" fmla="*/ 8468 w 10000"/>
              <a:gd name="connsiteY64" fmla="*/ 3206 h 9580"/>
              <a:gd name="connsiteX65" fmla="*/ 8955 w 10000"/>
              <a:gd name="connsiteY65" fmla="*/ 3777 h 9580"/>
              <a:gd name="connsiteX66" fmla="*/ 9441 w 10000"/>
              <a:gd name="connsiteY66" fmla="*/ 4502 h 9580"/>
              <a:gd name="connsiteX67" fmla="*/ 10000 w 10000"/>
              <a:gd name="connsiteY67" fmla="*/ 6001 h 9580"/>
              <a:gd name="connsiteX68" fmla="*/ 9756 w 10000"/>
              <a:gd name="connsiteY68" fmla="*/ 4432 h 9580"/>
              <a:gd name="connsiteX69" fmla="*/ 8880 w 10000"/>
              <a:gd name="connsiteY69" fmla="*/ 3267 h 9580"/>
              <a:gd name="connsiteX70" fmla="*/ 8147 w 10000"/>
              <a:gd name="connsiteY70" fmla="*/ 2017 h 9580"/>
              <a:gd name="connsiteX71" fmla="*/ 7383 w 10000"/>
              <a:gd name="connsiteY71" fmla="*/ 1410 h 9580"/>
              <a:gd name="connsiteX72" fmla="*/ 6481 w 10000"/>
              <a:gd name="connsiteY72" fmla="*/ 1382 h 9580"/>
              <a:gd name="connsiteX73" fmla="*/ 5539 w 10000"/>
              <a:gd name="connsiteY73" fmla="*/ 1311 h 9580"/>
              <a:gd name="connsiteX74" fmla="*/ 5314 w 10000"/>
              <a:gd name="connsiteY74" fmla="*/ 1209 h 9580"/>
              <a:gd name="connsiteX75" fmla="*/ 5146 w 10000"/>
              <a:gd name="connsiteY75" fmla="*/ 734 h 9580"/>
              <a:gd name="connsiteX76" fmla="*/ 4820 w 10000"/>
              <a:gd name="connsiteY76" fmla="*/ 706 h 9580"/>
              <a:gd name="connsiteX77" fmla="*/ 4697 w 10000"/>
              <a:gd name="connsiteY77" fmla="*/ 978 h 9580"/>
              <a:gd name="connsiteX78" fmla="*/ 4506 w 10000"/>
              <a:gd name="connsiteY78" fmla="*/ 1348 h 9580"/>
              <a:gd name="connsiteX79" fmla="*/ 3623 w 10000"/>
              <a:gd name="connsiteY79" fmla="*/ 962 h 9580"/>
              <a:gd name="connsiteX80" fmla="*/ 3565 w 10000"/>
              <a:gd name="connsiteY80" fmla="*/ 567 h 9580"/>
              <a:gd name="connsiteX81" fmla="*/ 2847 w 10000"/>
              <a:gd name="connsiteY81" fmla="*/ 12 h 9580"/>
              <a:gd name="connsiteX82" fmla="*/ 2112 w 10000"/>
              <a:gd name="connsiteY82" fmla="*/ 152 h 9580"/>
              <a:gd name="connsiteX83" fmla="*/ 1136 w 10000"/>
              <a:gd name="connsiteY83" fmla="*/ 1463 h 9580"/>
              <a:gd name="connsiteX84" fmla="*/ 520 w 10000"/>
              <a:gd name="connsiteY84" fmla="*/ 1739 h 9580"/>
              <a:gd name="connsiteX85" fmla="*/ 313 w 10000"/>
              <a:gd name="connsiteY85" fmla="*/ 2762 h 9580"/>
              <a:gd name="connsiteX86" fmla="*/ 2 w 10000"/>
              <a:gd name="connsiteY86" fmla="*/ 4743 h 9580"/>
              <a:gd name="connsiteX87" fmla="*/ 161 w 10000"/>
              <a:gd name="connsiteY87" fmla="*/ 6319 h 9580"/>
              <a:gd name="connsiteX88" fmla="*/ 157 w 10000"/>
              <a:gd name="connsiteY88" fmla="*/ 4693 h 9580"/>
              <a:gd name="connsiteX89" fmla="*/ 522 w 10000"/>
              <a:gd name="connsiteY89" fmla="*/ 3215 h 9580"/>
              <a:gd name="connsiteX90" fmla="*/ 816 w 10000"/>
              <a:gd name="connsiteY90" fmla="*/ 2098 h 9580"/>
              <a:gd name="connsiteX91" fmla="*/ 1144 w 10000"/>
              <a:gd name="connsiteY91" fmla="*/ 1787 h 9580"/>
              <a:gd name="connsiteX92" fmla="*/ 1906 w 10000"/>
              <a:gd name="connsiteY92" fmla="*/ 1708 h 9580"/>
              <a:gd name="connsiteX93" fmla="*/ 2640 w 10000"/>
              <a:gd name="connsiteY93" fmla="*/ 1766 h 9580"/>
              <a:gd name="connsiteX94" fmla="*/ 3002 w 10000"/>
              <a:gd name="connsiteY94" fmla="*/ 1813 h 9580"/>
              <a:gd name="connsiteX95" fmla="*/ 3322 w 10000"/>
              <a:gd name="connsiteY95" fmla="*/ 1911 h 9580"/>
              <a:gd name="connsiteX96" fmla="*/ 3551 w 10000"/>
              <a:gd name="connsiteY96" fmla="*/ 1712 h 9580"/>
              <a:gd name="connsiteX97" fmla="*/ 3943 w 10000"/>
              <a:gd name="connsiteY97" fmla="*/ 1474 h 9580"/>
              <a:gd name="connsiteX98" fmla="*/ 4163 w 10000"/>
              <a:gd name="connsiteY98" fmla="*/ 1886 h 9580"/>
              <a:gd name="connsiteX99" fmla="*/ 4144 w 10000"/>
              <a:gd name="connsiteY99" fmla="*/ 2581 h 9580"/>
              <a:gd name="connsiteX0" fmla="*/ 4144 w 10000"/>
              <a:gd name="connsiteY0" fmla="*/ 2707 h 10013"/>
              <a:gd name="connsiteX1" fmla="*/ 3751 w 10000"/>
              <a:gd name="connsiteY1" fmla="*/ 4330 h 10013"/>
              <a:gd name="connsiteX2" fmla="*/ 3632 w 10000"/>
              <a:gd name="connsiteY2" fmla="*/ 5101 h 10013"/>
              <a:gd name="connsiteX3" fmla="*/ 3518 w 10000"/>
              <a:gd name="connsiteY3" fmla="*/ 5451 h 10013"/>
              <a:gd name="connsiteX4" fmla="*/ 3226 w 10000"/>
              <a:gd name="connsiteY4" fmla="*/ 5756 h 10013"/>
              <a:gd name="connsiteX5" fmla="*/ 3079 w 10000"/>
              <a:gd name="connsiteY5" fmla="*/ 5917 h 10013"/>
              <a:gd name="connsiteX6" fmla="*/ 2989 w 10000"/>
              <a:gd name="connsiteY6" fmla="*/ 6074 h 10013"/>
              <a:gd name="connsiteX7" fmla="*/ 3089 w 10000"/>
              <a:gd name="connsiteY7" fmla="*/ 6253 h 10013"/>
              <a:gd name="connsiteX8" fmla="*/ 3343 w 10000"/>
              <a:gd name="connsiteY8" fmla="*/ 6449 h 10013"/>
              <a:gd name="connsiteX9" fmla="*/ 3488 w 10000"/>
              <a:gd name="connsiteY9" fmla="*/ 6809 h 10013"/>
              <a:gd name="connsiteX10" fmla="*/ 3580 w 10000"/>
              <a:gd name="connsiteY10" fmla="*/ 7068 h 10013"/>
              <a:gd name="connsiteX11" fmla="*/ 3762 w 10000"/>
              <a:gd name="connsiteY11" fmla="*/ 7393 h 10013"/>
              <a:gd name="connsiteX12" fmla="*/ 4129 w 10000"/>
              <a:gd name="connsiteY12" fmla="*/ 8044 h 10013"/>
              <a:gd name="connsiteX13" fmla="*/ 4282 w 10000"/>
              <a:gd name="connsiteY13" fmla="*/ 8401 h 10013"/>
              <a:gd name="connsiteX14" fmla="*/ 4367 w 10000"/>
              <a:gd name="connsiteY14" fmla="*/ 8685 h 10013"/>
              <a:gd name="connsiteX15" fmla="*/ 4401 w 10000"/>
              <a:gd name="connsiteY15" fmla="*/ 9171 h 10013"/>
              <a:gd name="connsiteX16" fmla="*/ 4282 w 10000"/>
              <a:gd name="connsiteY16" fmla="*/ 9502 h 10013"/>
              <a:gd name="connsiteX17" fmla="*/ 4224 w 10000"/>
              <a:gd name="connsiteY17" fmla="*/ 9760 h 10013"/>
              <a:gd name="connsiteX18" fmla="*/ 4271 w 10000"/>
              <a:gd name="connsiteY18" fmla="*/ 9889 h 10013"/>
              <a:gd name="connsiteX19" fmla="*/ 4449 w 10000"/>
              <a:gd name="connsiteY19" fmla="*/ 10005 h 10013"/>
              <a:gd name="connsiteX20" fmla="*/ 5127 w 10000"/>
              <a:gd name="connsiteY20" fmla="*/ 10005 h 10013"/>
              <a:gd name="connsiteX21" fmla="*/ 5751 w 10000"/>
              <a:gd name="connsiteY21" fmla="*/ 9987 h 10013"/>
              <a:gd name="connsiteX22" fmla="*/ 5877 w 10000"/>
              <a:gd name="connsiteY22" fmla="*/ 9847 h 10013"/>
              <a:gd name="connsiteX23" fmla="*/ 5867 w 10000"/>
              <a:gd name="connsiteY23" fmla="*/ 9614 h 10013"/>
              <a:gd name="connsiteX24" fmla="*/ 5737 w 10000"/>
              <a:gd name="connsiteY24" fmla="*/ 9374 h 10013"/>
              <a:gd name="connsiteX25" fmla="*/ 5690 w 10000"/>
              <a:gd name="connsiteY25" fmla="*/ 9079 h 10013"/>
              <a:gd name="connsiteX26" fmla="*/ 5685 w 10000"/>
              <a:gd name="connsiteY26" fmla="*/ 8711 h 10013"/>
              <a:gd name="connsiteX27" fmla="*/ 5776 w 10000"/>
              <a:gd name="connsiteY27" fmla="*/ 8343 h 10013"/>
              <a:gd name="connsiteX28" fmla="*/ 5986 w 10000"/>
              <a:gd name="connsiteY28" fmla="*/ 7797 h 10013"/>
              <a:gd name="connsiteX29" fmla="*/ 6102 w 10000"/>
              <a:gd name="connsiteY29" fmla="*/ 7512 h 10013"/>
              <a:gd name="connsiteX30" fmla="*/ 6196 w 10000"/>
              <a:gd name="connsiteY30" fmla="*/ 7389 h 10013"/>
              <a:gd name="connsiteX31" fmla="*/ 6534 w 10000"/>
              <a:gd name="connsiteY31" fmla="*/ 7618 h 10013"/>
              <a:gd name="connsiteX32" fmla="*/ 6902 w 10000"/>
              <a:gd name="connsiteY32" fmla="*/ 7746 h 10013"/>
              <a:gd name="connsiteX33" fmla="*/ 7470 w 10000"/>
              <a:gd name="connsiteY33" fmla="*/ 7851 h 10013"/>
              <a:gd name="connsiteX34" fmla="*/ 7903 w 10000"/>
              <a:gd name="connsiteY34" fmla="*/ 7877 h 10013"/>
              <a:gd name="connsiteX35" fmla="*/ 8301 w 10000"/>
              <a:gd name="connsiteY35" fmla="*/ 8058 h 10013"/>
              <a:gd name="connsiteX36" fmla="*/ 8549 w 10000"/>
              <a:gd name="connsiteY36" fmla="*/ 8212 h 10013"/>
              <a:gd name="connsiteX37" fmla="*/ 8782 w 10000"/>
              <a:gd name="connsiteY37" fmla="*/ 8256 h 10013"/>
              <a:gd name="connsiteX38" fmla="*/ 8758 w 10000"/>
              <a:gd name="connsiteY38" fmla="*/ 8113 h 10013"/>
              <a:gd name="connsiteX39" fmla="*/ 8491 w 10000"/>
              <a:gd name="connsiteY39" fmla="*/ 7964 h 10013"/>
              <a:gd name="connsiteX40" fmla="*/ 8309 w 10000"/>
              <a:gd name="connsiteY40" fmla="*/ 7797 h 10013"/>
              <a:gd name="connsiteX41" fmla="*/ 8286 w 10000"/>
              <a:gd name="connsiteY41" fmla="*/ 7640 h 10013"/>
              <a:gd name="connsiteX42" fmla="*/ 8496 w 10000"/>
              <a:gd name="connsiteY42" fmla="*/ 7480 h 10013"/>
              <a:gd name="connsiteX43" fmla="*/ 8695 w 10000"/>
              <a:gd name="connsiteY43" fmla="*/ 7301 h 10013"/>
              <a:gd name="connsiteX44" fmla="*/ 8406 w 10000"/>
              <a:gd name="connsiteY44" fmla="*/ 6948 h 10013"/>
              <a:gd name="connsiteX45" fmla="*/ 8730 w 10000"/>
              <a:gd name="connsiteY45" fmla="*/ 6621 h 10013"/>
              <a:gd name="connsiteX46" fmla="*/ 8853 w 10000"/>
              <a:gd name="connsiteY46" fmla="*/ 6526 h 10013"/>
              <a:gd name="connsiteX47" fmla="*/ 8801 w 10000"/>
              <a:gd name="connsiteY47" fmla="*/ 6398 h 10013"/>
              <a:gd name="connsiteX48" fmla="*/ 8559 w 10000"/>
              <a:gd name="connsiteY48" fmla="*/ 6492 h 10013"/>
              <a:gd name="connsiteX49" fmla="*/ 8210 w 10000"/>
              <a:gd name="connsiteY49" fmla="*/ 6697 h 10013"/>
              <a:gd name="connsiteX50" fmla="*/ 7909 w 10000"/>
              <a:gd name="connsiteY50" fmla="*/ 6657 h 10013"/>
              <a:gd name="connsiteX51" fmla="*/ 7414 w 10000"/>
              <a:gd name="connsiteY51" fmla="*/ 6540 h 10013"/>
              <a:gd name="connsiteX52" fmla="*/ 6894 w 10000"/>
              <a:gd name="connsiteY52" fmla="*/ 6526 h 10013"/>
              <a:gd name="connsiteX53" fmla="*/ 6487 w 10000"/>
              <a:gd name="connsiteY53" fmla="*/ 6558 h 10013"/>
              <a:gd name="connsiteX54" fmla="*/ 6478 w 10000"/>
              <a:gd name="connsiteY54" fmla="*/ 6398 h 10013"/>
              <a:gd name="connsiteX55" fmla="*/ 6571 w 10000"/>
              <a:gd name="connsiteY55" fmla="*/ 6027 h 10013"/>
              <a:gd name="connsiteX56" fmla="*/ 6632 w 10000"/>
              <a:gd name="connsiteY56" fmla="*/ 5603 h 10013"/>
              <a:gd name="connsiteX57" fmla="*/ 6553 w 10000"/>
              <a:gd name="connsiteY57" fmla="*/ 5079 h 10013"/>
              <a:gd name="connsiteX58" fmla="*/ 6372 w 10000"/>
              <a:gd name="connsiteY58" fmla="*/ 4397 h 10013"/>
              <a:gd name="connsiteX59" fmla="*/ 6187 w 10000"/>
              <a:gd name="connsiteY59" fmla="*/ 3792 h 10013"/>
              <a:gd name="connsiteX60" fmla="*/ 5893 w 10000"/>
              <a:gd name="connsiteY60" fmla="*/ 2933 h 10013"/>
              <a:gd name="connsiteX61" fmla="*/ 5844 w 10000"/>
              <a:gd name="connsiteY61" fmla="*/ 1777 h 10013"/>
              <a:gd name="connsiteX62" fmla="*/ 7340 w 10000"/>
              <a:gd name="connsiteY62" fmla="*/ 1788 h 10013"/>
              <a:gd name="connsiteX63" fmla="*/ 8119 w 10000"/>
              <a:gd name="connsiteY63" fmla="*/ 2506 h 10013"/>
              <a:gd name="connsiteX64" fmla="*/ 8468 w 10000"/>
              <a:gd name="connsiteY64" fmla="*/ 3360 h 10013"/>
              <a:gd name="connsiteX65" fmla="*/ 8955 w 10000"/>
              <a:gd name="connsiteY65" fmla="*/ 3956 h 10013"/>
              <a:gd name="connsiteX66" fmla="*/ 9441 w 10000"/>
              <a:gd name="connsiteY66" fmla="*/ 4712 h 10013"/>
              <a:gd name="connsiteX67" fmla="*/ 10000 w 10000"/>
              <a:gd name="connsiteY67" fmla="*/ 6277 h 10013"/>
              <a:gd name="connsiteX68" fmla="*/ 9756 w 10000"/>
              <a:gd name="connsiteY68" fmla="*/ 4639 h 10013"/>
              <a:gd name="connsiteX69" fmla="*/ 8880 w 10000"/>
              <a:gd name="connsiteY69" fmla="*/ 3423 h 10013"/>
              <a:gd name="connsiteX70" fmla="*/ 8147 w 10000"/>
              <a:gd name="connsiteY70" fmla="*/ 2118 h 10013"/>
              <a:gd name="connsiteX71" fmla="*/ 7383 w 10000"/>
              <a:gd name="connsiteY71" fmla="*/ 1485 h 10013"/>
              <a:gd name="connsiteX72" fmla="*/ 6481 w 10000"/>
              <a:gd name="connsiteY72" fmla="*/ 1456 h 10013"/>
              <a:gd name="connsiteX73" fmla="*/ 5539 w 10000"/>
              <a:gd name="connsiteY73" fmla="*/ 1381 h 10013"/>
              <a:gd name="connsiteX74" fmla="*/ 5314 w 10000"/>
              <a:gd name="connsiteY74" fmla="*/ 1275 h 10013"/>
              <a:gd name="connsiteX75" fmla="*/ 5146 w 10000"/>
              <a:gd name="connsiteY75" fmla="*/ 779 h 10013"/>
              <a:gd name="connsiteX76" fmla="*/ 4820 w 10000"/>
              <a:gd name="connsiteY76" fmla="*/ 750 h 10013"/>
              <a:gd name="connsiteX77" fmla="*/ 4697 w 10000"/>
              <a:gd name="connsiteY77" fmla="*/ 1034 h 10013"/>
              <a:gd name="connsiteX78" fmla="*/ 4506 w 10000"/>
              <a:gd name="connsiteY78" fmla="*/ 1420 h 10013"/>
              <a:gd name="connsiteX79" fmla="*/ 3623 w 10000"/>
              <a:gd name="connsiteY79" fmla="*/ 1017 h 10013"/>
              <a:gd name="connsiteX80" fmla="*/ 3565 w 10000"/>
              <a:gd name="connsiteY80" fmla="*/ 605 h 10013"/>
              <a:gd name="connsiteX81" fmla="*/ 2847 w 10000"/>
              <a:gd name="connsiteY81" fmla="*/ 26 h 10013"/>
              <a:gd name="connsiteX82" fmla="*/ 1959 w 10000"/>
              <a:gd name="connsiteY82" fmla="*/ 1548 h 10013"/>
              <a:gd name="connsiteX83" fmla="*/ 1136 w 10000"/>
              <a:gd name="connsiteY83" fmla="*/ 1540 h 10013"/>
              <a:gd name="connsiteX84" fmla="*/ 520 w 10000"/>
              <a:gd name="connsiteY84" fmla="*/ 1828 h 10013"/>
              <a:gd name="connsiteX85" fmla="*/ 313 w 10000"/>
              <a:gd name="connsiteY85" fmla="*/ 2896 h 10013"/>
              <a:gd name="connsiteX86" fmla="*/ 2 w 10000"/>
              <a:gd name="connsiteY86" fmla="*/ 4964 h 10013"/>
              <a:gd name="connsiteX87" fmla="*/ 161 w 10000"/>
              <a:gd name="connsiteY87" fmla="*/ 6609 h 10013"/>
              <a:gd name="connsiteX88" fmla="*/ 157 w 10000"/>
              <a:gd name="connsiteY88" fmla="*/ 4912 h 10013"/>
              <a:gd name="connsiteX89" fmla="*/ 522 w 10000"/>
              <a:gd name="connsiteY89" fmla="*/ 3369 h 10013"/>
              <a:gd name="connsiteX90" fmla="*/ 816 w 10000"/>
              <a:gd name="connsiteY90" fmla="*/ 2203 h 10013"/>
              <a:gd name="connsiteX91" fmla="*/ 1144 w 10000"/>
              <a:gd name="connsiteY91" fmla="*/ 1878 h 10013"/>
              <a:gd name="connsiteX92" fmla="*/ 1906 w 10000"/>
              <a:gd name="connsiteY92" fmla="*/ 1796 h 10013"/>
              <a:gd name="connsiteX93" fmla="*/ 2640 w 10000"/>
              <a:gd name="connsiteY93" fmla="*/ 1856 h 10013"/>
              <a:gd name="connsiteX94" fmla="*/ 3002 w 10000"/>
              <a:gd name="connsiteY94" fmla="*/ 1905 h 10013"/>
              <a:gd name="connsiteX95" fmla="*/ 3322 w 10000"/>
              <a:gd name="connsiteY95" fmla="*/ 2008 h 10013"/>
              <a:gd name="connsiteX96" fmla="*/ 3551 w 10000"/>
              <a:gd name="connsiteY96" fmla="*/ 1800 h 10013"/>
              <a:gd name="connsiteX97" fmla="*/ 3943 w 10000"/>
              <a:gd name="connsiteY97" fmla="*/ 1552 h 10013"/>
              <a:gd name="connsiteX98" fmla="*/ 4163 w 10000"/>
              <a:gd name="connsiteY98" fmla="*/ 1982 h 10013"/>
              <a:gd name="connsiteX99" fmla="*/ 4144 w 10000"/>
              <a:gd name="connsiteY99" fmla="*/ 2707 h 10013"/>
              <a:gd name="connsiteX0" fmla="*/ 4144 w 10000"/>
              <a:gd name="connsiteY0" fmla="*/ 2122 h 9428"/>
              <a:gd name="connsiteX1" fmla="*/ 3751 w 10000"/>
              <a:gd name="connsiteY1" fmla="*/ 3745 h 9428"/>
              <a:gd name="connsiteX2" fmla="*/ 3632 w 10000"/>
              <a:gd name="connsiteY2" fmla="*/ 4516 h 9428"/>
              <a:gd name="connsiteX3" fmla="*/ 3518 w 10000"/>
              <a:gd name="connsiteY3" fmla="*/ 4866 h 9428"/>
              <a:gd name="connsiteX4" fmla="*/ 3226 w 10000"/>
              <a:gd name="connsiteY4" fmla="*/ 5171 h 9428"/>
              <a:gd name="connsiteX5" fmla="*/ 3079 w 10000"/>
              <a:gd name="connsiteY5" fmla="*/ 5332 h 9428"/>
              <a:gd name="connsiteX6" fmla="*/ 2989 w 10000"/>
              <a:gd name="connsiteY6" fmla="*/ 5489 h 9428"/>
              <a:gd name="connsiteX7" fmla="*/ 3089 w 10000"/>
              <a:gd name="connsiteY7" fmla="*/ 5668 h 9428"/>
              <a:gd name="connsiteX8" fmla="*/ 3343 w 10000"/>
              <a:gd name="connsiteY8" fmla="*/ 5864 h 9428"/>
              <a:gd name="connsiteX9" fmla="*/ 3488 w 10000"/>
              <a:gd name="connsiteY9" fmla="*/ 6224 h 9428"/>
              <a:gd name="connsiteX10" fmla="*/ 3580 w 10000"/>
              <a:gd name="connsiteY10" fmla="*/ 6483 h 9428"/>
              <a:gd name="connsiteX11" fmla="*/ 3762 w 10000"/>
              <a:gd name="connsiteY11" fmla="*/ 6808 h 9428"/>
              <a:gd name="connsiteX12" fmla="*/ 4129 w 10000"/>
              <a:gd name="connsiteY12" fmla="*/ 7459 h 9428"/>
              <a:gd name="connsiteX13" fmla="*/ 4282 w 10000"/>
              <a:gd name="connsiteY13" fmla="*/ 7816 h 9428"/>
              <a:gd name="connsiteX14" fmla="*/ 4367 w 10000"/>
              <a:gd name="connsiteY14" fmla="*/ 8100 h 9428"/>
              <a:gd name="connsiteX15" fmla="*/ 4401 w 10000"/>
              <a:gd name="connsiteY15" fmla="*/ 8586 h 9428"/>
              <a:gd name="connsiteX16" fmla="*/ 4282 w 10000"/>
              <a:gd name="connsiteY16" fmla="*/ 8917 h 9428"/>
              <a:gd name="connsiteX17" fmla="*/ 4224 w 10000"/>
              <a:gd name="connsiteY17" fmla="*/ 9175 h 9428"/>
              <a:gd name="connsiteX18" fmla="*/ 4271 w 10000"/>
              <a:gd name="connsiteY18" fmla="*/ 9304 h 9428"/>
              <a:gd name="connsiteX19" fmla="*/ 4449 w 10000"/>
              <a:gd name="connsiteY19" fmla="*/ 9420 h 9428"/>
              <a:gd name="connsiteX20" fmla="*/ 5127 w 10000"/>
              <a:gd name="connsiteY20" fmla="*/ 9420 h 9428"/>
              <a:gd name="connsiteX21" fmla="*/ 5751 w 10000"/>
              <a:gd name="connsiteY21" fmla="*/ 9402 h 9428"/>
              <a:gd name="connsiteX22" fmla="*/ 5877 w 10000"/>
              <a:gd name="connsiteY22" fmla="*/ 9262 h 9428"/>
              <a:gd name="connsiteX23" fmla="*/ 5867 w 10000"/>
              <a:gd name="connsiteY23" fmla="*/ 9029 h 9428"/>
              <a:gd name="connsiteX24" fmla="*/ 5737 w 10000"/>
              <a:gd name="connsiteY24" fmla="*/ 8789 h 9428"/>
              <a:gd name="connsiteX25" fmla="*/ 5690 w 10000"/>
              <a:gd name="connsiteY25" fmla="*/ 8494 h 9428"/>
              <a:gd name="connsiteX26" fmla="*/ 5685 w 10000"/>
              <a:gd name="connsiteY26" fmla="*/ 8126 h 9428"/>
              <a:gd name="connsiteX27" fmla="*/ 5776 w 10000"/>
              <a:gd name="connsiteY27" fmla="*/ 7758 h 9428"/>
              <a:gd name="connsiteX28" fmla="*/ 5986 w 10000"/>
              <a:gd name="connsiteY28" fmla="*/ 7212 h 9428"/>
              <a:gd name="connsiteX29" fmla="*/ 6102 w 10000"/>
              <a:gd name="connsiteY29" fmla="*/ 6927 h 9428"/>
              <a:gd name="connsiteX30" fmla="*/ 6196 w 10000"/>
              <a:gd name="connsiteY30" fmla="*/ 6804 h 9428"/>
              <a:gd name="connsiteX31" fmla="*/ 6534 w 10000"/>
              <a:gd name="connsiteY31" fmla="*/ 7033 h 9428"/>
              <a:gd name="connsiteX32" fmla="*/ 6902 w 10000"/>
              <a:gd name="connsiteY32" fmla="*/ 7161 h 9428"/>
              <a:gd name="connsiteX33" fmla="*/ 7470 w 10000"/>
              <a:gd name="connsiteY33" fmla="*/ 7266 h 9428"/>
              <a:gd name="connsiteX34" fmla="*/ 7903 w 10000"/>
              <a:gd name="connsiteY34" fmla="*/ 7292 h 9428"/>
              <a:gd name="connsiteX35" fmla="*/ 8301 w 10000"/>
              <a:gd name="connsiteY35" fmla="*/ 7473 h 9428"/>
              <a:gd name="connsiteX36" fmla="*/ 8549 w 10000"/>
              <a:gd name="connsiteY36" fmla="*/ 7627 h 9428"/>
              <a:gd name="connsiteX37" fmla="*/ 8782 w 10000"/>
              <a:gd name="connsiteY37" fmla="*/ 7671 h 9428"/>
              <a:gd name="connsiteX38" fmla="*/ 8758 w 10000"/>
              <a:gd name="connsiteY38" fmla="*/ 7528 h 9428"/>
              <a:gd name="connsiteX39" fmla="*/ 8491 w 10000"/>
              <a:gd name="connsiteY39" fmla="*/ 7379 h 9428"/>
              <a:gd name="connsiteX40" fmla="*/ 8309 w 10000"/>
              <a:gd name="connsiteY40" fmla="*/ 7212 h 9428"/>
              <a:gd name="connsiteX41" fmla="*/ 8286 w 10000"/>
              <a:gd name="connsiteY41" fmla="*/ 7055 h 9428"/>
              <a:gd name="connsiteX42" fmla="*/ 8496 w 10000"/>
              <a:gd name="connsiteY42" fmla="*/ 6895 h 9428"/>
              <a:gd name="connsiteX43" fmla="*/ 8695 w 10000"/>
              <a:gd name="connsiteY43" fmla="*/ 6716 h 9428"/>
              <a:gd name="connsiteX44" fmla="*/ 8406 w 10000"/>
              <a:gd name="connsiteY44" fmla="*/ 6363 h 9428"/>
              <a:gd name="connsiteX45" fmla="*/ 8730 w 10000"/>
              <a:gd name="connsiteY45" fmla="*/ 6036 h 9428"/>
              <a:gd name="connsiteX46" fmla="*/ 8853 w 10000"/>
              <a:gd name="connsiteY46" fmla="*/ 5941 h 9428"/>
              <a:gd name="connsiteX47" fmla="*/ 8801 w 10000"/>
              <a:gd name="connsiteY47" fmla="*/ 5813 h 9428"/>
              <a:gd name="connsiteX48" fmla="*/ 8559 w 10000"/>
              <a:gd name="connsiteY48" fmla="*/ 5907 h 9428"/>
              <a:gd name="connsiteX49" fmla="*/ 8210 w 10000"/>
              <a:gd name="connsiteY49" fmla="*/ 6112 h 9428"/>
              <a:gd name="connsiteX50" fmla="*/ 7909 w 10000"/>
              <a:gd name="connsiteY50" fmla="*/ 6072 h 9428"/>
              <a:gd name="connsiteX51" fmla="*/ 7414 w 10000"/>
              <a:gd name="connsiteY51" fmla="*/ 5955 h 9428"/>
              <a:gd name="connsiteX52" fmla="*/ 6894 w 10000"/>
              <a:gd name="connsiteY52" fmla="*/ 5941 h 9428"/>
              <a:gd name="connsiteX53" fmla="*/ 6487 w 10000"/>
              <a:gd name="connsiteY53" fmla="*/ 5973 h 9428"/>
              <a:gd name="connsiteX54" fmla="*/ 6478 w 10000"/>
              <a:gd name="connsiteY54" fmla="*/ 5813 h 9428"/>
              <a:gd name="connsiteX55" fmla="*/ 6571 w 10000"/>
              <a:gd name="connsiteY55" fmla="*/ 5442 h 9428"/>
              <a:gd name="connsiteX56" fmla="*/ 6632 w 10000"/>
              <a:gd name="connsiteY56" fmla="*/ 5018 h 9428"/>
              <a:gd name="connsiteX57" fmla="*/ 6553 w 10000"/>
              <a:gd name="connsiteY57" fmla="*/ 4494 h 9428"/>
              <a:gd name="connsiteX58" fmla="*/ 6372 w 10000"/>
              <a:gd name="connsiteY58" fmla="*/ 3812 h 9428"/>
              <a:gd name="connsiteX59" fmla="*/ 6187 w 10000"/>
              <a:gd name="connsiteY59" fmla="*/ 3207 h 9428"/>
              <a:gd name="connsiteX60" fmla="*/ 5893 w 10000"/>
              <a:gd name="connsiteY60" fmla="*/ 2348 h 9428"/>
              <a:gd name="connsiteX61" fmla="*/ 5844 w 10000"/>
              <a:gd name="connsiteY61" fmla="*/ 1192 h 9428"/>
              <a:gd name="connsiteX62" fmla="*/ 7340 w 10000"/>
              <a:gd name="connsiteY62" fmla="*/ 1203 h 9428"/>
              <a:gd name="connsiteX63" fmla="*/ 8119 w 10000"/>
              <a:gd name="connsiteY63" fmla="*/ 1921 h 9428"/>
              <a:gd name="connsiteX64" fmla="*/ 8468 w 10000"/>
              <a:gd name="connsiteY64" fmla="*/ 2775 h 9428"/>
              <a:gd name="connsiteX65" fmla="*/ 8955 w 10000"/>
              <a:gd name="connsiteY65" fmla="*/ 3371 h 9428"/>
              <a:gd name="connsiteX66" fmla="*/ 9441 w 10000"/>
              <a:gd name="connsiteY66" fmla="*/ 4127 h 9428"/>
              <a:gd name="connsiteX67" fmla="*/ 10000 w 10000"/>
              <a:gd name="connsiteY67" fmla="*/ 5692 h 9428"/>
              <a:gd name="connsiteX68" fmla="*/ 9756 w 10000"/>
              <a:gd name="connsiteY68" fmla="*/ 4054 h 9428"/>
              <a:gd name="connsiteX69" fmla="*/ 8880 w 10000"/>
              <a:gd name="connsiteY69" fmla="*/ 2838 h 9428"/>
              <a:gd name="connsiteX70" fmla="*/ 8147 w 10000"/>
              <a:gd name="connsiteY70" fmla="*/ 1533 h 9428"/>
              <a:gd name="connsiteX71" fmla="*/ 7383 w 10000"/>
              <a:gd name="connsiteY71" fmla="*/ 900 h 9428"/>
              <a:gd name="connsiteX72" fmla="*/ 6481 w 10000"/>
              <a:gd name="connsiteY72" fmla="*/ 871 h 9428"/>
              <a:gd name="connsiteX73" fmla="*/ 5539 w 10000"/>
              <a:gd name="connsiteY73" fmla="*/ 796 h 9428"/>
              <a:gd name="connsiteX74" fmla="*/ 5314 w 10000"/>
              <a:gd name="connsiteY74" fmla="*/ 690 h 9428"/>
              <a:gd name="connsiteX75" fmla="*/ 5146 w 10000"/>
              <a:gd name="connsiteY75" fmla="*/ 194 h 9428"/>
              <a:gd name="connsiteX76" fmla="*/ 4820 w 10000"/>
              <a:gd name="connsiteY76" fmla="*/ 165 h 9428"/>
              <a:gd name="connsiteX77" fmla="*/ 4697 w 10000"/>
              <a:gd name="connsiteY77" fmla="*/ 449 h 9428"/>
              <a:gd name="connsiteX78" fmla="*/ 4506 w 10000"/>
              <a:gd name="connsiteY78" fmla="*/ 835 h 9428"/>
              <a:gd name="connsiteX79" fmla="*/ 3623 w 10000"/>
              <a:gd name="connsiteY79" fmla="*/ 432 h 9428"/>
              <a:gd name="connsiteX80" fmla="*/ 3565 w 10000"/>
              <a:gd name="connsiteY80" fmla="*/ 20 h 9428"/>
              <a:gd name="connsiteX81" fmla="*/ 2866 w 10000"/>
              <a:gd name="connsiteY81" fmla="*/ 949 h 9428"/>
              <a:gd name="connsiteX82" fmla="*/ 1959 w 10000"/>
              <a:gd name="connsiteY82" fmla="*/ 963 h 9428"/>
              <a:gd name="connsiteX83" fmla="*/ 1136 w 10000"/>
              <a:gd name="connsiteY83" fmla="*/ 955 h 9428"/>
              <a:gd name="connsiteX84" fmla="*/ 520 w 10000"/>
              <a:gd name="connsiteY84" fmla="*/ 1243 h 9428"/>
              <a:gd name="connsiteX85" fmla="*/ 313 w 10000"/>
              <a:gd name="connsiteY85" fmla="*/ 2311 h 9428"/>
              <a:gd name="connsiteX86" fmla="*/ 2 w 10000"/>
              <a:gd name="connsiteY86" fmla="*/ 4379 h 9428"/>
              <a:gd name="connsiteX87" fmla="*/ 161 w 10000"/>
              <a:gd name="connsiteY87" fmla="*/ 6024 h 9428"/>
              <a:gd name="connsiteX88" fmla="*/ 157 w 10000"/>
              <a:gd name="connsiteY88" fmla="*/ 4327 h 9428"/>
              <a:gd name="connsiteX89" fmla="*/ 522 w 10000"/>
              <a:gd name="connsiteY89" fmla="*/ 2784 h 9428"/>
              <a:gd name="connsiteX90" fmla="*/ 816 w 10000"/>
              <a:gd name="connsiteY90" fmla="*/ 1618 h 9428"/>
              <a:gd name="connsiteX91" fmla="*/ 1144 w 10000"/>
              <a:gd name="connsiteY91" fmla="*/ 1293 h 9428"/>
              <a:gd name="connsiteX92" fmla="*/ 1906 w 10000"/>
              <a:gd name="connsiteY92" fmla="*/ 1211 h 9428"/>
              <a:gd name="connsiteX93" fmla="*/ 2640 w 10000"/>
              <a:gd name="connsiteY93" fmla="*/ 1271 h 9428"/>
              <a:gd name="connsiteX94" fmla="*/ 3002 w 10000"/>
              <a:gd name="connsiteY94" fmla="*/ 1320 h 9428"/>
              <a:gd name="connsiteX95" fmla="*/ 3322 w 10000"/>
              <a:gd name="connsiteY95" fmla="*/ 1423 h 9428"/>
              <a:gd name="connsiteX96" fmla="*/ 3551 w 10000"/>
              <a:gd name="connsiteY96" fmla="*/ 1215 h 9428"/>
              <a:gd name="connsiteX97" fmla="*/ 3943 w 10000"/>
              <a:gd name="connsiteY97" fmla="*/ 967 h 9428"/>
              <a:gd name="connsiteX98" fmla="*/ 4163 w 10000"/>
              <a:gd name="connsiteY98" fmla="*/ 1397 h 9428"/>
              <a:gd name="connsiteX99" fmla="*/ 4144 w 10000"/>
              <a:gd name="connsiteY99" fmla="*/ 2122 h 9428"/>
              <a:gd name="connsiteX0" fmla="*/ 4144 w 10000"/>
              <a:gd name="connsiteY0" fmla="*/ 2114 h 9863"/>
              <a:gd name="connsiteX1" fmla="*/ 3751 w 10000"/>
              <a:gd name="connsiteY1" fmla="*/ 3835 h 9863"/>
              <a:gd name="connsiteX2" fmla="*/ 3632 w 10000"/>
              <a:gd name="connsiteY2" fmla="*/ 4653 h 9863"/>
              <a:gd name="connsiteX3" fmla="*/ 3518 w 10000"/>
              <a:gd name="connsiteY3" fmla="*/ 5024 h 9863"/>
              <a:gd name="connsiteX4" fmla="*/ 3226 w 10000"/>
              <a:gd name="connsiteY4" fmla="*/ 5348 h 9863"/>
              <a:gd name="connsiteX5" fmla="*/ 3079 w 10000"/>
              <a:gd name="connsiteY5" fmla="*/ 5518 h 9863"/>
              <a:gd name="connsiteX6" fmla="*/ 2989 w 10000"/>
              <a:gd name="connsiteY6" fmla="*/ 5685 h 9863"/>
              <a:gd name="connsiteX7" fmla="*/ 3089 w 10000"/>
              <a:gd name="connsiteY7" fmla="*/ 5875 h 9863"/>
              <a:gd name="connsiteX8" fmla="*/ 3343 w 10000"/>
              <a:gd name="connsiteY8" fmla="*/ 6083 h 9863"/>
              <a:gd name="connsiteX9" fmla="*/ 3488 w 10000"/>
              <a:gd name="connsiteY9" fmla="*/ 6465 h 9863"/>
              <a:gd name="connsiteX10" fmla="*/ 3580 w 10000"/>
              <a:gd name="connsiteY10" fmla="*/ 6739 h 9863"/>
              <a:gd name="connsiteX11" fmla="*/ 3762 w 10000"/>
              <a:gd name="connsiteY11" fmla="*/ 7084 h 9863"/>
              <a:gd name="connsiteX12" fmla="*/ 4129 w 10000"/>
              <a:gd name="connsiteY12" fmla="*/ 7775 h 9863"/>
              <a:gd name="connsiteX13" fmla="*/ 4282 w 10000"/>
              <a:gd name="connsiteY13" fmla="*/ 8153 h 9863"/>
              <a:gd name="connsiteX14" fmla="*/ 4367 w 10000"/>
              <a:gd name="connsiteY14" fmla="*/ 8454 h 9863"/>
              <a:gd name="connsiteX15" fmla="*/ 4401 w 10000"/>
              <a:gd name="connsiteY15" fmla="*/ 8970 h 9863"/>
              <a:gd name="connsiteX16" fmla="*/ 4282 w 10000"/>
              <a:gd name="connsiteY16" fmla="*/ 9321 h 9863"/>
              <a:gd name="connsiteX17" fmla="*/ 4224 w 10000"/>
              <a:gd name="connsiteY17" fmla="*/ 9595 h 9863"/>
              <a:gd name="connsiteX18" fmla="*/ 4271 w 10000"/>
              <a:gd name="connsiteY18" fmla="*/ 9731 h 9863"/>
              <a:gd name="connsiteX19" fmla="*/ 4449 w 10000"/>
              <a:gd name="connsiteY19" fmla="*/ 9855 h 9863"/>
              <a:gd name="connsiteX20" fmla="*/ 5127 w 10000"/>
              <a:gd name="connsiteY20" fmla="*/ 9855 h 9863"/>
              <a:gd name="connsiteX21" fmla="*/ 5751 w 10000"/>
              <a:gd name="connsiteY21" fmla="*/ 9835 h 9863"/>
              <a:gd name="connsiteX22" fmla="*/ 5877 w 10000"/>
              <a:gd name="connsiteY22" fmla="*/ 9687 h 9863"/>
              <a:gd name="connsiteX23" fmla="*/ 5867 w 10000"/>
              <a:gd name="connsiteY23" fmla="*/ 9440 h 9863"/>
              <a:gd name="connsiteX24" fmla="*/ 5737 w 10000"/>
              <a:gd name="connsiteY24" fmla="*/ 9185 h 9863"/>
              <a:gd name="connsiteX25" fmla="*/ 5690 w 10000"/>
              <a:gd name="connsiteY25" fmla="*/ 8872 h 9863"/>
              <a:gd name="connsiteX26" fmla="*/ 5685 w 10000"/>
              <a:gd name="connsiteY26" fmla="*/ 8482 h 9863"/>
              <a:gd name="connsiteX27" fmla="*/ 5776 w 10000"/>
              <a:gd name="connsiteY27" fmla="*/ 8092 h 9863"/>
              <a:gd name="connsiteX28" fmla="*/ 5986 w 10000"/>
              <a:gd name="connsiteY28" fmla="*/ 7513 h 9863"/>
              <a:gd name="connsiteX29" fmla="*/ 6102 w 10000"/>
              <a:gd name="connsiteY29" fmla="*/ 7210 h 9863"/>
              <a:gd name="connsiteX30" fmla="*/ 6196 w 10000"/>
              <a:gd name="connsiteY30" fmla="*/ 7080 h 9863"/>
              <a:gd name="connsiteX31" fmla="*/ 6534 w 10000"/>
              <a:gd name="connsiteY31" fmla="*/ 7323 h 9863"/>
              <a:gd name="connsiteX32" fmla="*/ 6902 w 10000"/>
              <a:gd name="connsiteY32" fmla="*/ 7458 h 9863"/>
              <a:gd name="connsiteX33" fmla="*/ 7470 w 10000"/>
              <a:gd name="connsiteY33" fmla="*/ 7570 h 9863"/>
              <a:gd name="connsiteX34" fmla="*/ 7903 w 10000"/>
              <a:gd name="connsiteY34" fmla="*/ 7597 h 9863"/>
              <a:gd name="connsiteX35" fmla="*/ 8301 w 10000"/>
              <a:gd name="connsiteY35" fmla="*/ 7789 h 9863"/>
              <a:gd name="connsiteX36" fmla="*/ 8549 w 10000"/>
              <a:gd name="connsiteY36" fmla="*/ 7953 h 9863"/>
              <a:gd name="connsiteX37" fmla="*/ 8782 w 10000"/>
              <a:gd name="connsiteY37" fmla="*/ 7999 h 9863"/>
              <a:gd name="connsiteX38" fmla="*/ 8758 w 10000"/>
              <a:gd name="connsiteY38" fmla="*/ 7848 h 9863"/>
              <a:gd name="connsiteX39" fmla="*/ 8491 w 10000"/>
              <a:gd name="connsiteY39" fmla="*/ 7690 h 9863"/>
              <a:gd name="connsiteX40" fmla="*/ 8309 w 10000"/>
              <a:gd name="connsiteY40" fmla="*/ 7513 h 9863"/>
              <a:gd name="connsiteX41" fmla="*/ 8286 w 10000"/>
              <a:gd name="connsiteY41" fmla="*/ 7346 h 9863"/>
              <a:gd name="connsiteX42" fmla="*/ 8496 w 10000"/>
              <a:gd name="connsiteY42" fmla="*/ 7176 h 9863"/>
              <a:gd name="connsiteX43" fmla="*/ 8695 w 10000"/>
              <a:gd name="connsiteY43" fmla="*/ 6986 h 9863"/>
              <a:gd name="connsiteX44" fmla="*/ 8406 w 10000"/>
              <a:gd name="connsiteY44" fmla="*/ 6612 h 9863"/>
              <a:gd name="connsiteX45" fmla="*/ 8730 w 10000"/>
              <a:gd name="connsiteY45" fmla="*/ 6265 h 9863"/>
              <a:gd name="connsiteX46" fmla="*/ 8853 w 10000"/>
              <a:gd name="connsiteY46" fmla="*/ 6164 h 9863"/>
              <a:gd name="connsiteX47" fmla="*/ 8801 w 10000"/>
              <a:gd name="connsiteY47" fmla="*/ 6029 h 9863"/>
              <a:gd name="connsiteX48" fmla="*/ 8559 w 10000"/>
              <a:gd name="connsiteY48" fmla="*/ 6128 h 9863"/>
              <a:gd name="connsiteX49" fmla="*/ 8210 w 10000"/>
              <a:gd name="connsiteY49" fmla="*/ 6346 h 9863"/>
              <a:gd name="connsiteX50" fmla="*/ 7909 w 10000"/>
              <a:gd name="connsiteY50" fmla="*/ 6303 h 9863"/>
              <a:gd name="connsiteX51" fmla="*/ 7414 w 10000"/>
              <a:gd name="connsiteY51" fmla="*/ 6179 h 9863"/>
              <a:gd name="connsiteX52" fmla="*/ 6894 w 10000"/>
              <a:gd name="connsiteY52" fmla="*/ 6164 h 9863"/>
              <a:gd name="connsiteX53" fmla="*/ 6487 w 10000"/>
              <a:gd name="connsiteY53" fmla="*/ 6198 h 9863"/>
              <a:gd name="connsiteX54" fmla="*/ 6478 w 10000"/>
              <a:gd name="connsiteY54" fmla="*/ 6029 h 9863"/>
              <a:gd name="connsiteX55" fmla="*/ 6571 w 10000"/>
              <a:gd name="connsiteY55" fmla="*/ 5635 h 9863"/>
              <a:gd name="connsiteX56" fmla="*/ 6632 w 10000"/>
              <a:gd name="connsiteY56" fmla="*/ 5185 h 9863"/>
              <a:gd name="connsiteX57" fmla="*/ 6553 w 10000"/>
              <a:gd name="connsiteY57" fmla="*/ 4630 h 9863"/>
              <a:gd name="connsiteX58" fmla="*/ 6372 w 10000"/>
              <a:gd name="connsiteY58" fmla="*/ 3906 h 9863"/>
              <a:gd name="connsiteX59" fmla="*/ 6187 w 10000"/>
              <a:gd name="connsiteY59" fmla="*/ 3265 h 9863"/>
              <a:gd name="connsiteX60" fmla="*/ 5893 w 10000"/>
              <a:gd name="connsiteY60" fmla="*/ 2353 h 9863"/>
              <a:gd name="connsiteX61" fmla="*/ 5844 w 10000"/>
              <a:gd name="connsiteY61" fmla="*/ 1127 h 9863"/>
              <a:gd name="connsiteX62" fmla="*/ 7340 w 10000"/>
              <a:gd name="connsiteY62" fmla="*/ 1139 h 9863"/>
              <a:gd name="connsiteX63" fmla="*/ 8119 w 10000"/>
              <a:gd name="connsiteY63" fmla="*/ 1901 h 9863"/>
              <a:gd name="connsiteX64" fmla="*/ 8468 w 10000"/>
              <a:gd name="connsiteY64" fmla="*/ 2806 h 9863"/>
              <a:gd name="connsiteX65" fmla="*/ 8955 w 10000"/>
              <a:gd name="connsiteY65" fmla="*/ 3439 h 9863"/>
              <a:gd name="connsiteX66" fmla="*/ 9441 w 10000"/>
              <a:gd name="connsiteY66" fmla="*/ 4240 h 9863"/>
              <a:gd name="connsiteX67" fmla="*/ 10000 w 10000"/>
              <a:gd name="connsiteY67" fmla="*/ 5900 h 9863"/>
              <a:gd name="connsiteX68" fmla="*/ 9756 w 10000"/>
              <a:gd name="connsiteY68" fmla="*/ 4163 h 9863"/>
              <a:gd name="connsiteX69" fmla="*/ 8880 w 10000"/>
              <a:gd name="connsiteY69" fmla="*/ 2873 h 9863"/>
              <a:gd name="connsiteX70" fmla="*/ 8147 w 10000"/>
              <a:gd name="connsiteY70" fmla="*/ 1489 h 9863"/>
              <a:gd name="connsiteX71" fmla="*/ 7383 w 10000"/>
              <a:gd name="connsiteY71" fmla="*/ 818 h 9863"/>
              <a:gd name="connsiteX72" fmla="*/ 6481 w 10000"/>
              <a:gd name="connsiteY72" fmla="*/ 787 h 9863"/>
              <a:gd name="connsiteX73" fmla="*/ 5539 w 10000"/>
              <a:gd name="connsiteY73" fmla="*/ 707 h 9863"/>
              <a:gd name="connsiteX74" fmla="*/ 5314 w 10000"/>
              <a:gd name="connsiteY74" fmla="*/ 595 h 9863"/>
              <a:gd name="connsiteX75" fmla="*/ 5146 w 10000"/>
              <a:gd name="connsiteY75" fmla="*/ 69 h 9863"/>
              <a:gd name="connsiteX76" fmla="*/ 4820 w 10000"/>
              <a:gd name="connsiteY76" fmla="*/ 38 h 9863"/>
              <a:gd name="connsiteX77" fmla="*/ 4697 w 10000"/>
              <a:gd name="connsiteY77" fmla="*/ 339 h 9863"/>
              <a:gd name="connsiteX78" fmla="*/ 4506 w 10000"/>
              <a:gd name="connsiteY78" fmla="*/ 749 h 9863"/>
              <a:gd name="connsiteX79" fmla="*/ 3623 w 10000"/>
              <a:gd name="connsiteY79" fmla="*/ 321 h 9863"/>
              <a:gd name="connsiteX80" fmla="*/ 3191 w 10000"/>
              <a:gd name="connsiteY80" fmla="*/ 917 h 9863"/>
              <a:gd name="connsiteX81" fmla="*/ 2866 w 10000"/>
              <a:gd name="connsiteY81" fmla="*/ 870 h 9863"/>
              <a:gd name="connsiteX82" fmla="*/ 1959 w 10000"/>
              <a:gd name="connsiteY82" fmla="*/ 884 h 9863"/>
              <a:gd name="connsiteX83" fmla="*/ 1136 w 10000"/>
              <a:gd name="connsiteY83" fmla="*/ 876 h 9863"/>
              <a:gd name="connsiteX84" fmla="*/ 520 w 10000"/>
              <a:gd name="connsiteY84" fmla="*/ 1181 h 9863"/>
              <a:gd name="connsiteX85" fmla="*/ 313 w 10000"/>
              <a:gd name="connsiteY85" fmla="*/ 2314 h 9863"/>
              <a:gd name="connsiteX86" fmla="*/ 2 w 10000"/>
              <a:gd name="connsiteY86" fmla="*/ 4508 h 9863"/>
              <a:gd name="connsiteX87" fmla="*/ 161 w 10000"/>
              <a:gd name="connsiteY87" fmla="*/ 6252 h 9863"/>
              <a:gd name="connsiteX88" fmla="*/ 157 w 10000"/>
              <a:gd name="connsiteY88" fmla="*/ 4453 h 9863"/>
              <a:gd name="connsiteX89" fmla="*/ 522 w 10000"/>
              <a:gd name="connsiteY89" fmla="*/ 2816 h 9863"/>
              <a:gd name="connsiteX90" fmla="*/ 816 w 10000"/>
              <a:gd name="connsiteY90" fmla="*/ 1579 h 9863"/>
              <a:gd name="connsiteX91" fmla="*/ 1144 w 10000"/>
              <a:gd name="connsiteY91" fmla="*/ 1234 h 9863"/>
              <a:gd name="connsiteX92" fmla="*/ 1906 w 10000"/>
              <a:gd name="connsiteY92" fmla="*/ 1147 h 9863"/>
              <a:gd name="connsiteX93" fmla="*/ 2640 w 10000"/>
              <a:gd name="connsiteY93" fmla="*/ 1211 h 9863"/>
              <a:gd name="connsiteX94" fmla="*/ 3002 w 10000"/>
              <a:gd name="connsiteY94" fmla="*/ 1263 h 9863"/>
              <a:gd name="connsiteX95" fmla="*/ 3322 w 10000"/>
              <a:gd name="connsiteY95" fmla="*/ 1372 h 9863"/>
              <a:gd name="connsiteX96" fmla="*/ 3551 w 10000"/>
              <a:gd name="connsiteY96" fmla="*/ 1152 h 9863"/>
              <a:gd name="connsiteX97" fmla="*/ 3943 w 10000"/>
              <a:gd name="connsiteY97" fmla="*/ 889 h 9863"/>
              <a:gd name="connsiteX98" fmla="*/ 4163 w 10000"/>
              <a:gd name="connsiteY98" fmla="*/ 1345 h 9863"/>
              <a:gd name="connsiteX99" fmla="*/ 4144 w 10000"/>
              <a:gd name="connsiteY99" fmla="*/ 2114 h 9863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3191 w 10000"/>
              <a:gd name="connsiteY80" fmla="*/ 930 h 10000"/>
              <a:gd name="connsiteX81" fmla="*/ 2866 w 10000"/>
              <a:gd name="connsiteY81" fmla="*/ 882 h 10000"/>
              <a:gd name="connsiteX82" fmla="*/ 1959 w 10000"/>
              <a:gd name="connsiteY82" fmla="*/ 896 h 10000"/>
              <a:gd name="connsiteX83" fmla="*/ 1136 w 10000"/>
              <a:gd name="connsiteY83" fmla="*/ 888 h 10000"/>
              <a:gd name="connsiteX84" fmla="*/ 520 w 10000"/>
              <a:gd name="connsiteY84" fmla="*/ 1197 h 10000"/>
              <a:gd name="connsiteX85" fmla="*/ 313 w 10000"/>
              <a:gd name="connsiteY85" fmla="*/ 2346 h 10000"/>
              <a:gd name="connsiteX86" fmla="*/ 2 w 10000"/>
              <a:gd name="connsiteY86" fmla="*/ 4571 h 10000"/>
              <a:gd name="connsiteX87" fmla="*/ 161 w 10000"/>
              <a:gd name="connsiteY87" fmla="*/ 6339 h 10000"/>
              <a:gd name="connsiteX88" fmla="*/ 157 w 10000"/>
              <a:gd name="connsiteY88" fmla="*/ 4515 h 10000"/>
              <a:gd name="connsiteX89" fmla="*/ 522 w 10000"/>
              <a:gd name="connsiteY89" fmla="*/ 2855 h 10000"/>
              <a:gd name="connsiteX90" fmla="*/ 816 w 10000"/>
              <a:gd name="connsiteY90" fmla="*/ 1601 h 10000"/>
              <a:gd name="connsiteX91" fmla="*/ 1144 w 10000"/>
              <a:gd name="connsiteY91" fmla="*/ 1251 h 10000"/>
              <a:gd name="connsiteX92" fmla="*/ 1906 w 10000"/>
              <a:gd name="connsiteY92" fmla="*/ 1163 h 10000"/>
              <a:gd name="connsiteX93" fmla="*/ 2640 w 10000"/>
              <a:gd name="connsiteY93" fmla="*/ 1228 h 10000"/>
              <a:gd name="connsiteX94" fmla="*/ 3002 w 10000"/>
              <a:gd name="connsiteY94" fmla="*/ 1281 h 10000"/>
              <a:gd name="connsiteX95" fmla="*/ 3322 w 10000"/>
              <a:gd name="connsiteY95" fmla="*/ 1391 h 10000"/>
              <a:gd name="connsiteX96" fmla="*/ 3551 w 10000"/>
              <a:gd name="connsiteY96" fmla="*/ 1168 h 10000"/>
              <a:gd name="connsiteX97" fmla="*/ 3943 w 10000"/>
              <a:gd name="connsiteY97" fmla="*/ 901 h 10000"/>
              <a:gd name="connsiteX98" fmla="*/ 4163 w 10000"/>
              <a:gd name="connsiteY98" fmla="*/ 1364 h 10000"/>
              <a:gd name="connsiteX99" fmla="*/ 4144 w 10000"/>
              <a:gd name="connsiteY9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3191 w 10000"/>
              <a:gd name="connsiteY80" fmla="*/ 930 h 10000"/>
              <a:gd name="connsiteX81" fmla="*/ 2617 w 10000"/>
              <a:gd name="connsiteY81" fmla="*/ 937 h 10000"/>
              <a:gd name="connsiteX82" fmla="*/ 1959 w 10000"/>
              <a:gd name="connsiteY82" fmla="*/ 896 h 10000"/>
              <a:gd name="connsiteX83" fmla="*/ 1136 w 10000"/>
              <a:gd name="connsiteY83" fmla="*/ 888 h 10000"/>
              <a:gd name="connsiteX84" fmla="*/ 520 w 10000"/>
              <a:gd name="connsiteY84" fmla="*/ 1197 h 10000"/>
              <a:gd name="connsiteX85" fmla="*/ 313 w 10000"/>
              <a:gd name="connsiteY85" fmla="*/ 2346 h 10000"/>
              <a:gd name="connsiteX86" fmla="*/ 2 w 10000"/>
              <a:gd name="connsiteY86" fmla="*/ 4571 h 10000"/>
              <a:gd name="connsiteX87" fmla="*/ 161 w 10000"/>
              <a:gd name="connsiteY87" fmla="*/ 6339 h 10000"/>
              <a:gd name="connsiteX88" fmla="*/ 157 w 10000"/>
              <a:gd name="connsiteY88" fmla="*/ 4515 h 10000"/>
              <a:gd name="connsiteX89" fmla="*/ 522 w 10000"/>
              <a:gd name="connsiteY89" fmla="*/ 2855 h 10000"/>
              <a:gd name="connsiteX90" fmla="*/ 816 w 10000"/>
              <a:gd name="connsiteY90" fmla="*/ 1601 h 10000"/>
              <a:gd name="connsiteX91" fmla="*/ 1144 w 10000"/>
              <a:gd name="connsiteY91" fmla="*/ 1251 h 10000"/>
              <a:gd name="connsiteX92" fmla="*/ 1906 w 10000"/>
              <a:gd name="connsiteY92" fmla="*/ 1163 h 10000"/>
              <a:gd name="connsiteX93" fmla="*/ 2640 w 10000"/>
              <a:gd name="connsiteY93" fmla="*/ 1228 h 10000"/>
              <a:gd name="connsiteX94" fmla="*/ 3002 w 10000"/>
              <a:gd name="connsiteY94" fmla="*/ 1281 h 10000"/>
              <a:gd name="connsiteX95" fmla="*/ 3322 w 10000"/>
              <a:gd name="connsiteY95" fmla="*/ 1391 h 10000"/>
              <a:gd name="connsiteX96" fmla="*/ 3551 w 10000"/>
              <a:gd name="connsiteY96" fmla="*/ 1168 h 10000"/>
              <a:gd name="connsiteX97" fmla="*/ 3943 w 10000"/>
              <a:gd name="connsiteY97" fmla="*/ 901 h 10000"/>
              <a:gd name="connsiteX98" fmla="*/ 4163 w 10000"/>
              <a:gd name="connsiteY98" fmla="*/ 1364 h 10000"/>
              <a:gd name="connsiteX99" fmla="*/ 4144 w 10000"/>
              <a:gd name="connsiteY9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002 w 10000"/>
              <a:gd name="connsiteY93" fmla="*/ 1281 h 10000"/>
              <a:gd name="connsiteX94" fmla="*/ 3322 w 10000"/>
              <a:gd name="connsiteY94" fmla="*/ 1391 h 10000"/>
              <a:gd name="connsiteX95" fmla="*/ 3551 w 10000"/>
              <a:gd name="connsiteY95" fmla="*/ 1168 h 10000"/>
              <a:gd name="connsiteX96" fmla="*/ 3943 w 10000"/>
              <a:gd name="connsiteY96" fmla="*/ 901 h 10000"/>
              <a:gd name="connsiteX97" fmla="*/ 4163 w 10000"/>
              <a:gd name="connsiteY97" fmla="*/ 1364 h 10000"/>
              <a:gd name="connsiteX98" fmla="*/ 4144 w 10000"/>
              <a:gd name="connsiteY9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002 w 10000"/>
              <a:gd name="connsiteY93" fmla="*/ 1281 h 10000"/>
              <a:gd name="connsiteX94" fmla="*/ 3551 w 10000"/>
              <a:gd name="connsiteY94" fmla="*/ 1168 h 10000"/>
              <a:gd name="connsiteX95" fmla="*/ 3943 w 10000"/>
              <a:gd name="connsiteY95" fmla="*/ 901 h 10000"/>
              <a:gd name="connsiteX96" fmla="*/ 4163 w 10000"/>
              <a:gd name="connsiteY96" fmla="*/ 1364 h 10000"/>
              <a:gd name="connsiteX97" fmla="*/ 4144 w 10000"/>
              <a:gd name="connsiteY9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551 w 10000"/>
              <a:gd name="connsiteY93" fmla="*/ 1168 h 10000"/>
              <a:gd name="connsiteX94" fmla="*/ 3943 w 10000"/>
              <a:gd name="connsiteY94" fmla="*/ 901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43 w 10000"/>
              <a:gd name="connsiteY94" fmla="*/ 901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929 w 10000"/>
              <a:gd name="connsiteY79" fmla="*/ 616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718 w 10000"/>
              <a:gd name="connsiteY79" fmla="*/ 687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718 w 10000"/>
              <a:gd name="connsiteY79" fmla="*/ 687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226 w 10000"/>
              <a:gd name="connsiteY4" fmla="*/ 5422 h 10000"/>
              <a:gd name="connsiteX5" fmla="*/ 3079 w 10000"/>
              <a:gd name="connsiteY5" fmla="*/ 5595 h 10000"/>
              <a:gd name="connsiteX6" fmla="*/ 2989 w 10000"/>
              <a:gd name="connsiteY6" fmla="*/ 5764 h 10000"/>
              <a:gd name="connsiteX7" fmla="*/ 3089 w 10000"/>
              <a:gd name="connsiteY7" fmla="*/ 5957 h 10000"/>
              <a:gd name="connsiteX8" fmla="*/ 3343 w 10000"/>
              <a:gd name="connsiteY8" fmla="*/ 6167 h 10000"/>
              <a:gd name="connsiteX9" fmla="*/ 3488 w 10000"/>
              <a:gd name="connsiteY9" fmla="*/ 6555 h 10000"/>
              <a:gd name="connsiteX10" fmla="*/ 3580 w 10000"/>
              <a:gd name="connsiteY10" fmla="*/ 6833 h 10000"/>
              <a:gd name="connsiteX11" fmla="*/ 3762 w 10000"/>
              <a:gd name="connsiteY11" fmla="*/ 7182 h 10000"/>
              <a:gd name="connsiteX12" fmla="*/ 4129 w 10000"/>
              <a:gd name="connsiteY12" fmla="*/ 7883 h 10000"/>
              <a:gd name="connsiteX13" fmla="*/ 4282 w 10000"/>
              <a:gd name="connsiteY13" fmla="*/ 8266 h 10000"/>
              <a:gd name="connsiteX14" fmla="*/ 4367 w 10000"/>
              <a:gd name="connsiteY14" fmla="*/ 8571 h 10000"/>
              <a:gd name="connsiteX15" fmla="*/ 4401 w 10000"/>
              <a:gd name="connsiteY15" fmla="*/ 9095 h 10000"/>
              <a:gd name="connsiteX16" fmla="*/ 4282 w 10000"/>
              <a:gd name="connsiteY16" fmla="*/ 9450 h 10000"/>
              <a:gd name="connsiteX17" fmla="*/ 4224 w 10000"/>
              <a:gd name="connsiteY17" fmla="*/ 9728 h 10000"/>
              <a:gd name="connsiteX18" fmla="*/ 4271 w 10000"/>
              <a:gd name="connsiteY18" fmla="*/ 9866 h 10000"/>
              <a:gd name="connsiteX19" fmla="*/ 4449 w 10000"/>
              <a:gd name="connsiteY19" fmla="*/ 9992 h 10000"/>
              <a:gd name="connsiteX20" fmla="*/ 5127 w 10000"/>
              <a:gd name="connsiteY20" fmla="*/ 9992 h 10000"/>
              <a:gd name="connsiteX21" fmla="*/ 5751 w 10000"/>
              <a:gd name="connsiteY21" fmla="*/ 9972 h 10000"/>
              <a:gd name="connsiteX22" fmla="*/ 5877 w 10000"/>
              <a:gd name="connsiteY22" fmla="*/ 9822 h 10000"/>
              <a:gd name="connsiteX23" fmla="*/ 5867 w 10000"/>
              <a:gd name="connsiteY23" fmla="*/ 9571 h 10000"/>
              <a:gd name="connsiteX24" fmla="*/ 5737 w 10000"/>
              <a:gd name="connsiteY24" fmla="*/ 9313 h 10000"/>
              <a:gd name="connsiteX25" fmla="*/ 5690 w 10000"/>
              <a:gd name="connsiteY25" fmla="*/ 8995 h 10000"/>
              <a:gd name="connsiteX26" fmla="*/ 5685 w 10000"/>
              <a:gd name="connsiteY26" fmla="*/ 8600 h 10000"/>
              <a:gd name="connsiteX27" fmla="*/ 5776 w 10000"/>
              <a:gd name="connsiteY27" fmla="*/ 8204 h 10000"/>
              <a:gd name="connsiteX28" fmla="*/ 5986 w 10000"/>
              <a:gd name="connsiteY28" fmla="*/ 7617 h 10000"/>
              <a:gd name="connsiteX29" fmla="*/ 6102 w 10000"/>
              <a:gd name="connsiteY29" fmla="*/ 7310 h 10000"/>
              <a:gd name="connsiteX30" fmla="*/ 6196 w 10000"/>
              <a:gd name="connsiteY30" fmla="*/ 7178 h 10000"/>
              <a:gd name="connsiteX31" fmla="*/ 6534 w 10000"/>
              <a:gd name="connsiteY31" fmla="*/ 7425 h 10000"/>
              <a:gd name="connsiteX32" fmla="*/ 6902 w 10000"/>
              <a:gd name="connsiteY32" fmla="*/ 7562 h 10000"/>
              <a:gd name="connsiteX33" fmla="*/ 7470 w 10000"/>
              <a:gd name="connsiteY33" fmla="*/ 7675 h 10000"/>
              <a:gd name="connsiteX34" fmla="*/ 7903 w 10000"/>
              <a:gd name="connsiteY34" fmla="*/ 7703 h 10000"/>
              <a:gd name="connsiteX35" fmla="*/ 8301 w 10000"/>
              <a:gd name="connsiteY35" fmla="*/ 7897 h 10000"/>
              <a:gd name="connsiteX36" fmla="*/ 8549 w 10000"/>
              <a:gd name="connsiteY36" fmla="*/ 8063 h 10000"/>
              <a:gd name="connsiteX37" fmla="*/ 8782 w 10000"/>
              <a:gd name="connsiteY37" fmla="*/ 8110 h 10000"/>
              <a:gd name="connsiteX38" fmla="*/ 8758 w 10000"/>
              <a:gd name="connsiteY38" fmla="*/ 7957 h 10000"/>
              <a:gd name="connsiteX39" fmla="*/ 8491 w 10000"/>
              <a:gd name="connsiteY39" fmla="*/ 7797 h 10000"/>
              <a:gd name="connsiteX40" fmla="*/ 8309 w 10000"/>
              <a:gd name="connsiteY40" fmla="*/ 7617 h 10000"/>
              <a:gd name="connsiteX41" fmla="*/ 8286 w 10000"/>
              <a:gd name="connsiteY41" fmla="*/ 7448 h 10000"/>
              <a:gd name="connsiteX42" fmla="*/ 8496 w 10000"/>
              <a:gd name="connsiteY42" fmla="*/ 7276 h 10000"/>
              <a:gd name="connsiteX43" fmla="*/ 8695 w 10000"/>
              <a:gd name="connsiteY43" fmla="*/ 7083 h 10000"/>
              <a:gd name="connsiteX44" fmla="*/ 8406 w 10000"/>
              <a:gd name="connsiteY44" fmla="*/ 6704 h 10000"/>
              <a:gd name="connsiteX45" fmla="*/ 8730 w 10000"/>
              <a:gd name="connsiteY45" fmla="*/ 6352 h 10000"/>
              <a:gd name="connsiteX46" fmla="*/ 8853 w 10000"/>
              <a:gd name="connsiteY46" fmla="*/ 6250 h 10000"/>
              <a:gd name="connsiteX47" fmla="*/ 8801 w 10000"/>
              <a:gd name="connsiteY47" fmla="*/ 6113 h 10000"/>
              <a:gd name="connsiteX48" fmla="*/ 8559 w 10000"/>
              <a:gd name="connsiteY48" fmla="*/ 6213 h 10000"/>
              <a:gd name="connsiteX49" fmla="*/ 8210 w 10000"/>
              <a:gd name="connsiteY49" fmla="*/ 6434 h 10000"/>
              <a:gd name="connsiteX50" fmla="*/ 7909 w 10000"/>
              <a:gd name="connsiteY50" fmla="*/ 6391 h 10000"/>
              <a:gd name="connsiteX51" fmla="*/ 7414 w 10000"/>
              <a:gd name="connsiteY51" fmla="*/ 6265 h 10000"/>
              <a:gd name="connsiteX52" fmla="*/ 6894 w 10000"/>
              <a:gd name="connsiteY52" fmla="*/ 6250 h 10000"/>
              <a:gd name="connsiteX53" fmla="*/ 6487 w 10000"/>
              <a:gd name="connsiteY53" fmla="*/ 6284 h 10000"/>
              <a:gd name="connsiteX54" fmla="*/ 6478 w 10000"/>
              <a:gd name="connsiteY54" fmla="*/ 6113 h 10000"/>
              <a:gd name="connsiteX55" fmla="*/ 6571 w 10000"/>
              <a:gd name="connsiteY55" fmla="*/ 5713 h 10000"/>
              <a:gd name="connsiteX56" fmla="*/ 6632 w 10000"/>
              <a:gd name="connsiteY56" fmla="*/ 5257 h 10000"/>
              <a:gd name="connsiteX57" fmla="*/ 6553 w 10000"/>
              <a:gd name="connsiteY57" fmla="*/ 4694 h 10000"/>
              <a:gd name="connsiteX58" fmla="*/ 6372 w 10000"/>
              <a:gd name="connsiteY58" fmla="*/ 3960 h 10000"/>
              <a:gd name="connsiteX59" fmla="*/ 6187 w 10000"/>
              <a:gd name="connsiteY59" fmla="*/ 3310 h 10000"/>
              <a:gd name="connsiteX60" fmla="*/ 5893 w 10000"/>
              <a:gd name="connsiteY60" fmla="*/ 2386 h 10000"/>
              <a:gd name="connsiteX61" fmla="*/ 5844 w 10000"/>
              <a:gd name="connsiteY61" fmla="*/ 1143 h 10000"/>
              <a:gd name="connsiteX62" fmla="*/ 7340 w 10000"/>
              <a:gd name="connsiteY62" fmla="*/ 1155 h 10000"/>
              <a:gd name="connsiteX63" fmla="*/ 8119 w 10000"/>
              <a:gd name="connsiteY63" fmla="*/ 1927 h 10000"/>
              <a:gd name="connsiteX64" fmla="*/ 8468 w 10000"/>
              <a:gd name="connsiteY64" fmla="*/ 2845 h 10000"/>
              <a:gd name="connsiteX65" fmla="*/ 8955 w 10000"/>
              <a:gd name="connsiteY65" fmla="*/ 3487 h 10000"/>
              <a:gd name="connsiteX66" fmla="*/ 9441 w 10000"/>
              <a:gd name="connsiteY66" fmla="*/ 4299 h 10000"/>
              <a:gd name="connsiteX67" fmla="*/ 10000 w 10000"/>
              <a:gd name="connsiteY67" fmla="*/ 5982 h 10000"/>
              <a:gd name="connsiteX68" fmla="*/ 9756 w 10000"/>
              <a:gd name="connsiteY68" fmla="*/ 4221 h 10000"/>
              <a:gd name="connsiteX69" fmla="*/ 8880 w 10000"/>
              <a:gd name="connsiteY69" fmla="*/ 2913 h 10000"/>
              <a:gd name="connsiteX70" fmla="*/ 8147 w 10000"/>
              <a:gd name="connsiteY70" fmla="*/ 1510 h 10000"/>
              <a:gd name="connsiteX71" fmla="*/ 7383 w 10000"/>
              <a:gd name="connsiteY71" fmla="*/ 829 h 10000"/>
              <a:gd name="connsiteX72" fmla="*/ 6481 w 10000"/>
              <a:gd name="connsiteY72" fmla="*/ 798 h 10000"/>
              <a:gd name="connsiteX73" fmla="*/ 5539 w 10000"/>
              <a:gd name="connsiteY73" fmla="*/ 717 h 10000"/>
              <a:gd name="connsiteX74" fmla="*/ 5314 w 10000"/>
              <a:gd name="connsiteY74" fmla="*/ 603 h 10000"/>
              <a:gd name="connsiteX75" fmla="*/ 5146 w 10000"/>
              <a:gd name="connsiteY75" fmla="*/ 70 h 10000"/>
              <a:gd name="connsiteX76" fmla="*/ 4820 w 10000"/>
              <a:gd name="connsiteY76" fmla="*/ 39 h 10000"/>
              <a:gd name="connsiteX77" fmla="*/ 4697 w 10000"/>
              <a:gd name="connsiteY77" fmla="*/ 344 h 10000"/>
              <a:gd name="connsiteX78" fmla="*/ 4506 w 10000"/>
              <a:gd name="connsiteY78" fmla="*/ 759 h 10000"/>
              <a:gd name="connsiteX79" fmla="*/ 3670 w 10000"/>
              <a:gd name="connsiteY79" fmla="*/ 742 h 10000"/>
              <a:gd name="connsiteX80" fmla="*/ 2617 w 10000"/>
              <a:gd name="connsiteY80" fmla="*/ 937 h 10000"/>
              <a:gd name="connsiteX81" fmla="*/ 1959 w 10000"/>
              <a:gd name="connsiteY81" fmla="*/ 896 h 10000"/>
              <a:gd name="connsiteX82" fmla="*/ 1136 w 10000"/>
              <a:gd name="connsiteY82" fmla="*/ 888 h 10000"/>
              <a:gd name="connsiteX83" fmla="*/ 520 w 10000"/>
              <a:gd name="connsiteY83" fmla="*/ 1197 h 10000"/>
              <a:gd name="connsiteX84" fmla="*/ 313 w 10000"/>
              <a:gd name="connsiteY84" fmla="*/ 2346 h 10000"/>
              <a:gd name="connsiteX85" fmla="*/ 2 w 10000"/>
              <a:gd name="connsiteY85" fmla="*/ 4571 h 10000"/>
              <a:gd name="connsiteX86" fmla="*/ 161 w 10000"/>
              <a:gd name="connsiteY86" fmla="*/ 6339 h 10000"/>
              <a:gd name="connsiteX87" fmla="*/ 157 w 10000"/>
              <a:gd name="connsiteY87" fmla="*/ 4515 h 10000"/>
              <a:gd name="connsiteX88" fmla="*/ 522 w 10000"/>
              <a:gd name="connsiteY88" fmla="*/ 2855 h 10000"/>
              <a:gd name="connsiteX89" fmla="*/ 816 w 10000"/>
              <a:gd name="connsiteY89" fmla="*/ 1601 h 10000"/>
              <a:gd name="connsiteX90" fmla="*/ 1144 w 10000"/>
              <a:gd name="connsiteY90" fmla="*/ 1251 h 10000"/>
              <a:gd name="connsiteX91" fmla="*/ 1906 w 10000"/>
              <a:gd name="connsiteY91" fmla="*/ 1163 h 10000"/>
              <a:gd name="connsiteX92" fmla="*/ 2640 w 10000"/>
              <a:gd name="connsiteY92" fmla="*/ 1228 h 10000"/>
              <a:gd name="connsiteX93" fmla="*/ 3292 w 10000"/>
              <a:gd name="connsiteY93" fmla="*/ 1152 h 10000"/>
              <a:gd name="connsiteX94" fmla="*/ 3933 w 10000"/>
              <a:gd name="connsiteY94" fmla="*/ 995 h 10000"/>
              <a:gd name="connsiteX95" fmla="*/ 4163 w 10000"/>
              <a:gd name="connsiteY95" fmla="*/ 1364 h 10000"/>
              <a:gd name="connsiteX96" fmla="*/ 4144 w 10000"/>
              <a:gd name="connsiteY9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079 w 10000"/>
              <a:gd name="connsiteY4" fmla="*/ 5595 h 10000"/>
              <a:gd name="connsiteX5" fmla="*/ 2989 w 10000"/>
              <a:gd name="connsiteY5" fmla="*/ 5764 h 10000"/>
              <a:gd name="connsiteX6" fmla="*/ 3089 w 10000"/>
              <a:gd name="connsiteY6" fmla="*/ 5957 h 10000"/>
              <a:gd name="connsiteX7" fmla="*/ 3343 w 10000"/>
              <a:gd name="connsiteY7" fmla="*/ 6167 h 10000"/>
              <a:gd name="connsiteX8" fmla="*/ 3488 w 10000"/>
              <a:gd name="connsiteY8" fmla="*/ 6555 h 10000"/>
              <a:gd name="connsiteX9" fmla="*/ 3580 w 10000"/>
              <a:gd name="connsiteY9" fmla="*/ 6833 h 10000"/>
              <a:gd name="connsiteX10" fmla="*/ 3762 w 10000"/>
              <a:gd name="connsiteY10" fmla="*/ 7182 h 10000"/>
              <a:gd name="connsiteX11" fmla="*/ 4129 w 10000"/>
              <a:gd name="connsiteY11" fmla="*/ 7883 h 10000"/>
              <a:gd name="connsiteX12" fmla="*/ 4282 w 10000"/>
              <a:gd name="connsiteY12" fmla="*/ 8266 h 10000"/>
              <a:gd name="connsiteX13" fmla="*/ 4367 w 10000"/>
              <a:gd name="connsiteY13" fmla="*/ 8571 h 10000"/>
              <a:gd name="connsiteX14" fmla="*/ 4401 w 10000"/>
              <a:gd name="connsiteY14" fmla="*/ 9095 h 10000"/>
              <a:gd name="connsiteX15" fmla="*/ 4282 w 10000"/>
              <a:gd name="connsiteY15" fmla="*/ 9450 h 10000"/>
              <a:gd name="connsiteX16" fmla="*/ 4224 w 10000"/>
              <a:gd name="connsiteY16" fmla="*/ 9728 h 10000"/>
              <a:gd name="connsiteX17" fmla="*/ 4271 w 10000"/>
              <a:gd name="connsiteY17" fmla="*/ 9866 h 10000"/>
              <a:gd name="connsiteX18" fmla="*/ 4449 w 10000"/>
              <a:gd name="connsiteY18" fmla="*/ 9992 h 10000"/>
              <a:gd name="connsiteX19" fmla="*/ 5127 w 10000"/>
              <a:gd name="connsiteY19" fmla="*/ 9992 h 10000"/>
              <a:gd name="connsiteX20" fmla="*/ 5751 w 10000"/>
              <a:gd name="connsiteY20" fmla="*/ 9972 h 10000"/>
              <a:gd name="connsiteX21" fmla="*/ 5877 w 10000"/>
              <a:gd name="connsiteY21" fmla="*/ 9822 h 10000"/>
              <a:gd name="connsiteX22" fmla="*/ 5867 w 10000"/>
              <a:gd name="connsiteY22" fmla="*/ 9571 h 10000"/>
              <a:gd name="connsiteX23" fmla="*/ 5737 w 10000"/>
              <a:gd name="connsiteY23" fmla="*/ 9313 h 10000"/>
              <a:gd name="connsiteX24" fmla="*/ 5690 w 10000"/>
              <a:gd name="connsiteY24" fmla="*/ 8995 h 10000"/>
              <a:gd name="connsiteX25" fmla="*/ 5685 w 10000"/>
              <a:gd name="connsiteY25" fmla="*/ 8600 h 10000"/>
              <a:gd name="connsiteX26" fmla="*/ 5776 w 10000"/>
              <a:gd name="connsiteY26" fmla="*/ 8204 h 10000"/>
              <a:gd name="connsiteX27" fmla="*/ 5986 w 10000"/>
              <a:gd name="connsiteY27" fmla="*/ 7617 h 10000"/>
              <a:gd name="connsiteX28" fmla="*/ 6102 w 10000"/>
              <a:gd name="connsiteY28" fmla="*/ 7310 h 10000"/>
              <a:gd name="connsiteX29" fmla="*/ 6196 w 10000"/>
              <a:gd name="connsiteY29" fmla="*/ 7178 h 10000"/>
              <a:gd name="connsiteX30" fmla="*/ 6534 w 10000"/>
              <a:gd name="connsiteY30" fmla="*/ 7425 h 10000"/>
              <a:gd name="connsiteX31" fmla="*/ 6902 w 10000"/>
              <a:gd name="connsiteY31" fmla="*/ 7562 h 10000"/>
              <a:gd name="connsiteX32" fmla="*/ 7470 w 10000"/>
              <a:gd name="connsiteY32" fmla="*/ 7675 h 10000"/>
              <a:gd name="connsiteX33" fmla="*/ 7903 w 10000"/>
              <a:gd name="connsiteY33" fmla="*/ 7703 h 10000"/>
              <a:gd name="connsiteX34" fmla="*/ 8301 w 10000"/>
              <a:gd name="connsiteY34" fmla="*/ 7897 h 10000"/>
              <a:gd name="connsiteX35" fmla="*/ 8549 w 10000"/>
              <a:gd name="connsiteY35" fmla="*/ 8063 h 10000"/>
              <a:gd name="connsiteX36" fmla="*/ 8782 w 10000"/>
              <a:gd name="connsiteY36" fmla="*/ 8110 h 10000"/>
              <a:gd name="connsiteX37" fmla="*/ 8758 w 10000"/>
              <a:gd name="connsiteY37" fmla="*/ 7957 h 10000"/>
              <a:gd name="connsiteX38" fmla="*/ 8491 w 10000"/>
              <a:gd name="connsiteY38" fmla="*/ 7797 h 10000"/>
              <a:gd name="connsiteX39" fmla="*/ 8309 w 10000"/>
              <a:gd name="connsiteY39" fmla="*/ 7617 h 10000"/>
              <a:gd name="connsiteX40" fmla="*/ 8286 w 10000"/>
              <a:gd name="connsiteY40" fmla="*/ 7448 h 10000"/>
              <a:gd name="connsiteX41" fmla="*/ 8496 w 10000"/>
              <a:gd name="connsiteY41" fmla="*/ 7276 h 10000"/>
              <a:gd name="connsiteX42" fmla="*/ 8695 w 10000"/>
              <a:gd name="connsiteY42" fmla="*/ 7083 h 10000"/>
              <a:gd name="connsiteX43" fmla="*/ 8406 w 10000"/>
              <a:gd name="connsiteY43" fmla="*/ 6704 h 10000"/>
              <a:gd name="connsiteX44" fmla="*/ 8730 w 10000"/>
              <a:gd name="connsiteY44" fmla="*/ 6352 h 10000"/>
              <a:gd name="connsiteX45" fmla="*/ 8853 w 10000"/>
              <a:gd name="connsiteY45" fmla="*/ 6250 h 10000"/>
              <a:gd name="connsiteX46" fmla="*/ 8801 w 10000"/>
              <a:gd name="connsiteY46" fmla="*/ 6113 h 10000"/>
              <a:gd name="connsiteX47" fmla="*/ 8559 w 10000"/>
              <a:gd name="connsiteY47" fmla="*/ 6213 h 10000"/>
              <a:gd name="connsiteX48" fmla="*/ 8210 w 10000"/>
              <a:gd name="connsiteY48" fmla="*/ 6434 h 10000"/>
              <a:gd name="connsiteX49" fmla="*/ 7909 w 10000"/>
              <a:gd name="connsiteY49" fmla="*/ 6391 h 10000"/>
              <a:gd name="connsiteX50" fmla="*/ 7414 w 10000"/>
              <a:gd name="connsiteY50" fmla="*/ 6265 h 10000"/>
              <a:gd name="connsiteX51" fmla="*/ 6894 w 10000"/>
              <a:gd name="connsiteY51" fmla="*/ 6250 h 10000"/>
              <a:gd name="connsiteX52" fmla="*/ 6487 w 10000"/>
              <a:gd name="connsiteY52" fmla="*/ 6284 h 10000"/>
              <a:gd name="connsiteX53" fmla="*/ 6478 w 10000"/>
              <a:gd name="connsiteY53" fmla="*/ 6113 h 10000"/>
              <a:gd name="connsiteX54" fmla="*/ 6571 w 10000"/>
              <a:gd name="connsiteY54" fmla="*/ 5713 h 10000"/>
              <a:gd name="connsiteX55" fmla="*/ 6632 w 10000"/>
              <a:gd name="connsiteY55" fmla="*/ 5257 h 10000"/>
              <a:gd name="connsiteX56" fmla="*/ 6553 w 10000"/>
              <a:gd name="connsiteY56" fmla="*/ 4694 h 10000"/>
              <a:gd name="connsiteX57" fmla="*/ 6372 w 10000"/>
              <a:gd name="connsiteY57" fmla="*/ 3960 h 10000"/>
              <a:gd name="connsiteX58" fmla="*/ 6187 w 10000"/>
              <a:gd name="connsiteY58" fmla="*/ 3310 h 10000"/>
              <a:gd name="connsiteX59" fmla="*/ 5893 w 10000"/>
              <a:gd name="connsiteY59" fmla="*/ 2386 h 10000"/>
              <a:gd name="connsiteX60" fmla="*/ 5844 w 10000"/>
              <a:gd name="connsiteY60" fmla="*/ 1143 h 10000"/>
              <a:gd name="connsiteX61" fmla="*/ 7340 w 10000"/>
              <a:gd name="connsiteY61" fmla="*/ 1155 h 10000"/>
              <a:gd name="connsiteX62" fmla="*/ 8119 w 10000"/>
              <a:gd name="connsiteY62" fmla="*/ 1927 h 10000"/>
              <a:gd name="connsiteX63" fmla="*/ 8468 w 10000"/>
              <a:gd name="connsiteY63" fmla="*/ 2845 h 10000"/>
              <a:gd name="connsiteX64" fmla="*/ 8955 w 10000"/>
              <a:gd name="connsiteY64" fmla="*/ 3487 h 10000"/>
              <a:gd name="connsiteX65" fmla="*/ 9441 w 10000"/>
              <a:gd name="connsiteY65" fmla="*/ 4299 h 10000"/>
              <a:gd name="connsiteX66" fmla="*/ 10000 w 10000"/>
              <a:gd name="connsiteY66" fmla="*/ 5982 h 10000"/>
              <a:gd name="connsiteX67" fmla="*/ 9756 w 10000"/>
              <a:gd name="connsiteY67" fmla="*/ 4221 h 10000"/>
              <a:gd name="connsiteX68" fmla="*/ 8880 w 10000"/>
              <a:gd name="connsiteY68" fmla="*/ 2913 h 10000"/>
              <a:gd name="connsiteX69" fmla="*/ 8147 w 10000"/>
              <a:gd name="connsiteY69" fmla="*/ 1510 h 10000"/>
              <a:gd name="connsiteX70" fmla="*/ 7383 w 10000"/>
              <a:gd name="connsiteY70" fmla="*/ 829 h 10000"/>
              <a:gd name="connsiteX71" fmla="*/ 6481 w 10000"/>
              <a:gd name="connsiteY71" fmla="*/ 798 h 10000"/>
              <a:gd name="connsiteX72" fmla="*/ 5539 w 10000"/>
              <a:gd name="connsiteY72" fmla="*/ 717 h 10000"/>
              <a:gd name="connsiteX73" fmla="*/ 5314 w 10000"/>
              <a:gd name="connsiteY73" fmla="*/ 603 h 10000"/>
              <a:gd name="connsiteX74" fmla="*/ 5146 w 10000"/>
              <a:gd name="connsiteY74" fmla="*/ 70 h 10000"/>
              <a:gd name="connsiteX75" fmla="*/ 4820 w 10000"/>
              <a:gd name="connsiteY75" fmla="*/ 39 h 10000"/>
              <a:gd name="connsiteX76" fmla="*/ 4697 w 10000"/>
              <a:gd name="connsiteY76" fmla="*/ 344 h 10000"/>
              <a:gd name="connsiteX77" fmla="*/ 4506 w 10000"/>
              <a:gd name="connsiteY77" fmla="*/ 759 h 10000"/>
              <a:gd name="connsiteX78" fmla="*/ 3670 w 10000"/>
              <a:gd name="connsiteY78" fmla="*/ 742 h 10000"/>
              <a:gd name="connsiteX79" fmla="*/ 2617 w 10000"/>
              <a:gd name="connsiteY79" fmla="*/ 937 h 10000"/>
              <a:gd name="connsiteX80" fmla="*/ 1959 w 10000"/>
              <a:gd name="connsiteY80" fmla="*/ 896 h 10000"/>
              <a:gd name="connsiteX81" fmla="*/ 1136 w 10000"/>
              <a:gd name="connsiteY81" fmla="*/ 888 h 10000"/>
              <a:gd name="connsiteX82" fmla="*/ 520 w 10000"/>
              <a:gd name="connsiteY82" fmla="*/ 1197 h 10000"/>
              <a:gd name="connsiteX83" fmla="*/ 313 w 10000"/>
              <a:gd name="connsiteY83" fmla="*/ 2346 h 10000"/>
              <a:gd name="connsiteX84" fmla="*/ 2 w 10000"/>
              <a:gd name="connsiteY84" fmla="*/ 4571 h 10000"/>
              <a:gd name="connsiteX85" fmla="*/ 161 w 10000"/>
              <a:gd name="connsiteY85" fmla="*/ 6339 h 10000"/>
              <a:gd name="connsiteX86" fmla="*/ 157 w 10000"/>
              <a:gd name="connsiteY86" fmla="*/ 4515 h 10000"/>
              <a:gd name="connsiteX87" fmla="*/ 522 w 10000"/>
              <a:gd name="connsiteY87" fmla="*/ 2855 h 10000"/>
              <a:gd name="connsiteX88" fmla="*/ 816 w 10000"/>
              <a:gd name="connsiteY88" fmla="*/ 1601 h 10000"/>
              <a:gd name="connsiteX89" fmla="*/ 1144 w 10000"/>
              <a:gd name="connsiteY89" fmla="*/ 1251 h 10000"/>
              <a:gd name="connsiteX90" fmla="*/ 1906 w 10000"/>
              <a:gd name="connsiteY90" fmla="*/ 1163 h 10000"/>
              <a:gd name="connsiteX91" fmla="*/ 2640 w 10000"/>
              <a:gd name="connsiteY91" fmla="*/ 1228 h 10000"/>
              <a:gd name="connsiteX92" fmla="*/ 3292 w 10000"/>
              <a:gd name="connsiteY92" fmla="*/ 1152 h 10000"/>
              <a:gd name="connsiteX93" fmla="*/ 3933 w 10000"/>
              <a:gd name="connsiteY93" fmla="*/ 995 h 10000"/>
              <a:gd name="connsiteX94" fmla="*/ 4163 w 10000"/>
              <a:gd name="connsiteY94" fmla="*/ 1364 h 10000"/>
              <a:gd name="connsiteX95" fmla="*/ 4144 w 10000"/>
              <a:gd name="connsiteY9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2989 w 10000"/>
              <a:gd name="connsiteY4" fmla="*/ 5764 h 10000"/>
              <a:gd name="connsiteX5" fmla="*/ 3089 w 10000"/>
              <a:gd name="connsiteY5" fmla="*/ 5957 h 10000"/>
              <a:gd name="connsiteX6" fmla="*/ 3343 w 10000"/>
              <a:gd name="connsiteY6" fmla="*/ 6167 h 10000"/>
              <a:gd name="connsiteX7" fmla="*/ 3488 w 10000"/>
              <a:gd name="connsiteY7" fmla="*/ 6555 h 10000"/>
              <a:gd name="connsiteX8" fmla="*/ 3580 w 10000"/>
              <a:gd name="connsiteY8" fmla="*/ 6833 h 10000"/>
              <a:gd name="connsiteX9" fmla="*/ 3762 w 10000"/>
              <a:gd name="connsiteY9" fmla="*/ 7182 h 10000"/>
              <a:gd name="connsiteX10" fmla="*/ 4129 w 10000"/>
              <a:gd name="connsiteY10" fmla="*/ 7883 h 10000"/>
              <a:gd name="connsiteX11" fmla="*/ 4282 w 10000"/>
              <a:gd name="connsiteY11" fmla="*/ 8266 h 10000"/>
              <a:gd name="connsiteX12" fmla="*/ 4367 w 10000"/>
              <a:gd name="connsiteY12" fmla="*/ 8571 h 10000"/>
              <a:gd name="connsiteX13" fmla="*/ 4401 w 10000"/>
              <a:gd name="connsiteY13" fmla="*/ 9095 h 10000"/>
              <a:gd name="connsiteX14" fmla="*/ 4282 w 10000"/>
              <a:gd name="connsiteY14" fmla="*/ 9450 h 10000"/>
              <a:gd name="connsiteX15" fmla="*/ 4224 w 10000"/>
              <a:gd name="connsiteY15" fmla="*/ 9728 h 10000"/>
              <a:gd name="connsiteX16" fmla="*/ 4271 w 10000"/>
              <a:gd name="connsiteY16" fmla="*/ 9866 h 10000"/>
              <a:gd name="connsiteX17" fmla="*/ 4449 w 10000"/>
              <a:gd name="connsiteY17" fmla="*/ 9992 h 10000"/>
              <a:gd name="connsiteX18" fmla="*/ 5127 w 10000"/>
              <a:gd name="connsiteY18" fmla="*/ 9992 h 10000"/>
              <a:gd name="connsiteX19" fmla="*/ 5751 w 10000"/>
              <a:gd name="connsiteY19" fmla="*/ 9972 h 10000"/>
              <a:gd name="connsiteX20" fmla="*/ 5877 w 10000"/>
              <a:gd name="connsiteY20" fmla="*/ 9822 h 10000"/>
              <a:gd name="connsiteX21" fmla="*/ 5867 w 10000"/>
              <a:gd name="connsiteY21" fmla="*/ 9571 h 10000"/>
              <a:gd name="connsiteX22" fmla="*/ 5737 w 10000"/>
              <a:gd name="connsiteY22" fmla="*/ 9313 h 10000"/>
              <a:gd name="connsiteX23" fmla="*/ 5690 w 10000"/>
              <a:gd name="connsiteY23" fmla="*/ 8995 h 10000"/>
              <a:gd name="connsiteX24" fmla="*/ 5685 w 10000"/>
              <a:gd name="connsiteY24" fmla="*/ 8600 h 10000"/>
              <a:gd name="connsiteX25" fmla="*/ 5776 w 10000"/>
              <a:gd name="connsiteY25" fmla="*/ 8204 h 10000"/>
              <a:gd name="connsiteX26" fmla="*/ 5986 w 10000"/>
              <a:gd name="connsiteY26" fmla="*/ 7617 h 10000"/>
              <a:gd name="connsiteX27" fmla="*/ 6102 w 10000"/>
              <a:gd name="connsiteY27" fmla="*/ 7310 h 10000"/>
              <a:gd name="connsiteX28" fmla="*/ 6196 w 10000"/>
              <a:gd name="connsiteY28" fmla="*/ 7178 h 10000"/>
              <a:gd name="connsiteX29" fmla="*/ 6534 w 10000"/>
              <a:gd name="connsiteY29" fmla="*/ 7425 h 10000"/>
              <a:gd name="connsiteX30" fmla="*/ 6902 w 10000"/>
              <a:gd name="connsiteY30" fmla="*/ 7562 h 10000"/>
              <a:gd name="connsiteX31" fmla="*/ 7470 w 10000"/>
              <a:gd name="connsiteY31" fmla="*/ 7675 h 10000"/>
              <a:gd name="connsiteX32" fmla="*/ 7903 w 10000"/>
              <a:gd name="connsiteY32" fmla="*/ 7703 h 10000"/>
              <a:gd name="connsiteX33" fmla="*/ 8301 w 10000"/>
              <a:gd name="connsiteY33" fmla="*/ 7897 h 10000"/>
              <a:gd name="connsiteX34" fmla="*/ 8549 w 10000"/>
              <a:gd name="connsiteY34" fmla="*/ 8063 h 10000"/>
              <a:gd name="connsiteX35" fmla="*/ 8782 w 10000"/>
              <a:gd name="connsiteY35" fmla="*/ 8110 h 10000"/>
              <a:gd name="connsiteX36" fmla="*/ 8758 w 10000"/>
              <a:gd name="connsiteY36" fmla="*/ 7957 h 10000"/>
              <a:gd name="connsiteX37" fmla="*/ 8491 w 10000"/>
              <a:gd name="connsiteY37" fmla="*/ 7797 h 10000"/>
              <a:gd name="connsiteX38" fmla="*/ 8309 w 10000"/>
              <a:gd name="connsiteY38" fmla="*/ 7617 h 10000"/>
              <a:gd name="connsiteX39" fmla="*/ 8286 w 10000"/>
              <a:gd name="connsiteY39" fmla="*/ 7448 h 10000"/>
              <a:gd name="connsiteX40" fmla="*/ 8496 w 10000"/>
              <a:gd name="connsiteY40" fmla="*/ 7276 h 10000"/>
              <a:gd name="connsiteX41" fmla="*/ 8695 w 10000"/>
              <a:gd name="connsiteY41" fmla="*/ 7083 h 10000"/>
              <a:gd name="connsiteX42" fmla="*/ 8406 w 10000"/>
              <a:gd name="connsiteY42" fmla="*/ 6704 h 10000"/>
              <a:gd name="connsiteX43" fmla="*/ 8730 w 10000"/>
              <a:gd name="connsiteY43" fmla="*/ 6352 h 10000"/>
              <a:gd name="connsiteX44" fmla="*/ 8853 w 10000"/>
              <a:gd name="connsiteY44" fmla="*/ 6250 h 10000"/>
              <a:gd name="connsiteX45" fmla="*/ 8801 w 10000"/>
              <a:gd name="connsiteY45" fmla="*/ 6113 h 10000"/>
              <a:gd name="connsiteX46" fmla="*/ 8559 w 10000"/>
              <a:gd name="connsiteY46" fmla="*/ 6213 h 10000"/>
              <a:gd name="connsiteX47" fmla="*/ 8210 w 10000"/>
              <a:gd name="connsiteY47" fmla="*/ 6434 h 10000"/>
              <a:gd name="connsiteX48" fmla="*/ 7909 w 10000"/>
              <a:gd name="connsiteY48" fmla="*/ 6391 h 10000"/>
              <a:gd name="connsiteX49" fmla="*/ 7414 w 10000"/>
              <a:gd name="connsiteY49" fmla="*/ 6265 h 10000"/>
              <a:gd name="connsiteX50" fmla="*/ 6894 w 10000"/>
              <a:gd name="connsiteY50" fmla="*/ 6250 h 10000"/>
              <a:gd name="connsiteX51" fmla="*/ 6487 w 10000"/>
              <a:gd name="connsiteY51" fmla="*/ 6284 h 10000"/>
              <a:gd name="connsiteX52" fmla="*/ 6478 w 10000"/>
              <a:gd name="connsiteY52" fmla="*/ 6113 h 10000"/>
              <a:gd name="connsiteX53" fmla="*/ 6571 w 10000"/>
              <a:gd name="connsiteY53" fmla="*/ 5713 h 10000"/>
              <a:gd name="connsiteX54" fmla="*/ 6632 w 10000"/>
              <a:gd name="connsiteY54" fmla="*/ 5257 h 10000"/>
              <a:gd name="connsiteX55" fmla="*/ 6553 w 10000"/>
              <a:gd name="connsiteY55" fmla="*/ 4694 h 10000"/>
              <a:gd name="connsiteX56" fmla="*/ 6372 w 10000"/>
              <a:gd name="connsiteY56" fmla="*/ 3960 h 10000"/>
              <a:gd name="connsiteX57" fmla="*/ 6187 w 10000"/>
              <a:gd name="connsiteY57" fmla="*/ 3310 h 10000"/>
              <a:gd name="connsiteX58" fmla="*/ 5893 w 10000"/>
              <a:gd name="connsiteY58" fmla="*/ 2386 h 10000"/>
              <a:gd name="connsiteX59" fmla="*/ 5844 w 10000"/>
              <a:gd name="connsiteY59" fmla="*/ 1143 h 10000"/>
              <a:gd name="connsiteX60" fmla="*/ 7340 w 10000"/>
              <a:gd name="connsiteY60" fmla="*/ 1155 h 10000"/>
              <a:gd name="connsiteX61" fmla="*/ 8119 w 10000"/>
              <a:gd name="connsiteY61" fmla="*/ 1927 h 10000"/>
              <a:gd name="connsiteX62" fmla="*/ 8468 w 10000"/>
              <a:gd name="connsiteY62" fmla="*/ 2845 h 10000"/>
              <a:gd name="connsiteX63" fmla="*/ 8955 w 10000"/>
              <a:gd name="connsiteY63" fmla="*/ 3487 h 10000"/>
              <a:gd name="connsiteX64" fmla="*/ 9441 w 10000"/>
              <a:gd name="connsiteY64" fmla="*/ 4299 h 10000"/>
              <a:gd name="connsiteX65" fmla="*/ 10000 w 10000"/>
              <a:gd name="connsiteY65" fmla="*/ 5982 h 10000"/>
              <a:gd name="connsiteX66" fmla="*/ 9756 w 10000"/>
              <a:gd name="connsiteY66" fmla="*/ 4221 h 10000"/>
              <a:gd name="connsiteX67" fmla="*/ 8880 w 10000"/>
              <a:gd name="connsiteY67" fmla="*/ 2913 h 10000"/>
              <a:gd name="connsiteX68" fmla="*/ 8147 w 10000"/>
              <a:gd name="connsiteY68" fmla="*/ 1510 h 10000"/>
              <a:gd name="connsiteX69" fmla="*/ 7383 w 10000"/>
              <a:gd name="connsiteY69" fmla="*/ 829 h 10000"/>
              <a:gd name="connsiteX70" fmla="*/ 6481 w 10000"/>
              <a:gd name="connsiteY70" fmla="*/ 798 h 10000"/>
              <a:gd name="connsiteX71" fmla="*/ 5539 w 10000"/>
              <a:gd name="connsiteY71" fmla="*/ 717 h 10000"/>
              <a:gd name="connsiteX72" fmla="*/ 5314 w 10000"/>
              <a:gd name="connsiteY72" fmla="*/ 603 h 10000"/>
              <a:gd name="connsiteX73" fmla="*/ 5146 w 10000"/>
              <a:gd name="connsiteY73" fmla="*/ 70 h 10000"/>
              <a:gd name="connsiteX74" fmla="*/ 4820 w 10000"/>
              <a:gd name="connsiteY74" fmla="*/ 39 h 10000"/>
              <a:gd name="connsiteX75" fmla="*/ 4697 w 10000"/>
              <a:gd name="connsiteY75" fmla="*/ 344 h 10000"/>
              <a:gd name="connsiteX76" fmla="*/ 4506 w 10000"/>
              <a:gd name="connsiteY76" fmla="*/ 759 h 10000"/>
              <a:gd name="connsiteX77" fmla="*/ 3670 w 10000"/>
              <a:gd name="connsiteY77" fmla="*/ 742 h 10000"/>
              <a:gd name="connsiteX78" fmla="*/ 2617 w 10000"/>
              <a:gd name="connsiteY78" fmla="*/ 937 h 10000"/>
              <a:gd name="connsiteX79" fmla="*/ 1959 w 10000"/>
              <a:gd name="connsiteY79" fmla="*/ 896 h 10000"/>
              <a:gd name="connsiteX80" fmla="*/ 1136 w 10000"/>
              <a:gd name="connsiteY80" fmla="*/ 888 h 10000"/>
              <a:gd name="connsiteX81" fmla="*/ 520 w 10000"/>
              <a:gd name="connsiteY81" fmla="*/ 1197 h 10000"/>
              <a:gd name="connsiteX82" fmla="*/ 313 w 10000"/>
              <a:gd name="connsiteY82" fmla="*/ 2346 h 10000"/>
              <a:gd name="connsiteX83" fmla="*/ 2 w 10000"/>
              <a:gd name="connsiteY83" fmla="*/ 4571 h 10000"/>
              <a:gd name="connsiteX84" fmla="*/ 161 w 10000"/>
              <a:gd name="connsiteY84" fmla="*/ 6339 h 10000"/>
              <a:gd name="connsiteX85" fmla="*/ 157 w 10000"/>
              <a:gd name="connsiteY85" fmla="*/ 4515 h 10000"/>
              <a:gd name="connsiteX86" fmla="*/ 522 w 10000"/>
              <a:gd name="connsiteY86" fmla="*/ 2855 h 10000"/>
              <a:gd name="connsiteX87" fmla="*/ 816 w 10000"/>
              <a:gd name="connsiteY87" fmla="*/ 1601 h 10000"/>
              <a:gd name="connsiteX88" fmla="*/ 1144 w 10000"/>
              <a:gd name="connsiteY88" fmla="*/ 1251 h 10000"/>
              <a:gd name="connsiteX89" fmla="*/ 1906 w 10000"/>
              <a:gd name="connsiteY89" fmla="*/ 1163 h 10000"/>
              <a:gd name="connsiteX90" fmla="*/ 2640 w 10000"/>
              <a:gd name="connsiteY90" fmla="*/ 1228 h 10000"/>
              <a:gd name="connsiteX91" fmla="*/ 3292 w 10000"/>
              <a:gd name="connsiteY91" fmla="*/ 1152 h 10000"/>
              <a:gd name="connsiteX92" fmla="*/ 3933 w 10000"/>
              <a:gd name="connsiteY92" fmla="*/ 995 h 10000"/>
              <a:gd name="connsiteX93" fmla="*/ 4163 w 10000"/>
              <a:gd name="connsiteY93" fmla="*/ 1364 h 10000"/>
              <a:gd name="connsiteX94" fmla="*/ 4144 w 10000"/>
              <a:gd name="connsiteY9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089 w 10000"/>
              <a:gd name="connsiteY4" fmla="*/ 5957 h 10000"/>
              <a:gd name="connsiteX5" fmla="*/ 3343 w 10000"/>
              <a:gd name="connsiteY5" fmla="*/ 6167 h 10000"/>
              <a:gd name="connsiteX6" fmla="*/ 3488 w 10000"/>
              <a:gd name="connsiteY6" fmla="*/ 6555 h 10000"/>
              <a:gd name="connsiteX7" fmla="*/ 3580 w 10000"/>
              <a:gd name="connsiteY7" fmla="*/ 6833 h 10000"/>
              <a:gd name="connsiteX8" fmla="*/ 3762 w 10000"/>
              <a:gd name="connsiteY8" fmla="*/ 7182 h 10000"/>
              <a:gd name="connsiteX9" fmla="*/ 4129 w 10000"/>
              <a:gd name="connsiteY9" fmla="*/ 7883 h 10000"/>
              <a:gd name="connsiteX10" fmla="*/ 4282 w 10000"/>
              <a:gd name="connsiteY10" fmla="*/ 8266 h 10000"/>
              <a:gd name="connsiteX11" fmla="*/ 4367 w 10000"/>
              <a:gd name="connsiteY11" fmla="*/ 8571 h 10000"/>
              <a:gd name="connsiteX12" fmla="*/ 4401 w 10000"/>
              <a:gd name="connsiteY12" fmla="*/ 9095 h 10000"/>
              <a:gd name="connsiteX13" fmla="*/ 4282 w 10000"/>
              <a:gd name="connsiteY13" fmla="*/ 9450 h 10000"/>
              <a:gd name="connsiteX14" fmla="*/ 4224 w 10000"/>
              <a:gd name="connsiteY14" fmla="*/ 9728 h 10000"/>
              <a:gd name="connsiteX15" fmla="*/ 4271 w 10000"/>
              <a:gd name="connsiteY15" fmla="*/ 9866 h 10000"/>
              <a:gd name="connsiteX16" fmla="*/ 4449 w 10000"/>
              <a:gd name="connsiteY16" fmla="*/ 9992 h 10000"/>
              <a:gd name="connsiteX17" fmla="*/ 5127 w 10000"/>
              <a:gd name="connsiteY17" fmla="*/ 9992 h 10000"/>
              <a:gd name="connsiteX18" fmla="*/ 5751 w 10000"/>
              <a:gd name="connsiteY18" fmla="*/ 9972 h 10000"/>
              <a:gd name="connsiteX19" fmla="*/ 5877 w 10000"/>
              <a:gd name="connsiteY19" fmla="*/ 9822 h 10000"/>
              <a:gd name="connsiteX20" fmla="*/ 5867 w 10000"/>
              <a:gd name="connsiteY20" fmla="*/ 9571 h 10000"/>
              <a:gd name="connsiteX21" fmla="*/ 5737 w 10000"/>
              <a:gd name="connsiteY21" fmla="*/ 9313 h 10000"/>
              <a:gd name="connsiteX22" fmla="*/ 5690 w 10000"/>
              <a:gd name="connsiteY22" fmla="*/ 8995 h 10000"/>
              <a:gd name="connsiteX23" fmla="*/ 5685 w 10000"/>
              <a:gd name="connsiteY23" fmla="*/ 8600 h 10000"/>
              <a:gd name="connsiteX24" fmla="*/ 5776 w 10000"/>
              <a:gd name="connsiteY24" fmla="*/ 8204 h 10000"/>
              <a:gd name="connsiteX25" fmla="*/ 5986 w 10000"/>
              <a:gd name="connsiteY25" fmla="*/ 7617 h 10000"/>
              <a:gd name="connsiteX26" fmla="*/ 6102 w 10000"/>
              <a:gd name="connsiteY26" fmla="*/ 7310 h 10000"/>
              <a:gd name="connsiteX27" fmla="*/ 6196 w 10000"/>
              <a:gd name="connsiteY27" fmla="*/ 7178 h 10000"/>
              <a:gd name="connsiteX28" fmla="*/ 6534 w 10000"/>
              <a:gd name="connsiteY28" fmla="*/ 7425 h 10000"/>
              <a:gd name="connsiteX29" fmla="*/ 6902 w 10000"/>
              <a:gd name="connsiteY29" fmla="*/ 7562 h 10000"/>
              <a:gd name="connsiteX30" fmla="*/ 7470 w 10000"/>
              <a:gd name="connsiteY30" fmla="*/ 7675 h 10000"/>
              <a:gd name="connsiteX31" fmla="*/ 7903 w 10000"/>
              <a:gd name="connsiteY31" fmla="*/ 7703 h 10000"/>
              <a:gd name="connsiteX32" fmla="*/ 8301 w 10000"/>
              <a:gd name="connsiteY32" fmla="*/ 7897 h 10000"/>
              <a:gd name="connsiteX33" fmla="*/ 8549 w 10000"/>
              <a:gd name="connsiteY33" fmla="*/ 8063 h 10000"/>
              <a:gd name="connsiteX34" fmla="*/ 8782 w 10000"/>
              <a:gd name="connsiteY34" fmla="*/ 8110 h 10000"/>
              <a:gd name="connsiteX35" fmla="*/ 8758 w 10000"/>
              <a:gd name="connsiteY35" fmla="*/ 7957 h 10000"/>
              <a:gd name="connsiteX36" fmla="*/ 8491 w 10000"/>
              <a:gd name="connsiteY36" fmla="*/ 7797 h 10000"/>
              <a:gd name="connsiteX37" fmla="*/ 8309 w 10000"/>
              <a:gd name="connsiteY37" fmla="*/ 7617 h 10000"/>
              <a:gd name="connsiteX38" fmla="*/ 8286 w 10000"/>
              <a:gd name="connsiteY38" fmla="*/ 7448 h 10000"/>
              <a:gd name="connsiteX39" fmla="*/ 8496 w 10000"/>
              <a:gd name="connsiteY39" fmla="*/ 7276 h 10000"/>
              <a:gd name="connsiteX40" fmla="*/ 8695 w 10000"/>
              <a:gd name="connsiteY40" fmla="*/ 7083 h 10000"/>
              <a:gd name="connsiteX41" fmla="*/ 8406 w 10000"/>
              <a:gd name="connsiteY41" fmla="*/ 6704 h 10000"/>
              <a:gd name="connsiteX42" fmla="*/ 8730 w 10000"/>
              <a:gd name="connsiteY42" fmla="*/ 6352 h 10000"/>
              <a:gd name="connsiteX43" fmla="*/ 8853 w 10000"/>
              <a:gd name="connsiteY43" fmla="*/ 6250 h 10000"/>
              <a:gd name="connsiteX44" fmla="*/ 8801 w 10000"/>
              <a:gd name="connsiteY44" fmla="*/ 6113 h 10000"/>
              <a:gd name="connsiteX45" fmla="*/ 8559 w 10000"/>
              <a:gd name="connsiteY45" fmla="*/ 6213 h 10000"/>
              <a:gd name="connsiteX46" fmla="*/ 8210 w 10000"/>
              <a:gd name="connsiteY46" fmla="*/ 6434 h 10000"/>
              <a:gd name="connsiteX47" fmla="*/ 7909 w 10000"/>
              <a:gd name="connsiteY47" fmla="*/ 6391 h 10000"/>
              <a:gd name="connsiteX48" fmla="*/ 7414 w 10000"/>
              <a:gd name="connsiteY48" fmla="*/ 6265 h 10000"/>
              <a:gd name="connsiteX49" fmla="*/ 6894 w 10000"/>
              <a:gd name="connsiteY49" fmla="*/ 6250 h 10000"/>
              <a:gd name="connsiteX50" fmla="*/ 6487 w 10000"/>
              <a:gd name="connsiteY50" fmla="*/ 6284 h 10000"/>
              <a:gd name="connsiteX51" fmla="*/ 6478 w 10000"/>
              <a:gd name="connsiteY51" fmla="*/ 6113 h 10000"/>
              <a:gd name="connsiteX52" fmla="*/ 6571 w 10000"/>
              <a:gd name="connsiteY52" fmla="*/ 5713 h 10000"/>
              <a:gd name="connsiteX53" fmla="*/ 6632 w 10000"/>
              <a:gd name="connsiteY53" fmla="*/ 5257 h 10000"/>
              <a:gd name="connsiteX54" fmla="*/ 6553 w 10000"/>
              <a:gd name="connsiteY54" fmla="*/ 4694 h 10000"/>
              <a:gd name="connsiteX55" fmla="*/ 6372 w 10000"/>
              <a:gd name="connsiteY55" fmla="*/ 3960 h 10000"/>
              <a:gd name="connsiteX56" fmla="*/ 6187 w 10000"/>
              <a:gd name="connsiteY56" fmla="*/ 3310 h 10000"/>
              <a:gd name="connsiteX57" fmla="*/ 5893 w 10000"/>
              <a:gd name="connsiteY57" fmla="*/ 2386 h 10000"/>
              <a:gd name="connsiteX58" fmla="*/ 5844 w 10000"/>
              <a:gd name="connsiteY58" fmla="*/ 1143 h 10000"/>
              <a:gd name="connsiteX59" fmla="*/ 7340 w 10000"/>
              <a:gd name="connsiteY59" fmla="*/ 1155 h 10000"/>
              <a:gd name="connsiteX60" fmla="*/ 8119 w 10000"/>
              <a:gd name="connsiteY60" fmla="*/ 1927 h 10000"/>
              <a:gd name="connsiteX61" fmla="*/ 8468 w 10000"/>
              <a:gd name="connsiteY61" fmla="*/ 2845 h 10000"/>
              <a:gd name="connsiteX62" fmla="*/ 8955 w 10000"/>
              <a:gd name="connsiteY62" fmla="*/ 3487 h 10000"/>
              <a:gd name="connsiteX63" fmla="*/ 9441 w 10000"/>
              <a:gd name="connsiteY63" fmla="*/ 4299 h 10000"/>
              <a:gd name="connsiteX64" fmla="*/ 10000 w 10000"/>
              <a:gd name="connsiteY64" fmla="*/ 5982 h 10000"/>
              <a:gd name="connsiteX65" fmla="*/ 9756 w 10000"/>
              <a:gd name="connsiteY65" fmla="*/ 4221 h 10000"/>
              <a:gd name="connsiteX66" fmla="*/ 8880 w 10000"/>
              <a:gd name="connsiteY66" fmla="*/ 2913 h 10000"/>
              <a:gd name="connsiteX67" fmla="*/ 8147 w 10000"/>
              <a:gd name="connsiteY67" fmla="*/ 1510 h 10000"/>
              <a:gd name="connsiteX68" fmla="*/ 7383 w 10000"/>
              <a:gd name="connsiteY68" fmla="*/ 829 h 10000"/>
              <a:gd name="connsiteX69" fmla="*/ 6481 w 10000"/>
              <a:gd name="connsiteY69" fmla="*/ 798 h 10000"/>
              <a:gd name="connsiteX70" fmla="*/ 5539 w 10000"/>
              <a:gd name="connsiteY70" fmla="*/ 717 h 10000"/>
              <a:gd name="connsiteX71" fmla="*/ 5314 w 10000"/>
              <a:gd name="connsiteY71" fmla="*/ 603 h 10000"/>
              <a:gd name="connsiteX72" fmla="*/ 5146 w 10000"/>
              <a:gd name="connsiteY72" fmla="*/ 70 h 10000"/>
              <a:gd name="connsiteX73" fmla="*/ 4820 w 10000"/>
              <a:gd name="connsiteY73" fmla="*/ 39 h 10000"/>
              <a:gd name="connsiteX74" fmla="*/ 4697 w 10000"/>
              <a:gd name="connsiteY74" fmla="*/ 344 h 10000"/>
              <a:gd name="connsiteX75" fmla="*/ 4506 w 10000"/>
              <a:gd name="connsiteY75" fmla="*/ 759 h 10000"/>
              <a:gd name="connsiteX76" fmla="*/ 3670 w 10000"/>
              <a:gd name="connsiteY76" fmla="*/ 742 h 10000"/>
              <a:gd name="connsiteX77" fmla="*/ 2617 w 10000"/>
              <a:gd name="connsiteY77" fmla="*/ 937 h 10000"/>
              <a:gd name="connsiteX78" fmla="*/ 1959 w 10000"/>
              <a:gd name="connsiteY78" fmla="*/ 896 h 10000"/>
              <a:gd name="connsiteX79" fmla="*/ 1136 w 10000"/>
              <a:gd name="connsiteY79" fmla="*/ 888 h 10000"/>
              <a:gd name="connsiteX80" fmla="*/ 520 w 10000"/>
              <a:gd name="connsiteY80" fmla="*/ 1197 h 10000"/>
              <a:gd name="connsiteX81" fmla="*/ 313 w 10000"/>
              <a:gd name="connsiteY81" fmla="*/ 2346 h 10000"/>
              <a:gd name="connsiteX82" fmla="*/ 2 w 10000"/>
              <a:gd name="connsiteY82" fmla="*/ 4571 h 10000"/>
              <a:gd name="connsiteX83" fmla="*/ 161 w 10000"/>
              <a:gd name="connsiteY83" fmla="*/ 6339 h 10000"/>
              <a:gd name="connsiteX84" fmla="*/ 157 w 10000"/>
              <a:gd name="connsiteY84" fmla="*/ 4515 h 10000"/>
              <a:gd name="connsiteX85" fmla="*/ 522 w 10000"/>
              <a:gd name="connsiteY85" fmla="*/ 2855 h 10000"/>
              <a:gd name="connsiteX86" fmla="*/ 816 w 10000"/>
              <a:gd name="connsiteY86" fmla="*/ 1601 h 10000"/>
              <a:gd name="connsiteX87" fmla="*/ 1144 w 10000"/>
              <a:gd name="connsiteY87" fmla="*/ 1251 h 10000"/>
              <a:gd name="connsiteX88" fmla="*/ 1906 w 10000"/>
              <a:gd name="connsiteY88" fmla="*/ 1163 h 10000"/>
              <a:gd name="connsiteX89" fmla="*/ 2640 w 10000"/>
              <a:gd name="connsiteY89" fmla="*/ 1228 h 10000"/>
              <a:gd name="connsiteX90" fmla="*/ 3292 w 10000"/>
              <a:gd name="connsiteY90" fmla="*/ 1152 h 10000"/>
              <a:gd name="connsiteX91" fmla="*/ 3933 w 10000"/>
              <a:gd name="connsiteY91" fmla="*/ 995 h 10000"/>
              <a:gd name="connsiteX92" fmla="*/ 4163 w 10000"/>
              <a:gd name="connsiteY92" fmla="*/ 1364 h 10000"/>
              <a:gd name="connsiteX93" fmla="*/ 4144 w 10000"/>
              <a:gd name="connsiteY93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343 w 10000"/>
              <a:gd name="connsiteY4" fmla="*/ 6167 h 10000"/>
              <a:gd name="connsiteX5" fmla="*/ 3488 w 10000"/>
              <a:gd name="connsiteY5" fmla="*/ 6555 h 10000"/>
              <a:gd name="connsiteX6" fmla="*/ 3580 w 10000"/>
              <a:gd name="connsiteY6" fmla="*/ 6833 h 10000"/>
              <a:gd name="connsiteX7" fmla="*/ 3762 w 10000"/>
              <a:gd name="connsiteY7" fmla="*/ 7182 h 10000"/>
              <a:gd name="connsiteX8" fmla="*/ 4129 w 10000"/>
              <a:gd name="connsiteY8" fmla="*/ 7883 h 10000"/>
              <a:gd name="connsiteX9" fmla="*/ 4282 w 10000"/>
              <a:gd name="connsiteY9" fmla="*/ 8266 h 10000"/>
              <a:gd name="connsiteX10" fmla="*/ 4367 w 10000"/>
              <a:gd name="connsiteY10" fmla="*/ 8571 h 10000"/>
              <a:gd name="connsiteX11" fmla="*/ 4401 w 10000"/>
              <a:gd name="connsiteY11" fmla="*/ 9095 h 10000"/>
              <a:gd name="connsiteX12" fmla="*/ 4282 w 10000"/>
              <a:gd name="connsiteY12" fmla="*/ 9450 h 10000"/>
              <a:gd name="connsiteX13" fmla="*/ 4224 w 10000"/>
              <a:gd name="connsiteY13" fmla="*/ 9728 h 10000"/>
              <a:gd name="connsiteX14" fmla="*/ 4271 w 10000"/>
              <a:gd name="connsiteY14" fmla="*/ 9866 h 10000"/>
              <a:gd name="connsiteX15" fmla="*/ 4449 w 10000"/>
              <a:gd name="connsiteY15" fmla="*/ 9992 h 10000"/>
              <a:gd name="connsiteX16" fmla="*/ 5127 w 10000"/>
              <a:gd name="connsiteY16" fmla="*/ 9992 h 10000"/>
              <a:gd name="connsiteX17" fmla="*/ 5751 w 10000"/>
              <a:gd name="connsiteY17" fmla="*/ 9972 h 10000"/>
              <a:gd name="connsiteX18" fmla="*/ 5877 w 10000"/>
              <a:gd name="connsiteY18" fmla="*/ 9822 h 10000"/>
              <a:gd name="connsiteX19" fmla="*/ 5867 w 10000"/>
              <a:gd name="connsiteY19" fmla="*/ 9571 h 10000"/>
              <a:gd name="connsiteX20" fmla="*/ 5737 w 10000"/>
              <a:gd name="connsiteY20" fmla="*/ 9313 h 10000"/>
              <a:gd name="connsiteX21" fmla="*/ 5690 w 10000"/>
              <a:gd name="connsiteY21" fmla="*/ 8995 h 10000"/>
              <a:gd name="connsiteX22" fmla="*/ 5685 w 10000"/>
              <a:gd name="connsiteY22" fmla="*/ 8600 h 10000"/>
              <a:gd name="connsiteX23" fmla="*/ 5776 w 10000"/>
              <a:gd name="connsiteY23" fmla="*/ 8204 h 10000"/>
              <a:gd name="connsiteX24" fmla="*/ 5986 w 10000"/>
              <a:gd name="connsiteY24" fmla="*/ 7617 h 10000"/>
              <a:gd name="connsiteX25" fmla="*/ 6102 w 10000"/>
              <a:gd name="connsiteY25" fmla="*/ 7310 h 10000"/>
              <a:gd name="connsiteX26" fmla="*/ 6196 w 10000"/>
              <a:gd name="connsiteY26" fmla="*/ 7178 h 10000"/>
              <a:gd name="connsiteX27" fmla="*/ 6534 w 10000"/>
              <a:gd name="connsiteY27" fmla="*/ 7425 h 10000"/>
              <a:gd name="connsiteX28" fmla="*/ 6902 w 10000"/>
              <a:gd name="connsiteY28" fmla="*/ 7562 h 10000"/>
              <a:gd name="connsiteX29" fmla="*/ 7470 w 10000"/>
              <a:gd name="connsiteY29" fmla="*/ 7675 h 10000"/>
              <a:gd name="connsiteX30" fmla="*/ 7903 w 10000"/>
              <a:gd name="connsiteY30" fmla="*/ 7703 h 10000"/>
              <a:gd name="connsiteX31" fmla="*/ 8301 w 10000"/>
              <a:gd name="connsiteY31" fmla="*/ 7897 h 10000"/>
              <a:gd name="connsiteX32" fmla="*/ 8549 w 10000"/>
              <a:gd name="connsiteY32" fmla="*/ 8063 h 10000"/>
              <a:gd name="connsiteX33" fmla="*/ 8782 w 10000"/>
              <a:gd name="connsiteY33" fmla="*/ 8110 h 10000"/>
              <a:gd name="connsiteX34" fmla="*/ 8758 w 10000"/>
              <a:gd name="connsiteY34" fmla="*/ 7957 h 10000"/>
              <a:gd name="connsiteX35" fmla="*/ 8491 w 10000"/>
              <a:gd name="connsiteY35" fmla="*/ 7797 h 10000"/>
              <a:gd name="connsiteX36" fmla="*/ 8309 w 10000"/>
              <a:gd name="connsiteY36" fmla="*/ 7617 h 10000"/>
              <a:gd name="connsiteX37" fmla="*/ 8286 w 10000"/>
              <a:gd name="connsiteY37" fmla="*/ 7448 h 10000"/>
              <a:gd name="connsiteX38" fmla="*/ 8496 w 10000"/>
              <a:gd name="connsiteY38" fmla="*/ 7276 h 10000"/>
              <a:gd name="connsiteX39" fmla="*/ 8695 w 10000"/>
              <a:gd name="connsiteY39" fmla="*/ 7083 h 10000"/>
              <a:gd name="connsiteX40" fmla="*/ 8406 w 10000"/>
              <a:gd name="connsiteY40" fmla="*/ 6704 h 10000"/>
              <a:gd name="connsiteX41" fmla="*/ 8730 w 10000"/>
              <a:gd name="connsiteY41" fmla="*/ 6352 h 10000"/>
              <a:gd name="connsiteX42" fmla="*/ 8853 w 10000"/>
              <a:gd name="connsiteY42" fmla="*/ 6250 h 10000"/>
              <a:gd name="connsiteX43" fmla="*/ 8801 w 10000"/>
              <a:gd name="connsiteY43" fmla="*/ 6113 h 10000"/>
              <a:gd name="connsiteX44" fmla="*/ 8559 w 10000"/>
              <a:gd name="connsiteY44" fmla="*/ 6213 h 10000"/>
              <a:gd name="connsiteX45" fmla="*/ 8210 w 10000"/>
              <a:gd name="connsiteY45" fmla="*/ 6434 h 10000"/>
              <a:gd name="connsiteX46" fmla="*/ 7909 w 10000"/>
              <a:gd name="connsiteY46" fmla="*/ 6391 h 10000"/>
              <a:gd name="connsiteX47" fmla="*/ 7414 w 10000"/>
              <a:gd name="connsiteY47" fmla="*/ 6265 h 10000"/>
              <a:gd name="connsiteX48" fmla="*/ 6894 w 10000"/>
              <a:gd name="connsiteY48" fmla="*/ 6250 h 10000"/>
              <a:gd name="connsiteX49" fmla="*/ 6487 w 10000"/>
              <a:gd name="connsiteY49" fmla="*/ 6284 h 10000"/>
              <a:gd name="connsiteX50" fmla="*/ 6478 w 10000"/>
              <a:gd name="connsiteY50" fmla="*/ 6113 h 10000"/>
              <a:gd name="connsiteX51" fmla="*/ 6571 w 10000"/>
              <a:gd name="connsiteY51" fmla="*/ 5713 h 10000"/>
              <a:gd name="connsiteX52" fmla="*/ 6632 w 10000"/>
              <a:gd name="connsiteY52" fmla="*/ 5257 h 10000"/>
              <a:gd name="connsiteX53" fmla="*/ 6553 w 10000"/>
              <a:gd name="connsiteY53" fmla="*/ 4694 h 10000"/>
              <a:gd name="connsiteX54" fmla="*/ 6372 w 10000"/>
              <a:gd name="connsiteY54" fmla="*/ 3960 h 10000"/>
              <a:gd name="connsiteX55" fmla="*/ 6187 w 10000"/>
              <a:gd name="connsiteY55" fmla="*/ 3310 h 10000"/>
              <a:gd name="connsiteX56" fmla="*/ 5893 w 10000"/>
              <a:gd name="connsiteY56" fmla="*/ 2386 h 10000"/>
              <a:gd name="connsiteX57" fmla="*/ 5844 w 10000"/>
              <a:gd name="connsiteY57" fmla="*/ 1143 h 10000"/>
              <a:gd name="connsiteX58" fmla="*/ 7340 w 10000"/>
              <a:gd name="connsiteY58" fmla="*/ 1155 h 10000"/>
              <a:gd name="connsiteX59" fmla="*/ 8119 w 10000"/>
              <a:gd name="connsiteY59" fmla="*/ 1927 h 10000"/>
              <a:gd name="connsiteX60" fmla="*/ 8468 w 10000"/>
              <a:gd name="connsiteY60" fmla="*/ 2845 h 10000"/>
              <a:gd name="connsiteX61" fmla="*/ 8955 w 10000"/>
              <a:gd name="connsiteY61" fmla="*/ 3487 h 10000"/>
              <a:gd name="connsiteX62" fmla="*/ 9441 w 10000"/>
              <a:gd name="connsiteY62" fmla="*/ 4299 h 10000"/>
              <a:gd name="connsiteX63" fmla="*/ 10000 w 10000"/>
              <a:gd name="connsiteY63" fmla="*/ 5982 h 10000"/>
              <a:gd name="connsiteX64" fmla="*/ 9756 w 10000"/>
              <a:gd name="connsiteY64" fmla="*/ 4221 h 10000"/>
              <a:gd name="connsiteX65" fmla="*/ 8880 w 10000"/>
              <a:gd name="connsiteY65" fmla="*/ 2913 h 10000"/>
              <a:gd name="connsiteX66" fmla="*/ 8147 w 10000"/>
              <a:gd name="connsiteY66" fmla="*/ 1510 h 10000"/>
              <a:gd name="connsiteX67" fmla="*/ 7383 w 10000"/>
              <a:gd name="connsiteY67" fmla="*/ 829 h 10000"/>
              <a:gd name="connsiteX68" fmla="*/ 6481 w 10000"/>
              <a:gd name="connsiteY68" fmla="*/ 798 h 10000"/>
              <a:gd name="connsiteX69" fmla="*/ 5539 w 10000"/>
              <a:gd name="connsiteY69" fmla="*/ 717 h 10000"/>
              <a:gd name="connsiteX70" fmla="*/ 5314 w 10000"/>
              <a:gd name="connsiteY70" fmla="*/ 603 h 10000"/>
              <a:gd name="connsiteX71" fmla="*/ 5146 w 10000"/>
              <a:gd name="connsiteY71" fmla="*/ 70 h 10000"/>
              <a:gd name="connsiteX72" fmla="*/ 4820 w 10000"/>
              <a:gd name="connsiteY72" fmla="*/ 39 h 10000"/>
              <a:gd name="connsiteX73" fmla="*/ 4697 w 10000"/>
              <a:gd name="connsiteY73" fmla="*/ 344 h 10000"/>
              <a:gd name="connsiteX74" fmla="*/ 4506 w 10000"/>
              <a:gd name="connsiteY74" fmla="*/ 759 h 10000"/>
              <a:gd name="connsiteX75" fmla="*/ 3670 w 10000"/>
              <a:gd name="connsiteY75" fmla="*/ 742 h 10000"/>
              <a:gd name="connsiteX76" fmla="*/ 2617 w 10000"/>
              <a:gd name="connsiteY76" fmla="*/ 937 h 10000"/>
              <a:gd name="connsiteX77" fmla="*/ 1959 w 10000"/>
              <a:gd name="connsiteY77" fmla="*/ 896 h 10000"/>
              <a:gd name="connsiteX78" fmla="*/ 1136 w 10000"/>
              <a:gd name="connsiteY78" fmla="*/ 888 h 10000"/>
              <a:gd name="connsiteX79" fmla="*/ 520 w 10000"/>
              <a:gd name="connsiteY79" fmla="*/ 1197 h 10000"/>
              <a:gd name="connsiteX80" fmla="*/ 313 w 10000"/>
              <a:gd name="connsiteY80" fmla="*/ 2346 h 10000"/>
              <a:gd name="connsiteX81" fmla="*/ 2 w 10000"/>
              <a:gd name="connsiteY81" fmla="*/ 4571 h 10000"/>
              <a:gd name="connsiteX82" fmla="*/ 161 w 10000"/>
              <a:gd name="connsiteY82" fmla="*/ 6339 h 10000"/>
              <a:gd name="connsiteX83" fmla="*/ 157 w 10000"/>
              <a:gd name="connsiteY83" fmla="*/ 4515 h 10000"/>
              <a:gd name="connsiteX84" fmla="*/ 522 w 10000"/>
              <a:gd name="connsiteY84" fmla="*/ 2855 h 10000"/>
              <a:gd name="connsiteX85" fmla="*/ 816 w 10000"/>
              <a:gd name="connsiteY85" fmla="*/ 1601 h 10000"/>
              <a:gd name="connsiteX86" fmla="*/ 1144 w 10000"/>
              <a:gd name="connsiteY86" fmla="*/ 1251 h 10000"/>
              <a:gd name="connsiteX87" fmla="*/ 1906 w 10000"/>
              <a:gd name="connsiteY87" fmla="*/ 1163 h 10000"/>
              <a:gd name="connsiteX88" fmla="*/ 2640 w 10000"/>
              <a:gd name="connsiteY88" fmla="*/ 1228 h 10000"/>
              <a:gd name="connsiteX89" fmla="*/ 3292 w 10000"/>
              <a:gd name="connsiteY89" fmla="*/ 1152 h 10000"/>
              <a:gd name="connsiteX90" fmla="*/ 3933 w 10000"/>
              <a:gd name="connsiteY90" fmla="*/ 995 h 10000"/>
              <a:gd name="connsiteX91" fmla="*/ 4163 w 10000"/>
              <a:gd name="connsiteY91" fmla="*/ 1364 h 10000"/>
              <a:gd name="connsiteX92" fmla="*/ 4144 w 10000"/>
              <a:gd name="connsiteY92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488 w 10000"/>
              <a:gd name="connsiteY4" fmla="*/ 6555 h 10000"/>
              <a:gd name="connsiteX5" fmla="*/ 3580 w 10000"/>
              <a:gd name="connsiteY5" fmla="*/ 6833 h 10000"/>
              <a:gd name="connsiteX6" fmla="*/ 3762 w 10000"/>
              <a:gd name="connsiteY6" fmla="*/ 7182 h 10000"/>
              <a:gd name="connsiteX7" fmla="*/ 4129 w 10000"/>
              <a:gd name="connsiteY7" fmla="*/ 7883 h 10000"/>
              <a:gd name="connsiteX8" fmla="*/ 4282 w 10000"/>
              <a:gd name="connsiteY8" fmla="*/ 8266 h 10000"/>
              <a:gd name="connsiteX9" fmla="*/ 4367 w 10000"/>
              <a:gd name="connsiteY9" fmla="*/ 8571 h 10000"/>
              <a:gd name="connsiteX10" fmla="*/ 4401 w 10000"/>
              <a:gd name="connsiteY10" fmla="*/ 9095 h 10000"/>
              <a:gd name="connsiteX11" fmla="*/ 4282 w 10000"/>
              <a:gd name="connsiteY11" fmla="*/ 9450 h 10000"/>
              <a:gd name="connsiteX12" fmla="*/ 4224 w 10000"/>
              <a:gd name="connsiteY12" fmla="*/ 9728 h 10000"/>
              <a:gd name="connsiteX13" fmla="*/ 4271 w 10000"/>
              <a:gd name="connsiteY13" fmla="*/ 9866 h 10000"/>
              <a:gd name="connsiteX14" fmla="*/ 4449 w 10000"/>
              <a:gd name="connsiteY14" fmla="*/ 9992 h 10000"/>
              <a:gd name="connsiteX15" fmla="*/ 5127 w 10000"/>
              <a:gd name="connsiteY15" fmla="*/ 9992 h 10000"/>
              <a:gd name="connsiteX16" fmla="*/ 5751 w 10000"/>
              <a:gd name="connsiteY16" fmla="*/ 9972 h 10000"/>
              <a:gd name="connsiteX17" fmla="*/ 5877 w 10000"/>
              <a:gd name="connsiteY17" fmla="*/ 9822 h 10000"/>
              <a:gd name="connsiteX18" fmla="*/ 5867 w 10000"/>
              <a:gd name="connsiteY18" fmla="*/ 9571 h 10000"/>
              <a:gd name="connsiteX19" fmla="*/ 5737 w 10000"/>
              <a:gd name="connsiteY19" fmla="*/ 9313 h 10000"/>
              <a:gd name="connsiteX20" fmla="*/ 5690 w 10000"/>
              <a:gd name="connsiteY20" fmla="*/ 8995 h 10000"/>
              <a:gd name="connsiteX21" fmla="*/ 5685 w 10000"/>
              <a:gd name="connsiteY21" fmla="*/ 8600 h 10000"/>
              <a:gd name="connsiteX22" fmla="*/ 5776 w 10000"/>
              <a:gd name="connsiteY22" fmla="*/ 8204 h 10000"/>
              <a:gd name="connsiteX23" fmla="*/ 5986 w 10000"/>
              <a:gd name="connsiteY23" fmla="*/ 7617 h 10000"/>
              <a:gd name="connsiteX24" fmla="*/ 6102 w 10000"/>
              <a:gd name="connsiteY24" fmla="*/ 7310 h 10000"/>
              <a:gd name="connsiteX25" fmla="*/ 6196 w 10000"/>
              <a:gd name="connsiteY25" fmla="*/ 7178 h 10000"/>
              <a:gd name="connsiteX26" fmla="*/ 6534 w 10000"/>
              <a:gd name="connsiteY26" fmla="*/ 7425 h 10000"/>
              <a:gd name="connsiteX27" fmla="*/ 6902 w 10000"/>
              <a:gd name="connsiteY27" fmla="*/ 7562 h 10000"/>
              <a:gd name="connsiteX28" fmla="*/ 7470 w 10000"/>
              <a:gd name="connsiteY28" fmla="*/ 7675 h 10000"/>
              <a:gd name="connsiteX29" fmla="*/ 7903 w 10000"/>
              <a:gd name="connsiteY29" fmla="*/ 7703 h 10000"/>
              <a:gd name="connsiteX30" fmla="*/ 8301 w 10000"/>
              <a:gd name="connsiteY30" fmla="*/ 7897 h 10000"/>
              <a:gd name="connsiteX31" fmla="*/ 8549 w 10000"/>
              <a:gd name="connsiteY31" fmla="*/ 8063 h 10000"/>
              <a:gd name="connsiteX32" fmla="*/ 8782 w 10000"/>
              <a:gd name="connsiteY32" fmla="*/ 8110 h 10000"/>
              <a:gd name="connsiteX33" fmla="*/ 8758 w 10000"/>
              <a:gd name="connsiteY33" fmla="*/ 7957 h 10000"/>
              <a:gd name="connsiteX34" fmla="*/ 8491 w 10000"/>
              <a:gd name="connsiteY34" fmla="*/ 7797 h 10000"/>
              <a:gd name="connsiteX35" fmla="*/ 8309 w 10000"/>
              <a:gd name="connsiteY35" fmla="*/ 7617 h 10000"/>
              <a:gd name="connsiteX36" fmla="*/ 8286 w 10000"/>
              <a:gd name="connsiteY36" fmla="*/ 7448 h 10000"/>
              <a:gd name="connsiteX37" fmla="*/ 8496 w 10000"/>
              <a:gd name="connsiteY37" fmla="*/ 7276 h 10000"/>
              <a:gd name="connsiteX38" fmla="*/ 8695 w 10000"/>
              <a:gd name="connsiteY38" fmla="*/ 7083 h 10000"/>
              <a:gd name="connsiteX39" fmla="*/ 8406 w 10000"/>
              <a:gd name="connsiteY39" fmla="*/ 6704 h 10000"/>
              <a:gd name="connsiteX40" fmla="*/ 8730 w 10000"/>
              <a:gd name="connsiteY40" fmla="*/ 6352 h 10000"/>
              <a:gd name="connsiteX41" fmla="*/ 8853 w 10000"/>
              <a:gd name="connsiteY41" fmla="*/ 6250 h 10000"/>
              <a:gd name="connsiteX42" fmla="*/ 8801 w 10000"/>
              <a:gd name="connsiteY42" fmla="*/ 6113 h 10000"/>
              <a:gd name="connsiteX43" fmla="*/ 8559 w 10000"/>
              <a:gd name="connsiteY43" fmla="*/ 6213 h 10000"/>
              <a:gd name="connsiteX44" fmla="*/ 8210 w 10000"/>
              <a:gd name="connsiteY44" fmla="*/ 6434 h 10000"/>
              <a:gd name="connsiteX45" fmla="*/ 7909 w 10000"/>
              <a:gd name="connsiteY45" fmla="*/ 6391 h 10000"/>
              <a:gd name="connsiteX46" fmla="*/ 7414 w 10000"/>
              <a:gd name="connsiteY46" fmla="*/ 6265 h 10000"/>
              <a:gd name="connsiteX47" fmla="*/ 6894 w 10000"/>
              <a:gd name="connsiteY47" fmla="*/ 6250 h 10000"/>
              <a:gd name="connsiteX48" fmla="*/ 6487 w 10000"/>
              <a:gd name="connsiteY48" fmla="*/ 6284 h 10000"/>
              <a:gd name="connsiteX49" fmla="*/ 6478 w 10000"/>
              <a:gd name="connsiteY49" fmla="*/ 6113 h 10000"/>
              <a:gd name="connsiteX50" fmla="*/ 6571 w 10000"/>
              <a:gd name="connsiteY50" fmla="*/ 5713 h 10000"/>
              <a:gd name="connsiteX51" fmla="*/ 6632 w 10000"/>
              <a:gd name="connsiteY51" fmla="*/ 5257 h 10000"/>
              <a:gd name="connsiteX52" fmla="*/ 6553 w 10000"/>
              <a:gd name="connsiteY52" fmla="*/ 4694 h 10000"/>
              <a:gd name="connsiteX53" fmla="*/ 6372 w 10000"/>
              <a:gd name="connsiteY53" fmla="*/ 3960 h 10000"/>
              <a:gd name="connsiteX54" fmla="*/ 6187 w 10000"/>
              <a:gd name="connsiteY54" fmla="*/ 3310 h 10000"/>
              <a:gd name="connsiteX55" fmla="*/ 5893 w 10000"/>
              <a:gd name="connsiteY55" fmla="*/ 2386 h 10000"/>
              <a:gd name="connsiteX56" fmla="*/ 5844 w 10000"/>
              <a:gd name="connsiteY56" fmla="*/ 1143 h 10000"/>
              <a:gd name="connsiteX57" fmla="*/ 7340 w 10000"/>
              <a:gd name="connsiteY57" fmla="*/ 1155 h 10000"/>
              <a:gd name="connsiteX58" fmla="*/ 8119 w 10000"/>
              <a:gd name="connsiteY58" fmla="*/ 1927 h 10000"/>
              <a:gd name="connsiteX59" fmla="*/ 8468 w 10000"/>
              <a:gd name="connsiteY59" fmla="*/ 2845 h 10000"/>
              <a:gd name="connsiteX60" fmla="*/ 8955 w 10000"/>
              <a:gd name="connsiteY60" fmla="*/ 3487 h 10000"/>
              <a:gd name="connsiteX61" fmla="*/ 9441 w 10000"/>
              <a:gd name="connsiteY61" fmla="*/ 4299 h 10000"/>
              <a:gd name="connsiteX62" fmla="*/ 10000 w 10000"/>
              <a:gd name="connsiteY62" fmla="*/ 5982 h 10000"/>
              <a:gd name="connsiteX63" fmla="*/ 9756 w 10000"/>
              <a:gd name="connsiteY63" fmla="*/ 4221 h 10000"/>
              <a:gd name="connsiteX64" fmla="*/ 8880 w 10000"/>
              <a:gd name="connsiteY64" fmla="*/ 2913 h 10000"/>
              <a:gd name="connsiteX65" fmla="*/ 8147 w 10000"/>
              <a:gd name="connsiteY65" fmla="*/ 1510 h 10000"/>
              <a:gd name="connsiteX66" fmla="*/ 7383 w 10000"/>
              <a:gd name="connsiteY66" fmla="*/ 829 h 10000"/>
              <a:gd name="connsiteX67" fmla="*/ 6481 w 10000"/>
              <a:gd name="connsiteY67" fmla="*/ 798 h 10000"/>
              <a:gd name="connsiteX68" fmla="*/ 5539 w 10000"/>
              <a:gd name="connsiteY68" fmla="*/ 717 h 10000"/>
              <a:gd name="connsiteX69" fmla="*/ 5314 w 10000"/>
              <a:gd name="connsiteY69" fmla="*/ 603 h 10000"/>
              <a:gd name="connsiteX70" fmla="*/ 5146 w 10000"/>
              <a:gd name="connsiteY70" fmla="*/ 70 h 10000"/>
              <a:gd name="connsiteX71" fmla="*/ 4820 w 10000"/>
              <a:gd name="connsiteY71" fmla="*/ 39 h 10000"/>
              <a:gd name="connsiteX72" fmla="*/ 4697 w 10000"/>
              <a:gd name="connsiteY72" fmla="*/ 344 h 10000"/>
              <a:gd name="connsiteX73" fmla="*/ 4506 w 10000"/>
              <a:gd name="connsiteY73" fmla="*/ 759 h 10000"/>
              <a:gd name="connsiteX74" fmla="*/ 3670 w 10000"/>
              <a:gd name="connsiteY74" fmla="*/ 742 h 10000"/>
              <a:gd name="connsiteX75" fmla="*/ 2617 w 10000"/>
              <a:gd name="connsiteY75" fmla="*/ 937 h 10000"/>
              <a:gd name="connsiteX76" fmla="*/ 1959 w 10000"/>
              <a:gd name="connsiteY76" fmla="*/ 896 h 10000"/>
              <a:gd name="connsiteX77" fmla="*/ 1136 w 10000"/>
              <a:gd name="connsiteY77" fmla="*/ 888 h 10000"/>
              <a:gd name="connsiteX78" fmla="*/ 520 w 10000"/>
              <a:gd name="connsiteY78" fmla="*/ 1197 h 10000"/>
              <a:gd name="connsiteX79" fmla="*/ 313 w 10000"/>
              <a:gd name="connsiteY79" fmla="*/ 2346 h 10000"/>
              <a:gd name="connsiteX80" fmla="*/ 2 w 10000"/>
              <a:gd name="connsiteY80" fmla="*/ 4571 h 10000"/>
              <a:gd name="connsiteX81" fmla="*/ 161 w 10000"/>
              <a:gd name="connsiteY81" fmla="*/ 6339 h 10000"/>
              <a:gd name="connsiteX82" fmla="*/ 157 w 10000"/>
              <a:gd name="connsiteY82" fmla="*/ 4515 h 10000"/>
              <a:gd name="connsiteX83" fmla="*/ 522 w 10000"/>
              <a:gd name="connsiteY83" fmla="*/ 2855 h 10000"/>
              <a:gd name="connsiteX84" fmla="*/ 816 w 10000"/>
              <a:gd name="connsiteY84" fmla="*/ 1601 h 10000"/>
              <a:gd name="connsiteX85" fmla="*/ 1144 w 10000"/>
              <a:gd name="connsiteY85" fmla="*/ 1251 h 10000"/>
              <a:gd name="connsiteX86" fmla="*/ 1906 w 10000"/>
              <a:gd name="connsiteY86" fmla="*/ 1163 h 10000"/>
              <a:gd name="connsiteX87" fmla="*/ 2640 w 10000"/>
              <a:gd name="connsiteY87" fmla="*/ 1228 h 10000"/>
              <a:gd name="connsiteX88" fmla="*/ 3292 w 10000"/>
              <a:gd name="connsiteY88" fmla="*/ 1152 h 10000"/>
              <a:gd name="connsiteX89" fmla="*/ 3933 w 10000"/>
              <a:gd name="connsiteY89" fmla="*/ 995 h 10000"/>
              <a:gd name="connsiteX90" fmla="*/ 4163 w 10000"/>
              <a:gd name="connsiteY90" fmla="*/ 1364 h 10000"/>
              <a:gd name="connsiteX91" fmla="*/ 4144 w 10000"/>
              <a:gd name="connsiteY91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580 w 10000"/>
              <a:gd name="connsiteY4" fmla="*/ 6833 h 10000"/>
              <a:gd name="connsiteX5" fmla="*/ 3762 w 10000"/>
              <a:gd name="connsiteY5" fmla="*/ 7182 h 10000"/>
              <a:gd name="connsiteX6" fmla="*/ 4129 w 10000"/>
              <a:gd name="connsiteY6" fmla="*/ 7883 h 10000"/>
              <a:gd name="connsiteX7" fmla="*/ 4282 w 10000"/>
              <a:gd name="connsiteY7" fmla="*/ 8266 h 10000"/>
              <a:gd name="connsiteX8" fmla="*/ 4367 w 10000"/>
              <a:gd name="connsiteY8" fmla="*/ 8571 h 10000"/>
              <a:gd name="connsiteX9" fmla="*/ 4401 w 10000"/>
              <a:gd name="connsiteY9" fmla="*/ 9095 h 10000"/>
              <a:gd name="connsiteX10" fmla="*/ 4282 w 10000"/>
              <a:gd name="connsiteY10" fmla="*/ 9450 h 10000"/>
              <a:gd name="connsiteX11" fmla="*/ 4224 w 10000"/>
              <a:gd name="connsiteY11" fmla="*/ 9728 h 10000"/>
              <a:gd name="connsiteX12" fmla="*/ 4271 w 10000"/>
              <a:gd name="connsiteY12" fmla="*/ 9866 h 10000"/>
              <a:gd name="connsiteX13" fmla="*/ 4449 w 10000"/>
              <a:gd name="connsiteY13" fmla="*/ 9992 h 10000"/>
              <a:gd name="connsiteX14" fmla="*/ 5127 w 10000"/>
              <a:gd name="connsiteY14" fmla="*/ 9992 h 10000"/>
              <a:gd name="connsiteX15" fmla="*/ 5751 w 10000"/>
              <a:gd name="connsiteY15" fmla="*/ 9972 h 10000"/>
              <a:gd name="connsiteX16" fmla="*/ 5877 w 10000"/>
              <a:gd name="connsiteY16" fmla="*/ 9822 h 10000"/>
              <a:gd name="connsiteX17" fmla="*/ 5867 w 10000"/>
              <a:gd name="connsiteY17" fmla="*/ 9571 h 10000"/>
              <a:gd name="connsiteX18" fmla="*/ 5737 w 10000"/>
              <a:gd name="connsiteY18" fmla="*/ 9313 h 10000"/>
              <a:gd name="connsiteX19" fmla="*/ 5690 w 10000"/>
              <a:gd name="connsiteY19" fmla="*/ 8995 h 10000"/>
              <a:gd name="connsiteX20" fmla="*/ 5685 w 10000"/>
              <a:gd name="connsiteY20" fmla="*/ 8600 h 10000"/>
              <a:gd name="connsiteX21" fmla="*/ 5776 w 10000"/>
              <a:gd name="connsiteY21" fmla="*/ 8204 h 10000"/>
              <a:gd name="connsiteX22" fmla="*/ 5986 w 10000"/>
              <a:gd name="connsiteY22" fmla="*/ 7617 h 10000"/>
              <a:gd name="connsiteX23" fmla="*/ 6102 w 10000"/>
              <a:gd name="connsiteY23" fmla="*/ 7310 h 10000"/>
              <a:gd name="connsiteX24" fmla="*/ 6196 w 10000"/>
              <a:gd name="connsiteY24" fmla="*/ 7178 h 10000"/>
              <a:gd name="connsiteX25" fmla="*/ 6534 w 10000"/>
              <a:gd name="connsiteY25" fmla="*/ 7425 h 10000"/>
              <a:gd name="connsiteX26" fmla="*/ 6902 w 10000"/>
              <a:gd name="connsiteY26" fmla="*/ 7562 h 10000"/>
              <a:gd name="connsiteX27" fmla="*/ 7470 w 10000"/>
              <a:gd name="connsiteY27" fmla="*/ 7675 h 10000"/>
              <a:gd name="connsiteX28" fmla="*/ 7903 w 10000"/>
              <a:gd name="connsiteY28" fmla="*/ 7703 h 10000"/>
              <a:gd name="connsiteX29" fmla="*/ 8301 w 10000"/>
              <a:gd name="connsiteY29" fmla="*/ 7897 h 10000"/>
              <a:gd name="connsiteX30" fmla="*/ 8549 w 10000"/>
              <a:gd name="connsiteY30" fmla="*/ 8063 h 10000"/>
              <a:gd name="connsiteX31" fmla="*/ 8782 w 10000"/>
              <a:gd name="connsiteY31" fmla="*/ 8110 h 10000"/>
              <a:gd name="connsiteX32" fmla="*/ 8758 w 10000"/>
              <a:gd name="connsiteY32" fmla="*/ 7957 h 10000"/>
              <a:gd name="connsiteX33" fmla="*/ 8491 w 10000"/>
              <a:gd name="connsiteY33" fmla="*/ 7797 h 10000"/>
              <a:gd name="connsiteX34" fmla="*/ 8309 w 10000"/>
              <a:gd name="connsiteY34" fmla="*/ 7617 h 10000"/>
              <a:gd name="connsiteX35" fmla="*/ 8286 w 10000"/>
              <a:gd name="connsiteY35" fmla="*/ 7448 h 10000"/>
              <a:gd name="connsiteX36" fmla="*/ 8496 w 10000"/>
              <a:gd name="connsiteY36" fmla="*/ 7276 h 10000"/>
              <a:gd name="connsiteX37" fmla="*/ 8695 w 10000"/>
              <a:gd name="connsiteY37" fmla="*/ 7083 h 10000"/>
              <a:gd name="connsiteX38" fmla="*/ 8406 w 10000"/>
              <a:gd name="connsiteY38" fmla="*/ 6704 h 10000"/>
              <a:gd name="connsiteX39" fmla="*/ 8730 w 10000"/>
              <a:gd name="connsiteY39" fmla="*/ 6352 h 10000"/>
              <a:gd name="connsiteX40" fmla="*/ 8853 w 10000"/>
              <a:gd name="connsiteY40" fmla="*/ 6250 h 10000"/>
              <a:gd name="connsiteX41" fmla="*/ 8801 w 10000"/>
              <a:gd name="connsiteY41" fmla="*/ 6113 h 10000"/>
              <a:gd name="connsiteX42" fmla="*/ 8559 w 10000"/>
              <a:gd name="connsiteY42" fmla="*/ 6213 h 10000"/>
              <a:gd name="connsiteX43" fmla="*/ 8210 w 10000"/>
              <a:gd name="connsiteY43" fmla="*/ 6434 h 10000"/>
              <a:gd name="connsiteX44" fmla="*/ 7909 w 10000"/>
              <a:gd name="connsiteY44" fmla="*/ 6391 h 10000"/>
              <a:gd name="connsiteX45" fmla="*/ 7414 w 10000"/>
              <a:gd name="connsiteY45" fmla="*/ 6265 h 10000"/>
              <a:gd name="connsiteX46" fmla="*/ 6894 w 10000"/>
              <a:gd name="connsiteY46" fmla="*/ 6250 h 10000"/>
              <a:gd name="connsiteX47" fmla="*/ 6487 w 10000"/>
              <a:gd name="connsiteY47" fmla="*/ 6284 h 10000"/>
              <a:gd name="connsiteX48" fmla="*/ 6478 w 10000"/>
              <a:gd name="connsiteY48" fmla="*/ 6113 h 10000"/>
              <a:gd name="connsiteX49" fmla="*/ 6571 w 10000"/>
              <a:gd name="connsiteY49" fmla="*/ 5713 h 10000"/>
              <a:gd name="connsiteX50" fmla="*/ 6632 w 10000"/>
              <a:gd name="connsiteY50" fmla="*/ 5257 h 10000"/>
              <a:gd name="connsiteX51" fmla="*/ 6553 w 10000"/>
              <a:gd name="connsiteY51" fmla="*/ 4694 h 10000"/>
              <a:gd name="connsiteX52" fmla="*/ 6372 w 10000"/>
              <a:gd name="connsiteY52" fmla="*/ 3960 h 10000"/>
              <a:gd name="connsiteX53" fmla="*/ 6187 w 10000"/>
              <a:gd name="connsiteY53" fmla="*/ 3310 h 10000"/>
              <a:gd name="connsiteX54" fmla="*/ 5893 w 10000"/>
              <a:gd name="connsiteY54" fmla="*/ 2386 h 10000"/>
              <a:gd name="connsiteX55" fmla="*/ 5844 w 10000"/>
              <a:gd name="connsiteY55" fmla="*/ 1143 h 10000"/>
              <a:gd name="connsiteX56" fmla="*/ 7340 w 10000"/>
              <a:gd name="connsiteY56" fmla="*/ 1155 h 10000"/>
              <a:gd name="connsiteX57" fmla="*/ 8119 w 10000"/>
              <a:gd name="connsiteY57" fmla="*/ 1927 h 10000"/>
              <a:gd name="connsiteX58" fmla="*/ 8468 w 10000"/>
              <a:gd name="connsiteY58" fmla="*/ 2845 h 10000"/>
              <a:gd name="connsiteX59" fmla="*/ 8955 w 10000"/>
              <a:gd name="connsiteY59" fmla="*/ 3487 h 10000"/>
              <a:gd name="connsiteX60" fmla="*/ 9441 w 10000"/>
              <a:gd name="connsiteY60" fmla="*/ 4299 h 10000"/>
              <a:gd name="connsiteX61" fmla="*/ 10000 w 10000"/>
              <a:gd name="connsiteY61" fmla="*/ 5982 h 10000"/>
              <a:gd name="connsiteX62" fmla="*/ 9756 w 10000"/>
              <a:gd name="connsiteY62" fmla="*/ 4221 h 10000"/>
              <a:gd name="connsiteX63" fmla="*/ 8880 w 10000"/>
              <a:gd name="connsiteY63" fmla="*/ 2913 h 10000"/>
              <a:gd name="connsiteX64" fmla="*/ 8147 w 10000"/>
              <a:gd name="connsiteY64" fmla="*/ 1510 h 10000"/>
              <a:gd name="connsiteX65" fmla="*/ 7383 w 10000"/>
              <a:gd name="connsiteY65" fmla="*/ 829 h 10000"/>
              <a:gd name="connsiteX66" fmla="*/ 6481 w 10000"/>
              <a:gd name="connsiteY66" fmla="*/ 798 h 10000"/>
              <a:gd name="connsiteX67" fmla="*/ 5539 w 10000"/>
              <a:gd name="connsiteY67" fmla="*/ 717 h 10000"/>
              <a:gd name="connsiteX68" fmla="*/ 5314 w 10000"/>
              <a:gd name="connsiteY68" fmla="*/ 603 h 10000"/>
              <a:gd name="connsiteX69" fmla="*/ 5146 w 10000"/>
              <a:gd name="connsiteY69" fmla="*/ 70 h 10000"/>
              <a:gd name="connsiteX70" fmla="*/ 4820 w 10000"/>
              <a:gd name="connsiteY70" fmla="*/ 39 h 10000"/>
              <a:gd name="connsiteX71" fmla="*/ 4697 w 10000"/>
              <a:gd name="connsiteY71" fmla="*/ 344 h 10000"/>
              <a:gd name="connsiteX72" fmla="*/ 4506 w 10000"/>
              <a:gd name="connsiteY72" fmla="*/ 759 h 10000"/>
              <a:gd name="connsiteX73" fmla="*/ 3670 w 10000"/>
              <a:gd name="connsiteY73" fmla="*/ 742 h 10000"/>
              <a:gd name="connsiteX74" fmla="*/ 2617 w 10000"/>
              <a:gd name="connsiteY74" fmla="*/ 937 h 10000"/>
              <a:gd name="connsiteX75" fmla="*/ 1959 w 10000"/>
              <a:gd name="connsiteY75" fmla="*/ 896 h 10000"/>
              <a:gd name="connsiteX76" fmla="*/ 1136 w 10000"/>
              <a:gd name="connsiteY76" fmla="*/ 888 h 10000"/>
              <a:gd name="connsiteX77" fmla="*/ 520 w 10000"/>
              <a:gd name="connsiteY77" fmla="*/ 1197 h 10000"/>
              <a:gd name="connsiteX78" fmla="*/ 313 w 10000"/>
              <a:gd name="connsiteY78" fmla="*/ 2346 h 10000"/>
              <a:gd name="connsiteX79" fmla="*/ 2 w 10000"/>
              <a:gd name="connsiteY79" fmla="*/ 4571 h 10000"/>
              <a:gd name="connsiteX80" fmla="*/ 161 w 10000"/>
              <a:gd name="connsiteY80" fmla="*/ 6339 h 10000"/>
              <a:gd name="connsiteX81" fmla="*/ 157 w 10000"/>
              <a:gd name="connsiteY81" fmla="*/ 4515 h 10000"/>
              <a:gd name="connsiteX82" fmla="*/ 522 w 10000"/>
              <a:gd name="connsiteY82" fmla="*/ 2855 h 10000"/>
              <a:gd name="connsiteX83" fmla="*/ 816 w 10000"/>
              <a:gd name="connsiteY83" fmla="*/ 1601 h 10000"/>
              <a:gd name="connsiteX84" fmla="*/ 1144 w 10000"/>
              <a:gd name="connsiteY84" fmla="*/ 1251 h 10000"/>
              <a:gd name="connsiteX85" fmla="*/ 1906 w 10000"/>
              <a:gd name="connsiteY85" fmla="*/ 1163 h 10000"/>
              <a:gd name="connsiteX86" fmla="*/ 2640 w 10000"/>
              <a:gd name="connsiteY86" fmla="*/ 1228 h 10000"/>
              <a:gd name="connsiteX87" fmla="*/ 3292 w 10000"/>
              <a:gd name="connsiteY87" fmla="*/ 1152 h 10000"/>
              <a:gd name="connsiteX88" fmla="*/ 3933 w 10000"/>
              <a:gd name="connsiteY88" fmla="*/ 995 h 10000"/>
              <a:gd name="connsiteX89" fmla="*/ 4163 w 10000"/>
              <a:gd name="connsiteY89" fmla="*/ 1364 h 10000"/>
              <a:gd name="connsiteX90" fmla="*/ 4144 w 10000"/>
              <a:gd name="connsiteY9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518 w 10000"/>
              <a:gd name="connsiteY3" fmla="*/ 5094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689 w 10000"/>
              <a:gd name="connsiteY30" fmla="*/ 8096 h 10000"/>
              <a:gd name="connsiteX31" fmla="*/ 8782 w 10000"/>
              <a:gd name="connsiteY31" fmla="*/ 8110 h 10000"/>
              <a:gd name="connsiteX32" fmla="*/ 8758 w 10000"/>
              <a:gd name="connsiteY32" fmla="*/ 7957 h 10000"/>
              <a:gd name="connsiteX33" fmla="*/ 8491 w 10000"/>
              <a:gd name="connsiteY33" fmla="*/ 7797 h 10000"/>
              <a:gd name="connsiteX34" fmla="*/ 8309 w 10000"/>
              <a:gd name="connsiteY34" fmla="*/ 7617 h 10000"/>
              <a:gd name="connsiteX35" fmla="*/ 8286 w 10000"/>
              <a:gd name="connsiteY35" fmla="*/ 7448 h 10000"/>
              <a:gd name="connsiteX36" fmla="*/ 8496 w 10000"/>
              <a:gd name="connsiteY36" fmla="*/ 7276 h 10000"/>
              <a:gd name="connsiteX37" fmla="*/ 8695 w 10000"/>
              <a:gd name="connsiteY37" fmla="*/ 7083 h 10000"/>
              <a:gd name="connsiteX38" fmla="*/ 8406 w 10000"/>
              <a:gd name="connsiteY38" fmla="*/ 6704 h 10000"/>
              <a:gd name="connsiteX39" fmla="*/ 8730 w 10000"/>
              <a:gd name="connsiteY39" fmla="*/ 6352 h 10000"/>
              <a:gd name="connsiteX40" fmla="*/ 8853 w 10000"/>
              <a:gd name="connsiteY40" fmla="*/ 6250 h 10000"/>
              <a:gd name="connsiteX41" fmla="*/ 8801 w 10000"/>
              <a:gd name="connsiteY41" fmla="*/ 6113 h 10000"/>
              <a:gd name="connsiteX42" fmla="*/ 8559 w 10000"/>
              <a:gd name="connsiteY42" fmla="*/ 6213 h 10000"/>
              <a:gd name="connsiteX43" fmla="*/ 8210 w 10000"/>
              <a:gd name="connsiteY43" fmla="*/ 6434 h 10000"/>
              <a:gd name="connsiteX44" fmla="*/ 7909 w 10000"/>
              <a:gd name="connsiteY44" fmla="*/ 6391 h 10000"/>
              <a:gd name="connsiteX45" fmla="*/ 7414 w 10000"/>
              <a:gd name="connsiteY45" fmla="*/ 6265 h 10000"/>
              <a:gd name="connsiteX46" fmla="*/ 6894 w 10000"/>
              <a:gd name="connsiteY46" fmla="*/ 6250 h 10000"/>
              <a:gd name="connsiteX47" fmla="*/ 6487 w 10000"/>
              <a:gd name="connsiteY47" fmla="*/ 6284 h 10000"/>
              <a:gd name="connsiteX48" fmla="*/ 6478 w 10000"/>
              <a:gd name="connsiteY48" fmla="*/ 6113 h 10000"/>
              <a:gd name="connsiteX49" fmla="*/ 6571 w 10000"/>
              <a:gd name="connsiteY49" fmla="*/ 5713 h 10000"/>
              <a:gd name="connsiteX50" fmla="*/ 6632 w 10000"/>
              <a:gd name="connsiteY50" fmla="*/ 5257 h 10000"/>
              <a:gd name="connsiteX51" fmla="*/ 6553 w 10000"/>
              <a:gd name="connsiteY51" fmla="*/ 4694 h 10000"/>
              <a:gd name="connsiteX52" fmla="*/ 6372 w 10000"/>
              <a:gd name="connsiteY52" fmla="*/ 3960 h 10000"/>
              <a:gd name="connsiteX53" fmla="*/ 6187 w 10000"/>
              <a:gd name="connsiteY53" fmla="*/ 3310 h 10000"/>
              <a:gd name="connsiteX54" fmla="*/ 5893 w 10000"/>
              <a:gd name="connsiteY54" fmla="*/ 2386 h 10000"/>
              <a:gd name="connsiteX55" fmla="*/ 5844 w 10000"/>
              <a:gd name="connsiteY55" fmla="*/ 1143 h 10000"/>
              <a:gd name="connsiteX56" fmla="*/ 7340 w 10000"/>
              <a:gd name="connsiteY56" fmla="*/ 1155 h 10000"/>
              <a:gd name="connsiteX57" fmla="*/ 8119 w 10000"/>
              <a:gd name="connsiteY57" fmla="*/ 1927 h 10000"/>
              <a:gd name="connsiteX58" fmla="*/ 8468 w 10000"/>
              <a:gd name="connsiteY58" fmla="*/ 2845 h 10000"/>
              <a:gd name="connsiteX59" fmla="*/ 8955 w 10000"/>
              <a:gd name="connsiteY59" fmla="*/ 3487 h 10000"/>
              <a:gd name="connsiteX60" fmla="*/ 9441 w 10000"/>
              <a:gd name="connsiteY60" fmla="*/ 4299 h 10000"/>
              <a:gd name="connsiteX61" fmla="*/ 10000 w 10000"/>
              <a:gd name="connsiteY61" fmla="*/ 5982 h 10000"/>
              <a:gd name="connsiteX62" fmla="*/ 9756 w 10000"/>
              <a:gd name="connsiteY62" fmla="*/ 4221 h 10000"/>
              <a:gd name="connsiteX63" fmla="*/ 8880 w 10000"/>
              <a:gd name="connsiteY63" fmla="*/ 2913 h 10000"/>
              <a:gd name="connsiteX64" fmla="*/ 8147 w 10000"/>
              <a:gd name="connsiteY64" fmla="*/ 1510 h 10000"/>
              <a:gd name="connsiteX65" fmla="*/ 7383 w 10000"/>
              <a:gd name="connsiteY65" fmla="*/ 829 h 10000"/>
              <a:gd name="connsiteX66" fmla="*/ 6481 w 10000"/>
              <a:gd name="connsiteY66" fmla="*/ 798 h 10000"/>
              <a:gd name="connsiteX67" fmla="*/ 5539 w 10000"/>
              <a:gd name="connsiteY67" fmla="*/ 717 h 10000"/>
              <a:gd name="connsiteX68" fmla="*/ 5314 w 10000"/>
              <a:gd name="connsiteY68" fmla="*/ 603 h 10000"/>
              <a:gd name="connsiteX69" fmla="*/ 5146 w 10000"/>
              <a:gd name="connsiteY69" fmla="*/ 70 h 10000"/>
              <a:gd name="connsiteX70" fmla="*/ 4820 w 10000"/>
              <a:gd name="connsiteY70" fmla="*/ 39 h 10000"/>
              <a:gd name="connsiteX71" fmla="*/ 4697 w 10000"/>
              <a:gd name="connsiteY71" fmla="*/ 344 h 10000"/>
              <a:gd name="connsiteX72" fmla="*/ 4506 w 10000"/>
              <a:gd name="connsiteY72" fmla="*/ 759 h 10000"/>
              <a:gd name="connsiteX73" fmla="*/ 3670 w 10000"/>
              <a:gd name="connsiteY73" fmla="*/ 742 h 10000"/>
              <a:gd name="connsiteX74" fmla="*/ 2617 w 10000"/>
              <a:gd name="connsiteY74" fmla="*/ 937 h 10000"/>
              <a:gd name="connsiteX75" fmla="*/ 1959 w 10000"/>
              <a:gd name="connsiteY75" fmla="*/ 896 h 10000"/>
              <a:gd name="connsiteX76" fmla="*/ 1136 w 10000"/>
              <a:gd name="connsiteY76" fmla="*/ 888 h 10000"/>
              <a:gd name="connsiteX77" fmla="*/ 520 w 10000"/>
              <a:gd name="connsiteY77" fmla="*/ 1197 h 10000"/>
              <a:gd name="connsiteX78" fmla="*/ 313 w 10000"/>
              <a:gd name="connsiteY78" fmla="*/ 2346 h 10000"/>
              <a:gd name="connsiteX79" fmla="*/ 2 w 10000"/>
              <a:gd name="connsiteY79" fmla="*/ 4571 h 10000"/>
              <a:gd name="connsiteX80" fmla="*/ 161 w 10000"/>
              <a:gd name="connsiteY80" fmla="*/ 6339 h 10000"/>
              <a:gd name="connsiteX81" fmla="*/ 157 w 10000"/>
              <a:gd name="connsiteY81" fmla="*/ 4515 h 10000"/>
              <a:gd name="connsiteX82" fmla="*/ 522 w 10000"/>
              <a:gd name="connsiteY82" fmla="*/ 2855 h 10000"/>
              <a:gd name="connsiteX83" fmla="*/ 816 w 10000"/>
              <a:gd name="connsiteY83" fmla="*/ 1601 h 10000"/>
              <a:gd name="connsiteX84" fmla="*/ 1144 w 10000"/>
              <a:gd name="connsiteY84" fmla="*/ 1251 h 10000"/>
              <a:gd name="connsiteX85" fmla="*/ 1906 w 10000"/>
              <a:gd name="connsiteY85" fmla="*/ 1163 h 10000"/>
              <a:gd name="connsiteX86" fmla="*/ 2640 w 10000"/>
              <a:gd name="connsiteY86" fmla="*/ 1228 h 10000"/>
              <a:gd name="connsiteX87" fmla="*/ 3292 w 10000"/>
              <a:gd name="connsiteY87" fmla="*/ 1152 h 10000"/>
              <a:gd name="connsiteX88" fmla="*/ 3933 w 10000"/>
              <a:gd name="connsiteY88" fmla="*/ 995 h 10000"/>
              <a:gd name="connsiteX89" fmla="*/ 4163 w 10000"/>
              <a:gd name="connsiteY89" fmla="*/ 1364 h 10000"/>
              <a:gd name="connsiteX90" fmla="*/ 4144 w 10000"/>
              <a:gd name="connsiteY9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549 w 10000"/>
              <a:gd name="connsiteY29" fmla="*/ 8063 h 10000"/>
              <a:gd name="connsiteX30" fmla="*/ 8782 w 10000"/>
              <a:gd name="connsiteY30" fmla="*/ 8110 h 10000"/>
              <a:gd name="connsiteX31" fmla="*/ 8758 w 10000"/>
              <a:gd name="connsiteY31" fmla="*/ 7957 h 10000"/>
              <a:gd name="connsiteX32" fmla="*/ 8491 w 10000"/>
              <a:gd name="connsiteY32" fmla="*/ 7797 h 10000"/>
              <a:gd name="connsiteX33" fmla="*/ 8309 w 10000"/>
              <a:gd name="connsiteY33" fmla="*/ 7617 h 10000"/>
              <a:gd name="connsiteX34" fmla="*/ 8286 w 10000"/>
              <a:gd name="connsiteY34" fmla="*/ 7448 h 10000"/>
              <a:gd name="connsiteX35" fmla="*/ 8496 w 10000"/>
              <a:gd name="connsiteY35" fmla="*/ 7276 h 10000"/>
              <a:gd name="connsiteX36" fmla="*/ 8695 w 10000"/>
              <a:gd name="connsiteY36" fmla="*/ 7083 h 10000"/>
              <a:gd name="connsiteX37" fmla="*/ 8406 w 10000"/>
              <a:gd name="connsiteY37" fmla="*/ 6704 h 10000"/>
              <a:gd name="connsiteX38" fmla="*/ 8730 w 10000"/>
              <a:gd name="connsiteY38" fmla="*/ 6352 h 10000"/>
              <a:gd name="connsiteX39" fmla="*/ 8853 w 10000"/>
              <a:gd name="connsiteY39" fmla="*/ 6250 h 10000"/>
              <a:gd name="connsiteX40" fmla="*/ 8801 w 10000"/>
              <a:gd name="connsiteY40" fmla="*/ 6113 h 10000"/>
              <a:gd name="connsiteX41" fmla="*/ 8559 w 10000"/>
              <a:gd name="connsiteY41" fmla="*/ 6213 h 10000"/>
              <a:gd name="connsiteX42" fmla="*/ 8210 w 10000"/>
              <a:gd name="connsiteY42" fmla="*/ 6434 h 10000"/>
              <a:gd name="connsiteX43" fmla="*/ 7909 w 10000"/>
              <a:gd name="connsiteY43" fmla="*/ 6391 h 10000"/>
              <a:gd name="connsiteX44" fmla="*/ 7414 w 10000"/>
              <a:gd name="connsiteY44" fmla="*/ 6265 h 10000"/>
              <a:gd name="connsiteX45" fmla="*/ 6894 w 10000"/>
              <a:gd name="connsiteY45" fmla="*/ 6250 h 10000"/>
              <a:gd name="connsiteX46" fmla="*/ 6487 w 10000"/>
              <a:gd name="connsiteY46" fmla="*/ 6284 h 10000"/>
              <a:gd name="connsiteX47" fmla="*/ 6478 w 10000"/>
              <a:gd name="connsiteY47" fmla="*/ 6113 h 10000"/>
              <a:gd name="connsiteX48" fmla="*/ 6571 w 10000"/>
              <a:gd name="connsiteY48" fmla="*/ 5713 h 10000"/>
              <a:gd name="connsiteX49" fmla="*/ 6632 w 10000"/>
              <a:gd name="connsiteY49" fmla="*/ 5257 h 10000"/>
              <a:gd name="connsiteX50" fmla="*/ 6553 w 10000"/>
              <a:gd name="connsiteY50" fmla="*/ 4694 h 10000"/>
              <a:gd name="connsiteX51" fmla="*/ 6372 w 10000"/>
              <a:gd name="connsiteY51" fmla="*/ 3960 h 10000"/>
              <a:gd name="connsiteX52" fmla="*/ 6187 w 10000"/>
              <a:gd name="connsiteY52" fmla="*/ 3310 h 10000"/>
              <a:gd name="connsiteX53" fmla="*/ 5893 w 10000"/>
              <a:gd name="connsiteY53" fmla="*/ 2386 h 10000"/>
              <a:gd name="connsiteX54" fmla="*/ 5844 w 10000"/>
              <a:gd name="connsiteY54" fmla="*/ 1143 h 10000"/>
              <a:gd name="connsiteX55" fmla="*/ 7340 w 10000"/>
              <a:gd name="connsiteY55" fmla="*/ 1155 h 10000"/>
              <a:gd name="connsiteX56" fmla="*/ 8119 w 10000"/>
              <a:gd name="connsiteY56" fmla="*/ 1927 h 10000"/>
              <a:gd name="connsiteX57" fmla="*/ 8468 w 10000"/>
              <a:gd name="connsiteY57" fmla="*/ 2845 h 10000"/>
              <a:gd name="connsiteX58" fmla="*/ 8955 w 10000"/>
              <a:gd name="connsiteY58" fmla="*/ 3487 h 10000"/>
              <a:gd name="connsiteX59" fmla="*/ 9441 w 10000"/>
              <a:gd name="connsiteY59" fmla="*/ 4299 h 10000"/>
              <a:gd name="connsiteX60" fmla="*/ 10000 w 10000"/>
              <a:gd name="connsiteY60" fmla="*/ 5982 h 10000"/>
              <a:gd name="connsiteX61" fmla="*/ 9756 w 10000"/>
              <a:gd name="connsiteY61" fmla="*/ 4221 h 10000"/>
              <a:gd name="connsiteX62" fmla="*/ 8880 w 10000"/>
              <a:gd name="connsiteY62" fmla="*/ 2913 h 10000"/>
              <a:gd name="connsiteX63" fmla="*/ 8147 w 10000"/>
              <a:gd name="connsiteY63" fmla="*/ 1510 h 10000"/>
              <a:gd name="connsiteX64" fmla="*/ 7383 w 10000"/>
              <a:gd name="connsiteY64" fmla="*/ 829 h 10000"/>
              <a:gd name="connsiteX65" fmla="*/ 6481 w 10000"/>
              <a:gd name="connsiteY65" fmla="*/ 798 h 10000"/>
              <a:gd name="connsiteX66" fmla="*/ 5539 w 10000"/>
              <a:gd name="connsiteY66" fmla="*/ 717 h 10000"/>
              <a:gd name="connsiteX67" fmla="*/ 5314 w 10000"/>
              <a:gd name="connsiteY67" fmla="*/ 603 h 10000"/>
              <a:gd name="connsiteX68" fmla="*/ 5146 w 10000"/>
              <a:gd name="connsiteY68" fmla="*/ 70 h 10000"/>
              <a:gd name="connsiteX69" fmla="*/ 4820 w 10000"/>
              <a:gd name="connsiteY69" fmla="*/ 39 h 10000"/>
              <a:gd name="connsiteX70" fmla="*/ 4697 w 10000"/>
              <a:gd name="connsiteY70" fmla="*/ 344 h 10000"/>
              <a:gd name="connsiteX71" fmla="*/ 4506 w 10000"/>
              <a:gd name="connsiteY71" fmla="*/ 759 h 10000"/>
              <a:gd name="connsiteX72" fmla="*/ 3670 w 10000"/>
              <a:gd name="connsiteY72" fmla="*/ 742 h 10000"/>
              <a:gd name="connsiteX73" fmla="*/ 2617 w 10000"/>
              <a:gd name="connsiteY73" fmla="*/ 937 h 10000"/>
              <a:gd name="connsiteX74" fmla="*/ 1959 w 10000"/>
              <a:gd name="connsiteY74" fmla="*/ 896 h 10000"/>
              <a:gd name="connsiteX75" fmla="*/ 1136 w 10000"/>
              <a:gd name="connsiteY75" fmla="*/ 888 h 10000"/>
              <a:gd name="connsiteX76" fmla="*/ 520 w 10000"/>
              <a:gd name="connsiteY76" fmla="*/ 1197 h 10000"/>
              <a:gd name="connsiteX77" fmla="*/ 313 w 10000"/>
              <a:gd name="connsiteY77" fmla="*/ 2346 h 10000"/>
              <a:gd name="connsiteX78" fmla="*/ 2 w 10000"/>
              <a:gd name="connsiteY78" fmla="*/ 4571 h 10000"/>
              <a:gd name="connsiteX79" fmla="*/ 161 w 10000"/>
              <a:gd name="connsiteY79" fmla="*/ 6339 h 10000"/>
              <a:gd name="connsiteX80" fmla="*/ 157 w 10000"/>
              <a:gd name="connsiteY80" fmla="*/ 4515 h 10000"/>
              <a:gd name="connsiteX81" fmla="*/ 522 w 10000"/>
              <a:gd name="connsiteY81" fmla="*/ 2855 h 10000"/>
              <a:gd name="connsiteX82" fmla="*/ 816 w 10000"/>
              <a:gd name="connsiteY82" fmla="*/ 1601 h 10000"/>
              <a:gd name="connsiteX83" fmla="*/ 1144 w 10000"/>
              <a:gd name="connsiteY83" fmla="*/ 1251 h 10000"/>
              <a:gd name="connsiteX84" fmla="*/ 1906 w 10000"/>
              <a:gd name="connsiteY84" fmla="*/ 1163 h 10000"/>
              <a:gd name="connsiteX85" fmla="*/ 2640 w 10000"/>
              <a:gd name="connsiteY85" fmla="*/ 1228 h 10000"/>
              <a:gd name="connsiteX86" fmla="*/ 3292 w 10000"/>
              <a:gd name="connsiteY86" fmla="*/ 1152 h 10000"/>
              <a:gd name="connsiteX87" fmla="*/ 3933 w 10000"/>
              <a:gd name="connsiteY87" fmla="*/ 995 h 10000"/>
              <a:gd name="connsiteX88" fmla="*/ 4163 w 10000"/>
              <a:gd name="connsiteY88" fmla="*/ 1364 h 10000"/>
              <a:gd name="connsiteX89" fmla="*/ 4144 w 10000"/>
              <a:gd name="connsiteY8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782 w 10000"/>
              <a:gd name="connsiteY29" fmla="*/ 8110 h 10000"/>
              <a:gd name="connsiteX30" fmla="*/ 8758 w 10000"/>
              <a:gd name="connsiteY30" fmla="*/ 7957 h 10000"/>
              <a:gd name="connsiteX31" fmla="*/ 8491 w 10000"/>
              <a:gd name="connsiteY31" fmla="*/ 7797 h 10000"/>
              <a:gd name="connsiteX32" fmla="*/ 8309 w 10000"/>
              <a:gd name="connsiteY32" fmla="*/ 7617 h 10000"/>
              <a:gd name="connsiteX33" fmla="*/ 8286 w 10000"/>
              <a:gd name="connsiteY33" fmla="*/ 7448 h 10000"/>
              <a:gd name="connsiteX34" fmla="*/ 8496 w 10000"/>
              <a:gd name="connsiteY34" fmla="*/ 7276 h 10000"/>
              <a:gd name="connsiteX35" fmla="*/ 8695 w 10000"/>
              <a:gd name="connsiteY35" fmla="*/ 7083 h 10000"/>
              <a:gd name="connsiteX36" fmla="*/ 8406 w 10000"/>
              <a:gd name="connsiteY36" fmla="*/ 6704 h 10000"/>
              <a:gd name="connsiteX37" fmla="*/ 8730 w 10000"/>
              <a:gd name="connsiteY37" fmla="*/ 6352 h 10000"/>
              <a:gd name="connsiteX38" fmla="*/ 8853 w 10000"/>
              <a:gd name="connsiteY38" fmla="*/ 6250 h 10000"/>
              <a:gd name="connsiteX39" fmla="*/ 8801 w 10000"/>
              <a:gd name="connsiteY39" fmla="*/ 6113 h 10000"/>
              <a:gd name="connsiteX40" fmla="*/ 8559 w 10000"/>
              <a:gd name="connsiteY40" fmla="*/ 6213 h 10000"/>
              <a:gd name="connsiteX41" fmla="*/ 8210 w 10000"/>
              <a:gd name="connsiteY41" fmla="*/ 6434 h 10000"/>
              <a:gd name="connsiteX42" fmla="*/ 7909 w 10000"/>
              <a:gd name="connsiteY42" fmla="*/ 6391 h 10000"/>
              <a:gd name="connsiteX43" fmla="*/ 7414 w 10000"/>
              <a:gd name="connsiteY43" fmla="*/ 6265 h 10000"/>
              <a:gd name="connsiteX44" fmla="*/ 6894 w 10000"/>
              <a:gd name="connsiteY44" fmla="*/ 6250 h 10000"/>
              <a:gd name="connsiteX45" fmla="*/ 6487 w 10000"/>
              <a:gd name="connsiteY45" fmla="*/ 6284 h 10000"/>
              <a:gd name="connsiteX46" fmla="*/ 6478 w 10000"/>
              <a:gd name="connsiteY46" fmla="*/ 6113 h 10000"/>
              <a:gd name="connsiteX47" fmla="*/ 6571 w 10000"/>
              <a:gd name="connsiteY47" fmla="*/ 5713 h 10000"/>
              <a:gd name="connsiteX48" fmla="*/ 6632 w 10000"/>
              <a:gd name="connsiteY48" fmla="*/ 5257 h 10000"/>
              <a:gd name="connsiteX49" fmla="*/ 6553 w 10000"/>
              <a:gd name="connsiteY49" fmla="*/ 4694 h 10000"/>
              <a:gd name="connsiteX50" fmla="*/ 6372 w 10000"/>
              <a:gd name="connsiteY50" fmla="*/ 3960 h 10000"/>
              <a:gd name="connsiteX51" fmla="*/ 6187 w 10000"/>
              <a:gd name="connsiteY51" fmla="*/ 3310 h 10000"/>
              <a:gd name="connsiteX52" fmla="*/ 5893 w 10000"/>
              <a:gd name="connsiteY52" fmla="*/ 2386 h 10000"/>
              <a:gd name="connsiteX53" fmla="*/ 5844 w 10000"/>
              <a:gd name="connsiteY53" fmla="*/ 1143 h 10000"/>
              <a:gd name="connsiteX54" fmla="*/ 7340 w 10000"/>
              <a:gd name="connsiteY54" fmla="*/ 1155 h 10000"/>
              <a:gd name="connsiteX55" fmla="*/ 8119 w 10000"/>
              <a:gd name="connsiteY55" fmla="*/ 1927 h 10000"/>
              <a:gd name="connsiteX56" fmla="*/ 8468 w 10000"/>
              <a:gd name="connsiteY56" fmla="*/ 2845 h 10000"/>
              <a:gd name="connsiteX57" fmla="*/ 8955 w 10000"/>
              <a:gd name="connsiteY57" fmla="*/ 3487 h 10000"/>
              <a:gd name="connsiteX58" fmla="*/ 9441 w 10000"/>
              <a:gd name="connsiteY58" fmla="*/ 4299 h 10000"/>
              <a:gd name="connsiteX59" fmla="*/ 10000 w 10000"/>
              <a:gd name="connsiteY59" fmla="*/ 5982 h 10000"/>
              <a:gd name="connsiteX60" fmla="*/ 9756 w 10000"/>
              <a:gd name="connsiteY60" fmla="*/ 4221 h 10000"/>
              <a:gd name="connsiteX61" fmla="*/ 8880 w 10000"/>
              <a:gd name="connsiteY61" fmla="*/ 2913 h 10000"/>
              <a:gd name="connsiteX62" fmla="*/ 8147 w 10000"/>
              <a:gd name="connsiteY62" fmla="*/ 1510 h 10000"/>
              <a:gd name="connsiteX63" fmla="*/ 7383 w 10000"/>
              <a:gd name="connsiteY63" fmla="*/ 829 h 10000"/>
              <a:gd name="connsiteX64" fmla="*/ 6481 w 10000"/>
              <a:gd name="connsiteY64" fmla="*/ 798 h 10000"/>
              <a:gd name="connsiteX65" fmla="*/ 5539 w 10000"/>
              <a:gd name="connsiteY65" fmla="*/ 717 h 10000"/>
              <a:gd name="connsiteX66" fmla="*/ 5314 w 10000"/>
              <a:gd name="connsiteY66" fmla="*/ 603 h 10000"/>
              <a:gd name="connsiteX67" fmla="*/ 5146 w 10000"/>
              <a:gd name="connsiteY67" fmla="*/ 70 h 10000"/>
              <a:gd name="connsiteX68" fmla="*/ 4820 w 10000"/>
              <a:gd name="connsiteY68" fmla="*/ 39 h 10000"/>
              <a:gd name="connsiteX69" fmla="*/ 4697 w 10000"/>
              <a:gd name="connsiteY69" fmla="*/ 344 h 10000"/>
              <a:gd name="connsiteX70" fmla="*/ 4506 w 10000"/>
              <a:gd name="connsiteY70" fmla="*/ 759 h 10000"/>
              <a:gd name="connsiteX71" fmla="*/ 3670 w 10000"/>
              <a:gd name="connsiteY71" fmla="*/ 742 h 10000"/>
              <a:gd name="connsiteX72" fmla="*/ 2617 w 10000"/>
              <a:gd name="connsiteY72" fmla="*/ 937 h 10000"/>
              <a:gd name="connsiteX73" fmla="*/ 1959 w 10000"/>
              <a:gd name="connsiteY73" fmla="*/ 896 h 10000"/>
              <a:gd name="connsiteX74" fmla="*/ 1136 w 10000"/>
              <a:gd name="connsiteY74" fmla="*/ 888 h 10000"/>
              <a:gd name="connsiteX75" fmla="*/ 520 w 10000"/>
              <a:gd name="connsiteY75" fmla="*/ 1197 h 10000"/>
              <a:gd name="connsiteX76" fmla="*/ 313 w 10000"/>
              <a:gd name="connsiteY76" fmla="*/ 2346 h 10000"/>
              <a:gd name="connsiteX77" fmla="*/ 2 w 10000"/>
              <a:gd name="connsiteY77" fmla="*/ 4571 h 10000"/>
              <a:gd name="connsiteX78" fmla="*/ 161 w 10000"/>
              <a:gd name="connsiteY78" fmla="*/ 6339 h 10000"/>
              <a:gd name="connsiteX79" fmla="*/ 157 w 10000"/>
              <a:gd name="connsiteY79" fmla="*/ 4515 h 10000"/>
              <a:gd name="connsiteX80" fmla="*/ 522 w 10000"/>
              <a:gd name="connsiteY80" fmla="*/ 2855 h 10000"/>
              <a:gd name="connsiteX81" fmla="*/ 816 w 10000"/>
              <a:gd name="connsiteY81" fmla="*/ 1601 h 10000"/>
              <a:gd name="connsiteX82" fmla="*/ 1144 w 10000"/>
              <a:gd name="connsiteY82" fmla="*/ 1251 h 10000"/>
              <a:gd name="connsiteX83" fmla="*/ 1906 w 10000"/>
              <a:gd name="connsiteY83" fmla="*/ 1163 h 10000"/>
              <a:gd name="connsiteX84" fmla="*/ 2640 w 10000"/>
              <a:gd name="connsiteY84" fmla="*/ 1228 h 10000"/>
              <a:gd name="connsiteX85" fmla="*/ 3292 w 10000"/>
              <a:gd name="connsiteY85" fmla="*/ 1152 h 10000"/>
              <a:gd name="connsiteX86" fmla="*/ 3933 w 10000"/>
              <a:gd name="connsiteY86" fmla="*/ 995 h 10000"/>
              <a:gd name="connsiteX87" fmla="*/ 4163 w 10000"/>
              <a:gd name="connsiteY87" fmla="*/ 1364 h 10000"/>
              <a:gd name="connsiteX88" fmla="*/ 4144 w 10000"/>
              <a:gd name="connsiteY8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782 w 10000"/>
              <a:gd name="connsiteY29" fmla="*/ 8110 h 10000"/>
              <a:gd name="connsiteX30" fmla="*/ 8491 w 10000"/>
              <a:gd name="connsiteY30" fmla="*/ 7797 h 10000"/>
              <a:gd name="connsiteX31" fmla="*/ 8309 w 10000"/>
              <a:gd name="connsiteY31" fmla="*/ 7617 h 10000"/>
              <a:gd name="connsiteX32" fmla="*/ 8286 w 10000"/>
              <a:gd name="connsiteY32" fmla="*/ 7448 h 10000"/>
              <a:gd name="connsiteX33" fmla="*/ 8496 w 10000"/>
              <a:gd name="connsiteY33" fmla="*/ 7276 h 10000"/>
              <a:gd name="connsiteX34" fmla="*/ 8695 w 10000"/>
              <a:gd name="connsiteY34" fmla="*/ 7083 h 10000"/>
              <a:gd name="connsiteX35" fmla="*/ 8406 w 10000"/>
              <a:gd name="connsiteY35" fmla="*/ 6704 h 10000"/>
              <a:gd name="connsiteX36" fmla="*/ 8730 w 10000"/>
              <a:gd name="connsiteY36" fmla="*/ 6352 h 10000"/>
              <a:gd name="connsiteX37" fmla="*/ 8853 w 10000"/>
              <a:gd name="connsiteY37" fmla="*/ 6250 h 10000"/>
              <a:gd name="connsiteX38" fmla="*/ 8801 w 10000"/>
              <a:gd name="connsiteY38" fmla="*/ 6113 h 10000"/>
              <a:gd name="connsiteX39" fmla="*/ 8559 w 10000"/>
              <a:gd name="connsiteY39" fmla="*/ 6213 h 10000"/>
              <a:gd name="connsiteX40" fmla="*/ 8210 w 10000"/>
              <a:gd name="connsiteY40" fmla="*/ 6434 h 10000"/>
              <a:gd name="connsiteX41" fmla="*/ 7909 w 10000"/>
              <a:gd name="connsiteY41" fmla="*/ 6391 h 10000"/>
              <a:gd name="connsiteX42" fmla="*/ 7414 w 10000"/>
              <a:gd name="connsiteY42" fmla="*/ 6265 h 10000"/>
              <a:gd name="connsiteX43" fmla="*/ 6894 w 10000"/>
              <a:gd name="connsiteY43" fmla="*/ 6250 h 10000"/>
              <a:gd name="connsiteX44" fmla="*/ 6487 w 10000"/>
              <a:gd name="connsiteY44" fmla="*/ 6284 h 10000"/>
              <a:gd name="connsiteX45" fmla="*/ 6478 w 10000"/>
              <a:gd name="connsiteY45" fmla="*/ 6113 h 10000"/>
              <a:gd name="connsiteX46" fmla="*/ 6571 w 10000"/>
              <a:gd name="connsiteY46" fmla="*/ 5713 h 10000"/>
              <a:gd name="connsiteX47" fmla="*/ 6632 w 10000"/>
              <a:gd name="connsiteY47" fmla="*/ 5257 h 10000"/>
              <a:gd name="connsiteX48" fmla="*/ 6553 w 10000"/>
              <a:gd name="connsiteY48" fmla="*/ 4694 h 10000"/>
              <a:gd name="connsiteX49" fmla="*/ 6372 w 10000"/>
              <a:gd name="connsiteY49" fmla="*/ 3960 h 10000"/>
              <a:gd name="connsiteX50" fmla="*/ 6187 w 10000"/>
              <a:gd name="connsiteY50" fmla="*/ 3310 h 10000"/>
              <a:gd name="connsiteX51" fmla="*/ 5893 w 10000"/>
              <a:gd name="connsiteY51" fmla="*/ 2386 h 10000"/>
              <a:gd name="connsiteX52" fmla="*/ 5844 w 10000"/>
              <a:gd name="connsiteY52" fmla="*/ 1143 h 10000"/>
              <a:gd name="connsiteX53" fmla="*/ 7340 w 10000"/>
              <a:gd name="connsiteY53" fmla="*/ 1155 h 10000"/>
              <a:gd name="connsiteX54" fmla="*/ 8119 w 10000"/>
              <a:gd name="connsiteY54" fmla="*/ 1927 h 10000"/>
              <a:gd name="connsiteX55" fmla="*/ 8468 w 10000"/>
              <a:gd name="connsiteY55" fmla="*/ 2845 h 10000"/>
              <a:gd name="connsiteX56" fmla="*/ 8955 w 10000"/>
              <a:gd name="connsiteY56" fmla="*/ 3487 h 10000"/>
              <a:gd name="connsiteX57" fmla="*/ 9441 w 10000"/>
              <a:gd name="connsiteY57" fmla="*/ 4299 h 10000"/>
              <a:gd name="connsiteX58" fmla="*/ 10000 w 10000"/>
              <a:gd name="connsiteY58" fmla="*/ 5982 h 10000"/>
              <a:gd name="connsiteX59" fmla="*/ 9756 w 10000"/>
              <a:gd name="connsiteY59" fmla="*/ 4221 h 10000"/>
              <a:gd name="connsiteX60" fmla="*/ 8880 w 10000"/>
              <a:gd name="connsiteY60" fmla="*/ 2913 h 10000"/>
              <a:gd name="connsiteX61" fmla="*/ 8147 w 10000"/>
              <a:gd name="connsiteY61" fmla="*/ 1510 h 10000"/>
              <a:gd name="connsiteX62" fmla="*/ 7383 w 10000"/>
              <a:gd name="connsiteY62" fmla="*/ 829 h 10000"/>
              <a:gd name="connsiteX63" fmla="*/ 6481 w 10000"/>
              <a:gd name="connsiteY63" fmla="*/ 798 h 10000"/>
              <a:gd name="connsiteX64" fmla="*/ 5539 w 10000"/>
              <a:gd name="connsiteY64" fmla="*/ 717 h 10000"/>
              <a:gd name="connsiteX65" fmla="*/ 5314 w 10000"/>
              <a:gd name="connsiteY65" fmla="*/ 603 h 10000"/>
              <a:gd name="connsiteX66" fmla="*/ 5146 w 10000"/>
              <a:gd name="connsiteY66" fmla="*/ 70 h 10000"/>
              <a:gd name="connsiteX67" fmla="*/ 4820 w 10000"/>
              <a:gd name="connsiteY67" fmla="*/ 39 h 10000"/>
              <a:gd name="connsiteX68" fmla="*/ 4697 w 10000"/>
              <a:gd name="connsiteY68" fmla="*/ 344 h 10000"/>
              <a:gd name="connsiteX69" fmla="*/ 4506 w 10000"/>
              <a:gd name="connsiteY69" fmla="*/ 759 h 10000"/>
              <a:gd name="connsiteX70" fmla="*/ 3670 w 10000"/>
              <a:gd name="connsiteY70" fmla="*/ 742 h 10000"/>
              <a:gd name="connsiteX71" fmla="*/ 2617 w 10000"/>
              <a:gd name="connsiteY71" fmla="*/ 937 h 10000"/>
              <a:gd name="connsiteX72" fmla="*/ 1959 w 10000"/>
              <a:gd name="connsiteY72" fmla="*/ 896 h 10000"/>
              <a:gd name="connsiteX73" fmla="*/ 1136 w 10000"/>
              <a:gd name="connsiteY73" fmla="*/ 888 h 10000"/>
              <a:gd name="connsiteX74" fmla="*/ 520 w 10000"/>
              <a:gd name="connsiteY74" fmla="*/ 1197 h 10000"/>
              <a:gd name="connsiteX75" fmla="*/ 313 w 10000"/>
              <a:gd name="connsiteY75" fmla="*/ 2346 h 10000"/>
              <a:gd name="connsiteX76" fmla="*/ 2 w 10000"/>
              <a:gd name="connsiteY76" fmla="*/ 4571 h 10000"/>
              <a:gd name="connsiteX77" fmla="*/ 161 w 10000"/>
              <a:gd name="connsiteY77" fmla="*/ 6339 h 10000"/>
              <a:gd name="connsiteX78" fmla="*/ 157 w 10000"/>
              <a:gd name="connsiteY78" fmla="*/ 4515 h 10000"/>
              <a:gd name="connsiteX79" fmla="*/ 522 w 10000"/>
              <a:gd name="connsiteY79" fmla="*/ 2855 h 10000"/>
              <a:gd name="connsiteX80" fmla="*/ 816 w 10000"/>
              <a:gd name="connsiteY80" fmla="*/ 1601 h 10000"/>
              <a:gd name="connsiteX81" fmla="*/ 1144 w 10000"/>
              <a:gd name="connsiteY81" fmla="*/ 1251 h 10000"/>
              <a:gd name="connsiteX82" fmla="*/ 1906 w 10000"/>
              <a:gd name="connsiteY82" fmla="*/ 1163 h 10000"/>
              <a:gd name="connsiteX83" fmla="*/ 2640 w 10000"/>
              <a:gd name="connsiteY83" fmla="*/ 1228 h 10000"/>
              <a:gd name="connsiteX84" fmla="*/ 3292 w 10000"/>
              <a:gd name="connsiteY84" fmla="*/ 1152 h 10000"/>
              <a:gd name="connsiteX85" fmla="*/ 3933 w 10000"/>
              <a:gd name="connsiteY85" fmla="*/ 995 h 10000"/>
              <a:gd name="connsiteX86" fmla="*/ 4163 w 10000"/>
              <a:gd name="connsiteY86" fmla="*/ 1364 h 10000"/>
              <a:gd name="connsiteX87" fmla="*/ 4144 w 10000"/>
              <a:gd name="connsiteY8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1 w 10000"/>
              <a:gd name="connsiteY28" fmla="*/ 7897 h 10000"/>
              <a:gd name="connsiteX29" fmla="*/ 8491 w 10000"/>
              <a:gd name="connsiteY29" fmla="*/ 7797 h 10000"/>
              <a:gd name="connsiteX30" fmla="*/ 8309 w 10000"/>
              <a:gd name="connsiteY30" fmla="*/ 7617 h 10000"/>
              <a:gd name="connsiteX31" fmla="*/ 8286 w 10000"/>
              <a:gd name="connsiteY31" fmla="*/ 7448 h 10000"/>
              <a:gd name="connsiteX32" fmla="*/ 8496 w 10000"/>
              <a:gd name="connsiteY32" fmla="*/ 7276 h 10000"/>
              <a:gd name="connsiteX33" fmla="*/ 8695 w 10000"/>
              <a:gd name="connsiteY33" fmla="*/ 7083 h 10000"/>
              <a:gd name="connsiteX34" fmla="*/ 8406 w 10000"/>
              <a:gd name="connsiteY34" fmla="*/ 6704 h 10000"/>
              <a:gd name="connsiteX35" fmla="*/ 8730 w 10000"/>
              <a:gd name="connsiteY35" fmla="*/ 6352 h 10000"/>
              <a:gd name="connsiteX36" fmla="*/ 8853 w 10000"/>
              <a:gd name="connsiteY36" fmla="*/ 6250 h 10000"/>
              <a:gd name="connsiteX37" fmla="*/ 8801 w 10000"/>
              <a:gd name="connsiteY37" fmla="*/ 6113 h 10000"/>
              <a:gd name="connsiteX38" fmla="*/ 8559 w 10000"/>
              <a:gd name="connsiteY38" fmla="*/ 6213 h 10000"/>
              <a:gd name="connsiteX39" fmla="*/ 8210 w 10000"/>
              <a:gd name="connsiteY39" fmla="*/ 6434 h 10000"/>
              <a:gd name="connsiteX40" fmla="*/ 7909 w 10000"/>
              <a:gd name="connsiteY40" fmla="*/ 6391 h 10000"/>
              <a:gd name="connsiteX41" fmla="*/ 7414 w 10000"/>
              <a:gd name="connsiteY41" fmla="*/ 6265 h 10000"/>
              <a:gd name="connsiteX42" fmla="*/ 6894 w 10000"/>
              <a:gd name="connsiteY42" fmla="*/ 6250 h 10000"/>
              <a:gd name="connsiteX43" fmla="*/ 6487 w 10000"/>
              <a:gd name="connsiteY43" fmla="*/ 6284 h 10000"/>
              <a:gd name="connsiteX44" fmla="*/ 6478 w 10000"/>
              <a:gd name="connsiteY44" fmla="*/ 6113 h 10000"/>
              <a:gd name="connsiteX45" fmla="*/ 6571 w 10000"/>
              <a:gd name="connsiteY45" fmla="*/ 5713 h 10000"/>
              <a:gd name="connsiteX46" fmla="*/ 6632 w 10000"/>
              <a:gd name="connsiteY46" fmla="*/ 5257 h 10000"/>
              <a:gd name="connsiteX47" fmla="*/ 6553 w 10000"/>
              <a:gd name="connsiteY47" fmla="*/ 4694 h 10000"/>
              <a:gd name="connsiteX48" fmla="*/ 6372 w 10000"/>
              <a:gd name="connsiteY48" fmla="*/ 3960 h 10000"/>
              <a:gd name="connsiteX49" fmla="*/ 6187 w 10000"/>
              <a:gd name="connsiteY49" fmla="*/ 3310 h 10000"/>
              <a:gd name="connsiteX50" fmla="*/ 5893 w 10000"/>
              <a:gd name="connsiteY50" fmla="*/ 2386 h 10000"/>
              <a:gd name="connsiteX51" fmla="*/ 5844 w 10000"/>
              <a:gd name="connsiteY51" fmla="*/ 1143 h 10000"/>
              <a:gd name="connsiteX52" fmla="*/ 7340 w 10000"/>
              <a:gd name="connsiteY52" fmla="*/ 1155 h 10000"/>
              <a:gd name="connsiteX53" fmla="*/ 8119 w 10000"/>
              <a:gd name="connsiteY53" fmla="*/ 1927 h 10000"/>
              <a:gd name="connsiteX54" fmla="*/ 8468 w 10000"/>
              <a:gd name="connsiteY54" fmla="*/ 2845 h 10000"/>
              <a:gd name="connsiteX55" fmla="*/ 8955 w 10000"/>
              <a:gd name="connsiteY55" fmla="*/ 3487 h 10000"/>
              <a:gd name="connsiteX56" fmla="*/ 9441 w 10000"/>
              <a:gd name="connsiteY56" fmla="*/ 4299 h 10000"/>
              <a:gd name="connsiteX57" fmla="*/ 10000 w 10000"/>
              <a:gd name="connsiteY57" fmla="*/ 5982 h 10000"/>
              <a:gd name="connsiteX58" fmla="*/ 9756 w 10000"/>
              <a:gd name="connsiteY58" fmla="*/ 4221 h 10000"/>
              <a:gd name="connsiteX59" fmla="*/ 8880 w 10000"/>
              <a:gd name="connsiteY59" fmla="*/ 2913 h 10000"/>
              <a:gd name="connsiteX60" fmla="*/ 8147 w 10000"/>
              <a:gd name="connsiteY60" fmla="*/ 1510 h 10000"/>
              <a:gd name="connsiteX61" fmla="*/ 7383 w 10000"/>
              <a:gd name="connsiteY61" fmla="*/ 829 h 10000"/>
              <a:gd name="connsiteX62" fmla="*/ 6481 w 10000"/>
              <a:gd name="connsiteY62" fmla="*/ 798 h 10000"/>
              <a:gd name="connsiteX63" fmla="*/ 5539 w 10000"/>
              <a:gd name="connsiteY63" fmla="*/ 717 h 10000"/>
              <a:gd name="connsiteX64" fmla="*/ 5314 w 10000"/>
              <a:gd name="connsiteY64" fmla="*/ 603 h 10000"/>
              <a:gd name="connsiteX65" fmla="*/ 5146 w 10000"/>
              <a:gd name="connsiteY65" fmla="*/ 70 h 10000"/>
              <a:gd name="connsiteX66" fmla="*/ 4820 w 10000"/>
              <a:gd name="connsiteY66" fmla="*/ 39 h 10000"/>
              <a:gd name="connsiteX67" fmla="*/ 4697 w 10000"/>
              <a:gd name="connsiteY67" fmla="*/ 344 h 10000"/>
              <a:gd name="connsiteX68" fmla="*/ 4506 w 10000"/>
              <a:gd name="connsiteY68" fmla="*/ 759 h 10000"/>
              <a:gd name="connsiteX69" fmla="*/ 3670 w 10000"/>
              <a:gd name="connsiteY69" fmla="*/ 742 h 10000"/>
              <a:gd name="connsiteX70" fmla="*/ 2617 w 10000"/>
              <a:gd name="connsiteY70" fmla="*/ 937 h 10000"/>
              <a:gd name="connsiteX71" fmla="*/ 1959 w 10000"/>
              <a:gd name="connsiteY71" fmla="*/ 896 h 10000"/>
              <a:gd name="connsiteX72" fmla="*/ 1136 w 10000"/>
              <a:gd name="connsiteY72" fmla="*/ 888 h 10000"/>
              <a:gd name="connsiteX73" fmla="*/ 520 w 10000"/>
              <a:gd name="connsiteY73" fmla="*/ 1197 h 10000"/>
              <a:gd name="connsiteX74" fmla="*/ 313 w 10000"/>
              <a:gd name="connsiteY74" fmla="*/ 2346 h 10000"/>
              <a:gd name="connsiteX75" fmla="*/ 2 w 10000"/>
              <a:gd name="connsiteY75" fmla="*/ 4571 h 10000"/>
              <a:gd name="connsiteX76" fmla="*/ 161 w 10000"/>
              <a:gd name="connsiteY76" fmla="*/ 6339 h 10000"/>
              <a:gd name="connsiteX77" fmla="*/ 157 w 10000"/>
              <a:gd name="connsiteY77" fmla="*/ 4515 h 10000"/>
              <a:gd name="connsiteX78" fmla="*/ 522 w 10000"/>
              <a:gd name="connsiteY78" fmla="*/ 2855 h 10000"/>
              <a:gd name="connsiteX79" fmla="*/ 816 w 10000"/>
              <a:gd name="connsiteY79" fmla="*/ 1601 h 10000"/>
              <a:gd name="connsiteX80" fmla="*/ 1144 w 10000"/>
              <a:gd name="connsiteY80" fmla="*/ 1251 h 10000"/>
              <a:gd name="connsiteX81" fmla="*/ 1906 w 10000"/>
              <a:gd name="connsiteY81" fmla="*/ 1163 h 10000"/>
              <a:gd name="connsiteX82" fmla="*/ 2640 w 10000"/>
              <a:gd name="connsiteY82" fmla="*/ 1228 h 10000"/>
              <a:gd name="connsiteX83" fmla="*/ 3292 w 10000"/>
              <a:gd name="connsiteY83" fmla="*/ 1152 h 10000"/>
              <a:gd name="connsiteX84" fmla="*/ 3933 w 10000"/>
              <a:gd name="connsiteY84" fmla="*/ 995 h 10000"/>
              <a:gd name="connsiteX85" fmla="*/ 4163 w 10000"/>
              <a:gd name="connsiteY85" fmla="*/ 1364 h 10000"/>
              <a:gd name="connsiteX86" fmla="*/ 4144 w 10000"/>
              <a:gd name="connsiteY8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491 w 10000"/>
              <a:gd name="connsiteY28" fmla="*/ 7797 h 10000"/>
              <a:gd name="connsiteX29" fmla="*/ 8309 w 10000"/>
              <a:gd name="connsiteY29" fmla="*/ 7617 h 10000"/>
              <a:gd name="connsiteX30" fmla="*/ 8286 w 10000"/>
              <a:gd name="connsiteY30" fmla="*/ 7448 h 10000"/>
              <a:gd name="connsiteX31" fmla="*/ 8496 w 10000"/>
              <a:gd name="connsiteY31" fmla="*/ 7276 h 10000"/>
              <a:gd name="connsiteX32" fmla="*/ 8695 w 10000"/>
              <a:gd name="connsiteY32" fmla="*/ 7083 h 10000"/>
              <a:gd name="connsiteX33" fmla="*/ 8406 w 10000"/>
              <a:gd name="connsiteY33" fmla="*/ 6704 h 10000"/>
              <a:gd name="connsiteX34" fmla="*/ 8730 w 10000"/>
              <a:gd name="connsiteY34" fmla="*/ 6352 h 10000"/>
              <a:gd name="connsiteX35" fmla="*/ 8853 w 10000"/>
              <a:gd name="connsiteY35" fmla="*/ 6250 h 10000"/>
              <a:gd name="connsiteX36" fmla="*/ 8801 w 10000"/>
              <a:gd name="connsiteY36" fmla="*/ 6113 h 10000"/>
              <a:gd name="connsiteX37" fmla="*/ 8559 w 10000"/>
              <a:gd name="connsiteY37" fmla="*/ 6213 h 10000"/>
              <a:gd name="connsiteX38" fmla="*/ 8210 w 10000"/>
              <a:gd name="connsiteY38" fmla="*/ 6434 h 10000"/>
              <a:gd name="connsiteX39" fmla="*/ 7909 w 10000"/>
              <a:gd name="connsiteY39" fmla="*/ 6391 h 10000"/>
              <a:gd name="connsiteX40" fmla="*/ 7414 w 10000"/>
              <a:gd name="connsiteY40" fmla="*/ 6265 h 10000"/>
              <a:gd name="connsiteX41" fmla="*/ 6894 w 10000"/>
              <a:gd name="connsiteY41" fmla="*/ 6250 h 10000"/>
              <a:gd name="connsiteX42" fmla="*/ 6487 w 10000"/>
              <a:gd name="connsiteY42" fmla="*/ 6284 h 10000"/>
              <a:gd name="connsiteX43" fmla="*/ 6478 w 10000"/>
              <a:gd name="connsiteY43" fmla="*/ 6113 h 10000"/>
              <a:gd name="connsiteX44" fmla="*/ 6571 w 10000"/>
              <a:gd name="connsiteY44" fmla="*/ 5713 h 10000"/>
              <a:gd name="connsiteX45" fmla="*/ 6632 w 10000"/>
              <a:gd name="connsiteY45" fmla="*/ 5257 h 10000"/>
              <a:gd name="connsiteX46" fmla="*/ 6553 w 10000"/>
              <a:gd name="connsiteY46" fmla="*/ 4694 h 10000"/>
              <a:gd name="connsiteX47" fmla="*/ 6372 w 10000"/>
              <a:gd name="connsiteY47" fmla="*/ 3960 h 10000"/>
              <a:gd name="connsiteX48" fmla="*/ 6187 w 10000"/>
              <a:gd name="connsiteY48" fmla="*/ 3310 h 10000"/>
              <a:gd name="connsiteX49" fmla="*/ 5893 w 10000"/>
              <a:gd name="connsiteY49" fmla="*/ 2386 h 10000"/>
              <a:gd name="connsiteX50" fmla="*/ 5844 w 10000"/>
              <a:gd name="connsiteY50" fmla="*/ 1143 h 10000"/>
              <a:gd name="connsiteX51" fmla="*/ 7340 w 10000"/>
              <a:gd name="connsiteY51" fmla="*/ 1155 h 10000"/>
              <a:gd name="connsiteX52" fmla="*/ 8119 w 10000"/>
              <a:gd name="connsiteY52" fmla="*/ 1927 h 10000"/>
              <a:gd name="connsiteX53" fmla="*/ 8468 w 10000"/>
              <a:gd name="connsiteY53" fmla="*/ 2845 h 10000"/>
              <a:gd name="connsiteX54" fmla="*/ 8955 w 10000"/>
              <a:gd name="connsiteY54" fmla="*/ 3487 h 10000"/>
              <a:gd name="connsiteX55" fmla="*/ 9441 w 10000"/>
              <a:gd name="connsiteY55" fmla="*/ 4299 h 10000"/>
              <a:gd name="connsiteX56" fmla="*/ 10000 w 10000"/>
              <a:gd name="connsiteY56" fmla="*/ 5982 h 10000"/>
              <a:gd name="connsiteX57" fmla="*/ 9756 w 10000"/>
              <a:gd name="connsiteY57" fmla="*/ 4221 h 10000"/>
              <a:gd name="connsiteX58" fmla="*/ 8880 w 10000"/>
              <a:gd name="connsiteY58" fmla="*/ 2913 h 10000"/>
              <a:gd name="connsiteX59" fmla="*/ 8147 w 10000"/>
              <a:gd name="connsiteY59" fmla="*/ 1510 h 10000"/>
              <a:gd name="connsiteX60" fmla="*/ 7383 w 10000"/>
              <a:gd name="connsiteY60" fmla="*/ 829 h 10000"/>
              <a:gd name="connsiteX61" fmla="*/ 6481 w 10000"/>
              <a:gd name="connsiteY61" fmla="*/ 798 h 10000"/>
              <a:gd name="connsiteX62" fmla="*/ 5539 w 10000"/>
              <a:gd name="connsiteY62" fmla="*/ 717 h 10000"/>
              <a:gd name="connsiteX63" fmla="*/ 5314 w 10000"/>
              <a:gd name="connsiteY63" fmla="*/ 603 h 10000"/>
              <a:gd name="connsiteX64" fmla="*/ 5146 w 10000"/>
              <a:gd name="connsiteY64" fmla="*/ 70 h 10000"/>
              <a:gd name="connsiteX65" fmla="*/ 4820 w 10000"/>
              <a:gd name="connsiteY65" fmla="*/ 39 h 10000"/>
              <a:gd name="connsiteX66" fmla="*/ 4697 w 10000"/>
              <a:gd name="connsiteY66" fmla="*/ 344 h 10000"/>
              <a:gd name="connsiteX67" fmla="*/ 4506 w 10000"/>
              <a:gd name="connsiteY67" fmla="*/ 759 h 10000"/>
              <a:gd name="connsiteX68" fmla="*/ 3670 w 10000"/>
              <a:gd name="connsiteY68" fmla="*/ 742 h 10000"/>
              <a:gd name="connsiteX69" fmla="*/ 2617 w 10000"/>
              <a:gd name="connsiteY69" fmla="*/ 937 h 10000"/>
              <a:gd name="connsiteX70" fmla="*/ 1959 w 10000"/>
              <a:gd name="connsiteY70" fmla="*/ 896 h 10000"/>
              <a:gd name="connsiteX71" fmla="*/ 1136 w 10000"/>
              <a:gd name="connsiteY71" fmla="*/ 888 h 10000"/>
              <a:gd name="connsiteX72" fmla="*/ 520 w 10000"/>
              <a:gd name="connsiteY72" fmla="*/ 1197 h 10000"/>
              <a:gd name="connsiteX73" fmla="*/ 313 w 10000"/>
              <a:gd name="connsiteY73" fmla="*/ 2346 h 10000"/>
              <a:gd name="connsiteX74" fmla="*/ 2 w 10000"/>
              <a:gd name="connsiteY74" fmla="*/ 4571 h 10000"/>
              <a:gd name="connsiteX75" fmla="*/ 161 w 10000"/>
              <a:gd name="connsiteY75" fmla="*/ 6339 h 10000"/>
              <a:gd name="connsiteX76" fmla="*/ 157 w 10000"/>
              <a:gd name="connsiteY76" fmla="*/ 4515 h 10000"/>
              <a:gd name="connsiteX77" fmla="*/ 522 w 10000"/>
              <a:gd name="connsiteY77" fmla="*/ 2855 h 10000"/>
              <a:gd name="connsiteX78" fmla="*/ 816 w 10000"/>
              <a:gd name="connsiteY78" fmla="*/ 1601 h 10000"/>
              <a:gd name="connsiteX79" fmla="*/ 1144 w 10000"/>
              <a:gd name="connsiteY79" fmla="*/ 1251 h 10000"/>
              <a:gd name="connsiteX80" fmla="*/ 1906 w 10000"/>
              <a:gd name="connsiteY80" fmla="*/ 1163 h 10000"/>
              <a:gd name="connsiteX81" fmla="*/ 2640 w 10000"/>
              <a:gd name="connsiteY81" fmla="*/ 1228 h 10000"/>
              <a:gd name="connsiteX82" fmla="*/ 3292 w 10000"/>
              <a:gd name="connsiteY82" fmla="*/ 1152 h 10000"/>
              <a:gd name="connsiteX83" fmla="*/ 3933 w 10000"/>
              <a:gd name="connsiteY83" fmla="*/ 995 h 10000"/>
              <a:gd name="connsiteX84" fmla="*/ 4163 w 10000"/>
              <a:gd name="connsiteY84" fmla="*/ 1364 h 10000"/>
              <a:gd name="connsiteX85" fmla="*/ 4144 w 10000"/>
              <a:gd name="connsiteY8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7903 w 10000"/>
              <a:gd name="connsiteY27" fmla="*/ 7703 h 10000"/>
              <a:gd name="connsiteX28" fmla="*/ 8309 w 10000"/>
              <a:gd name="connsiteY28" fmla="*/ 7617 h 10000"/>
              <a:gd name="connsiteX29" fmla="*/ 8286 w 10000"/>
              <a:gd name="connsiteY29" fmla="*/ 7448 h 10000"/>
              <a:gd name="connsiteX30" fmla="*/ 8496 w 10000"/>
              <a:gd name="connsiteY30" fmla="*/ 7276 h 10000"/>
              <a:gd name="connsiteX31" fmla="*/ 8695 w 10000"/>
              <a:gd name="connsiteY31" fmla="*/ 7083 h 10000"/>
              <a:gd name="connsiteX32" fmla="*/ 8406 w 10000"/>
              <a:gd name="connsiteY32" fmla="*/ 6704 h 10000"/>
              <a:gd name="connsiteX33" fmla="*/ 8730 w 10000"/>
              <a:gd name="connsiteY33" fmla="*/ 6352 h 10000"/>
              <a:gd name="connsiteX34" fmla="*/ 8853 w 10000"/>
              <a:gd name="connsiteY34" fmla="*/ 6250 h 10000"/>
              <a:gd name="connsiteX35" fmla="*/ 8801 w 10000"/>
              <a:gd name="connsiteY35" fmla="*/ 6113 h 10000"/>
              <a:gd name="connsiteX36" fmla="*/ 8559 w 10000"/>
              <a:gd name="connsiteY36" fmla="*/ 6213 h 10000"/>
              <a:gd name="connsiteX37" fmla="*/ 8210 w 10000"/>
              <a:gd name="connsiteY37" fmla="*/ 6434 h 10000"/>
              <a:gd name="connsiteX38" fmla="*/ 7909 w 10000"/>
              <a:gd name="connsiteY38" fmla="*/ 6391 h 10000"/>
              <a:gd name="connsiteX39" fmla="*/ 7414 w 10000"/>
              <a:gd name="connsiteY39" fmla="*/ 6265 h 10000"/>
              <a:gd name="connsiteX40" fmla="*/ 6894 w 10000"/>
              <a:gd name="connsiteY40" fmla="*/ 6250 h 10000"/>
              <a:gd name="connsiteX41" fmla="*/ 6487 w 10000"/>
              <a:gd name="connsiteY41" fmla="*/ 6284 h 10000"/>
              <a:gd name="connsiteX42" fmla="*/ 6478 w 10000"/>
              <a:gd name="connsiteY42" fmla="*/ 6113 h 10000"/>
              <a:gd name="connsiteX43" fmla="*/ 6571 w 10000"/>
              <a:gd name="connsiteY43" fmla="*/ 5713 h 10000"/>
              <a:gd name="connsiteX44" fmla="*/ 6632 w 10000"/>
              <a:gd name="connsiteY44" fmla="*/ 5257 h 10000"/>
              <a:gd name="connsiteX45" fmla="*/ 6553 w 10000"/>
              <a:gd name="connsiteY45" fmla="*/ 4694 h 10000"/>
              <a:gd name="connsiteX46" fmla="*/ 6372 w 10000"/>
              <a:gd name="connsiteY46" fmla="*/ 3960 h 10000"/>
              <a:gd name="connsiteX47" fmla="*/ 6187 w 10000"/>
              <a:gd name="connsiteY47" fmla="*/ 3310 h 10000"/>
              <a:gd name="connsiteX48" fmla="*/ 5893 w 10000"/>
              <a:gd name="connsiteY48" fmla="*/ 2386 h 10000"/>
              <a:gd name="connsiteX49" fmla="*/ 5844 w 10000"/>
              <a:gd name="connsiteY49" fmla="*/ 1143 h 10000"/>
              <a:gd name="connsiteX50" fmla="*/ 7340 w 10000"/>
              <a:gd name="connsiteY50" fmla="*/ 1155 h 10000"/>
              <a:gd name="connsiteX51" fmla="*/ 8119 w 10000"/>
              <a:gd name="connsiteY51" fmla="*/ 1927 h 10000"/>
              <a:gd name="connsiteX52" fmla="*/ 8468 w 10000"/>
              <a:gd name="connsiteY52" fmla="*/ 2845 h 10000"/>
              <a:gd name="connsiteX53" fmla="*/ 8955 w 10000"/>
              <a:gd name="connsiteY53" fmla="*/ 3487 h 10000"/>
              <a:gd name="connsiteX54" fmla="*/ 9441 w 10000"/>
              <a:gd name="connsiteY54" fmla="*/ 4299 h 10000"/>
              <a:gd name="connsiteX55" fmla="*/ 10000 w 10000"/>
              <a:gd name="connsiteY55" fmla="*/ 5982 h 10000"/>
              <a:gd name="connsiteX56" fmla="*/ 9756 w 10000"/>
              <a:gd name="connsiteY56" fmla="*/ 4221 h 10000"/>
              <a:gd name="connsiteX57" fmla="*/ 8880 w 10000"/>
              <a:gd name="connsiteY57" fmla="*/ 2913 h 10000"/>
              <a:gd name="connsiteX58" fmla="*/ 8147 w 10000"/>
              <a:gd name="connsiteY58" fmla="*/ 1510 h 10000"/>
              <a:gd name="connsiteX59" fmla="*/ 7383 w 10000"/>
              <a:gd name="connsiteY59" fmla="*/ 829 h 10000"/>
              <a:gd name="connsiteX60" fmla="*/ 6481 w 10000"/>
              <a:gd name="connsiteY60" fmla="*/ 798 h 10000"/>
              <a:gd name="connsiteX61" fmla="*/ 5539 w 10000"/>
              <a:gd name="connsiteY61" fmla="*/ 717 h 10000"/>
              <a:gd name="connsiteX62" fmla="*/ 5314 w 10000"/>
              <a:gd name="connsiteY62" fmla="*/ 603 h 10000"/>
              <a:gd name="connsiteX63" fmla="*/ 5146 w 10000"/>
              <a:gd name="connsiteY63" fmla="*/ 70 h 10000"/>
              <a:gd name="connsiteX64" fmla="*/ 4820 w 10000"/>
              <a:gd name="connsiteY64" fmla="*/ 39 h 10000"/>
              <a:gd name="connsiteX65" fmla="*/ 4697 w 10000"/>
              <a:gd name="connsiteY65" fmla="*/ 344 h 10000"/>
              <a:gd name="connsiteX66" fmla="*/ 4506 w 10000"/>
              <a:gd name="connsiteY66" fmla="*/ 759 h 10000"/>
              <a:gd name="connsiteX67" fmla="*/ 3670 w 10000"/>
              <a:gd name="connsiteY67" fmla="*/ 742 h 10000"/>
              <a:gd name="connsiteX68" fmla="*/ 2617 w 10000"/>
              <a:gd name="connsiteY68" fmla="*/ 937 h 10000"/>
              <a:gd name="connsiteX69" fmla="*/ 1959 w 10000"/>
              <a:gd name="connsiteY69" fmla="*/ 896 h 10000"/>
              <a:gd name="connsiteX70" fmla="*/ 1136 w 10000"/>
              <a:gd name="connsiteY70" fmla="*/ 888 h 10000"/>
              <a:gd name="connsiteX71" fmla="*/ 520 w 10000"/>
              <a:gd name="connsiteY71" fmla="*/ 1197 h 10000"/>
              <a:gd name="connsiteX72" fmla="*/ 313 w 10000"/>
              <a:gd name="connsiteY72" fmla="*/ 2346 h 10000"/>
              <a:gd name="connsiteX73" fmla="*/ 2 w 10000"/>
              <a:gd name="connsiteY73" fmla="*/ 4571 h 10000"/>
              <a:gd name="connsiteX74" fmla="*/ 161 w 10000"/>
              <a:gd name="connsiteY74" fmla="*/ 6339 h 10000"/>
              <a:gd name="connsiteX75" fmla="*/ 157 w 10000"/>
              <a:gd name="connsiteY75" fmla="*/ 4515 h 10000"/>
              <a:gd name="connsiteX76" fmla="*/ 522 w 10000"/>
              <a:gd name="connsiteY76" fmla="*/ 2855 h 10000"/>
              <a:gd name="connsiteX77" fmla="*/ 816 w 10000"/>
              <a:gd name="connsiteY77" fmla="*/ 1601 h 10000"/>
              <a:gd name="connsiteX78" fmla="*/ 1144 w 10000"/>
              <a:gd name="connsiteY78" fmla="*/ 1251 h 10000"/>
              <a:gd name="connsiteX79" fmla="*/ 1906 w 10000"/>
              <a:gd name="connsiteY79" fmla="*/ 1163 h 10000"/>
              <a:gd name="connsiteX80" fmla="*/ 2640 w 10000"/>
              <a:gd name="connsiteY80" fmla="*/ 1228 h 10000"/>
              <a:gd name="connsiteX81" fmla="*/ 3292 w 10000"/>
              <a:gd name="connsiteY81" fmla="*/ 1152 h 10000"/>
              <a:gd name="connsiteX82" fmla="*/ 3933 w 10000"/>
              <a:gd name="connsiteY82" fmla="*/ 995 h 10000"/>
              <a:gd name="connsiteX83" fmla="*/ 4163 w 10000"/>
              <a:gd name="connsiteY83" fmla="*/ 1364 h 10000"/>
              <a:gd name="connsiteX84" fmla="*/ 4144 w 10000"/>
              <a:gd name="connsiteY8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7470 w 10000"/>
              <a:gd name="connsiteY26" fmla="*/ 7675 h 10000"/>
              <a:gd name="connsiteX27" fmla="*/ 8309 w 10000"/>
              <a:gd name="connsiteY27" fmla="*/ 7617 h 10000"/>
              <a:gd name="connsiteX28" fmla="*/ 8286 w 10000"/>
              <a:gd name="connsiteY28" fmla="*/ 7448 h 10000"/>
              <a:gd name="connsiteX29" fmla="*/ 8496 w 10000"/>
              <a:gd name="connsiteY29" fmla="*/ 7276 h 10000"/>
              <a:gd name="connsiteX30" fmla="*/ 8695 w 10000"/>
              <a:gd name="connsiteY30" fmla="*/ 7083 h 10000"/>
              <a:gd name="connsiteX31" fmla="*/ 8406 w 10000"/>
              <a:gd name="connsiteY31" fmla="*/ 6704 h 10000"/>
              <a:gd name="connsiteX32" fmla="*/ 8730 w 10000"/>
              <a:gd name="connsiteY32" fmla="*/ 6352 h 10000"/>
              <a:gd name="connsiteX33" fmla="*/ 8853 w 10000"/>
              <a:gd name="connsiteY33" fmla="*/ 6250 h 10000"/>
              <a:gd name="connsiteX34" fmla="*/ 8801 w 10000"/>
              <a:gd name="connsiteY34" fmla="*/ 6113 h 10000"/>
              <a:gd name="connsiteX35" fmla="*/ 8559 w 10000"/>
              <a:gd name="connsiteY35" fmla="*/ 6213 h 10000"/>
              <a:gd name="connsiteX36" fmla="*/ 8210 w 10000"/>
              <a:gd name="connsiteY36" fmla="*/ 6434 h 10000"/>
              <a:gd name="connsiteX37" fmla="*/ 7909 w 10000"/>
              <a:gd name="connsiteY37" fmla="*/ 6391 h 10000"/>
              <a:gd name="connsiteX38" fmla="*/ 7414 w 10000"/>
              <a:gd name="connsiteY38" fmla="*/ 6265 h 10000"/>
              <a:gd name="connsiteX39" fmla="*/ 6894 w 10000"/>
              <a:gd name="connsiteY39" fmla="*/ 6250 h 10000"/>
              <a:gd name="connsiteX40" fmla="*/ 6487 w 10000"/>
              <a:gd name="connsiteY40" fmla="*/ 6284 h 10000"/>
              <a:gd name="connsiteX41" fmla="*/ 6478 w 10000"/>
              <a:gd name="connsiteY41" fmla="*/ 6113 h 10000"/>
              <a:gd name="connsiteX42" fmla="*/ 6571 w 10000"/>
              <a:gd name="connsiteY42" fmla="*/ 5713 h 10000"/>
              <a:gd name="connsiteX43" fmla="*/ 6632 w 10000"/>
              <a:gd name="connsiteY43" fmla="*/ 5257 h 10000"/>
              <a:gd name="connsiteX44" fmla="*/ 6553 w 10000"/>
              <a:gd name="connsiteY44" fmla="*/ 4694 h 10000"/>
              <a:gd name="connsiteX45" fmla="*/ 6372 w 10000"/>
              <a:gd name="connsiteY45" fmla="*/ 3960 h 10000"/>
              <a:gd name="connsiteX46" fmla="*/ 6187 w 10000"/>
              <a:gd name="connsiteY46" fmla="*/ 3310 h 10000"/>
              <a:gd name="connsiteX47" fmla="*/ 5893 w 10000"/>
              <a:gd name="connsiteY47" fmla="*/ 2386 h 10000"/>
              <a:gd name="connsiteX48" fmla="*/ 5844 w 10000"/>
              <a:gd name="connsiteY48" fmla="*/ 1143 h 10000"/>
              <a:gd name="connsiteX49" fmla="*/ 7340 w 10000"/>
              <a:gd name="connsiteY49" fmla="*/ 1155 h 10000"/>
              <a:gd name="connsiteX50" fmla="*/ 8119 w 10000"/>
              <a:gd name="connsiteY50" fmla="*/ 1927 h 10000"/>
              <a:gd name="connsiteX51" fmla="*/ 8468 w 10000"/>
              <a:gd name="connsiteY51" fmla="*/ 2845 h 10000"/>
              <a:gd name="connsiteX52" fmla="*/ 8955 w 10000"/>
              <a:gd name="connsiteY52" fmla="*/ 3487 h 10000"/>
              <a:gd name="connsiteX53" fmla="*/ 9441 w 10000"/>
              <a:gd name="connsiteY53" fmla="*/ 4299 h 10000"/>
              <a:gd name="connsiteX54" fmla="*/ 10000 w 10000"/>
              <a:gd name="connsiteY54" fmla="*/ 5982 h 10000"/>
              <a:gd name="connsiteX55" fmla="*/ 9756 w 10000"/>
              <a:gd name="connsiteY55" fmla="*/ 4221 h 10000"/>
              <a:gd name="connsiteX56" fmla="*/ 8880 w 10000"/>
              <a:gd name="connsiteY56" fmla="*/ 2913 h 10000"/>
              <a:gd name="connsiteX57" fmla="*/ 8147 w 10000"/>
              <a:gd name="connsiteY57" fmla="*/ 1510 h 10000"/>
              <a:gd name="connsiteX58" fmla="*/ 7383 w 10000"/>
              <a:gd name="connsiteY58" fmla="*/ 829 h 10000"/>
              <a:gd name="connsiteX59" fmla="*/ 6481 w 10000"/>
              <a:gd name="connsiteY59" fmla="*/ 798 h 10000"/>
              <a:gd name="connsiteX60" fmla="*/ 5539 w 10000"/>
              <a:gd name="connsiteY60" fmla="*/ 717 h 10000"/>
              <a:gd name="connsiteX61" fmla="*/ 5314 w 10000"/>
              <a:gd name="connsiteY61" fmla="*/ 603 h 10000"/>
              <a:gd name="connsiteX62" fmla="*/ 5146 w 10000"/>
              <a:gd name="connsiteY62" fmla="*/ 70 h 10000"/>
              <a:gd name="connsiteX63" fmla="*/ 4820 w 10000"/>
              <a:gd name="connsiteY63" fmla="*/ 39 h 10000"/>
              <a:gd name="connsiteX64" fmla="*/ 4697 w 10000"/>
              <a:gd name="connsiteY64" fmla="*/ 344 h 10000"/>
              <a:gd name="connsiteX65" fmla="*/ 4506 w 10000"/>
              <a:gd name="connsiteY65" fmla="*/ 759 h 10000"/>
              <a:gd name="connsiteX66" fmla="*/ 3670 w 10000"/>
              <a:gd name="connsiteY66" fmla="*/ 742 h 10000"/>
              <a:gd name="connsiteX67" fmla="*/ 2617 w 10000"/>
              <a:gd name="connsiteY67" fmla="*/ 937 h 10000"/>
              <a:gd name="connsiteX68" fmla="*/ 1959 w 10000"/>
              <a:gd name="connsiteY68" fmla="*/ 896 h 10000"/>
              <a:gd name="connsiteX69" fmla="*/ 1136 w 10000"/>
              <a:gd name="connsiteY69" fmla="*/ 888 h 10000"/>
              <a:gd name="connsiteX70" fmla="*/ 520 w 10000"/>
              <a:gd name="connsiteY70" fmla="*/ 1197 h 10000"/>
              <a:gd name="connsiteX71" fmla="*/ 313 w 10000"/>
              <a:gd name="connsiteY71" fmla="*/ 2346 h 10000"/>
              <a:gd name="connsiteX72" fmla="*/ 2 w 10000"/>
              <a:gd name="connsiteY72" fmla="*/ 4571 h 10000"/>
              <a:gd name="connsiteX73" fmla="*/ 161 w 10000"/>
              <a:gd name="connsiteY73" fmla="*/ 6339 h 10000"/>
              <a:gd name="connsiteX74" fmla="*/ 157 w 10000"/>
              <a:gd name="connsiteY74" fmla="*/ 4515 h 10000"/>
              <a:gd name="connsiteX75" fmla="*/ 522 w 10000"/>
              <a:gd name="connsiteY75" fmla="*/ 2855 h 10000"/>
              <a:gd name="connsiteX76" fmla="*/ 816 w 10000"/>
              <a:gd name="connsiteY76" fmla="*/ 1601 h 10000"/>
              <a:gd name="connsiteX77" fmla="*/ 1144 w 10000"/>
              <a:gd name="connsiteY77" fmla="*/ 1251 h 10000"/>
              <a:gd name="connsiteX78" fmla="*/ 1906 w 10000"/>
              <a:gd name="connsiteY78" fmla="*/ 1163 h 10000"/>
              <a:gd name="connsiteX79" fmla="*/ 2640 w 10000"/>
              <a:gd name="connsiteY79" fmla="*/ 1228 h 10000"/>
              <a:gd name="connsiteX80" fmla="*/ 3292 w 10000"/>
              <a:gd name="connsiteY80" fmla="*/ 1152 h 10000"/>
              <a:gd name="connsiteX81" fmla="*/ 3933 w 10000"/>
              <a:gd name="connsiteY81" fmla="*/ 995 h 10000"/>
              <a:gd name="connsiteX82" fmla="*/ 4163 w 10000"/>
              <a:gd name="connsiteY82" fmla="*/ 1364 h 10000"/>
              <a:gd name="connsiteX83" fmla="*/ 4144 w 10000"/>
              <a:gd name="connsiteY83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6902 w 10000"/>
              <a:gd name="connsiteY25" fmla="*/ 7562 h 10000"/>
              <a:gd name="connsiteX26" fmla="*/ 8309 w 10000"/>
              <a:gd name="connsiteY26" fmla="*/ 7617 h 10000"/>
              <a:gd name="connsiteX27" fmla="*/ 8286 w 10000"/>
              <a:gd name="connsiteY27" fmla="*/ 7448 h 10000"/>
              <a:gd name="connsiteX28" fmla="*/ 8496 w 10000"/>
              <a:gd name="connsiteY28" fmla="*/ 7276 h 10000"/>
              <a:gd name="connsiteX29" fmla="*/ 8695 w 10000"/>
              <a:gd name="connsiteY29" fmla="*/ 7083 h 10000"/>
              <a:gd name="connsiteX30" fmla="*/ 8406 w 10000"/>
              <a:gd name="connsiteY30" fmla="*/ 6704 h 10000"/>
              <a:gd name="connsiteX31" fmla="*/ 8730 w 10000"/>
              <a:gd name="connsiteY31" fmla="*/ 6352 h 10000"/>
              <a:gd name="connsiteX32" fmla="*/ 8853 w 10000"/>
              <a:gd name="connsiteY32" fmla="*/ 6250 h 10000"/>
              <a:gd name="connsiteX33" fmla="*/ 8801 w 10000"/>
              <a:gd name="connsiteY33" fmla="*/ 6113 h 10000"/>
              <a:gd name="connsiteX34" fmla="*/ 8559 w 10000"/>
              <a:gd name="connsiteY34" fmla="*/ 6213 h 10000"/>
              <a:gd name="connsiteX35" fmla="*/ 8210 w 10000"/>
              <a:gd name="connsiteY35" fmla="*/ 6434 h 10000"/>
              <a:gd name="connsiteX36" fmla="*/ 7909 w 10000"/>
              <a:gd name="connsiteY36" fmla="*/ 6391 h 10000"/>
              <a:gd name="connsiteX37" fmla="*/ 7414 w 10000"/>
              <a:gd name="connsiteY37" fmla="*/ 6265 h 10000"/>
              <a:gd name="connsiteX38" fmla="*/ 6894 w 10000"/>
              <a:gd name="connsiteY38" fmla="*/ 6250 h 10000"/>
              <a:gd name="connsiteX39" fmla="*/ 6487 w 10000"/>
              <a:gd name="connsiteY39" fmla="*/ 6284 h 10000"/>
              <a:gd name="connsiteX40" fmla="*/ 6478 w 10000"/>
              <a:gd name="connsiteY40" fmla="*/ 6113 h 10000"/>
              <a:gd name="connsiteX41" fmla="*/ 6571 w 10000"/>
              <a:gd name="connsiteY41" fmla="*/ 5713 h 10000"/>
              <a:gd name="connsiteX42" fmla="*/ 6632 w 10000"/>
              <a:gd name="connsiteY42" fmla="*/ 5257 h 10000"/>
              <a:gd name="connsiteX43" fmla="*/ 6553 w 10000"/>
              <a:gd name="connsiteY43" fmla="*/ 4694 h 10000"/>
              <a:gd name="connsiteX44" fmla="*/ 6372 w 10000"/>
              <a:gd name="connsiteY44" fmla="*/ 3960 h 10000"/>
              <a:gd name="connsiteX45" fmla="*/ 6187 w 10000"/>
              <a:gd name="connsiteY45" fmla="*/ 3310 h 10000"/>
              <a:gd name="connsiteX46" fmla="*/ 5893 w 10000"/>
              <a:gd name="connsiteY46" fmla="*/ 2386 h 10000"/>
              <a:gd name="connsiteX47" fmla="*/ 5844 w 10000"/>
              <a:gd name="connsiteY47" fmla="*/ 1143 h 10000"/>
              <a:gd name="connsiteX48" fmla="*/ 7340 w 10000"/>
              <a:gd name="connsiteY48" fmla="*/ 1155 h 10000"/>
              <a:gd name="connsiteX49" fmla="*/ 8119 w 10000"/>
              <a:gd name="connsiteY49" fmla="*/ 1927 h 10000"/>
              <a:gd name="connsiteX50" fmla="*/ 8468 w 10000"/>
              <a:gd name="connsiteY50" fmla="*/ 2845 h 10000"/>
              <a:gd name="connsiteX51" fmla="*/ 8955 w 10000"/>
              <a:gd name="connsiteY51" fmla="*/ 3487 h 10000"/>
              <a:gd name="connsiteX52" fmla="*/ 9441 w 10000"/>
              <a:gd name="connsiteY52" fmla="*/ 4299 h 10000"/>
              <a:gd name="connsiteX53" fmla="*/ 10000 w 10000"/>
              <a:gd name="connsiteY53" fmla="*/ 5982 h 10000"/>
              <a:gd name="connsiteX54" fmla="*/ 9756 w 10000"/>
              <a:gd name="connsiteY54" fmla="*/ 4221 h 10000"/>
              <a:gd name="connsiteX55" fmla="*/ 8880 w 10000"/>
              <a:gd name="connsiteY55" fmla="*/ 2913 h 10000"/>
              <a:gd name="connsiteX56" fmla="*/ 8147 w 10000"/>
              <a:gd name="connsiteY56" fmla="*/ 1510 h 10000"/>
              <a:gd name="connsiteX57" fmla="*/ 7383 w 10000"/>
              <a:gd name="connsiteY57" fmla="*/ 829 h 10000"/>
              <a:gd name="connsiteX58" fmla="*/ 6481 w 10000"/>
              <a:gd name="connsiteY58" fmla="*/ 798 h 10000"/>
              <a:gd name="connsiteX59" fmla="*/ 5539 w 10000"/>
              <a:gd name="connsiteY59" fmla="*/ 717 h 10000"/>
              <a:gd name="connsiteX60" fmla="*/ 5314 w 10000"/>
              <a:gd name="connsiteY60" fmla="*/ 603 h 10000"/>
              <a:gd name="connsiteX61" fmla="*/ 5146 w 10000"/>
              <a:gd name="connsiteY61" fmla="*/ 70 h 10000"/>
              <a:gd name="connsiteX62" fmla="*/ 4820 w 10000"/>
              <a:gd name="connsiteY62" fmla="*/ 39 h 10000"/>
              <a:gd name="connsiteX63" fmla="*/ 4697 w 10000"/>
              <a:gd name="connsiteY63" fmla="*/ 344 h 10000"/>
              <a:gd name="connsiteX64" fmla="*/ 4506 w 10000"/>
              <a:gd name="connsiteY64" fmla="*/ 759 h 10000"/>
              <a:gd name="connsiteX65" fmla="*/ 3670 w 10000"/>
              <a:gd name="connsiteY65" fmla="*/ 742 h 10000"/>
              <a:gd name="connsiteX66" fmla="*/ 2617 w 10000"/>
              <a:gd name="connsiteY66" fmla="*/ 937 h 10000"/>
              <a:gd name="connsiteX67" fmla="*/ 1959 w 10000"/>
              <a:gd name="connsiteY67" fmla="*/ 896 h 10000"/>
              <a:gd name="connsiteX68" fmla="*/ 1136 w 10000"/>
              <a:gd name="connsiteY68" fmla="*/ 888 h 10000"/>
              <a:gd name="connsiteX69" fmla="*/ 520 w 10000"/>
              <a:gd name="connsiteY69" fmla="*/ 1197 h 10000"/>
              <a:gd name="connsiteX70" fmla="*/ 313 w 10000"/>
              <a:gd name="connsiteY70" fmla="*/ 2346 h 10000"/>
              <a:gd name="connsiteX71" fmla="*/ 2 w 10000"/>
              <a:gd name="connsiteY71" fmla="*/ 4571 h 10000"/>
              <a:gd name="connsiteX72" fmla="*/ 161 w 10000"/>
              <a:gd name="connsiteY72" fmla="*/ 6339 h 10000"/>
              <a:gd name="connsiteX73" fmla="*/ 157 w 10000"/>
              <a:gd name="connsiteY73" fmla="*/ 4515 h 10000"/>
              <a:gd name="connsiteX74" fmla="*/ 522 w 10000"/>
              <a:gd name="connsiteY74" fmla="*/ 2855 h 10000"/>
              <a:gd name="connsiteX75" fmla="*/ 816 w 10000"/>
              <a:gd name="connsiteY75" fmla="*/ 1601 h 10000"/>
              <a:gd name="connsiteX76" fmla="*/ 1144 w 10000"/>
              <a:gd name="connsiteY76" fmla="*/ 1251 h 10000"/>
              <a:gd name="connsiteX77" fmla="*/ 1906 w 10000"/>
              <a:gd name="connsiteY77" fmla="*/ 1163 h 10000"/>
              <a:gd name="connsiteX78" fmla="*/ 2640 w 10000"/>
              <a:gd name="connsiteY78" fmla="*/ 1228 h 10000"/>
              <a:gd name="connsiteX79" fmla="*/ 3292 w 10000"/>
              <a:gd name="connsiteY79" fmla="*/ 1152 h 10000"/>
              <a:gd name="connsiteX80" fmla="*/ 3933 w 10000"/>
              <a:gd name="connsiteY80" fmla="*/ 995 h 10000"/>
              <a:gd name="connsiteX81" fmla="*/ 4163 w 10000"/>
              <a:gd name="connsiteY81" fmla="*/ 1364 h 10000"/>
              <a:gd name="connsiteX82" fmla="*/ 4144 w 10000"/>
              <a:gd name="connsiteY82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534 w 10000"/>
              <a:gd name="connsiteY24" fmla="*/ 7425 h 10000"/>
              <a:gd name="connsiteX25" fmla="*/ 8309 w 10000"/>
              <a:gd name="connsiteY25" fmla="*/ 7617 h 10000"/>
              <a:gd name="connsiteX26" fmla="*/ 8286 w 10000"/>
              <a:gd name="connsiteY26" fmla="*/ 7448 h 10000"/>
              <a:gd name="connsiteX27" fmla="*/ 8496 w 10000"/>
              <a:gd name="connsiteY27" fmla="*/ 7276 h 10000"/>
              <a:gd name="connsiteX28" fmla="*/ 8695 w 10000"/>
              <a:gd name="connsiteY28" fmla="*/ 7083 h 10000"/>
              <a:gd name="connsiteX29" fmla="*/ 8406 w 10000"/>
              <a:gd name="connsiteY29" fmla="*/ 6704 h 10000"/>
              <a:gd name="connsiteX30" fmla="*/ 8730 w 10000"/>
              <a:gd name="connsiteY30" fmla="*/ 6352 h 10000"/>
              <a:gd name="connsiteX31" fmla="*/ 8853 w 10000"/>
              <a:gd name="connsiteY31" fmla="*/ 6250 h 10000"/>
              <a:gd name="connsiteX32" fmla="*/ 8801 w 10000"/>
              <a:gd name="connsiteY32" fmla="*/ 6113 h 10000"/>
              <a:gd name="connsiteX33" fmla="*/ 8559 w 10000"/>
              <a:gd name="connsiteY33" fmla="*/ 6213 h 10000"/>
              <a:gd name="connsiteX34" fmla="*/ 8210 w 10000"/>
              <a:gd name="connsiteY34" fmla="*/ 6434 h 10000"/>
              <a:gd name="connsiteX35" fmla="*/ 7909 w 10000"/>
              <a:gd name="connsiteY35" fmla="*/ 6391 h 10000"/>
              <a:gd name="connsiteX36" fmla="*/ 7414 w 10000"/>
              <a:gd name="connsiteY36" fmla="*/ 6265 h 10000"/>
              <a:gd name="connsiteX37" fmla="*/ 6894 w 10000"/>
              <a:gd name="connsiteY37" fmla="*/ 6250 h 10000"/>
              <a:gd name="connsiteX38" fmla="*/ 6487 w 10000"/>
              <a:gd name="connsiteY38" fmla="*/ 6284 h 10000"/>
              <a:gd name="connsiteX39" fmla="*/ 6478 w 10000"/>
              <a:gd name="connsiteY39" fmla="*/ 6113 h 10000"/>
              <a:gd name="connsiteX40" fmla="*/ 6571 w 10000"/>
              <a:gd name="connsiteY40" fmla="*/ 5713 h 10000"/>
              <a:gd name="connsiteX41" fmla="*/ 6632 w 10000"/>
              <a:gd name="connsiteY41" fmla="*/ 5257 h 10000"/>
              <a:gd name="connsiteX42" fmla="*/ 6553 w 10000"/>
              <a:gd name="connsiteY42" fmla="*/ 4694 h 10000"/>
              <a:gd name="connsiteX43" fmla="*/ 6372 w 10000"/>
              <a:gd name="connsiteY43" fmla="*/ 3960 h 10000"/>
              <a:gd name="connsiteX44" fmla="*/ 6187 w 10000"/>
              <a:gd name="connsiteY44" fmla="*/ 3310 h 10000"/>
              <a:gd name="connsiteX45" fmla="*/ 5893 w 10000"/>
              <a:gd name="connsiteY45" fmla="*/ 2386 h 10000"/>
              <a:gd name="connsiteX46" fmla="*/ 5844 w 10000"/>
              <a:gd name="connsiteY46" fmla="*/ 1143 h 10000"/>
              <a:gd name="connsiteX47" fmla="*/ 7340 w 10000"/>
              <a:gd name="connsiteY47" fmla="*/ 1155 h 10000"/>
              <a:gd name="connsiteX48" fmla="*/ 8119 w 10000"/>
              <a:gd name="connsiteY48" fmla="*/ 1927 h 10000"/>
              <a:gd name="connsiteX49" fmla="*/ 8468 w 10000"/>
              <a:gd name="connsiteY49" fmla="*/ 2845 h 10000"/>
              <a:gd name="connsiteX50" fmla="*/ 8955 w 10000"/>
              <a:gd name="connsiteY50" fmla="*/ 3487 h 10000"/>
              <a:gd name="connsiteX51" fmla="*/ 9441 w 10000"/>
              <a:gd name="connsiteY51" fmla="*/ 4299 h 10000"/>
              <a:gd name="connsiteX52" fmla="*/ 10000 w 10000"/>
              <a:gd name="connsiteY52" fmla="*/ 5982 h 10000"/>
              <a:gd name="connsiteX53" fmla="*/ 9756 w 10000"/>
              <a:gd name="connsiteY53" fmla="*/ 4221 h 10000"/>
              <a:gd name="connsiteX54" fmla="*/ 8880 w 10000"/>
              <a:gd name="connsiteY54" fmla="*/ 2913 h 10000"/>
              <a:gd name="connsiteX55" fmla="*/ 8147 w 10000"/>
              <a:gd name="connsiteY55" fmla="*/ 1510 h 10000"/>
              <a:gd name="connsiteX56" fmla="*/ 7383 w 10000"/>
              <a:gd name="connsiteY56" fmla="*/ 829 h 10000"/>
              <a:gd name="connsiteX57" fmla="*/ 6481 w 10000"/>
              <a:gd name="connsiteY57" fmla="*/ 798 h 10000"/>
              <a:gd name="connsiteX58" fmla="*/ 5539 w 10000"/>
              <a:gd name="connsiteY58" fmla="*/ 717 h 10000"/>
              <a:gd name="connsiteX59" fmla="*/ 5314 w 10000"/>
              <a:gd name="connsiteY59" fmla="*/ 603 h 10000"/>
              <a:gd name="connsiteX60" fmla="*/ 5146 w 10000"/>
              <a:gd name="connsiteY60" fmla="*/ 70 h 10000"/>
              <a:gd name="connsiteX61" fmla="*/ 4820 w 10000"/>
              <a:gd name="connsiteY61" fmla="*/ 39 h 10000"/>
              <a:gd name="connsiteX62" fmla="*/ 4697 w 10000"/>
              <a:gd name="connsiteY62" fmla="*/ 344 h 10000"/>
              <a:gd name="connsiteX63" fmla="*/ 4506 w 10000"/>
              <a:gd name="connsiteY63" fmla="*/ 759 h 10000"/>
              <a:gd name="connsiteX64" fmla="*/ 3670 w 10000"/>
              <a:gd name="connsiteY64" fmla="*/ 742 h 10000"/>
              <a:gd name="connsiteX65" fmla="*/ 2617 w 10000"/>
              <a:gd name="connsiteY65" fmla="*/ 937 h 10000"/>
              <a:gd name="connsiteX66" fmla="*/ 1959 w 10000"/>
              <a:gd name="connsiteY66" fmla="*/ 896 h 10000"/>
              <a:gd name="connsiteX67" fmla="*/ 1136 w 10000"/>
              <a:gd name="connsiteY67" fmla="*/ 888 h 10000"/>
              <a:gd name="connsiteX68" fmla="*/ 520 w 10000"/>
              <a:gd name="connsiteY68" fmla="*/ 1197 h 10000"/>
              <a:gd name="connsiteX69" fmla="*/ 313 w 10000"/>
              <a:gd name="connsiteY69" fmla="*/ 2346 h 10000"/>
              <a:gd name="connsiteX70" fmla="*/ 2 w 10000"/>
              <a:gd name="connsiteY70" fmla="*/ 4571 h 10000"/>
              <a:gd name="connsiteX71" fmla="*/ 161 w 10000"/>
              <a:gd name="connsiteY71" fmla="*/ 6339 h 10000"/>
              <a:gd name="connsiteX72" fmla="*/ 157 w 10000"/>
              <a:gd name="connsiteY72" fmla="*/ 4515 h 10000"/>
              <a:gd name="connsiteX73" fmla="*/ 522 w 10000"/>
              <a:gd name="connsiteY73" fmla="*/ 2855 h 10000"/>
              <a:gd name="connsiteX74" fmla="*/ 816 w 10000"/>
              <a:gd name="connsiteY74" fmla="*/ 1601 h 10000"/>
              <a:gd name="connsiteX75" fmla="*/ 1144 w 10000"/>
              <a:gd name="connsiteY75" fmla="*/ 1251 h 10000"/>
              <a:gd name="connsiteX76" fmla="*/ 1906 w 10000"/>
              <a:gd name="connsiteY76" fmla="*/ 1163 h 10000"/>
              <a:gd name="connsiteX77" fmla="*/ 2640 w 10000"/>
              <a:gd name="connsiteY77" fmla="*/ 1228 h 10000"/>
              <a:gd name="connsiteX78" fmla="*/ 3292 w 10000"/>
              <a:gd name="connsiteY78" fmla="*/ 1152 h 10000"/>
              <a:gd name="connsiteX79" fmla="*/ 3933 w 10000"/>
              <a:gd name="connsiteY79" fmla="*/ 995 h 10000"/>
              <a:gd name="connsiteX80" fmla="*/ 4163 w 10000"/>
              <a:gd name="connsiteY80" fmla="*/ 1364 h 10000"/>
              <a:gd name="connsiteX81" fmla="*/ 4144 w 10000"/>
              <a:gd name="connsiteY81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309 w 10000"/>
              <a:gd name="connsiteY24" fmla="*/ 7617 h 10000"/>
              <a:gd name="connsiteX25" fmla="*/ 8286 w 10000"/>
              <a:gd name="connsiteY25" fmla="*/ 7448 h 10000"/>
              <a:gd name="connsiteX26" fmla="*/ 8496 w 10000"/>
              <a:gd name="connsiteY26" fmla="*/ 7276 h 10000"/>
              <a:gd name="connsiteX27" fmla="*/ 8695 w 10000"/>
              <a:gd name="connsiteY27" fmla="*/ 7083 h 10000"/>
              <a:gd name="connsiteX28" fmla="*/ 8406 w 10000"/>
              <a:gd name="connsiteY28" fmla="*/ 6704 h 10000"/>
              <a:gd name="connsiteX29" fmla="*/ 8730 w 10000"/>
              <a:gd name="connsiteY29" fmla="*/ 6352 h 10000"/>
              <a:gd name="connsiteX30" fmla="*/ 8853 w 10000"/>
              <a:gd name="connsiteY30" fmla="*/ 6250 h 10000"/>
              <a:gd name="connsiteX31" fmla="*/ 8801 w 10000"/>
              <a:gd name="connsiteY31" fmla="*/ 6113 h 10000"/>
              <a:gd name="connsiteX32" fmla="*/ 8559 w 10000"/>
              <a:gd name="connsiteY32" fmla="*/ 6213 h 10000"/>
              <a:gd name="connsiteX33" fmla="*/ 8210 w 10000"/>
              <a:gd name="connsiteY33" fmla="*/ 6434 h 10000"/>
              <a:gd name="connsiteX34" fmla="*/ 7909 w 10000"/>
              <a:gd name="connsiteY34" fmla="*/ 6391 h 10000"/>
              <a:gd name="connsiteX35" fmla="*/ 7414 w 10000"/>
              <a:gd name="connsiteY35" fmla="*/ 6265 h 10000"/>
              <a:gd name="connsiteX36" fmla="*/ 6894 w 10000"/>
              <a:gd name="connsiteY36" fmla="*/ 6250 h 10000"/>
              <a:gd name="connsiteX37" fmla="*/ 6487 w 10000"/>
              <a:gd name="connsiteY37" fmla="*/ 6284 h 10000"/>
              <a:gd name="connsiteX38" fmla="*/ 6478 w 10000"/>
              <a:gd name="connsiteY38" fmla="*/ 6113 h 10000"/>
              <a:gd name="connsiteX39" fmla="*/ 6571 w 10000"/>
              <a:gd name="connsiteY39" fmla="*/ 5713 h 10000"/>
              <a:gd name="connsiteX40" fmla="*/ 6632 w 10000"/>
              <a:gd name="connsiteY40" fmla="*/ 5257 h 10000"/>
              <a:gd name="connsiteX41" fmla="*/ 6553 w 10000"/>
              <a:gd name="connsiteY41" fmla="*/ 4694 h 10000"/>
              <a:gd name="connsiteX42" fmla="*/ 6372 w 10000"/>
              <a:gd name="connsiteY42" fmla="*/ 3960 h 10000"/>
              <a:gd name="connsiteX43" fmla="*/ 6187 w 10000"/>
              <a:gd name="connsiteY43" fmla="*/ 3310 h 10000"/>
              <a:gd name="connsiteX44" fmla="*/ 5893 w 10000"/>
              <a:gd name="connsiteY44" fmla="*/ 2386 h 10000"/>
              <a:gd name="connsiteX45" fmla="*/ 5844 w 10000"/>
              <a:gd name="connsiteY45" fmla="*/ 1143 h 10000"/>
              <a:gd name="connsiteX46" fmla="*/ 7340 w 10000"/>
              <a:gd name="connsiteY46" fmla="*/ 1155 h 10000"/>
              <a:gd name="connsiteX47" fmla="*/ 8119 w 10000"/>
              <a:gd name="connsiteY47" fmla="*/ 1927 h 10000"/>
              <a:gd name="connsiteX48" fmla="*/ 8468 w 10000"/>
              <a:gd name="connsiteY48" fmla="*/ 2845 h 10000"/>
              <a:gd name="connsiteX49" fmla="*/ 8955 w 10000"/>
              <a:gd name="connsiteY49" fmla="*/ 3487 h 10000"/>
              <a:gd name="connsiteX50" fmla="*/ 9441 w 10000"/>
              <a:gd name="connsiteY50" fmla="*/ 4299 h 10000"/>
              <a:gd name="connsiteX51" fmla="*/ 10000 w 10000"/>
              <a:gd name="connsiteY51" fmla="*/ 5982 h 10000"/>
              <a:gd name="connsiteX52" fmla="*/ 9756 w 10000"/>
              <a:gd name="connsiteY52" fmla="*/ 4221 h 10000"/>
              <a:gd name="connsiteX53" fmla="*/ 8880 w 10000"/>
              <a:gd name="connsiteY53" fmla="*/ 2913 h 10000"/>
              <a:gd name="connsiteX54" fmla="*/ 8147 w 10000"/>
              <a:gd name="connsiteY54" fmla="*/ 1510 h 10000"/>
              <a:gd name="connsiteX55" fmla="*/ 7383 w 10000"/>
              <a:gd name="connsiteY55" fmla="*/ 829 h 10000"/>
              <a:gd name="connsiteX56" fmla="*/ 6481 w 10000"/>
              <a:gd name="connsiteY56" fmla="*/ 798 h 10000"/>
              <a:gd name="connsiteX57" fmla="*/ 5539 w 10000"/>
              <a:gd name="connsiteY57" fmla="*/ 717 h 10000"/>
              <a:gd name="connsiteX58" fmla="*/ 5314 w 10000"/>
              <a:gd name="connsiteY58" fmla="*/ 603 h 10000"/>
              <a:gd name="connsiteX59" fmla="*/ 5146 w 10000"/>
              <a:gd name="connsiteY59" fmla="*/ 70 h 10000"/>
              <a:gd name="connsiteX60" fmla="*/ 4820 w 10000"/>
              <a:gd name="connsiteY60" fmla="*/ 39 h 10000"/>
              <a:gd name="connsiteX61" fmla="*/ 4697 w 10000"/>
              <a:gd name="connsiteY61" fmla="*/ 344 h 10000"/>
              <a:gd name="connsiteX62" fmla="*/ 4506 w 10000"/>
              <a:gd name="connsiteY62" fmla="*/ 759 h 10000"/>
              <a:gd name="connsiteX63" fmla="*/ 3670 w 10000"/>
              <a:gd name="connsiteY63" fmla="*/ 742 h 10000"/>
              <a:gd name="connsiteX64" fmla="*/ 2617 w 10000"/>
              <a:gd name="connsiteY64" fmla="*/ 937 h 10000"/>
              <a:gd name="connsiteX65" fmla="*/ 1959 w 10000"/>
              <a:gd name="connsiteY65" fmla="*/ 896 h 10000"/>
              <a:gd name="connsiteX66" fmla="*/ 1136 w 10000"/>
              <a:gd name="connsiteY66" fmla="*/ 888 h 10000"/>
              <a:gd name="connsiteX67" fmla="*/ 520 w 10000"/>
              <a:gd name="connsiteY67" fmla="*/ 1197 h 10000"/>
              <a:gd name="connsiteX68" fmla="*/ 313 w 10000"/>
              <a:gd name="connsiteY68" fmla="*/ 2346 h 10000"/>
              <a:gd name="connsiteX69" fmla="*/ 2 w 10000"/>
              <a:gd name="connsiteY69" fmla="*/ 4571 h 10000"/>
              <a:gd name="connsiteX70" fmla="*/ 161 w 10000"/>
              <a:gd name="connsiteY70" fmla="*/ 6339 h 10000"/>
              <a:gd name="connsiteX71" fmla="*/ 157 w 10000"/>
              <a:gd name="connsiteY71" fmla="*/ 4515 h 10000"/>
              <a:gd name="connsiteX72" fmla="*/ 522 w 10000"/>
              <a:gd name="connsiteY72" fmla="*/ 2855 h 10000"/>
              <a:gd name="connsiteX73" fmla="*/ 816 w 10000"/>
              <a:gd name="connsiteY73" fmla="*/ 1601 h 10000"/>
              <a:gd name="connsiteX74" fmla="*/ 1144 w 10000"/>
              <a:gd name="connsiteY74" fmla="*/ 1251 h 10000"/>
              <a:gd name="connsiteX75" fmla="*/ 1906 w 10000"/>
              <a:gd name="connsiteY75" fmla="*/ 1163 h 10000"/>
              <a:gd name="connsiteX76" fmla="*/ 2640 w 10000"/>
              <a:gd name="connsiteY76" fmla="*/ 1228 h 10000"/>
              <a:gd name="connsiteX77" fmla="*/ 3292 w 10000"/>
              <a:gd name="connsiteY77" fmla="*/ 1152 h 10000"/>
              <a:gd name="connsiteX78" fmla="*/ 3933 w 10000"/>
              <a:gd name="connsiteY78" fmla="*/ 995 h 10000"/>
              <a:gd name="connsiteX79" fmla="*/ 4163 w 10000"/>
              <a:gd name="connsiteY79" fmla="*/ 1364 h 10000"/>
              <a:gd name="connsiteX80" fmla="*/ 4144 w 10000"/>
              <a:gd name="connsiteY8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286 w 10000"/>
              <a:gd name="connsiteY24" fmla="*/ 7448 h 10000"/>
              <a:gd name="connsiteX25" fmla="*/ 8496 w 10000"/>
              <a:gd name="connsiteY25" fmla="*/ 7276 h 10000"/>
              <a:gd name="connsiteX26" fmla="*/ 8695 w 10000"/>
              <a:gd name="connsiteY26" fmla="*/ 7083 h 10000"/>
              <a:gd name="connsiteX27" fmla="*/ 8406 w 10000"/>
              <a:gd name="connsiteY27" fmla="*/ 6704 h 10000"/>
              <a:gd name="connsiteX28" fmla="*/ 8730 w 10000"/>
              <a:gd name="connsiteY28" fmla="*/ 6352 h 10000"/>
              <a:gd name="connsiteX29" fmla="*/ 8853 w 10000"/>
              <a:gd name="connsiteY29" fmla="*/ 6250 h 10000"/>
              <a:gd name="connsiteX30" fmla="*/ 8801 w 10000"/>
              <a:gd name="connsiteY30" fmla="*/ 6113 h 10000"/>
              <a:gd name="connsiteX31" fmla="*/ 8559 w 10000"/>
              <a:gd name="connsiteY31" fmla="*/ 6213 h 10000"/>
              <a:gd name="connsiteX32" fmla="*/ 8210 w 10000"/>
              <a:gd name="connsiteY32" fmla="*/ 6434 h 10000"/>
              <a:gd name="connsiteX33" fmla="*/ 7909 w 10000"/>
              <a:gd name="connsiteY33" fmla="*/ 6391 h 10000"/>
              <a:gd name="connsiteX34" fmla="*/ 7414 w 10000"/>
              <a:gd name="connsiteY34" fmla="*/ 6265 h 10000"/>
              <a:gd name="connsiteX35" fmla="*/ 6894 w 10000"/>
              <a:gd name="connsiteY35" fmla="*/ 6250 h 10000"/>
              <a:gd name="connsiteX36" fmla="*/ 6487 w 10000"/>
              <a:gd name="connsiteY36" fmla="*/ 6284 h 10000"/>
              <a:gd name="connsiteX37" fmla="*/ 6478 w 10000"/>
              <a:gd name="connsiteY37" fmla="*/ 6113 h 10000"/>
              <a:gd name="connsiteX38" fmla="*/ 6571 w 10000"/>
              <a:gd name="connsiteY38" fmla="*/ 5713 h 10000"/>
              <a:gd name="connsiteX39" fmla="*/ 6632 w 10000"/>
              <a:gd name="connsiteY39" fmla="*/ 5257 h 10000"/>
              <a:gd name="connsiteX40" fmla="*/ 6553 w 10000"/>
              <a:gd name="connsiteY40" fmla="*/ 4694 h 10000"/>
              <a:gd name="connsiteX41" fmla="*/ 6372 w 10000"/>
              <a:gd name="connsiteY41" fmla="*/ 3960 h 10000"/>
              <a:gd name="connsiteX42" fmla="*/ 6187 w 10000"/>
              <a:gd name="connsiteY42" fmla="*/ 3310 h 10000"/>
              <a:gd name="connsiteX43" fmla="*/ 5893 w 10000"/>
              <a:gd name="connsiteY43" fmla="*/ 2386 h 10000"/>
              <a:gd name="connsiteX44" fmla="*/ 5844 w 10000"/>
              <a:gd name="connsiteY44" fmla="*/ 1143 h 10000"/>
              <a:gd name="connsiteX45" fmla="*/ 7340 w 10000"/>
              <a:gd name="connsiteY45" fmla="*/ 1155 h 10000"/>
              <a:gd name="connsiteX46" fmla="*/ 8119 w 10000"/>
              <a:gd name="connsiteY46" fmla="*/ 1927 h 10000"/>
              <a:gd name="connsiteX47" fmla="*/ 8468 w 10000"/>
              <a:gd name="connsiteY47" fmla="*/ 2845 h 10000"/>
              <a:gd name="connsiteX48" fmla="*/ 8955 w 10000"/>
              <a:gd name="connsiteY48" fmla="*/ 3487 h 10000"/>
              <a:gd name="connsiteX49" fmla="*/ 9441 w 10000"/>
              <a:gd name="connsiteY49" fmla="*/ 4299 h 10000"/>
              <a:gd name="connsiteX50" fmla="*/ 10000 w 10000"/>
              <a:gd name="connsiteY50" fmla="*/ 5982 h 10000"/>
              <a:gd name="connsiteX51" fmla="*/ 9756 w 10000"/>
              <a:gd name="connsiteY51" fmla="*/ 4221 h 10000"/>
              <a:gd name="connsiteX52" fmla="*/ 8880 w 10000"/>
              <a:gd name="connsiteY52" fmla="*/ 2913 h 10000"/>
              <a:gd name="connsiteX53" fmla="*/ 8147 w 10000"/>
              <a:gd name="connsiteY53" fmla="*/ 1510 h 10000"/>
              <a:gd name="connsiteX54" fmla="*/ 7383 w 10000"/>
              <a:gd name="connsiteY54" fmla="*/ 829 h 10000"/>
              <a:gd name="connsiteX55" fmla="*/ 6481 w 10000"/>
              <a:gd name="connsiteY55" fmla="*/ 798 h 10000"/>
              <a:gd name="connsiteX56" fmla="*/ 5539 w 10000"/>
              <a:gd name="connsiteY56" fmla="*/ 717 h 10000"/>
              <a:gd name="connsiteX57" fmla="*/ 5314 w 10000"/>
              <a:gd name="connsiteY57" fmla="*/ 603 h 10000"/>
              <a:gd name="connsiteX58" fmla="*/ 5146 w 10000"/>
              <a:gd name="connsiteY58" fmla="*/ 70 h 10000"/>
              <a:gd name="connsiteX59" fmla="*/ 4820 w 10000"/>
              <a:gd name="connsiteY59" fmla="*/ 39 h 10000"/>
              <a:gd name="connsiteX60" fmla="*/ 4697 w 10000"/>
              <a:gd name="connsiteY60" fmla="*/ 344 h 10000"/>
              <a:gd name="connsiteX61" fmla="*/ 4506 w 10000"/>
              <a:gd name="connsiteY61" fmla="*/ 759 h 10000"/>
              <a:gd name="connsiteX62" fmla="*/ 3670 w 10000"/>
              <a:gd name="connsiteY62" fmla="*/ 742 h 10000"/>
              <a:gd name="connsiteX63" fmla="*/ 2617 w 10000"/>
              <a:gd name="connsiteY63" fmla="*/ 937 h 10000"/>
              <a:gd name="connsiteX64" fmla="*/ 1959 w 10000"/>
              <a:gd name="connsiteY64" fmla="*/ 896 h 10000"/>
              <a:gd name="connsiteX65" fmla="*/ 1136 w 10000"/>
              <a:gd name="connsiteY65" fmla="*/ 888 h 10000"/>
              <a:gd name="connsiteX66" fmla="*/ 520 w 10000"/>
              <a:gd name="connsiteY66" fmla="*/ 1197 h 10000"/>
              <a:gd name="connsiteX67" fmla="*/ 313 w 10000"/>
              <a:gd name="connsiteY67" fmla="*/ 2346 h 10000"/>
              <a:gd name="connsiteX68" fmla="*/ 2 w 10000"/>
              <a:gd name="connsiteY68" fmla="*/ 4571 h 10000"/>
              <a:gd name="connsiteX69" fmla="*/ 161 w 10000"/>
              <a:gd name="connsiteY69" fmla="*/ 6339 h 10000"/>
              <a:gd name="connsiteX70" fmla="*/ 157 w 10000"/>
              <a:gd name="connsiteY70" fmla="*/ 4515 h 10000"/>
              <a:gd name="connsiteX71" fmla="*/ 522 w 10000"/>
              <a:gd name="connsiteY71" fmla="*/ 2855 h 10000"/>
              <a:gd name="connsiteX72" fmla="*/ 816 w 10000"/>
              <a:gd name="connsiteY72" fmla="*/ 1601 h 10000"/>
              <a:gd name="connsiteX73" fmla="*/ 1144 w 10000"/>
              <a:gd name="connsiteY73" fmla="*/ 1251 h 10000"/>
              <a:gd name="connsiteX74" fmla="*/ 1906 w 10000"/>
              <a:gd name="connsiteY74" fmla="*/ 1163 h 10000"/>
              <a:gd name="connsiteX75" fmla="*/ 2640 w 10000"/>
              <a:gd name="connsiteY75" fmla="*/ 1228 h 10000"/>
              <a:gd name="connsiteX76" fmla="*/ 3292 w 10000"/>
              <a:gd name="connsiteY76" fmla="*/ 1152 h 10000"/>
              <a:gd name="connsiteX77" fmla="*/ 3933 w 10000"/>
              <a:gd name="connsiteY77" fmla="*/ 995 h 10000"/>
              <a:gd name="connsiteX78" fmla="*/ 4163 w 10000"/>
              <a:gd name="connsiteY78" fmla="*/ 1364 h 10000"/>
              <a:gd name="connsiteX79" fmla="*/ 4144 w 10000"/>
              <a:gd name="connsiteY7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496 w 10000"/>
              <a:gd name="connsiteY24" fmla="*/ 7276 h 10000"/>
              <a:gd name="connsiteX25" fmla="*/ 8695 w 10000"/>
              <a:gd name="connsiteY25" fmla="*/ 7083 h 10000"/>
              <a:gd name="connsiteX26" fmla="*/ 8406 w 10000"/>
              <a:gd name="connsiteY26" fmla="*/ 6704 h 10000"/>
              <a:gd name="connsiteX27" fmla="*/ 8730 w 10000"/>
              <a:gd name="connsiteY27" fmla="*/ 6352 h 10000"/>
              <a:gd name="connsiteX28" fmla="*/ 8853 w 10000"/>
              <a:gd name="connsiteY28" fmla="*/ 6250 h 10000"/>
              <a:gd name="connsiteX29" fmla="*/ 8801 w 10000"/>
              <a:gd name="connsiteY29" fmla="*/ 6113 h 10000"/>
              <a:gd name="connsiteX30" fmla="*/ 8559 w 10000"/>
              <a:gd name="connsiteY30" fmla="*/ 6213 h 10000"/>
              <a:gd name="connsiteX31" fmla="*/ 8210 w 10000"/>
              <a:gd name="connsiteY31" fmla="*/ 6434 h 10000"/>
              <a:gd name="connsiteX32" fmla="*/ 7909 w 10000"/>
              <a:gd name="connsiteY32" fmla="*/ 6391 h 10000"/>
              <a:gd name="connsiteX33" fmla="*/ 7414 w 10000"/>
              <a:gd name="connsiteY33" fmla="*/ 6265 h 10000"/>
              <a:gd name="connsiteX34" fmla="*/ 6894 w 10000"/>
              <a:gd name="connsiteY34" fmla="*/ 6250 h 10000"/>
              <a:gd name="connsiteX35" fmla="*/ 6487 w 10000"/>
              <a:gd name="connsiteY35" fmla="*/ 6284 h 10000"/>
              <a:gd name="connsiteX36" fmla="*/ 6478 w 10000"/>
              <a:gd name="connsiteY36" fmla="*/ 6113 h 10000"/>
              <a:gd name="connsiteX37" fmla="*/ 6571 w 10000"/>
              <a:gd name="connsiteY37" fmla="*/ 5713 h 10000"/>
              <a:gd name="connsiteX38" fmla="*/ 6632 w 10000"/>
              <a:gd name="connsiteY38" fmla="*/ 5257 h 10000"/>
              <a:gd name="connsiteX39" fmla="*/ 6553 w 10000"/>
              <a:gd name="connsiteY39" fmla="*/ 4694 h 10000"/>
              <a:gd name="connsiteX40" fmla="*/ 6372 w 10000"/>
              <a:gd name="connsiteY40" fmla="*/ 3960 h 10000"/>
              <a:gd name="connsiteX41" fmla="*/ 6187 w 10000"/>
              <a:gd name="connsiteY41" fmla="*/ 3310 h 10000"/>
              <a:gd name="connsiteX42" fmla="*/ 5893 w 10000"/>
              <a:gd name="connsiteY42" fmla="*/ 2386 h 10000"/>
              <a:gd name="connsiteX43" fmla="*/ 5844 w 10000"/>
              <a:gd name="connsiteY43" fmla="*/ 1143 h 10000"/>
              <a:gd name="connsiteX44" fmla="*/ 7340 w 10000"/>
              <a:gd name="connsiteY44" fmla="*/ 1155 h 10000"/>
              <a:gd name="connsiteX45" fmla="*/ 8119 w 10000"/>
              <a:gd name="connsiteY45" fmla="*/ 1927 h 10000"/>
              <a:gd name="connsiteX46" fmla="*/ 8468 w 10000"/>
              <a:gd name="connsiteY46" fmla="*/ 2845 h 10000"/>
              <a:gd name="connsiteX47" fmla="*/ 8955 w 10000"/>
              <a:gd name="connsiteY47" fmla="*/ 3487 h 10000"/>
              <a:gd name="connsiteX48" fmla="*/ 9441 w 10000"/>
              <a:gd name="connsiteY48" fmla="*/ 4299 h 10000"/>
              <a:gd name="connsiteX49" fmla="*/ 10000 w 10000"/>
              <a:gd name="connsiteY49" fmla="*/ 5982 h 10000"/>
              <a:gd name="connsiteX50" fmla="*/ 9756 w 10000"/>
              <a:gd name="connsiteY50" fmla="*/ 4221 h 10000"/>
              <a:gd name="connsiteX51" fmla="*/ 8880 w 10000"/>
              <a:gd name="connsiteY51" fmla="*/ 2913 h 10000"/>
              <a:gd name="connsiteX52" fmla="*/ 8147 w 10000"/>
              <a:gd name="connsiteY52" fmla="*/ 1510 h 10000"/>
              <a:gd name="connsiteX53" fmla="*/ 7383 w 10000"/>
              <a:gd name="connsiteY53" fmla="*/ 829 h 10000"/>
              <a:gd name="connsiteX54" fmla="*/ 6481 w 10000"/>
              <a:gd name="connsiteY54" fmla="*/ 798 h 10000"/>
              <a:gd name="connsiteX55" fmla="*/ 5539 w 10000"/>
              <a:gd name="connsiteY55" fmla="*/ 717 h 10000"/>
              <a:gd name="connsiteX56" fmla="*/ 5314 w 10000"/>
              <a:gd name="connsiteY56" fmla="*/ 603 h 10000"/>
              <a:gd name="connsiteX57" fmla="*/ 5146 w 10000"/>
              <a:gd name="connsiteY57" fmla="*/ 70 h 10000"/>
              <a:gd name="connsiteX58" fmla="*/ 4820 w 10000"/>
              <a:gd name="connsiteY58" fmla="*/ 39 h 10000"/>
              <a:gd name="connsiteX59" fmla="*/ 4697 w 10000"/>
              <a:gd name="connsiteY59" fmla="*/ 344 h 10000"/>
              <a:gd name="connsiteX60" fmla="*/ 4506 w 10000"/>
              <a:gd name="connsiteY60" fmla="*/ 759 h 10000"/>
              <a:gd name="connsiteX61" fmla="*/ 3670 w 10000"/>
              <a:gd name="connsiteY61" fmla="*/ 742 h 10000"/>
              <a:gd name="connsiteX62" fmla="*/ 2617 w 10000"/>
              <a:gd name="connsiteY62" fmla="*/ 937 h 10000"/>
              <a:gd name="connsiteX63" fmla="*/ 1959 w 10000"/>
              <a:gd name="connsiteY63" fmla="*/ 896 h 10000"/>
              <a:gd name="connsiteX64" fmla="*/ 1136 w 10000"/>
              <a:gd name="connsiteY64" fmla="*/ 888 h 10000"/>
              <a:gd name="connsiteX65" fmla="*/ 520 w 10000"/>
              <a:gd name="connsiteY65" fmla="*/ 1197 h 10000"/>
              <a:gd name="connsiteX66" fmla="*/ 313 w 10000"/>
              <a:gd name="connsiteY66" fmla="*/ 2346 h 10000"/>
              <a:gd name="connsiteX67" fmla="*/ 2 w 10000"/>
              <a:gd name="connsiteY67" fmla="*/ 4571 h 10000"/>
              <a:gd name="connsiteX68" fmla="*/ 161 w 10000"/>
              <a:gd name="connsiteY68" fmla="*/ 6339 h 10000"/>
              <a:gd name="connsiteX69" fmla="*/ 157 w 10000"/>
              <a:gd name="connsiteY69" fmla="*/ 4515 h 10000"/>
              <a:gd name="connsiteX70" fmla="*/ 522 w 10000"/>
              <a:gd name="connsiteY70" fmla="*/ 2855 h 10000"/>
              <a:gd name="connsiteX71" fmla="*/ 816 w 10000"/>
              <a:gd name="connsiteY71" fmla="*/ 1601 h 10000"/>
              <a:gd name="connsiteX72" fmla="*/ 1144 w 10000"/>
              <a:gd name="connsiteY72" fmla="*/ 1251 h 10000"/>
              <a:gd name="connsiteX73" fmla="*/ 1906 w 10000"/>
              <a:gd name="connsiteY73" fmla="*/ 1163 h 10000"/>
              <a:gd name="connsiteX74" fmla="*/ 2640 w 10000"/>
              <a:gd name="connsiteY74" fmla="*/ 1228 h 10000"/>
              <a:gd name="connsiteX75" fmla="*/ 3292 w 10000"/>
              <a:gd name="connsiteY75" fmla="*/ 1152 h 10000"/>
              <a:gd name="connsiteX76" fmla="*/ 3933 w 10000"/>
              <a:gd name="connsiteY76" fmla="*/ 995 h 10000"/>
              <a:gd name="connsiteX77" fmla="*/ 4163 w 10000"/>
              <a:gd name="connsiteY77" fmla="*/ 1364 h 10000"/>
              <a:gd name="connsiteX78" fmla="*/ 4144 w 10000"/>
              <a:gd name="connsiteY7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695 w 10000"/>
              <a:gd name="connsiteY24" fmla="*/ 7083 h 10000"/>
              <a:gd name="connsiteX25" fmla="*/ 8406 w 10000"/>
              <a:gd name="connsiteY25" fmla="*/ 6704 h 10000"/>
              <a:gd name="connsiteX26" fmla="*/ 8730 w 10000"/>
              <a:gd name="connsiteY26" fmla="*/ 6352 h 10000"/>
              <a:gd name="connsiteX27" fmla="*/ 8853 w 10000"/>
              <a:gd name="connsiteY27" fmla="*/ 6250 h 10000"/>
              <a:gd name="connsiteX28" fmla="*/ 8801 w 10000"/>
              <a:gd name="connsiteY28" fmla="*/ 6113 h 10000"/>
              <a:gd name="connsiteX29" fmla="*/ 8559 w 10000"/>
              <a:gd name="connsiteY29" fmla="*/ 6213 h 10000"/>
              <a:gd name="connsiteX30" fmla="*/ 8210 w 10000"/>
              <a:gd name="connsiteY30" fmla="*/ 6434 h 10000"/>
              <a:gd name="connsiteX31" fmla="*/ 7909 w 10000"/>
              <a:gd name="connsiteY31" fmla="*/ 6391 h 10000"/>
              <a:gd name="connsiteX32" fmla="*/ 7414 w 10000"/>
              <a:gd name="connsiteY32" fmla="*/ 6265 h 10000"/>
              <a:gd name="connsiteX33" fmla="*/ 6894 w 10000"/>
              <a:gd name="connsiteY33" fmla="*/ 6250 h 10000"/>
              <a:gd name="connsiteX34" fmla="*/ 6487 w 10000"/>
              <a:gd name="connsiteY34" fmla="*/ 6284 h 10000"/>
              <a:gd name="connsiteX35" fmla="*/ 6478 w 10000"/>
              <a:gd name="connsiteY35" fmla="*/ 6113 h 10000"/>
              <a:gd name="connsiteX36" fmla="*/ 6571 w 10000"/>
              <a:gd name="connsiteY36" fmla="*/ 5713 h 10000"/>
              <a:gd name="connsiteX37" fmla="*/ 6632 w 10000"/>
              <a:gd name="connsiteY37" fmla="*/ 5257 h 10000"/>
              <a:gd name="connsiteX38" fmla="*/ 6553 w 10000"/>
              <a:gd name="connsiteY38" fmla="*/ 4694 h 10000"/>
              <a:gd name="connsiteX39" fmla="*/ 6372 w 10000"/>
              <a:gd name="connsiteY39" fmla="*/ 3960 h 10000"/>
              <a:gd name="connsiteX40" fmla="*/ 6187 w 10000"/>
              <a:gd name="connsiteY40" fmla="*/ 3310 h 10000"/>
              <a:gd name="connsiteX41" fmla="*/ 5893 w 10000"/>
              <a:gd name="connsiteY41" fmla="*/ 2386 h 10000"/>
              <a:gd name="connsiteX42" fmla="*/ 5844 w 10000"/>
              <a:gd name="connsiteY42" fmla="*/ 1143 h 10000"/>
              <a:gd name="connsiteX43" fmla="*/ 7340 w 10000"/>
              <a:gd name="connsiteY43" fmla="*/ 1155 h 10000"/>
              <a:gd name="connsiteX44" fmla="*/ 8119 w 10000"/>
              <a:gd name="connsiteY44" fmla="*/ 1927 h 10000"/>
              <a:gd name="connsiteX45" fmla="*/ 8468 w 10000"/>
              <a:gd name="connsiteY45" fmla="*/ 2845 h 10000"/>
              <a:gd name="connsiteX46" fmla="*/ 8955 w 10000"/>
              <a:gd name="connsiteY46" fmla="*/ 3487 h 10000"/>
              <a:gd name="connsiteX47" fmla="*/ 9441 w 10000"/>
              <a:gd name="connsiteY47" fmla="*/ 4299 h 10000"/>
              <a:gd name="connsiteX48" fmla="*/ 10000 w 10000"/>
              <a:gd name="connsiteY48" fmla="*/ 5982 h 10000"/>
              <a:gd name="connsiteX49" fmla="*/ 9756 w 10000"/>
              <a:gd name="connsiteY49" fmla="*/ 4221 h 10000"/>
              <a:gd name="connsiteX50" fmla="*/ 8880 w 10000"/>
              <a:gd name="connsiteY50" fmla="*/ 2913 h 10000"/>
              <a:gd name="connsiteX51" fmla="*/ 8147 w 10000"/>
              <a:gd name="connsiteY51" fmla="*/ 1510 h 10000"/>
              <a:gd name="connsiteX52" fmla="*/ 7383 w 10000"/>
              <a:gd name="connsiteY52" fmla="*/ 829 h 10000"/>
              <a:gd name="connsiteX53" fmla="*/ 6481 w 10000"/>
              <a:gd name="connsiteY53" fmla="*/ 798 h 10000"/>
              <a:gd name="connsiteX54" fmla="*/ 5539 w 10000"/>
              <a:gd name="connsiteY54" fmla="*/ 717 h 10000"/>
              <a:gd name="connsiteX55" fmla="*/ 5314 w 10000"/>
              <a:gd name="connsiteY55" fmla="*/ 603 h 10000"/>
              <a:gd name="connsiteX56" fmla="*/ 5146 w 10000"/>
              <a:gd name="connsiteY56" fmla="*/ 70 h 10000"/>
              <a:gd name="connsiteX57" fmla="*/ 4820 w 10000"/>
              <a:gd name="connsiteY57" fmla="*/ 39 h 10000"/>
              <a:gd name="connsiteX58" fmla="*/ 4697 w 10000"/>
              <a:gd name="connsiteY58" fmla="*/ 344 h 10000"/>
              <a:gd name="connsiteX59" fmla="*/ 4506 w 10000"/>
              <a:gd name="connsiteY59" fmla="*/ 759 h 10000"/>
              <a:gd name="connsiteX60" fmla="*/ 3670 w 10000"/>
              <a:gd name="connsiteY60" fmla="*/ 742 h 10000"/>
              <a:gd name="connsiteX61" fmla="*/ 2617 w 10000"/>
              <a:gd name="connsiteY61" fmla="*/ 937 h 10000"/>
              <a:gd name="connsiteX62" fmla="*/ 1959 w 10000"/>
              <a:gd name="connsiteY62" fmla="*/ 896 h 10000"/>
              <a:gd name="connsiteX63" fmla="*/ 1136 w 10000"/>
              <a:gd name="connsiteY63" fmla="*/ 888 h 10000"/>
              <a:gd name="connsiteX64" fmla="*/ 520 w 10000"/>
              <a:gd name="connsiteY64" fmla="*/ 1197 h 10000"/>
              <a:gd name="connsiteX65" fmla="*/ 313 w 10000"/>
              <a:gd name="connsiteY65" fmla="*/ 2346 h 10000"/>
              <a:gd name="connsiteX66" fmla="*/ 2 w 10000"/>
              <a:gd name="connsiteY66" fmla="*/ 4571 h 10000"/>
              <a:gd name="connsiteX67" fmla="*/ 161 w 10000"/>
              <a:gd name="connsiteY67" fmla="*/ 6339 h 10000"/>
              <a:gd name="connsiteX68" fmla="*/ 157 w 10000"/>
              <a:gd name="connsiteY68" fmla="*/ 4515 h 10000"/>
              <a:gd name="connsiteX69" fmla="*/ 522 w 10000"/>
              <a:gd name="connsiteY69" fmla="*/ 2855 h 10000"/>
              <a:gd name="connsiteX70" fmla="*/ 816 w 10000"/>
              <a:gd name="connsiteY70" fmla="*/ 1601 h 10000"/>
              <a:gd name="connsiteX71" fmla="*/ 1144 w 10000"/>
              <a:gd name="connsiteY71" fmla="*/ 1251 h 10000"/>
              <a:gd name="connsiteX72" fmla="*/ 1906 w 10000"/>
              <a:gd name="connsiteY72" fmla="*/ 1163 h 10000"/>
              <a:gd name="connsiteX73" fmla="*/ 2640 w 10000"/>
              <a:gd name="connsiteY73" fmla="*/ 1228 h 10000"/>
              <a:gd name="connsiteX74" fmla="*/ 3292 w 10000"/>
              <a:gd name="connsiteY74" fmla="*/ 1152 h 10000"/>
              <a:gd name="connsiteX75" fmla="*/ 3933 w 10000"/>
              <a:gd name="connsiteY75" fmla="*/ 995 h 10000"/>
              <a:gd name="connsiteX76" fmla="*/ 4163 w 10000"/>
              <a:gd name="connsiteY76" fmla="*/ 1364 h 10000"/>
              <a:gd name="connsiteX77" fmla="*/ 4144 w 10000"/>
              <a:gd name="connsiteY7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406 w 10000"/>
              <a:gd name="connsiteY24" fmla="*/ 6704 h 10000"/>
              <a:gd name="connsiteX25" fmla="*/ 8730 w 10000"/>
              <a:gd name="connsiteY25" fmla="*/ 6352 h 10000"/>
              <a:gd name="connsiteX26" fmla="*/ 8853 w 10000"/>
              <a:gd name="connsiteY26" fmla="*/ 6250 h 10000"/>
              <a:gd name="connsiteX27" fmla="*/ 8801 w 10000"/>
              <a:gd name="connsiteY27" fmla="*/ 6113 h 10000"/>
              <a:gd name="connsiteX28" fmla="*/ 8559 w 10000"/>
              <a:gd name="connsiteY28" fmla="*/ 6213 h 10000"/>
              <a:gd name="connsiteX29" fmla="*/ 8210 w 10000"/>
              <a:gd name="connsiteY29" fmla="*/ 6434 h 10000"/>
              <a:gd name="connsiteX30" fmla="*/ 7909 w 10000"/>
              <a:gd name="connsiteY30" fmla="*/ 6391 h 10000"/>
              <a:gd name="connsiteX31" fmla="*/ 7414 w 10000"/>
              <a:gd name="connsiteY31" fmla="*/ 6265 h 10000"/>
              <a:gd name="connsiteX32" fmla="*/ 6894 w 10000"/>
              <a:gd name="connsiteY32" fmla="*/ 6250 h 10000"/>
              <a:gd name="connsiteX33" fmla="*/ 6487 w 10000"/>
              <a:gd name="connsiteY33" fmla="*/ 6284 h 10000"/>
              <a:gd name="connsiteX34" fmla="*/ 6478 w 10000"/>
              <a:gd name="connsiteY34" fmla="*/ 6113 h 10000"/>
              <a:gd name="connsiteX35" fmla="*/ 6571 w 10000"/>
              <a:gd name="connsiteY35" fmla="*/ 5713 h 10000"/>
              <a:gd name="connsiteX36" fmla="*/ 6632 w 10000"/>
              <a:gd name="connsiteY36" fmla="*/ 5257 h 10000"/>
              <a:gd name="connsiteX37" fmla="*/ 6553 w 10000"/>
              <a:gd name="connsiteY37" fmla="*/ 4694 h 10000"/>
              <a:gd name="connsiteX38" fmla="*/ 6372 w 10000"/>
              <a:gd name="connsiteY38" fmla="*/ 3960 h 10000"/>
              <a:gd name="connsiteX39" fmla="*/ 6187 w 10000"/>
              <a:gd name="connsiteY39" fmla="*/ 3310 h 10000"/>
              <a:gd name="connsiteX40" fmla="*/ 5893 w 10000"/>
              <a:gd name="connsiteY40" fmla="*/ 2386 h 10000"/>
              <a:gd name="connsiteX41" fmla="*/ 5844 w 10000"/>
              <a:gd name="connsiteY41" fmla="*/ 1143 h 10000"/>
              <a:gd name="connsiteX42" fmla="*/ 7340 w 10000"/>
              <a:gd name="connsiteY42" fmla="*/ 1155 h 10000"/>
              <a:gd name="connsiteX43" fmla="*/ 8119 w 10000"/>
              <a:gd name="connsiteY43" fmla="*/ 1927 h 10000"/>
              <a:gd name="connsiteX44" fmla="*/ 8468 w 10000"/>
              <a:gd name="connsiteY44" fmla="*/ 2845 h 10000"/>
              <a:gd name="connsiteX45" fmla="*/ 8955 w 10000"/>
              <a:gd name="connsiteY45" fmla="*/ 3487 h 10000"/>
              <a:gd name="connsiteX46" fmla="*/ 9441 w 10000"/>
              <a:gd name="connsiteY46" fmla="*/ 4299 h 10000"/>
              <a:gd name="connsiteX47" fmla="*/ 10000 w 10000"/>
              <a:gd name="connsiteY47" fmla="*/ 5982 h 10000"/>
              <a:gd name="connsiteX48" fmla="*/ 9756 w 10000"/>
              <a:gd name="connsiteY48" fmla="*/ 4221 h 10000"/>
              <a:gd name="connsiteX49" fmla="*/ 8880 w 10000"/>
              <a:gd name="connsiteY49" fmla="*/ 2913 h 10000"/>
              <a:gd name="connsiteX50" fmla="*/ 8147 w 10000"/>
              <a:gd name="connsiteY50" fmla="*/ 1510 h 10000"/>
              <a:gd name="connsiteX51" fmla="*/ 7383 w 10000"/>
              <a:gd name="connsiteY51" fmla="*/ 829 h 10000"/>
              <a:gd name="connsiteX52" fmla="*/ 6481 w 10000"/>
              <a:gd name="connsiteY52" fmla="*/ 798 h 10000"/>
              <a:gd name="connsiteX53" fmla="*/ 5539 w 10000"/>
              <a:gd name="connsiteY53" fmla="*/ 717 h 10000"/>
              <a:gd name="connsiteX54" fmla="*/ 5314 w 10000"/>
              <a:gd name="connsiteY54" fmla="*/ 603 h 10000"/>
              <a:gd name="connsiteX55" fmla="*/ 5146 w 10000"/>
              <a:gd name="connsiteY55" fmla="*/ 70 h 10000"/>
              <a:gd name="connsiteX56" fmla="*/ 4820 w 10000"/>
              <a:gd name="connsiteY56" fmla="*/ 39 h 10000"/>
              <a:gd name="connsiteX57" fmla="*/ 4697 w 10000"/>
              <a:gd name="connsiteY57" fmla="*/ 344 h 10000"/>
              <a:gd name="connsiteX58" fmla="*/ 4506 w 10000"/>
              <a:gd name="connsiteY58" fmla="*/ 759 h 10000"/>
              <a:gd name="connsiteX59" fmla="*/ 3670 w 10000"/>
              <a:gd name="connsiteY59" fmla="*/ 742 h 10000"/>
              <a:gd name="connsiteX60" fmla="*/ 2617 w 10000"/>
              <a:gd name="connsiteY60" fmla="*/ 937 h 10000"/>
              <a:gd name="connsiteX61" fmla="*/ 1959 w 10000"/>
              <a:gd name="connsiteY61" fmla="*/ 896 h 10000"/>
              <a:gd name="connsiteX62" fmla="*/ 1136 w 10000"/>
              <a:gd name="connsiteY62" fmla="*/ 888 h 10000"/>
              <a:gd name="connsiteX63" fmla="*/ 520 w 10000"/>
              <a:gd name="connsiteY63" fmla="*/ 1197 h 10000"/>
              <a:gd name="connsiteX64" fmla="*/ 313 w 10000"/>
              <a:gd name="connsiteY64" fmla="*/ 2346 h 10000"/>
              <a:gd name="connsiteX65" fmla="*/ 2 w 10000"/>
              <a:gd name="connsiteY65" fmla="*/ 4571 h 10000"/>
              <a:gd name="connsiteX66" fmla="*/ 161 w 10000"/>
              <a:gd name="connsiteY66" fmla="*/ 6339 h 10000"/>
              <a:gd name="connsiteX67" fmla="*/ 157 w 10000"/>
              <a:gd name="connsiteY67" fmla="*/ 4515 h 10000"/>
              <a:gd name="connsiteX68" fmla="*/ 522 w 10000"/>
              <a:gd name="connsiteY68" fmla="*/ 2855 h 10000"/>
              <a:gd name="connsiteX69" fmla="*/ 816 w 10000"/>
              <a:gd name="connsiteY69" fmla="*/ 1601 h 10000"/>
              <a:gd name="connsiteX70" fmla="*/ 1144 w 10000"/>
              <a:gd name="connsiteY70" fmla="*/ 1251 h 10000"/>
              <a:gd name="connsiteX71" fmla="*/ 1906 w 10000"/>
              <a:gd name="connsiteY71" fmla="*/ 1163 h 10000"/>
              <a:gd name="connsiteX72" fmla="*/ 2640 w 10000"/>
              <a:gd name="connsiteY72" fmla="*/ 1228 h 10000"/>
              <a:gd name="connsiteX73" fmla="*/ 3292 w 10000"/>
              <a:gd name="connsiteY73" fmla="*/ 1152 h 10000"/>
              <a:gd name="connsiteX74" fmla="*/ 3933 w 10000"/>
              <a:gd name="connsiteY74" fmla="*/ 995 h 10000"/>
              <a:gd name="connsiteX75" fmla="*/ 4163 w 10000"/>
              <a:gd name="connsiteY75" fmla="*/ 1364 h 10000"/>
              <a:gd name="connsiteX76" fmla="*/ 4144 w 10000"/>
              <a:gd name="connsiteY7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730 w 10000"/>
              <a:gd name="connsiteY24" fmla="*/ 6352 h 10000"/>
              <a:gd name="connsiteX25" fmla="*/ 8853 w 10000"/>
              <a:gd name="connsiteY25" fmla="*/ 6250 h 10000"/>
              <a:gd name="connsiteX26" fmla="*/ 8801 w 10000"/>
              <a:gd name="connsiteY26" fmla="*/ 6113 h 10000"/>
              <a:gd name="connsiteX27" fmla="*/ 8559 w 10000"/>
              <a:gd name="connsiteY27" fmla="*/ 6213 h 10000"/>
              <a:gd name="connsiteX28" fmla="*/ 8210 w 10000"/>
              <a:gd name="connsiteY28" fmla="*/ 6434 h 10000"/>
              <a:gd name="connsiteX29" fmla="*/ 7909 w 10000"/>
              <a:gd name="connsiteY29" fmla="*/ 6391 h 10000"/>
              <a:gd name="connsiteX30" fmla="*/ 7414 w 10000"/>
              <a:gd name="connsiteY30" fmla="*/ 6265 h 10000"/>
              <a:gd name="connsiteX31" fmla="*/ 6894 w 10000"/>
              <a:gd name="connsiteY31" fmla="*/ 6250 h 10000"/>
              <a:gd name="connsiteX32" fmla="*/ 6487 w 10000"/>
              <a:gd name="connsiteY32" fmla="*/ 6284 h 10000"/>
              <a:gd name="connsiteX33" fmla="*/ 6478 w 10000"/>
              <a:gd name="connsiteY33" fmla="*/ 6113 h 10000"/>
              <a:gd name="connsiteX34" fmla="*/ 6571 w 10000"/>
              <a:gd name="connsiteY34" fmla="*/ 5713 h 10000"/>
              <a:gd name="connsiteX35" fmla="*/ 6632 w 10000"/>
              <a:gd name="connsiteY35" fmla="*/ 5257 h 10000"/>
              <a:gd name="connsiteX36" fmla="*/ 6553 w 10000"/>
              <a:gd name="connsiteY36" fmla="*/ 4694 h 10000"/>
              <a:gd name="connsiteX37" fmla="*/ 6372 w 10000"/>
              <a:gd name="connsiteY37" fmla="*/ 3960 h 10000"/>
              <a:gd name="connsiteX38" fmla="*/ 6187 w 10000"/>
              <a:gd name="connsiteY38" fmla="*/ 3310 h 10000"/>
              <a:gd name="connsiteX39" fmla="*/ 5893 w 10000"/>
              <a:gd name="connsiteY39" fmla="*/ 2386 h 10000"/>
              <a:gd name="connsiteX40" fmla="*/ 5844 w 10000"/>
              <a:gd name="connsiteY40" fmla="*/ 1143 h 10000"/>
              <a:gd name="connsiteX41" fmla="*/ 7340 w 10000"/>
              <a:gd name="connsiteY41" fmla="*/ 1155 h 10000"/>
              <a:gd name="connsiteX42" fmla="*/ 8119 w 10000"/>
              <a:gd name="connsiteY42" fmla="*/ 1927 h 10000"/>
              <a:gd name="connsiteX43" fmla="*/ 8468 w 10000"/>
              <a:gd name="connsiteY43" fmla="*/ 2845 h 10000"/>
              <a:gd name="connsiteX44" fmla="*/ 8955 w 10000"/>
              <a:gd name="connsiteY44" fmla="*/ 3487 h 10000"/>
              <a:gd name="connsiteX45" fmla="*/ 9441 w 10000"/>
              <a:gd name="connsiteY45" fmla="*/ 4299 h 10000"/>
              <a:gd name="connsiteX46" fmla="*/ 10000 w 10000"/>
              <a:gd name="connsiteY46" fmla="*/ 5982 h 10000"/>
              <a:gd name="connsiteX47" fmla="*/ 9756 w 10000"/>
              <a:gd name="connsiteY47" fmla="*/ 4221 h 10000"/>
              <a:gd name="connsiteX48" fmla="*/ 8880 w 10000"/>
              <a:gd name="connsiteY48" fmla="*/ 2913 h 10000"/>
              <a:gd name="connsiteX49" fmla="*/ 8147 w 10000"/>
              <a:gd name="connsiteY49" fmla="*/ 1510 h 10000"/>
              <a:gd name="connsiteX50" fmla="*/ 7383 w 10000"/>
              <a:gd name="connsiteY50" fmla="*/ 829 h 10000"/>
              <a:gd name="connsiteX51" fmla="*/ 6481 w 10000"/>
              <a:gd name="connsiteY51" fmla="*/ 798 h 10000"/>
              <a:gd name="connsiteX52" fmla="*/ 5539 w 10000"/>
              <a:gd name="connsiteY52" fmla="*/ 717 h 10000"/>
              <a:gd name="connsiteX53" fmla="*/ 5314 w 10000"/>
              <a:gd name="connsiteY53" fmla="*/ 603 h 10000"/>
              <a:gd name="connsiteX54" fmla="*/ 5146 w 10000"/>
              <a:gd name="connsiteY54" fmla="*/ 70 h 10000"/>
              <a:gd name="connsiteX55" fmla="*/ 4820 w 10000"/>
              <a:gd name="connsiteY55" fmla="*/ 39 h 10000"/>
              <a:gd name="connsiteX56" fmla="*/ 4697 w 10000"/>
              <a:gd name="connsiteY56" fmla="*/ 344 h 10000"/>
              <a:gd name="connsiteX57" fmla="*/ 4506 w 10000"/>
              <a:gd name="connsiteY57" fmla="*/ 759 h 10000"/>
              <a:gd name="connsiteX58" fmla="*/ 3670 w 10000"/>
              <a:gd name="connsiteY58" fmla="*/ 742 h 10000"/>
              <a:gd name="connsiteX59" fmla="*/ 2617 w 10000"/>
              <a:gd name="connsiteY59" fmla="*/ 937 h 10000"/>
              <a:gd name="connsiteX60" fmla="*/ 1959 w 10000"/>
              <a:gd name="connsiteY60" fmla="*/ 896 h 10000"/>
              <a:gd name="connsiteX61" fmla="*/ 1136 w 10000"/>
              <a:gd name="connsiteY61" fmla="*/ 888 h 10000"/>
              <a:gd name="connsiteX62" fmla="*/ 520 w 10000"/>
              <a:gd name="connsiteY62" fmla="*/ 1197 h 10000"/>
              <a:gd name="connsiteX63" fmla="*/ 313 w 10000"/>
              <a:gd name="connsiteY63" fmla="*/ 2346 h 10000"/>
              <a:gd name="connsiteX64" fmla="*/ 2 w 10000"/>
              <a:gd name="connsiteY64" fmla="*/ 4571 h 10000"/>
              <a:gd name="connsiteX65" fmla="*/ 161 w 10000"/>
              <a:gd name="connsiteY65" fmla="*/ 6339 h 10000"/>
              <a:gd name="connsiteX66" fmla="*/ 157 w 10000"/>
              <a:gd name="connsiteY66" fmla="*/ 4515 h 10000"/>
              <a:gd name="connsiteX67" fmla="*/ 522 w 10000"/>
              <a:gd name="connsiteY67" fmla="*/ 2855 h 10000"/>
              <a:gd name="connsiteX68" fmla="*/ 816 w 10000"/>
              <a:gd name="connsiteY68" fmla="*/ 1601 h 10000"/>
              <a:gd name="connsiteX69" fmla="*/ 1144 w 10000"/>
              <a:gd name="connsiteY69" fmla="*/ 1251 h 10000"/>
              <a:gd name="connsiteX70" fmla="*/ 1906 w 10000"/>
              <a:gd name="connsiteY70" fmla="*/ 1163 h 10000"/>
              <a:gd name="connsiteX71" fmla="*/ 2640 w 10000"/>
              <a:gd name="connsiteY71" fmla="*/ 1228 h 10000"/>
              <a:gd name="connsiteX72" fmla="*/ 3292 w 10000"/>
              <a:gd name="connsiteY72" fmla="*/ 1152 h 10000"/>
              <a:gd name="connsiteX73" fmla="*/ 3933 w 10000"/>
              <a:gd name="connsiteY73" fmla="*/ 995 h 10000"/>
              <a:gd name="connsiteX74" fmla="*/ 4163 w 10000"/>
              <a:gd name="connsiteY74" fmla="*/ 1364 h 10000"/>
              <a:gd name="connsiteX75" fmla="*/ 4144 w 10000"/>
              <a:gd name="connsiteY7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853 w 10000"/>
              <a:gd name="connsiteY24" fmla="*/ 6250 h 10000"/>
              <a:gd name="connsiteX25" fmla="*/ 8801 w 10000"/>
              <a:gd name="connsiteY25" fmla="*/ 6113 h 10000"/>
              <a:gd name="connsiteX26" fmla="*/ 8559 w 10000"/>
              <a:gd name="connsiteY26" fmla="*/ 6213 h 10000"/>
              <a:gd name="connsiteX27" fmla="*/ 8210 w 10000"/>
              <a:gd name="connsiteY27" fmla="*/ 6434 h 10000"/>
              <a:gd name="connsiteX28" fmla="*/ 7909 w 10000"/>
              <a:gd name="connsiteY28" fmla="*/ 6391 h 10000"/>
              <a:gd name="connsiteX29" fmla="*/ 7414 w 10000"/>
              <a:gd name="connsiteY29" fmla="*/ 6265 h 10000"/>
              <a:gd name="connsiteX30" fmla="*/ 6894 w 10000"/>
              <a:gd name="connsiteY30" fmla="*/ 6250 h 10000"/>
              <a:gd name="connsiteX31" fmla="*/ 6487 w 10000"/>
              <a:gd name="connsiteY31" fmla="*/ 6284 h 10000"/>
              <a:gd name="connsiteX32" fmla="*/ 6478 w 10000"/>
              <a:gd name="connsiteY32" fmla="*/ 6113 h 10000"/>
              <a:gd name="connsiteX33" fmla="*/ 6571 w 10000"/>
              <a:gd name="connsiteY33" fmla="*/ 5713 h 10000"/>
              <a:gd name="connsiteX34" fmla="*/ 6632 w 10000"/>
              <a:gd name="connsiteY34" fmla="*/ 5257 h 10000"/>
              <a:gd name="connsiteX35" fmla="*/ 6553 w 10000"/>
              <a:gd name="connsiteY35" fmla="*/ 4694 h 10000"/>
              <a:gd name="connsiteX36" fmla="*/ 6372 w 10000"/>
              <a:gd name="connsiteY36" fmla="*/ 3960 h 10000"/>
              <a:gd name="connsiteX37" fmla="*/ 6187 w 10000"/>
              <a:gd name="connsiteY37" fmla="*/ 3310 h 10000"/>
              <a:gd name="connsiteX38" fmla="*/ 5893 w 10000"/>
              <a:gd name="connsiteY38" fmla="*/ 2386 h 10000"/>
              <a:gd name="connsiteX39" fmla="*/ 5844 w 10000"/>
              <a:gd name="connsiteY39" fmla="*/ 1143 h 10000"/>
              <a:gd name="connsiteX40" fmla="*/ 7340 w 10000"/>
              <a:gd name="connsiteY40" fmla="*/ 1155 h 10000"/>
              <a:gd name="connsiteX41" fmla="*/ 8119 w 10000"/>
              <a:gd name="connsiteY41" fmla="*/ 1927 h 10000"/>
              <a:gd name="connsiteX42" fmla="*/ 8468 w 10000"/>
              <a:gd name="connsiteY42" fmla="*/ 2845 h 10000"/>
              <a:gd name="connsiteX43" fmla="*/ 8955 w 10000"/>
              <a:gd name="connsiteY43" fmla="*/ 3487 h 10000"/>
              <a:gd name="connsiteX44" fmla="*/ 9441 w 10000"/>
              <a:gd name="connsiteY44" fmla="*/ 4299 h 10000"/>
              <a:gd name="connsiteX45" fmla="*/ 10000 w 10000"/>
              <a:gd name="connsiteY45" fmla="*/ 5982 h 10000"/>
              <a:gd name="connsiteX46" fmla="*/ 9756 w 10000"/>
              <a:gd name="connsiteY46" fmla="*/ 4221 h 10000"/>
              <a:gd name="connsiteX47" fmla="*/ 8880 w 10000"/>
              <a:gd name="connsiteY47" fmla="*/ 2913 h 10000"/>
              <a:gd name="connsiteX48" fmla="*/ 8147 w 10000"/>
              <a:gd name="connsiteY48" fmla="*/ 1510 h 10000"/>
              <a:gd name="connsiteX49" fmla="*/ 7383 w 10000"/>
              <a:gd name="connsiteY49" fmla="*/ 829 h 10000"/>
              <a:gd name="connsiteX50" fmla="*/ 6481 w 10000"/>
              <a:gd name="connsiteY50" fmla="*/ 798 h 10000"/>
              <a:gd name="connsiteX51" fmla="*/ 5539 w 10000"/>
              <a:gd name="connsiteY51" fmla="*/ 717 h 10000"/>
              <a:gd name="connsiteX52" fmla="*/ 5314 w 10000"/>
              <a:gd name="connsiteY52" fmla="*/ 603 h 10000"/>
              <a:gd name="connsiteX53" fmla="*/ 5146 w 10000"/>
              <a:gd name="connsiteY53" fmla="*/ 70 h 10000"/>
              <a:gd name="connsiteX54" fmla="*/ 4820 w 10000"/>
              <a:gd name="connsiteY54" fmla="*/ 39 h 10000"/>
              <a:gd name="connsiteX55" fmla="*/ 4697 w 10000"/>
              <a:gd name="connsiteY55" fmla="*/ 344 h 10000"/>
              <a:gd name="connsiteX56" fmla="*/ 4506 w 10000"/>
              <a:gd name="connsiteY56" fmla="*/ 759 h 10000"/>
              <a:gd name="connsiteX57" fmla="*/ 3670 w 10000"/>
              <a:gd name="connsiteY57" fmla="*/ 742 h 10000"/>
              <a:gd name="connsiteX58" fmla="*/ 2617 w 10000"/>
              <a:gd name="connsiteY58" fmla="*/ 937 h 10000"/>
              <a:gd name="connsiteX59" fmla="*/ 1959 w 10000"/>
              <a:gd name="connsiteY59" fmla="*/ 896 h 10000"/>
              <a:gd name="connsiteX60" fmla="*/ 1136 w 10000"/>
              <a:gd name="connsiteY60" fmla="*/ 888 h 10000"/>
              <a:gd name="connsiteX61" fmla="*/ 520 w 10000"/>
              <a:gd name="connsiteY61" fmla="*/ 1197 h 10000"/>
              <a:gd name="connsiteX62" fmla="*/ 313 w 10000"/>
              <a:gd name="connsiteY62" fmla="*/ 2346 h 10000"/>
              <a:gd name="connsiteX63" fmla="*/ 2 w 10000"/>
              <a:gd name="connsiteY63" fmla="*/ 4571 h 10000"/>
              <a:gd name="connsiteX64" fmla="*/ 161 w 10000"/>
              <a:gd name="connsiteY64" fmla="*/ 6339 h 10000"/>
              <a:gd name="connsiteX65" fmla="*/ 157 w 10000"/>
              <a:gd name="connsiteY65" fmla="*/ 4515 h 10000"/>
              <a:gd name="connsiteX66" fmla="*/ 522 w 10000"/>
              <a:gd name="connsiteY66" fmla="*/ 2855 h 10000"/>
              <a:gd name="connsiteX67" fmla="*/ 816 w 10000"/>
              <a:gd name="connsiteY67" fmla="*/ 1601 h 10000"/>
              <a:gd name="connsiteX68" fmla="*/ 1144 w 10000"/>
              <a:gd name="connsiteY68" fmla="*/ 1251 h 10000"/>
              <a:gd name="connsiteX69" fmla="*/ 1906 w 10000"/>
              <a:gd name="connsiteY69" fmla="*/ 1163 h 10000"/>
              <a:gd name="connsiteX70" fmla="*/ 2640 w 10000"/>
              <a:gd name="connsiteY70" fmla="*/ 1228 h 10000"/>
              <a:gd name="connsiteX71" fmla="*/ 3292 w 10000"/>
              <a:gd name="connsiteY71" fmla="*/ 1152 h 10000"/>
              <a:gd name="connsiteX72" fmla="*/ 3933 w 10000"/>
              <a:gd name="connsiteY72" fmla="*/ 995 h 10000"/>
              <a:gd name="connsiteX73" fmla="*/ 4163 w 10000"/>
              <a:gd name="connsiteY73" fmla="*/ 1364 h 10000"/>
              <a:gd name="connsiteX74" fmla="*/ 4144 w 10000"/>
              <a:gd name="connsiteY7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801 w 10000"/>
              <a:gd name="connsiteY24" fmla="*/ 6113 h 10000"/>
              <a:gd name="connsiteX25" fmla="*/ 8559 w 10000"/>
              <a:gd name="connsiteY25" fmla="*/ 6213 h 10000"/>
              <a:gd name="connsiteX26" fmla="*/ 8210 w 10000"/>
              <a:gd name="connsiteY26" fmla="*/ 6434 h 10000"/>
              <a:gd name="connsiteX27" fmla="*/ 7909 w 10000"/>
              <a:gd name="connsiteY27" fmla="*/ 6391 h 10000"/>
              <a:gd name="connsiteX28" fmla="*/ 7414 w 10000"/>
              <a:gd name="connsiteY28" fmla="*/ 6265 h 10000"/>
              <a:gd name="connsiteX29" fmla="*/ 6894 w 10000"/>
              <a:gd name="connsiteY29" fmla="*/ 6250 h 10000"/>
              <a:gd name="connsiteX30" fmla="*/ 6487 w 10000"/>
              <a:gd name="connsiteY30" fmla="*/ 6284 h 10000"/>
              <a:gd name="connsiteX31" fmla="*/ 6478 w 10000"/>
              <a:gd name="connsiteY31" fmla="*/ 6113 h 10000"/>
              <a:gd name="connsiteX32" fmla="*/ 6571 w 10000"/>
              <a:gd name="connsiteY32" fmla="*/ 5713 h 10000"/>
              <a:gd name="connsiteX33" fmla="*/ 6632 w 10000"/>
              <a:gd name="connsiteY33" fmla="*/ 5257 h 10000"/>
              <a:gd name="connsiteX34" fmla="*/ 6553 w 10000"/>
              <a:gd name="connsiteY34" fmla="*/ 4694 h 10000"/>
              <a:gd name="connsiteX35" fmla="*/ 6372 w 10000"/>
              <a:gd name="connsiteY35" fmla="*/ 3960 h 10000"/>
              <a:gd name="connsiteX36" fmla="*/ 6187 w 10000"/>
              <a:gd name="connsiteY36" fmla="*/ 3310 h 10000"/>
              <a:gd name="connsiteX37" fmla="*/ 5893 w 10000"/>
              <a:gd name="connsiteY37" fmla="*/ 2386 h 10000"/>
              <a:gd name="connsiteX38" fmla="*/ 5844 w 10000"/>
              <a:gd name="connsiteY38" fmla="*/ 1143 h 10000"/>
              <a:gd name="connsiteX39" fmla="*/ 7340 w 10000"/>
              <a:gd name="connsiteY39" fmla="*/ 1155 h 10000"/>
              <a:gd name="connsiteX40" fmla="*/ 8119 w 10000"/>
              <a:gd name="connsiteY40" fmla="*/ 1927 h 10000"/>
              <a:gd name="connsiteX41" fmla="*/ 8468 w 10000"/>
              <a:gd name="connsiteY41" fmla="*/ 2845 h 10000"/>
              <a:gd name="connsiteX42" fmla="*/ 8955 w 10000"/>
              <a:gd name="connsiteY42" fmla="*/ 3487 h 10000"/>
              <a:gd name="connsiteX43" fmla="*/ 9441 w 10000"/>
              <a:gd name="connsiteY43" fmla="*/ 4299 h 10000"/>
              <a:gd name="connsiteX44" fmla="*/ 10000 w 10000"/>
              <a:gd name="connsiteY44" fmla="*/ 5982 h 10000"/>
              <a:gd name="connsiteX45" fmla="*/ 9756 w 10000"/>
              <a:gd name="connsiteY45" fmla="*/ 4221 h 10000"/>
              <a:gd name="connsiteX46" fmla="*/ 8880 w 10000"/>
              <a:gd name="connsiteY46" fmla="*/ 2913 h 10000"/>
              <a:gd name="connsiteX47" fmla="*/ 8147 w 10000"/>
              <a:gd name="connsiteY47" fmla="*/ 1510 h 10000"/>
              <a:gd name="connsiteX48" fmla="*/ 7383 w 10000"/>
              <a:gd name="connsiteY48" fmla="*/ 829 h 10000"/>
              <a:gd name="connsiteX49" fmla="*/ 6481 w 10000"/>
              <a:gd name="connsiteY49" fmla="*/ 798 h 10000"/>
              <a:gd name="connsiteX50" fmla="*/ 5539 w 10000"/>
              <a:gd name="connsiteY50" fmla="*/ 717 h 10000"/>
              <a:gd name="connsiteX51" fmla="*/ 5314 w 10000"/>
              <a:gd name="connsiteY51" fmla="*/ 603 h 10000"/>
              <a:gd name="connsiteX52" fmla="*/ 5146 w 10000"/>
              <a:gd name="connsiteY52" fmla="*/ 70 h 10000"/>
              <a:gd name="connsiteX53" fmla="*/ 4820 w 10000"/>
              <a:gd name="connsiteY53" fmla="*/ 39 h 10000"/>
              <a:gd name="connsiteX54" fmla="*/ 4697 w 10000"/>
              <a:gd name="connsiteY54" fmla="*/ 344 h 10000"/>
              <a:gd name="connsiteX55" fmla="*/ 4506 w 10000"/>
              <a:gd name="connsiteY55" fmla="*/ 759 h 10000"/>
              <a:gd name="connsiteX56" fmla="*/ 3670 w 10000"/>
              <a:gd name="connsiteY56" fmla="*/ 742 h 10000"/>
              <a:gd name="connsiteX57" fmla="*/ 2617 w 10000"/>
              <a:gd name="connsiteY57" fmla="*/ 937 h 10000"/>
              <a:gd name="connsiteX58" fmla="*/ 1959 w 10000"/>
              <a:gd name="connsiteY58" fmla="*/ 896 h 10000"/>
              <a:gd name="connsiteX59" fmla="*/ 1136 w 10000"/>
              <a:gd name="connsiteY59" fmla="*/ 888 h 10000"/>
              <a:gd name="connsiteX60" fmla="*/ 520 w 10000"/>
              <a:gd name="connsiteY60" fmla="*/ 1197 h 10000"/>
              <a:gd name="connsiteX61" fmla="*/ 313 w 10000"/>
              <a:gd name="connsiteY61" fmla="*/ 2346 h 10000"/>
              <a:gd name="connsiteX62" fmla="*/ 2 w 10000"/>
              <a:gd name="connsiteY62" fmla="*/ 4571 h 10000"/>
              <a:gd name="connsiteX63" fmla="*/ 161 w 10000"/>
              <a:gd name="connsiteY63" fmla="*/ 6339 h 10000"/>
              <a:gd name="connsiteX64" fmla="*/ 157 w 10000"/>
              <a:gd name="connsiteY64" fmla="*/ 4515 h 10000"/>
              <a:gd name="connsiteX65" fmla="*/ 522 w 10000"/>
              <a:gd name="connsiteY65" fmla="*/ 2855 h 10000"/>
              <a:gd name="connsiteX66" fmla="*/ 816 w 10000"/>
              <a:gd name="connsiteY66" fmla="*/ 1601 h 10000"/>
              <a:gd name="connsiteX67" fmla="*/ 1144 w 10000"/>
              <a:gd name="connsiteY67" fmla="*/ 1251 h 10000"/>
              <a:gd name="connsiteX68" fmla="*/ 1906 w 10000"/>
              <a:gd name="connsiteY68" fmla="*/ 1163 h 10000"/>
              <a:gd name="connsiteX69" fmla="*/ 2640 w 10000"/>
              <a:gd name="connsiteY69" fmla="*/ 1228 h 10000"/>
              <a:gd name="connsiteX70" fmla="*/ 3292 w 10000"/>
              <a:gd name="connsiteY70" fmla="*/ 1152 h 10000"/>
              <a:gd name="connsiteX71" fmla="*/ 3933 w 10000"/>
              <a:gd name="connsiteY71" fmla="*/ 995 h 10000"/>
              <a:gd name="connsiteX72" fmla="*/ 4163 w 10000"/>
              <a:gd name="connsiteY72" fmla="*/ 1364 h 10000"/>
              <a:gd name="connsiteX73" fmla="*/ 4144 w 10000"/>
              <a:gd name="connsiteY73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559 w 10000"/>
              <a:gd name="connsiteY24" fmla="*/ 6213 h 10000"/>
              <a:gd name="connsiteX25" fmla="*/ 8210 w 10000"/>
              <a:gd name="connsiteY25" fmla="*/ 6434 h 10000"/>
              <a:gd name="connsiteX26" fmla="*/ 7909 w 10000"/>
              <a:gd name="connsiteY26" fmla="*/ 6391 h 10000"/>
              <a:gd name="connsiteX27" fmla="*/ 7414 w 10000"/>
              <a:gd name="connsiteY27" fmla="*/ 6265 h 10000"/>
              <a:gd name="connsiteX28" fmla="*/ 6894 w 10000"/>
              <a:gd name="connsiteY28" fmla="*/ 6250 h 10000"/>
              <a:gd name="connsiteX29" fmla="*/ 6487 w 10000"/>
              <a:gd name="connsiteY29" fmla="*/ 6284 h 10000"/>
              <a:gd name="connsiteX30" fmla="*/ 6478 w 10000"/>
              <a:gd name="connsiteY30" fmla="*/ 6113 h 10000"/>
              <a:gd name="connsiteX31" fmla="*/ 6571 w 10000"/>
              <a:gd name="connsiteY31" fmla="*/ 5713 h 10000"/>
              <a:gd name="connsiteX32" fmla="*/ 6632 w 10000"/>
              <a:gd name="connsiteY32" fmla="*/ 5257 h 10000"/>
              <a:gd name="connsiteX33" fmla="*/ 6553 w 10000"/>
              <a:gd name="connsiteY33" fmla="*/ 4694 h 10000"/>
              <a:gd name="connsiteX34" fmla="*/ 6372 w 10000"/>
              <a:gd name="connsiteY34" fmla="*/ 3960 h 10000"/>
              <a:gd name="connsiteX35" fmla="*/ 6187 w 10000"/>
              <a:gd name="connsiteY35" fmla="*/ 3310 h 10000"/>
              <a:gd name="connsiteX36" fmla="*/ 5893 w 10000"/>
              <a:gd name="connsiteY36" fmla="*/ 2386 h 10000"/>
              <a:gd name="connsiteX37" fmla="*/ 5844 w 10000"/>
              <a:gd name="connsiteY37" fmla="*/ 1143 h 10000"/>
              <a:gd name="connsiteX38" fmla="*/ 7340 w 10000"/>
              <a:gd name="connsiteY38" fmla="*/ 1155 h 10000"/>
              <a:gd name="connsiteX39" fmla="*/ 8119 w 10000"/>
              <a:gd name="connsiteY39" fmla="*/ 1927 h 10000"/>
              <a:gd name="connsiteX40" fmla="*/ 8468 w 10000"/>
              <a:gd name="connsiteY40" fmla="*/ 2845 h 10000"/>
              <a:gd name="connsiteX41" fmla="*/ 8955 w 10000"/>
              <a:gd name="connsiteY41" fmla="*/ 3487 h 10000"/>
              <a:gd name="connsiteX42" fmla="*/ 9441 w 10000"/>
              <a:gd name="connsiteY42" fmla="*/ 4299 h 10000"/>
              <a:gd name="connsiteX43" fmla="*/ 10000 w 10000"/>
              <a:gd name="connsiteY43" fmla="*/ 5982 h 10000"/>
              <a:gd name="connsiteX44" fmla="*/ 9756 w 10000"/>
              <a:gd name="connsiteY44" fmla="*/ 4221 h 10000"/>
              <a:gd name="connsiteX45" fmla="*/ 8880 w 10000"/>
              <a:gd name="connsiteY45" fmla="*/ 2913 h 10000"/>
              <a:gd name="connsiteX46" fmla="*/ 8147 w 10000"/>
              <a:gd name="connsiteY46" fmla="*/ 1510 h 10000"/>
              <a:gd name="connsiteX47" fmla="*/ 7383 w 10000"/>
              <a:gd name="connsiteY47" fmla="*/ 829 h 10000"/>
              <a:gd name="connsiteX48" fmla="*/ 6481 w 10000"/>
              <a:gd name="connsiteY48" fmla="*/ 798 h 10000"/>
              <a:gd name="connsiteX49" fmla="*/ 5539 w 10000"/>
              <a:gd name="connsiteY49" fmla="*/ 717 h 10000"/>
              <a:gd name="connsiteX50" fmla="*/ 5314 w 10000"/>
              <a:gd name="connsiteY50" fmla="*/ 603 h 10000"/>
              <a:gd name="connsiteX51" fmla="*/ 5146 w 10000"/>
              <a:gd name="connsiteY51" fmla="*/ 70 h 10000"/>
              <a:gd name="connsiteX52" fmla="*/ 4820 w 10000"/>
              <a:gd name="connsiteY52" fmla="*/ 39 h 10000"/>
              <a:gd name="connsiteX53" fmla="*/ 4697 w 10000"/>
              <a:gd name="connsiteY53" fmla="*/ 344 h 10000"/>
              <a:gd name="connsiteX54" fmla="*/ 4506 w 10000"/>
              <a:gd name="connsiteY54" fmla="*/ 759 h 10000"/>
              <a:gd name="connsiteX55" fmla="*/ 3670 w 10000"/>
              <a:gd name="connsiteY55" fmla="*/ 742 h 10000"/>
              <a:gd name="connsiteX56" fmla="*/ 2617 w 10000"/>
              <a:gd name="connsiteY56" fmla="*/ 937 h 10000"/>
              <a:gd name="connsiteX57" fmla="*/ 1959 w 10000"/>
              <a:gd name="connsiteY57" fmla="*/ 896 h 10000"/>
              <a:gd name="connsiteX58" fmla="*/ 1136 w 10000"/>
              <a:gd name="connsiteY58" fmla="*/ 888 h 10000"/>
              <a:gd name="connsiteX59" fmla="*/ 520 w 10000"/>
              <a:gd name="connsiteY59" fmla="*/ 1197 h 10000"/>
              <a:gd name="connsiteX60" fmla="*/ 313 w 10000"/>
              <a:gd name="connsiteY60" fmla="*/ 2346 h 10000"/>
              <a:gd name="connsiteX61" fmla="*/ 2 w 10000"/>
              <a:gd name="connsiteY61" fmla="*/ 4571 h 10000"/>
              <a:gd name="connsiteX62" fmla="*/ 161 w 10000"/>
              <a:gd name="connsiteY62" fmla="*/ 6339 h 10000"/>
              <a:gd name="connsiteX63" fmla="*/ 157 w 10000"/>
              <a:gd name="connsiteY63" fmla="*/ 4515 h 10000"/>
              <a:gd name="connsiteX64" fmla="*/ 522 w 10000"/>
              <a:gd name="connsiteY64" fmla="*/ 2855 h 10000"/>
              <a:gd name="connsiteX65" fmla="*/ 816 w 10000"/>
              <a:gd name="connsiteY65" fmla="*/ 1601 h 10000"/>
              <a:gd name="connsiteX66" fmla="*/ 1144 w 10000"/>
              <a:gd name="connsiteY66" fmla="*/ 1251 h 10000"/>
              <a:gd name="connsiteX67" fmla="*/ 1906 w 10000"/>
              <a:gd name="connsiteY67" fmla="*/ 1163 h 10000"/>
              <a:gd name="connsiteX68" fmla="*/ 2640 w 10000"/>
              <a:gd name="connsiteY68" fmla="*/ 1228 h 10000"/>
              <a:gd name="connsiteX69" fmla="*/ 3292 w 10000"/>
              <a:gd name="connsiteY69" fmla="*/ 1152 h 10000"/>
              <a:gd name="connsiteX70" fmla="*/ 3933 w 10000"/>
              <a:gd name="connsiteY70" fmla="*/ 995 h 10000"/>
              <a:gd name="connsiteX71" fmla="*/ 4163 w 10000"/>
              <a:gd name="connsiteY71" fmla="*/ 1364 h 10000"/>
              <a:gd name="connsiteX72" fmla="*/ 4144 w 10000"/>
              <a:gd name="connsiteY72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8210 w 10000"/>
              <a:gd name="connsiteY24" fmla="*/ 6434 h 10000"/>
              <a:gd name="connsiteX25" fmla="*/ 7909 w 10000"/>
              <a:gd name="connsiteY25" fmla="*/ 6391 h 10000"/>
              <a:gd name="connsiteX26" fmla="*/ 7414 w 10000"/>
              <a:gd name="connsiteY26" fmla="*/ 6265 h 10000"/>
              <a:gd name="connsiteX27" fmla="*/ 6894 w 10000"/>
              <a:gd name="connsiteY27" fmla="*/ 6250 h 10000"/>
              <a:gd name="connsiteX28" fmla="*/ 6487 w 10000"/>
              <a:gd name="connsiteY28" fmla="*/ 6284 h 10000"/>
              <a:gd name="connsiteX29" fmla="*/ 6478 w 10000"/>
              <a:gd name="connsiteY29" fmla="*/ 6113 h 10000"/>
              <a:gd name="connsiteX30" fmla="*/ 6571 w 10000"/>
              <a:gd name="connsiteY30" fmla="*/ 5713 h 10000"/>
              <a:gd name="connsiteX31" fmla="*/ 6632 w 10000"/>
              <a:gd name="connsiteY31" fmla="*/ 5257 h 10000"/>
              <a:gd name="connsiteX32" fmla="*/ 6553 w 10000"/>
              <a:gd name="connsiteY32" fmla="*/ 4694 h 10000"/>
              <a:gd name="connsiteX33" fmla="*/ 6372 w 10000"/>
              <a:gd name="connsiteY33" fmla="*/ 3960 h 10000"/>
              <a:gd name="connsiteX34" fmla="*/ 6187 w 10000"/>
              <a:gd name="connsiteY34" fmla="*/ 3310 h 10000"/>
              <a:gd name="connsiteX35" fmla="*/ 5893 w 10000"/>
              <a:gd name="connsiteY35" fmla="*/ 2386 h 10000"/>
              <a:gd name="connsiteX36" fmla="*/ 5844 w 10000"/>
              <a:gd name="connsiteY36" fmla="*/ 1143 h 10000"/>
              <a:gd name="connsiteX37" fmla="*/ 7340 w 10000"/>
              <a:gd name="connsiteY37" fmla="*/ 1155 h 10000"/>
              <a:gd name="connsiteX38" fmla="*/ 8119 w 10000"/>
              <a:gd name="connsiteY38" fmla="*/ 1927 h 10000"/>
              <a:gd name="connsiteX39" fmla="*/ 8468 w 10000"/>
              <a:gd name="connsiteY39" fmla="*/ 2845 h 10000"/>
              <a:gd name="connsiteX40" fmla="*/ 8955 w 10000"/>
              <a:gd name="connsiteY40" fmla="*/ 3487 h 10000"/>
              <a:gd name="connsiteX41" fmla="*/ 9441 w 10000"/>
              <a:gd name="connsiteY41" fmla="*/ 4299 h 10000"/>
              <a:gd name="connsiteX42" fmla="*/ 10000 w 10000"/>
              <a:gd name="connsiteY42" fmla="*/ 5982 h 10000"/>
              <a:gd name="connsiteX43" fmla="*/ 9756 w 10000"/>
              <a:gd name="connsiteY43" fmla="*/ 4221 h 10000"/>
              <a:gd name="connsiteX44" fmla="*/ 8880 w 10000"/>
              <a:gd name="connsiteY44" fmla="*/ 2913 h 10000"/>
              <a:gd name="connsiteX45" fmla="*/ 8147 w 10000"/>
              <a:gd name="connsiteY45" fmla="*/ 1510 h 10000"/>
              <a:gd name="connsiteX46" fmla="*/ 7383 w 10000"/>
              <a:gd name="connsiteY46" fmla="*/ 829 h 10000"/>
              <a:gd name="connsiteX47" fmla="*/ 6481 w 10000"/>
              <a:gd name="connsiteY47" fmla="*/ 798 h 10000"/>
              <a:gd name="connsiteX48" fmla="*/ 5539 w 10000"/>
              <a:gd name="connsiteY48" fmla="*/ 717 h 10000"/>
              <a:gd name="connsiteX49" fmla="*/ 5314 w 10000"/>
              <a:gd name="connsiteY49" fmla="*/ 603 h 10000"/>
              <a:gd name="connsiteX50" fmla="*/ 5146 w 10000"/>
              <a:gd name="connsiteY50" fmla="*/ 70 h 10000"/>
              <a:gd name="connsiteX51" fmla="*/ 4820 w 10000"/>
              <a:gd name="connsiteY51" fmla="*/ 39 h 10000"/>
              <a:gd name="connsiteX52" fmla="*/ 4697 w 10000"/>
              <a:gd name="connsiteY52" fmla="*/ 344 h 10000"/>
              <a:gd name="connsiteX53" fmla="*/ 4506 w 10000"/>
              <a:gd name="connsiteY53" fmla="*/ 759 h 10000"/>
              <a:gd name="connsiteX54" fmla="*/ 3670 w 10000"/>
              <a:gd name="connsiteY54" fmla="*/ 742 h 10000"/>
              <a:gd name="connsiteX55" fmla="*/ 2617 w 10000"/>
              <a:gd name="connsiteY55" fmla="*/ 937 h 10000"/>
              <a:gd name="connsiteX56" fmla="*/ 1959 w 10000"/>
              <a:gd name="connsiteY56" fmla="*/ 896 h 10000"/>
              <a:gd name="connsiteX57" fmla="*/ 1136 w 10000"/>
              <a:gd name="connsiteY57" fmla="*/ 888 h 10000"/>
              <a:gd name="connsiteX58" fmla="*/ 520 w 10000"/>
              <a:gd name="connsiteY58" fmla="*/ 1197 h 10000"/>
              <a:gd name="connsiteX59" fmla="*/ 313 w 10000"/>
              <a:gd name="connsiteY59" fmla="*/ 2346 h 10000"/>
              <a:gd name="connsiteX60" fmla="*/ 2 w 10000"/>
              <a:gd name="connsiteY60" fmla="*/ 4571 h 10000"/>
              <a:gd name="connsiteX61" fmla="*/ 161 w 10000"/>
              <a:gd name="connsiteY61" fmla="*/ 6339 h 10000"/>
              <a:gd name="connsiteX62" fmla="*/ 157 w 10000"/>
              <a:gd name="connsiteY62" fmla="*/ 4515 h 10000"/>
              <a:gd name="connsiteX63" fmla="*/ 522 w 10000"/>
              <a:gd name="connsiteY63" fmla="*/ 2855 h 10000"/>
              <a:gd name="connsiteX64" fmla="*/ 816 w 10000"/>
              <a:gd name="connsiteY64" fmla="*/ 1601 h 10000"/>
              <a:gd name="connsiteX65" fmla="*/ 1144 w 10000"/>
              <a:gd name="connsiteY65" fmla="*/ 1251 h 10000"/>
              <a:gd name="connsiteX66" fmla="*/ 1906 w 10000"/>
              <a:gd name="connsiteY66" fmla="*/ 1163 h 10000"/>
              <a:gd name="connsiteX67" fmla="*/ 2640 w 10000"/>
              <a:gd name="connsiteY67" fmla="*/ 1228 h 10000"/>
              <a:gd name="connsiteX68" fmla="*/ 3292 w 10000"/>
              <a:gd name="connsiteY68" fmla="*/ 1152 h 10000"/>
              <a:gd name="connsiteX69" fmla="*/ 3933 w 10000"/>
              <a:gd name="connsiteY69" fmla="*/ 995 h 10000"/>
              <a:gd name="connsiteX70" fmla="*/ 4163 w 10000"/>
              <a:gd name="connsiteY70" fmla="*/ 1364 h 10000"/>
              <a:gd name="connsiteX71" fmla="*/ 4144 w 10000"/>
              <a:gd name="connsiteY71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7909 w 10000"/>
              <a:gd name="connsiteY24" fmla="*/ 6391 h 10000"/>
              <a:gd name="connsiteX25" fmla="*/ 7414 w 10000"/>
              <a:gd name="connsiteY25" fmla="*/ 6265 h 10000"/>
              <a:gd name="connsiteX26" fmla="*/ 6894 w 10000"/>
              <a:gd name="connsiteY26" fmla="*/ 6250 h 10000"/>
              <a:gd name="connsiteX27" fmla="*/ 6487 w 10000"/>
              <a:gd name="connsiteY27" fmla="*/ 6284 h 10000"/>
              <a:gd name="connsiteX28" fmla="*/ 6478 w 10000"/>
              <a:gd name="connsiteY28" fmla="*/ 6113 h 10000"/>
              <a:gd name="connsiteX29" fmla="*/ 6571 w 10000"/>
              <a:gd name="connsiteY29" fmla="*/ 5713 h 10000"/>
              <a:gd name="connsiteX30" fmla="*/ 6632 w 10000"/>
              <a:gd name="connsiteY30" fmla="*/ 5257 h 10000"/>
              <a:gd name="connsiteX31" fmla="*/ 6553 w 10000"/>
              <a:gd name="connsiteY31" fmla="*/ 4694 h 10000"/>
              <a:gd name="connsiteX32" fmla="*/ 6372 w 10000"/>
              <a:gd name="connsiteY32" fmla="*/ 3960 h 10000"/>
              <a:gd name="connsiteX33" fmla="*/ 6187 w 10000"/>
              <a:gd name="connsiteY33" fmla="*/ 3310 h 10000"/>
              <a:gd name="connsiteX34" fmla="*/ 5893 w 10000"/>
              <a:gd name="connsiteY34" fmla="*/ 2386 h 10000"/>
              <a:gd name="connsiteX35" fmla="*/ 5844 w 10000"/>
              <a:gd name="connsiteY35" fmla="*/ 1143 h 10000"/>
              <a:gd name="connsiteX36" fmla="*/ 7340 w 10000"/>
              <a:gd name="connsiteY36" fmla="*/ 1155 h 10000"/>
              <a:gd name="connsiteX37" fmla="*/ 8119 w 10000"/>
              <a:gd name="connsiteY37" fmla="*/ 1927 h 10000"/>
              <a:gd name="connsiteX38" fmla="*/ 8468 w 10000"/>
              <a:gd name="connsiteY38" fmla="*/ 2845 h 10000"/>
              <a:gd name="connsiteX39" fmla="*/ 8955 w 10000"/>
              <a:gd name="connsiteY39" fmla="*/ 3487 h 10000"/>
              <a:gd name="connsiteX40" fmla="*/ 9441 w 10000"/>
              <a:gd name="connsiteY40" fmla="*/ 4299 h 10000"/>
              <a:gd name="connsiteX41" fmla="*/ 10000 w 10000"/>
              <a:gd name="connsiteY41" fmla="*/ 5982 h 10000"/>
              <a:gd name="connsiteX42" fmla="*/ 9756 w 10000"/>
              <a:gd name="connsiteY42" fmla="*/ 4221 h 10000"/>
              <a:gd name="connsiteX43" fmla="*/ 8880 w 10000"/>
              <a:gd name="connsiteY43" fmla="*/ 2913 h 10000"/>
              <a:gd name="connsiteX44" fmla="*/ 8147 w 10000"/>
              <a:gd name="connsiteY44" fmla="*/ 1510 h 10000"/>
              <a:gd name="connsiteX45" fmla="*/ 7383 w 10000"/>
              <a:gd name="connsiteY45" fmla="*/ 829 h 10000"/>
              <a:gd name="connsiteX46" fmla="*/ 6481 w 10000"/>
              <a:gd name="connsiteY46" fmla="*/ 798 h 10000"/>
              <a:gd name="connsiteX47" fmla="*/ 5539 w 10000"/>
              <a:gd name="connsiteY47" fmla="*/ 717 h 10000"/>
              <a:gd name="connsiteX48" fmla="*/ 5314 w 10000"/>
              <a:gd name="connsiteY48" fmla="*/ 603 h 10000"/>
              <a:gd name="connsiteX49" fmla="*/ 5146 w 10000"/>
              <a:gd name="connsiteY49" fmla="*/ 70 h 10000"/>
              <a:gd name="connsiteX50" fmla="*/ 4820 w 10000"/>
              <a:gd name="connsiteY50" fmla="*/ 39 h 10000"/>
              <a:gd name="connsiteX51" fmla="*/ 4697 w 10000"/>
              <a:gd name="connsiteY51" fmla="*/ 344 h 10000"/>
              <a:gd name="connsiteX52" fmla="*/ 4506 w 10000"/>
              <a:gd name="connsiteY52" fmla="*/ 759 h 10000"/>
              <a:gd name="connsiteX53" fmla="*/ 3670 w 10000"/>
              <a:gd name="connsiteY53" fmla="*/ 742 h 10000"/>
              <a:gd name="connsiteX54" fmla="*/ 2617 w 10000"/>
              <a:gd name="connsiteY54" fmla="*/ 937 h 10000"/>
              <a:gd name="connsiteX55" fmla="*/ 1959 w 10000"/>
              <a:gd name="connsiteY55" fmla="*/ 896 h 10000"/>
              <a:gd name="connsiteX56" fmla="*/ 1136 w 10000"/>
              <a:gd name="connsiteY56" fmla="*/ 888 h 10000"/>
              <a:gd name="connsiteX57" fmla="*/ 520 w 10000"/>
              <a:gd name="connsiteY57" fmla="*/ 1197 h 10000"/>
              <a:gd name="connsiteX58" fmla="*/ 313 w 10000"/>
              <a:gd name="connsiteY58" fmla="*/ 2346 h 10000"/>
              <a:gd name="connsiteX59" fmla="*/ 2 w 10000"/>
              <a:gd name="connsiteY59" fmla="*/ 4571 h 10000"/>
              <a:gd name="connsiteX60" fmla="*/ 161 w 10000"/>
              <a:gd name="connsiteY60" fmla="*/ 6339 h 10000"/>
              <a:gd name="connsiteX61" fmla="*/ 157 w 10000"/>
              <a:gd name="connsiteY61" fmla="*/ 4515 h 10000"/>
              <a:gd name="connsiteX62" fmla="*/ 522 w 10000"/>
              <a:gd name="connsiteY62" fmla="*/ 2855 h 10000"/>
              <a:gd name="connsiteX63" fmla="*/ 816 w 10000"/>
              <a:gd name="connsiteY63" fmla="*/ 1601 h 10000"/>
              <a:gd name="connsiteX64" fmla="*/ 1144 w 10000"/>
              <a:gd name="connsiteY64" fmla="*/ 1251 h 10000"/>
              <a:gd name="connsiteX65" fmla="*/ 1906 w 10000"/>
              <a:gd name="connsiteY65" fmla="*/ 1163 h 10000"/>
              <a:gd name="connsiteX66" fmla="*/ 2640 w 10000"/>
              <a:gd name="connsiteY66" fmla="*/ 1228 h 10000"/>
              <a:gd name="connsiteX67" fmla="*/ 3292 w 10000"/>
              <a:gd name="connsiteY67" fmla="*/ 1152 h 10000"/>
              <a:gd name="connsiteX68" fmla="*/ 3933 w 10000"/>
              <a:gd name="connsiteY68" fmla="*/ 995 h 10000"/>
              <a:gd name="connsiteX69" fmla="*/ 4163 w 10000"/>
              <a:gd name="connsiteY69" fmla="*/ 1364 h 10000"/>
              <a:gd name="connsiteX70" fmla="*/ 4144 w 10000"/>
              <a:gd name="connsiteY70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7414 w 10000"/>
              <a:gd name="connsiteY24" fmla="*/ 6265 h 10000"/>
              <a:gd name="connsiteX25" fmla="*/ 6894 w 10000"/>
              <a:gd name="connsiteY25" fmla="*/ 6250 h 10000"/>
              <a:gd name="connsiteX26" fmla="*/ 6487 w 10000"/>
              <a:gd name="connsiteY26" fmla="*/ 6284 h 10000"/>
              <a:gd name="connsiteX27" fmla="*/ 6478 w 10000"/>
              <a:gd name="connsiteY27" fmla="*/ 6113 h 10000"/>
              <a:gd name="connsiteX28" fmla="*/ 6571 w 10000"/>
              <a:gd name="connsiteY28" fmla="*/ 5713 h 10000"/>
              <a:gd name="connsiteX29" fmla="*/ 6632 w 10000"/>
              <a:gd name="connsiteY29" fmla="*/ 5257 h 10000"/>
              <a:gd name="connsiteX30" fmla="*/ 6553 w 10000"/>
              <a:gd name="connsiteY30" fmla="*/ 4694 h 10000"/>
              <a:gd name="connsiteX31" fmla="*/ 6372 w 10000"/>
              <a:gd name="connsiteY31" fmla="*/ 3960 h 10000"/>
              <a:gd name="connsiteX32" fmla="*/ 6187 w 10000"/>
              <a:gd name="connsiteY32" fmla="*/ 3310 h 10000"/>
              <a:gd name="connsiteX33" fmla="*/ 5893 w 10000"/>
              <a:gd name="connsiteY33" fmla="*/ 2386 h 10000"/>
              <a:gd name="connsiteX34" fmla="*/ 5844 w 10000"/>
              <a:gd name="connsiteY34" fmla="*/ 1143 h 10000"/>
              <a:gd name="connsiteX35" fmla="*/ 7340 w 10000"/>
              <a:gd name="connsiteY35" fmla="*/ 1155 h 10000"/>
              <a:gd name="connsiteX36" fmla="*/ 8119 w 10000"/>
              <a:gd name="connsiteY36" fmla="*/ 1927 h 10000"/>
              <a:gd name="connsiteX37" fmla="*/ 8468 w 10000"/>
              <a:gd name="connsiteY37" fmla="*/ 2845 h 10000"/>
              <a:gd name="connsiteX38" fmla="*/ 8955 w 10000"/>
              <a:gd name="connsiteY38" fmla="*/ 3487 h 10000"/>
              <a:gd name="connsiteX39" fmla="*/ 9441 w 10000"/>
              <a:gd name="connsiteY39" fmla="*/ 4299 h 10000"/>
              <a:gd name="connsiteX40" fmla="*/ 10000 w 10000"/>
              <a:gd name="connsiteY40" fmla="*/ 5982 h 10000"/>
              <a:gd name="connsiteX41" fmla="*/ 9756 w 10000"/>
              <a:gd name="connsiteY41" fmla="*/ 4221 h 10000"/>
              <a:gd name="connsiteX42" fmla="*/ 8880 w 10000"/>
              <a:gd name="connsiteY42" fmla="*/ 2913 h 10000"/>
              <a:gd name="connsiteX43" fmla="*/ 8147 w 10000"/>
              <a:gd name="connsiteY43" fmla="*/ 1510 h 10000"/>
              <a:gd name="connsiteX44" fmla="*/ 7383 w 10000"/>
              <a:gd name="connsiteY44" fmla="*/ 829 h 10000"/>
              <a:gd name="connsiteX45" fmla="*/ 6481 w 10000"/>
              <a:gd name="connsiteY45" fmla="*/ 798 h 10000"/>
              <a:gd name="connsiteX46" fmla="*/ 5539 w 10000"/>
              <a:gd name="connsiteY46" fmla="*/ 717 h 10000"/>
              <a:gd name="connsiteX47" fmla="*/ 5314 w 10000"/>
              <a:gd name="connsiteY47" fmla="*/ 603 h 10000"/>
              <a:gd name="connsiteX48" fmla="*/ 5146 w 10000"/>
              <a:gd name="connsiteY48" fmla="*/ 70 h 10000"/>
              <a:gd name="connsiteX49" fmla="*/ 4820 w 10000"/>
              <a:gd name="connsiteY49" fmla="*/ 39 h 10000"/>
              <a:gd name="connsiteX50" fmla="*/ 4697 w 10000"/>
              <a:gd name="connsiteY50" fmla="*/ 344 h 10000"/>
              <a:gd name="connsiteX51" fmla="*/ 4506 w 10000"/>
              <a:gd name="connsiteY51" fmla="*/ 759 h 10000"/>
              <a:gd name="connsiteX52" fmla="*/ 3670 w 10000"/>
              <a:gd name="connsiteY52" fmla="*/ 742 h 10000"/>
              <a:gd name="connsiteX53" fmla="*/ 2617 w 10000"/>
              <a:gd name="connsiteY53" fmla="*/ 937 h 10000"/>
              <a:gd name="connsiteX54" fmla="*/ 1959 w 10000"/>
              <a:gd name="connsiteY54" fmla="*/ 896 h 10000"/>
              <a:gd name="connsiteX55" fmla="*/ 1136 w 10000"/>
              <a:gd name="connsiteY55" fmla="*/ 888 h 10000"/>
              <a:gd name="connsiteX56" fmla="*/ 520 w 10000"/>
              <a:gd name="connsiteY56" fmla="*/ 1197 h 10000"/>
              <a:gd name="connsiteX57" fmla="*/ 313 w 10000"/>
              <a:gd name="connsiteY57" fmla="*/ 2346 h 10000"/>
              <a:gd name="connsiteX58" fmla="*/ 2 w 10000"/>
              <a:gd name="connsiteY58" fmla="*/ 4571 h 10000"/>
              <a:gd name="connsiteX59" fmla="*/ 161 w 10000"/>
              <a:gd name="connsiteY59" fmla="*/ 6339 h 10000"/>
              <a:gd name="connsiteX60" fmla="*/ 157 w 10000"/>
              <a:gd name="connsiteY60" fmla="*/ 4515 h 10000"/>
              <a:gd name="connsiteX61" fmla="*/ 522 w 10000"/>
              <a:gd name="connsiteY61" fmla="*/ 2855 h 10000"/>
              <a:gd name="connsiteX62" fmla="*/ 816 w 10000"/>
              <a:gd name="connsiteY62" fmla="*/ 1601 h 10000"/>
              <a:gd name="connsiteX63" fmla="*/ 1144 w 10000"/>
              <a:gd name="connsiteY63" fmla="*/ 1251 h 10000"/>
              <a:gd name="connsiteX64" fmla="*/ 1906 w 10000"/>
              <a:gd name="connsiteY64" fmla="*/ 1163 h 10000"/>
              <a:gd name="connsiteX65" fmla="*/ 2640 w 10000"/>
              <a:gd name="connsiteY65" fmla="*/ 1228 h 10000"/>
              <a:gd name="connsiteX66" fmla="*/ 3292 w 10000"/>
              <a:gd name="connsiteY66" fmla="*/ 1152 h 10000"/>
              <a:gd name="connsiteX67" fmla="*/ 3933 w 10000"/>
              <a:gd name="connsiteY67" fmla="*/ 995 h 10000"/>
              <a:gd name="connsiteX68" fmla="*/ 4163 w 10000"/>
              <a:gd name="connsiteY68" fmla="*/ 1364 h 10000"/>
              <a:gd name="connsiteX69" fmla="*/ 4144 w 10000"/>
              <a:gd name="connsiteY69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894 w 10000"/>
              <a:gd name="connsiteY24" fmla="*/ 6250 h 10000"/>
              <a:gd name="connsiteX25" fmla="*/ 6487 w 10000"/>
              <a:gd name="connsiteY25" fmla="*/ 6284 h 10000"/>
              <a:gd name="connsiteX26" fmla="*/ 6478 w 10000"/>
              <a:gd name="connsiteY26" fmla="*/ 6113 h 10000"/>
              <a:gd name="connsiteX27" fmla="*/ 6571 w 10000"/>
              <a:gd name="connsiteY27" fmla="*/ 5713 h 10000"/>
              <a:gd name="connsiteX28" fmla="*/ 6632 w 10000"/>
              <a:gd name="connsiteY28" fmla="*/ 5257 h 10000"/>
              <a:gd name="connsiteX29" fmla="*/ 6553 w 10000"/>
              <a:gd name="connsiteY29" fmla="*/ 4694 h 10000"/>
              <a:gd name="connsiteX30" fmla="*/ 6372 w 10000"/>
              <a:gd name="connsiteY30" fmla="*/ 3960 h 10000"/>
              <a:gd name="connsiteX31" fmla="*/ 6187 w 10000"/>
              <a:gd name="connsiteY31" fmla="*/ 3310 h 10000"/>
              <a:gd name="connsiteX32" fmla="*/ 5893 w 10000"/>
              <a:gd name="connsiteY32" fmla="*/ 2386 h 10000"/>
              <a:gd name="connsiteX33" fmla="*/ 5844 w 10000"/>
              <a:gd name="connsiteY33" fmla="*/ 1143 h 10000"/>
              <a:gd name="connsiteX34" fmla="*/ 7340 w 10000"/>
              <a:gd name="connsiteY34" fmla="*/ 1155 h 10000"/>
              <a:gd name="connsiteX35" fmla="*/ 8119 w 10000"/>
              <a:gd name="connsiteY35" fmla="*/ 1927 h 10000"/>
              <a:gd name="connsiteX36" fmla="*/ 8468 w 10000"/>
              <a:gd name="connsiteY36" fmla="*/ 2845 h 10000"/>
              <a:gd name="connsiteX37" fmla="*/ 8955 w 10000"/>
              <a:gd name="connsiteY37" fmla="*/ 3487 h 10000"/>
              <a:gd name="connsiteX38" fmla="*/ 9441 w 10000"/>
              <a:gd name="connsiteY38" fmla="*/ 4299 h 10000"/>
              <a:gd name="connsiteX39" fmla="*/ 10000 w 10000"/>
              <a:gd name="connsiteY39" fmla="*/ 5982 h 10000"/>
              <a:gd name="connsiteX40" fmla="*/ 9756 w 10000"/>
              <a:gd name="connsiteY40" fmla="*/ 4221 h 10000"/>
              <a:gd name="connsiteX41" fmla="*/ 8880 w 10000"/>
              <a:gd name="connsiteY41" fmla="*/ 2913 h 10000"/>
              <a:gd name="connsiteX42" fmla="*/ 8147 w 10000"/>
              <a:gd name="connsiteY42" fmla="*/ 1510 h 10000"/>
              <a:gd name="connsiteX43" fmla="*/ 7383 w 10000"/>
              <a:gd name="connsiteY43" fmla="*/ 829 h 10000"/>
              <a:gd name="connsiteX44" fmla="*/ 6481 w 10000"/>
              <a:gd name="connsiteY44" fmla="*/ 798 h 10000"/>
              <a:gd name="connsiteX45" fmla="*/ 5539 w 10000"/>
              <a:gd name="connsiteY45" fmla="*/ 717 h 10000"/>
              <a:gd name="connsiteX46" fmla="*/ 5314 w 10000"/>
              <a:gd name="connsiteY46" fmla="*/ 603 h 10000"/>
              <a:gd name="connsiteX47" fmla="*/ 5146 w 10000"/>
              <a:gd name="connsiteY47" fmla="*/ 70 h 10000"/>
              <a:gd name="connsiteX48" fmla="*/ 4820 w 10000"/>
              <a:gd name="connsiteY48" fmla="*/ 39 h 10000"/>
              <a:gd name="connsiteX49" fmla="*/ 4697 w 10000"/>
              <a:gd name="connsiteY49" fmla="*/ 344 h 10000"/>
              <a:gd name="connsiteX50" fmla="*/ 4506 w 10000"/>
              <a:gd name="connsiteY50" fmla="*/ 759 h 10000"/>
              <a:gd name="connsiteX51" fmla="*/ 3670 w 10000"/>
              <a:gd name="connsiteY51" fmla="*/ 742 h 10000"/>
              <a:gd name="connsiteX52" fmla="*/ 2617 w 10000"/>
              <a:gd name="connsiteY52" fmla="*/ 937 h 10000"/>
              <a:gd name="connsiteX53" fmla="*/ 1959 w 10000"/>
              <a:gd name="connsiteY53" fmla="*/ 896 h 10000"/>
              <a:gd name="connsiteX54" fmla="*/ 1136 w 10000"/>
              <a:gd name="connsiteY54" fmla="*/ 888 h 10000"/>
              <a:gd name="connsiteX55" fmla="*/ 520 w 10000"/>
              <a:gd name="connsiteY55" fmla="*/ 1197 h 10000"/>
              <a:gd name="connsiteX56" fmla="*/ 313 w 10000"/>
              <a:gd name="connsiteY56" fmla="*/ 2346 h 10000"/>
              <a:gd name="connsiteX57" fmla="*/ 2 w 10000"/>
              <a:gd name="connsiteY57" fmla="*/ 4571 h 10000"/>
              <a:gd name="connsiteX58" fmla="*/ 161 w 10000"/>
              <a:gd name="connsiteY58" fmla="*/ 6339 h 10000"/>
              <a:gd name="connsiteX59" fmla="*/ 157 w 10000"/>
              <a:gd name="connsiteY59" fmla="*/ 4515 h 10000"/>
              <a:gd name="connsiteX60" fmla="*/ 522 w 10000"/>
              <a:gd name="connsiteY60" fmla="*/ 2855 h 10000"/>
              <a:gd name="connsiteX61" fmla="*/ 816 w 10000"/>
              <a:gd name="connsiteY61" fmla="*/ 1601 h 10000"/>
              <a:gd name="connsiteX62" fmla="*/ 1144 w 10000"/>
              <a:gd name="connsiteY62" fmla="*/ 1251 h 10000"/>
              <a:gd name="connsiteX63" fmla="*/ 1906 w 10000"/>
              <a:gd name="connsiteY63" fmla="*/ 1163 h 10000"/>
              <a:gd name="connsiteX64" fmla="*/ 2640 w 10000"/>
              <a:gd name="connsiteY64" fmla="*/ 1228 h 10000"/>
              <a:gd name="connsiteX65" fmla="*/ 3292 w 10000"/>
              <a:gd name="connsiteY65" fmla="*/ 1152 h 10000"/>
              <a:gd name="connsiteX66" fmla="*/ 3933 w 10000"/>
              <a:gd name="connsiteY66" fmla="*/ 995 h 10000"/>
              <a:gd name="connsiteX67" fmla="*/ 4163 w 10000"/>
              <a:gd name="connsiteY67" fmla="*/ 1364 h 10000"/>
              <a:gd name="connsiteX68" fmla="*/ 4144 w 10000"/>
              <a:gd name="connsiteY68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487 w 10000"/>
              <a:gd name="connsiteY24" fmla="*/ 6284 h 10000"/>
              <a:gd name="connsiteX25" fmla="*/ 6478 w 10000"/>
              <a:gd name="connsiteY25" fmla="*/ 6113 h 10000"/>
              <a:gd name="connsiteX26" fmla="*/ 6571 w 10000"/>
              <a:gd name="connsiteY26" fmla="*/ 5713 h 10000"/>
              <a:gd name="connsiteX27" fmla="*/ 6632 w 10000"/>
              <a:gd name="connsiteY27" fmla="*/ 5257 h 10000"/>
              <a:gd name="connsiteX28" fmla="*/ 6553 w 10000"/>
              <a:gd name="connsiteY28" fmla="*/ 4694 h 10000"/>
              <a:gd name="connsiteX29" fmla="*/ 6372 w 10000"/>
              <a:gd name="connsiteY29" fmla="*/ 3960 h 10000"/>
              <a:gd name="connsiteX30" fmla="*/ 6187 w 10000"/>
              <a:gd name="connsiteY30" fmla="*/ 3310 h 10000"/>
              <a:gd name="connsiteX31" fmla="*/ 5893 w 10000"/>
              <a:gd name="connsiteY31" fmla="*/ 2386 h 10000"/>
              <a:gd name="connsiteX32" fmla="*/ 5844 w 10000"/>
              <a:gd name="connsiteY32" fmla="*/ 1143 h 10000"/>
              <a:gd name="connsiteX33" fmla="*/ 7340 w 10000"/>
              <a:gd name="connsiteY33" fmla="*/ 1155 h 10000"/>
              <a:gd name="connsiteX34" fmla="*/ 8119 w 10000"/>
              <a:gd name="connsiteY34" fmla="*/ 1927 h 10000"/>
              <a:gd name="connsiteX35" fmla="*/ 8468 w 10000"/>
              <a:gd name="connsiteY35" fmla="*/ 2845 h 10000"/>
              <a:gd name="connsiteX36" fmla="*/ 8955 w 10000"/>
              <a:gd name="connsiteY36" fmla="*/ 3487 h 10000"/>
              <a:gd name="connsiteX37" fmla="*/ 9441 w 10000"/>
              <a:gd name="connsiteY37" fmla="*/ 4299 h 10000"/>
              <a:gd name="connsiteX38" fmla="*/ 10000 w 10000"/>
              <a:gd name="connsiteY38" fmla="*/ 5982 h 10000"/>
              <a:gd name="connsiteX39" fmla="*/ 9756 w 10000"/>
              <a:gd name="connsiteY39" fmla="*/ 4221 h 10000"/>
              <a:gd name="connsiteX40" fmla="*/ 8880 w 10000"/>
              <a:gd name="connsiteY40" fmla="*/ 2913 h 10000"/>
              <a:gd name="connsiteX41" fmla="*/ 8147 w 10000"/>
              <a:gd name="connsiteY41" fmla="*/ 1510 h 10000"/>
              <a:gd name="connsiteX42" fmla="*/ 7383 w 10000"/>
              <a:gd name="connsiteY42" fmla="*/ 829 h 10000"/>
              <a:gd name="connsiteX43" fmla="*/ 6481 w 10000"/>
              <a:gd name="connsiteY43" fmla="*/ 798 h 10000"/>
              <a:gd name="connsiteX44" fmla="*/ 5539 w 10000"/>
              <a:gd name="connsiteY44" fmla="*/ 717 h 10000"/>
              <a:gd name="connsiteX45" fmla="*/ 5314 w 10000"/>
              <a:gd name="connsiteY45" fmla="*/ 603 h 10000"/>
              <a:gd name="connsiteX46" fmla="*/ 5146 w 10000"/>
              <a:gd name="connsiteY46" fmla="*/ 70 h 10000"/>
              <a:gd name="connsiteX47" fmla="*/ 4820 w 10000"/>
              <a:gd name="connsiteY47" fmla="*/ 39 h 10000"/>
              <a:gd name="connsiteX48" fmla="*/ 4697 w 10000"/>
              <a:gd name="connsiteY48" fmla="*/ 344 h 10000"/>
              <a:gd name="connsiteX49" fmla="*/ 4506 w 10000"/>
              <a:gd name="connsiteY49" fmla="*/ 759 h 10000"/>
              <a:gd name="connsiteX50" fmla="*/ 3670 w 10000"/>
              <a:gd name="connsiteY50" fmla="*/ 742 h 10000"/>
              <a:gd name="connsiteX51" fmla="*/ 2617 w 10000"/>
              <a:gd name="connsiteY51" fmla="*/ 937 h 10000"/>
              <a:gd name="connsiteX52" fmla="*/ 1959 w 10000"/>
              <a:gd name="connsiteY52" fmla="*/ 896 h 10000"/>
              <a:gd name="connsiteX53" fmla="*/ 1136 w 10000"/>
              <a:gd name="connsiteY53" fmla="*/ 888 h 10000"/>
              <a:gd name="connsiteX54" fmla="*/ 520 w 10000"/>
              <a:gd name="connsiteY54" fmla="*/ 1197 h 10000"/>
              <a:gd name="connsiteX55" fmla="*/ 313 w 10000"/>
              <a:gd name="connsiteY55" fmla="*/ 2346 h 10000"/>
              <a:gd name="connsiteX56" fmla="*/ 2 w 10000"/>
              <a:gd name="connsiteY56" fmla="*/ 4571 h 10000"/>
              <a:gd name="connsiteX57" fmla="*/ 161 w 10000"/>
              <a:gd name="connsiteY57" fmla="*/ 6339 h 10000"/>
              <a:gd name="connsiteX58" fmla="*/ 157 w 10000"/>
              <a:gd name="connsiteY58" fmla="*/ 4515 h 10000"/>
              <a:gd name="connsiteX59" fmla="*/ 522 w 10000"/>
              <a:gd name="connsiteY59" fmla="*/ 2855 h 10000"/>
              <a:gd name="connsiteX60" fmla="*/ 816 w 10000"/>
              <a:gd name="connsiteY60" fmla="*/ 1601 h 10000"/>
              <a:gd name="connsiteX61" fmla="*/ 1144 w 10000"/>
              <a:gd name="connsiteY61" fmla="*/ 1251 h 10000"/>
              <a:gd name="connsiteX62" fmla="*/ 1906 w 10000"/>
              <a:gd name="connsiteY62" fmla="*/ 1163 h 10000"/>
              <a:gd name="connsiteX63" fmla="*/ 2640 w 10000"/>
              <a:gd name="connsiteY63" fmla="*/ 1228 h 10000"/>
              <a:gd name="connsiteX64" fmla="*/ 3292 w 10000"/>
              <a:gd name="connsiteY64" fmla="*/ 1152 h 10000"/>
              <a:gd name="connsiteX65" fmla="*/ 3933 w 10000"/>
              <a:gd name="connsiteY65" fmla="*/ 995 h 10000"/>
              <a:gd name="connsiteX66" fmla="*/ 4163 w 10000"/>
              <a:gd name="connsiteY66" fmla="*/ 1364 h 10000"/>
              <a:gd name="connsiteX67" fmla="*/ 4144 w 10000"/>
              <a:gd name="connsiteY67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196 w 10000"/>
              <a:gd name="connsiteY23" fmla="*/ 7178 h 10000"/>
              <a:gd name="connsiteX24" fmla="*/ 6478 w 10000"/>
              <a:gd name="connsiteY24" fmla="*/ 6113 h 10000"/>
              <a:gd name="connsiteX25" fmla="*/ 6571 w 10000"/>
              <a:gd name="connsiteY25" fmla="*/ 5713 h 10000"/>
              <a:gd name="connsiteX26" fmla="*/ 6632 w 10000"/>
              <a:gd name="connsiteY26" fmla="*/ 5257 h 10000"/>
              <a:gd name="connsiteX27" fmla="*/ 6553 w 10000"/>
              <a:gd name="connsiteY27" fmla="*/ 4694 h 10000"/>
              <a:gd name="connsiteX28" fmla="*/ 6372 w 10000"/>
              <a:gd name="connsiteY28" fmla="*/ 3960 h 10000"/>
              <a:gd name="connsiteX29" fmla="*/ 6187 w 10000"/>
              <a:gd name="connsiteY29" fmla="*/ 3310 h 10000"/>
              <a:gd name="connsiteX30" fmla="*/ 5893 w 10000"/>
              <a:gd name="connsiteY30" fmla="*/ 2386 h 10000"/>
              <a:gd name="connsiteX31" fmla="*/ 5844 w 10000"/>
              <a:gd name="connsiteY31" fmla="*/ 1143 h 10000"/>
              <a:gd name="connsiteX32" fmla="*/ 7340 w 10000"/>
              <a:gd name="connsiteY32" fmla="*/ 1155 h 10000"/>
              <a:gd name="connsiteX33" fmla="*/ 8119 w 10000"/>
              <a:gd name="connsiteY33" fmla="*/ 1927 h 10000"/>
              <a:gd name="connsiteX34" fmla="*/ 8468 w 10000"/>
              <a:gd name="connsiteY34" fmla="*/ 2845 h 10000"/>
              <a:gd name="connsiteX35" fmla="*/ 8955 w 10000"/>
              <a:gd name="connsiteY35" fmla="*/ 3487 h 10000"/>
              <a:gd name="connsiteX36" fmla="*/ 9441 w 10000"/>
              <a:gd name="connsiteY36" fmla="*/ 4299 h 10000"/>
              <a:gd name="connsiteX37" fmla="*/ 10000 w 10000"/>
              <a:gd name="connsiteY37" fmla="*/ 5982 h 10000"/>
              <a:gd name="connsiteX38" fmla="*/ 9756 w 10000"/>
              <a:gd name="connsiteY38" fmla="*/ 4221 h 10000"/>
              <a:gd name="connsiteX39" fmla="*/ 8880 w 10000"/>
              <a:gd name="connsiteY39" fmla="*/ 2913 h 10000"/>
              <a:gd name="connsiteX40" fmla="*/ 8147 w 10000"/>
              <a:gd name="connsiteY40" fmla="*/ 1510 h 10000"/>
              <a:gd name="connsiteX41" fmla="*/ 7383 w 10000"/>
              <a:gd name="connsiteY41" fmla="*/ 829 h 10000"/>
              <a:gd name="connsiteX42" fmla="*/ 6481 w 10000"/>
              <a:gd name="connsiteY42" fmla="*/ 798 h 10000"/>
              <a:gd name="connsiteX43" fmla="*/ 5539 w 10000"/>
              <a:gd name="connsiteY43" fmla="*/ 717 h 10000"/>
              <a:gd name="connsiteX44" fmla="*/ 5314 w 10000"/>
              <a:gd name="connsiteY44" fmla="*/ 603 h 10000"/>
              <a:gd name="connsiteX45" fmla="*/ 5146 w 10000"/>
              <a:gd name="connsiteY45" fmla="*/ 70 h 10000"/>
              <a:gd name="connsiteX46" fmla="*/ 4820 w 10000"/>
              <a:gd name="connsiteY46" fmla="*/ 39 h 10000"/>
              <a:gd name="connsiteX47" fmla="*/ 4697 w 10000"/>
              <a:gd name="connsiteY47" fmla="*/ 344 h 10000"/>
              <a:gd name="connsiteX48" fmla="*/ 4506 w 10000"/>
              <a:gd name="connsiteY48" fmla="*/ 759 h 10000"/>
              <a:gd name="connsiteX49" fmla="*/ 3670 w 10000"/>
              <a:gd name="connsiteY49" fmla="*/ 742 h 10000"/>
              <a:gd name="connsiteX50" fmla="*/ 2617 w 10000"/>
              <a:gd name="connsiteY50" fmla="*/ 937 h 10000"/>
              <a:gd name="connsiteX51" fmla="*/ 1959 w 10000"/>
              <a:gd name="connsiteY51" fmla="*/ 896 h 10000"/>
              <a:gd name="connsiteX52" fmla="*/ 1136 w 10000"/>
              <a:gd name="connsiteY52" fmla="*/ 888 h 10000"/>
              <a:gd name="connsiteX53" fmla="*/ 520 w 10000"/>
              <a:gd name="connsiteY53" fmla="*/ 1197 h 10000"/>
              <a:gd name="connsiteX54" fmla="*/ 313 w 10000"/>
              <a:gd name="connsiteY54" fmla="*/ 2346 h 10000"/>
              <a:gd name="connsiteX55" fmla="*/ 2 w 10000"/>
              <a:gd name="connsiteY55" fmla="*/ 4571 h 10000"/>
              <a:gd name="connsiteX56" fmla="*/ 161 w 10000"/>
              <a:gd name="connsiteY56" fmla="*/ 6339 h 10000"/>
              <a:gd name="connsiteX57" fmla="*/ 157 w 10000"/>
              <a:gd name="connsiteY57" fmla="*/ 4515 h 10000"/>
              <a:gd name="connsiteX58" fmla="*/ 522 w 10000"/>
              <a:gd name="connsiteY58" fmla="*/ 2855 h 10000"/>
              <a:gd name="connsiteX59" fmla="*/ 816 w 10000"/>
              <a:gd name="connsiteY59" fmla="*/ 1601 h 10000"/>
              <a:gd name="connsiteX60" fmla="*/ 1144 w 10000"/>
              <a:gd name="connsiteY60" fmla="*/ 1251 h 10000"/>
              <a:gd name="connsiteX61" fmla="*/ 1906 w 10000"/>
              <a:gd name="connsiteY61" fmla="*/ 1163 h 10000"/>
              <a:gd name="connsiteX62" fmla="*/ 2640 w 10000"/>
              <a:gd name="connsiteY62" fmla="*/ 1228 h 10000"/>
              <a:gd name="connsiteX63" fmla="*/ 3292 w 10000"/>
              <a:gd name="connsiteY63" fmla="*/ 1152 h 10000"/>
              <a:gd name="connsiteX64" fmla="*/ 3933 w 10000"/>
              <a:gd name="connsiteY64" fmla="*/ 995 h 10000"/>
              <a:gd name="connsiteX65" fmla="*/ 4163 w 10000"/>
              <a:gd name="connsiteY65" fmla="*/ 1364 h 10000"/>
              <a:gd name="connsiteX66" fmla="*/ 4144 w 10000"/>
              <a:gd name="connsiteY66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78 w 10000"/>
              <a:gd name="connsiteY23" fmla="*/ 6113 h 10000"/>
              <a:gd name="connsiteX24" fmla="*/ 6571 w 10000"/>
              <a:gd name="connsiteY24" fmla="*/ 5713 h 10000"/>
              <a:gd name="connsiteX25" fmla="*/ 6632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71 w 10000"/>
              <a:gd name="connsiteY24" fmla="*/ 5713 h 10000"/>
              <a:gd name="connsiteX25" fmla="*/ 6632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32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550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340 w 10000"/>
              <a:gd name="connsiteY31" fmla="*/ 1155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119 w 10000"/>
              <a:gd name="connsiteY32" fmla="*/ 1927 h 10000"/>
              <a:gd name="connsiteX33" fmla="*/ 8468 w 10000"/>
              <a:gd name="connsiteY33" fmla="*/ 2845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119 w 10000"/>
              <a:gd name="connsiteY32" fmla="*/ 1927 h 10000"/>
              <a:gd name="connsiteX33" fmla="*/ 8468 w 10000"/>
              <a:gd name="connsiteY33" fmla="*/ 3281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048 w 10000"/>
              <a:gd name="connsiteY32" fmla="*/ 2363 h 10000"/>
              <a:gd name="connsiteX33" fmla="*/ 8468 w 10000"/>
              <a:gd name="connsiteY33" fmla="*/ 3281 h 10000"/>
              <a:gd name="connsiteX34" fmla="*/ 8955 w 10000"/>
              <a:gd name="connsiteY34" fmla="*/ 3487 h 10000"/>
              <a:gd name="connsiteX35" fmla="*/ 9441 w 10000"/>
              <a:gd name="connsiteY35" fmla="*/ 4299 h 10000"/>
              <a:gd name="connsiteX36" fmla="*/ 10000 w 10000"/>
              <a:gd name="connsiteY36" fmla="*/ 5982 h 10000"/>
              <a:gd name="connsiteX37" fmla="*/ 9756 w 10000"/>
              <a:gd name="connsiteY37" fmla="*/ 4221 h 10000"/>
              <a:gd name="connsiteX38" fmla="*/ 8880 w 10000"/>
              <a:gd name="connsiteY38" fmla="*/ 2913 h 10000"/>
              <a:gd name="connsiteX39" fmla="*/ 8147 w 10000"/>
              <a:gd name="connsiteY39" fmla="*/ 1510 h 10000"/>
              <a:gd name="connsiteX40" fmla="*/ 7383 w 10000"/>
              <a:gd name="connsiteY40" fmla="*/ 829 h 10000"/>
              <a:gd name="connsiteX41" fmla="*/ 6481 w 10000"/>
              <a:gd name="connsiteY41" fmla="*/ 798 h 10000"/>
              <a:gd name="connsiteX42" fmla="*/ 5539 w 10000"/>
              <a:gd name="connsiteY42" fmla="*/ 717 h 10000"/>
              <a:gd name="connsiteX43" fmla="*/ 5314 w 10000"/>
              <a:gd name="connsiteY43" fmla="*/ 603 h 10000"/>
              <a:gd name="connsiteX44" fmla="*/ 5146 w 10000"/>
              <a:gd name="connsiteY44" fmla="*/ 70 h 10000"/>
              <a:gd name="connsiteX45" fmla="*/ 4820 w 10000"/>
              <a:gd name="connsiteY45" fmla="*/ 39 h 10000"/>
              <a:gd name="connsiteX46" fmla="*/ 4697 w 10000"/>
              <a:gd name="connsiteY46" fmla="*/ 344 h 10000"/>
              <a:gd name="connsiteX47" fmla="*/ 4506 w 10000"/>
              <a:gd name="connsiteY47" fmla="*/ 759 h 10000"/>
              <a:gd name="connsiteX48" fmla="*/ 3670 w 10000"/>
              <a:gd name="connsiteY48" fmla="*/ 742 h 10000"/>
              <a:gd name="connsiteX49" fmla="*/ 2617 w 10000"/>
              <a:gd name="connsiteY49" fmla="*/ 937 h 10000"/>
              <a:gd name="connsiteX50" fmla="*/ 1959 w 10000"/>
              <a:gd name="connsiteY50" fmla="*/ 896 h 10000"/>
              <a:gd name="connsiteX51" fmla="*/ 1136 w 10000"/>
              <a:gd name="connsiteY51" fmla="*/ 888 h 10000"/>
              <a:gd name="connsiteX52" fmla="*/ 520 w 10000"/>
              <a:gd name="connsiteY52" fmla="*/ 1197 h 10000"/>
              <a:gd name="connsiteX53" fmla="*/ 313 w 10000"/>
              <a:gd name="connsiteY53" fmla="*/ 2346 h 10000"/>
              <a:gd name="connsiteX54" fmla="*/ 2 w 10000"/>
              <a:gd name="connsiteY54" fmla="*/ 4571 h 10000"/>
              <a:gd name="connsiteX55" fmla="*/ 161 w 10000"/>
              <a:gd name="connsiteY55" fmla="*/ 6339 h 10000"/>
              <a:gd name="connsiteX56" fmla="*/ 157 w 10000"/>
              <a:gd name="connsiteY56" fmla="*/ 4515 h 10000"/>
              <a:gd name="connsiteX57" fmla="*/ 522 w 10000"/>
              <a:gd name="connsiteY57" fmla="*/ 2855 h 10000"/>
              <a:gd name="connsiteX58" fmla="*/ 816 w 10000"/>
              <a:gd name="connsiteY58" fmla="*/ 1601 h 10000"/>
              <a:gd name="connsiteX59" fmla="*/ 1144 w 10000"/>
              <a:gd name="connsiteY59" fmla="*/ 1251 h 10000"/>
              <a:gd name="connsiteX60" fmla="*/ 1906 w 10000"/>
              <a:gd name="connsiteY60" fmla="*/ 1163 h 10000"/>
              <a:gd name="connsiteX61" fmla="*/ 2640 w 10000"/>
              <a:gd name="connsiteY61" fmla="*/ 1228 h 10000"/>
              <a:gd name="connsiteX62" fmla="*/ 3292 w 10000"/>
              <a:gd name="connsiteY62" fmla="*/ 1152 h 10000"/>
              <a:gd name="connsiteX63" fmla="*/ 3933 w 10000"/>
              <a:gd name="connsiteY63" fmla="*/ 995 h 10000"/>
              <a:gd name="connsiteX64" fmla="*/ 4163 w 10000"/>
              <a:gd name="connsiteY64" fmla="*/ 1364 h 10000"/>
              <a:gd name="connsiteX65" fmla="*/ 4144 w 10000"/>
              <a:gd name="connsiteY65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048 w 10000"/>
              <a:gd name="connsiteY32" fmla="*/ 2363 h 10000"/>
              <a:gd name="connsiteX33" fmla="*/ 8955 w 10000"/>
              <a:gd name="connsiteY33" fmla="*/ 3487 h 10000"/>
              <a:gd name="connsiteX34" fmla="*/ 9441 w 10000"/>
              <a:gd name="connsiteY34" fmla="*/ 4299 h 10000"/>
              <a:gd name="connsiteX35" fmla="*/ 10000 w 10000"/>
              <a:gd name="connsiteY35" fmla="*/ 5982 h 10000"/>
              <a:gd name="connsiteX36" fmla="*/ 9756 w 10000"/>
              <a:gd name="connsiteY36" fmla="*/ 4221 h 10000"/>
              <a:gd name="connsiteX37" fmla="*/ 8880 w 10000"/>
              <a:gd name="connsiteY37" fmla="*/ 2913 h 10000"/>
              <a:gd name="connsiteX38" fmla="*/ 8147 w 10000"/>
              <a:gd name="connsiteY38" fmla="*/ 1510 h 10000"/>
              <a:gd name="connsiteX39" fmla="*/ 7383 w 10000"/>
              <a:gd name="connsiteY39" fmla="*/ 829 h 10000"/>
              <a:gd name="connsiteX40" fmla="*/ 6481 w 10000"/>
              <a:gd name="connsiteY40" fmla="*/ 798 h 10000"/>
              <a:gd name="connsiteX41" fmla="*/ 5539 w 10000"/>
              <a:gd name="connsiteY41" fmla="*/ 717 h 10000"/>
              <a:gd name="connsiteX42" fmla="*/ 5314 w 10000"/>
              <a:gd name="connsiteY42" fmla="*/ 603 h 10000"/>
              <a:gd name="connsiteX43" fmla="*/ 5146 w 10000"/>
              <a:gd name="connsiteY43" fmla="*/ 70 h 10000"/>
              <a:gd name="connsiteX44" fmla="*/ 4820 w 10000"/>
              <a:gd name="connsiteY44" fmla="*/ 39 h 10000"/>
              <a:gd name="connsiteX45" fmla="*/ 4697 w 10000"/>
              <a:gd name="connsiteY45" fmla="*/ 344 h 10000"/>
              <a:gd name="connsiteX46" fmla="*/ 4506 w 10000"/>
              <a:gd name="connsiteY46" fmla="*/ 759 h 10000"/>
              <a:gd name="connsiteX47" fmla="*/ 3670 w 10000"/>
              <a:gd name="connsiteY47" fmla="*/ 742 h 10000"/>
              <a:gd name="connsiteX48" fmla="*/ 2617 w 10000"/>
              <a:gd name="connsiteY48" fmla="*/ 937 h 10000"/>
              <a:gd name="connsiteX49" fmla="*/ 1959 w 10000"/>
              <a:gd name="connsiteY49" fmla="*/ 896 h 10000"/>
              <a:gd name="connsiteX50" fmla="*/ 1136 w 10000"/>
              <a:gd name="connsiteY50" fmla="*/ 888 h 10000"/>
              <a:gd name="connsiteX51" fmla="*/ 520 w 10000"/>
              <a:gd name="connsiteY51" fmla="*/ 1197 h 10000"/>
              <a:gd name="connsiteX52" fmla="*/ 313 w 10000"/>
              <a:gd name="connsiteY52" fmla="*/ 2346 h 10000"/>
              <a:gd name="connsiteX53" fmla="*/ 2 w 10000"/>
              <a:gd name="connsiteY53" fmla="*/ 4571 h 10000"/>
              <a:gd name="connsiteX54" fmla="*/ 161 w 10000"/>
              <a:gd name="connsiteY54" fmla="*/ 6339 h 10000"/>
              <a:gd name="connsiteX55" fmla="*/ 157 w 10000"/>
              <a:gd name="connsiteY55" fmla="*/ 4515 h 10000"/>
              <a:gd name="connsiteX56" fmla="*/ 522 w 10000"/>
              <a:gd name="connsiteY56" fmla="*/ 2855 h 10000"/>
              <a:gd name="connsiteX57" fmla="*/ 816 w 10000"/>
              <a:gd name="connsiteY57" fmla="*/ 1601 h 10000"/>
              <a:gd name="connsiteX58" fmla="*/ 1144 w 10000"/>
              <a:gd name="connsiteY58" fmla="*/ 1251 h 10000"/>
              <a:gd name="connsiteX59" fmla="*/ 1906 w 10000"/>
              <a:gd name="connsiteY59" fmla="*/ 1163 h 10000"/>
              <a:gd name="connsiteX60" fmla="*/ 2640 w 10000"/>
              <a:gd name="connsiteY60" fmla="*/ 1228 h 10000"/>
              <a:gd name="connsiteX61" fmla="*/ 3292 w 10000"/>
              <a:gd name="connsiteY61" fmla="*/ 1152 h 10000"/>
              <a:gd name="connsiteX62" fmla="*/ 3933 w 10000"/>
              <a:gd name="connsiteY62" fmla="*/ 995 h 10000"/>
              <a:gd name="connsiteX63" fmla="*/ 4163 w 10000"/>
              <a:gd name="connsiteY63" fmla="*/ 1364 h 10000"/>
              <a:gd name="connsiteX64" fmla="*/ 4144 w 10000"/>
              <a:gd name="connsiteY64" fmla="*/ 2143 h 10000"/>
              <a:gd name="connsiteX0" fmla="*/ 4144 w 10000"/>
              <a:gd name="connsiteY0" fmla="*/ 2143 h 10000"/>
              <a:gd name="connsiteX1" fmla="*/ 3751 w 10000"/>
              <a:gd name="connsiteY1" fmla="*/ 3888 h 10000"/>
              <a:gd name="connsiteX2" fmla="*/ 3632 w 10000"/>
              <a:gd name="connsiteY2" fmla="*/ 4718 h 10000"/>
              <a:gd name="connsiteX3" fmla="*/ 3483 w 10000"/>
              <a:gd name="connsiteY3" fmla="*/ 5859 h 10000"/>
              <a:gd name="connsiteX4" fmla="*/ 3762 w 10000"/>
              <a:gd name="connsiteY4" fmla="*/ 7182 h 10000"/>
              <a:gd name="connsiteX5" fmla="*/ 4129 w 10000"/>
              <a:gd name="connsiteY5" fmla="*/ 7883 h 10000"/>
              <a:gd name="connsiteX6" fmla="*/ 4282 w 10000"/>
              <a:gd name="connsiteY6" fmla="*/ 8266 h 10000"/>
              <a:gd name="connsiteX7" fmla="*/ 4367 w 10000"/>
              <a:gd name="connsiteY7" fmla="*/ 8571 h 10000"/>
              <a:gd name="connsiteX8" fmla="*/ 4401 w 10000"/>
              <a:gd name="connsiteY8" fmla="*/ 9095 h 10000"/>
              <a:gd name="connsiteX9" fmla="*/ 4282 w 10000"/>
              <a:gd name="connsiteY9" fmla="*/ 9450 h 10000"/>
              <a:gd name="connsiteX10" fmla="*/ 4224 w 10000"/>
              <a:gd name="connsiteY10" fmla="*/ 9728 h 10000"/>
              <a:gd name="connsiteX11" fmla="*/ 4271 w 10000"/>
              <a:gd name="connsiteY11" fmla="*/ 9866 h 10000"/>
              <a:gd name="connsiteX12" fmla="*/ 4449 w 10000"/>
              <a:gd name="connsiteY12" fmla="*/ 9992 h 10000"/>
              <a:gd name="connsiteX13" fmla="*/ 5127 w 10000"/>
              <a:gd name="connsiteY13" fmla="*/ 9992 h 10000"/>
              <a:gd name="connsiteX14" fmla="*/ 5751 w 10000"/>
              <a:gd name="connsiteY14" fmla="*/ 9972 h 10000"/>
              <a:gd name="connsiteX15" fmla="*/ 5877 w 10000"/>
              <a:gd name="connsiteY15" fmla="*/ 9822 h 10000"/>
              <a:gd name="connsiteX16" fmla="*/ 5867 w 10000"/>
              <a:gd name="connsiteY16" fmla="*/ 9571 h 10000"/>
              <a:gd name="connsiteX17" fmla="*/ 5737 w 10000"/>
              <a:gd name="connsiteY17" fmla="*/ 9313 h 10000"/>
              <a:gd name="connsiteX18" fmla="*/ 5690 w 10000"/>
              <a:gd name="connsiteY18" fmla="*/ 8995 h 10000"/>
              <a:gd name="connsiteX19" fmla="*/ 5685 w 10000"/>
              <a:gd name="connsiteY19" fmla="*/ 8600 h 10000"/>
              <a:gd name="connsiteX20" fmla="*/ 5776 w 10000"/>
              <a:gd name="connsiteY20" fmla="*/ 8204 h 10000"/>
              <a:gd name="connsiteX21" fmla="*/ 5986 w 10000"/>
              <a:gd name="connsiteY21" fmla="*/ 7617 h 10000"/>
              <a:gd name="connsiteX22" fmla="*/ 6102 w 10000"/>
              <a:gd name="connsiteY22" fmla="*/ 7310 h 10000"/>
              <a:gd name="connsiteX23" fmla="*/ 6419 w 10000"/>
              <a:gd name="connsiteY23" fmla="*/ 6529 h 10000"/>
              <a:gd name="connsiteX24" fmla="*/ 6595 w 10000"/>
              <a:gd name="connsiteY24" fmla="*/ 5810 h 10000"/>
              <a:gd name="connsiteX25" fmla="*/ 6621 w 10000"/>
              <a:gd name="connsiteY25" fmla="*/ 5257 h 10000"/>
              <a:gd name="connsiteX26" fmla="*/ 6553 w 10000"/>
              <a:gd name="connsiteY26" fmla="*/ 4694 h 10000"/>
              <a:gd name="connsiteX27" fmla="*/ 6372 w 10000"/>
              <a:gd name="connsiteY27" fmla="*/ 3960 h 10000"/>
              <a:gd name="connsiteX28" fmla="*/ 6187 w 10000"/>
              <a:gd name="connsiteY28" fmla="*/ 3310 h 10000"/>
              <a:gd name="connsiteX29" fmla="*/ 5893 w 10000"/>
              <a:gd name="connsiteY29" fmla="*/ 2386 h 10000"/>
              <a:gd name="connsiteX30" fmla="*/ 5844 w 10000"/>
              <a:gd name="connsiteY30" fmla="*/ 1143 h 10000"/>
              <a:gd name="connsiteX31" fmla="*/ 7175 w 10000"/>
              <a:gd name="connsiteY31" fmla="*/ 1358 h 10000"/>
              <a:gd name="connsiteX32" fmla="*/ 8048 w 10000"/>
              <a:gd name="connsiteY32" fmla="*/ 2363 h 10000"/>
              <a:gd name="connsiteX33" fmla="*/ 9441 w 10000"/>
              <a:gd name="connsiteY33" fmla="*/ 4299 h 10000"/>
              <a:gd name="connsiteX34" fmla="*/ 10000 w 10000"/>
              <a:gd name="connsiteY34" fmla="*/ 5982 h 10000"/>
              <a:gd name="connsiteX35" fmla="*/ 9756 w 10000"/>
              <a:gd name="connsiteY35" fmla="*/ 4221 h 10000"/>
              <a:gd name="connsiteX36" fmla="*/ 8880 w 10000"/>
              <a:gd name="connsiteY36" fmla="*/ 2913 h 10000"/>
              <a:gd name="connsiteX37" fmla="*/ 8147 w 10000"/>
              <a:gd name="connsiteY37" fmla="*/ 1510 h 10000"/>
              <a:gd name="connsiteX38" fmla="*/ 7383 w 10000"/>
              <a:gd name="connsiteY38" fmla="*/ 829 h 10000"/>
              <a:gd name="connsiteX39" fmla="*/ 6481 w 10000"/>
              <a:gd name="connsiteY39" fmla="*/ 798 h 10000"/>
              <a:gd name="connsiteX40" fmla="*/ 5539 w 10000"/>
              <a:gd name="connsiteY40" fmla="*/ 717 h 10000"/>
              <a:gd name="connsiteX41" fmla="*/ 5314 w 10000"/>
              <a:gd name="connsiteY41" fmla="*/ 603 h 10000"/>
              <a:gd name="connsiteX42" fmla="*/ 5146 w 10000"/>
              <a:gd name="connsiteY42" fmla="*/ 70 h 10000"/>
              <a:gd name="connsiteX43" fmla="*/ 4820 w 10000"/>
              <a:gd name="connsiteY43" fmla="*/ 39 h 10000"/>
              <a:gd name="connsiteX44" fmla="*/ 4697 w 10000"/>
              <a:gd name="connsiteY44" fmla="*/ 344 h 10000"/>
              <a:gd name="connsiteX45" fmla="*/ 4506 w 10000"/>
              <a:gd name="connsiteY45" fmla="*/ 759 h 10000"/>
              <a:gd name="connsiteX46" fmla="*/ 3670 w 10000"/>
              <a:gd name="connsiteY46" fmla="*/ 742 h 10000"/>
              <a:gd name="connsiteX47" fmla="*/ 2617 w 10000"/>
              <a:gd name="connsiteY47" fmla="*/ 937 h 10000"/>
              <a:gd name="connsiteX48" fmla="*/ 1959 w 10000"/>
              <a:gd name="connsiteY48" fmla="*/ 896 h 10000"/>
              <a:gd name="connsiteX49" fmla="*/ 1136 w 10000"/>
              <a:gd name="connsiteY49" fmla="*/ 888 h 10000"/>
              <a:gd name="connsiteX50" fmla="*/ 520 w 10000"/>
              <a:gd name="connsiteY50" fmla="*/ 1197 h 10000"/>
              <a:gd name="connsiteX51" fmla="*/ 313 w 10000"/>
              <a:gd name="connsiteY51" fmla="*/ 2346 h 10000"/>
              <a:gd name="connsiteX52" fmla="*/ 2 w 10000"/>
              <a:gd name="connsiteY52" fmla="*/ 4571 h 10000"/>
              <a:gd name="connsiteX53" fmla="*/ 161 w 10000"/>
              <a:gd name="connsiteY53" fmla="*/ 6339 h 10000"/>
              <a:gd name="connsiteX54" fmla="*/ 157 w 10000"/>
              <a:gd name="connsiteY54" fmla="*/ 4515 h 10000"/>
              <a:gd name="connsiteX55" fmla="*/ 522 w 10000"/>
              <a:gd name="connsiteY55" fmla="*/ 2855 h 10000"/>
              <a:gd name="connsiteX56" fmla="*/ 816 w 10000"/>
              <a:gd name="connsiteY56" fmla="*/ 1601 h 10000"/>
              <a:gd name="connsiteX57" fmla="*/ 1144 w 10000"/>
              <a:gd name="connsiteY57" fmla="*/ 1251 h 10000"/>
              <a:gd name="connsiteX58" fmla="*/ 1906 w 10000"/>
              <a:gd name="connsiteY58" fmla="*/ 1163 h 10000"/>
              <a:gd name="connsiteX59" fmla="*/ 2640 w 10000"/>
              <a:gd name="connsiteY59" fmla="*/ 1228 h 10000"/>
              <a:gd name="connsiteX60" fmla="*/ 3292 w 10000"/>
              <a:gd name="connsiteY60" fmla="*/ 1152 h 10000"/>
              <a:gd name="connsiteX61" fmla="*/ 3933 w 10000"/>
              <a:gd name="connsiteY61" fmla="*/ 995 h 10000"/>
              <a:gd name="connsiteX62" fmla="*/ 4163 w 10000"/>
              <a:gd name="connsiteY62" fmla="*/ 1364 h 10000"/>
              <a:gd name="connsiteX63" fmla="*/ 4144 w 10000"/>
              <a:gd name="connsiteY63" fmla="*/ 2143 h 10000"/>
              <a:gd name="connsiteX0" fmla="*/ 4144 w 9756"/>
              <a:gd name="connsiteY0" fmla="*/ 2143 h 10000"/>
              <a:gd name="connsiteX1" fmla="*/ 3751 w 9756"/>
              <a:gd name="connsiteY1" fmla="*/ 3888 h 10000"/>
              <a:gd name="connsiteX2" fmla="*/ 3632 w 9756"/>
              <a:gd name="connsiteY2" fmla="*/ 4718 h 10000"/>
              <a:gd name="connsiteX3" fmla="*/ 3483 w 9756"/>
              <a:gd name="connsiteY3" fmla="*/ 5859 h 10000"/>
              <a:gd name="connsiteX4" fmla="*/ 3762 w 9756"/>
              <a:gd name="connsiteY4" fmla="*/ 7182 h 10000"/>
              <a:gd name="connsiteX5" fmla="*/ 4129 w 9756"/>
              <a:gd name="connsiteY5" fmla="*/ 7883 h 10000"/>
              <a:gd name="connsiteX6" fmla="*/ 4282 w 9756"/>
              <a:gd name="connsiteY6" fmla="*/ 8266 h 10000"/>
              <a:gd name="connsiteX7" fmla="*/ 4367 w 9756"/>
              <a:gd name="connsiteY7" fmla="*/ 8571 h 10000"/>
              <a:gd name="connsiteX8" fmla="*/ 4401 w 9756"/>
              <a:gd name="connsiteY8" fmla="*/ 9095 h 10000"/>
              <a:gd name="connsiteX9" fmla="*/ 4282 w 9756"/>
              <a:gd name="connsiteY9" fmla="*/ 9450 h 10000"/>
              <a:gd name="connsiteX10" fmla="*/ 4224 w 9756"/>
              <a:gd name="connsiteY10" fmla="*/ 9728 h 10000"/>
              <a:gd name="connsiteX11" fmla="*/ 4271 w 9756"/>
              <a:gd name="connsiteY11" fmla="*/ 9866 h 10000"/>
              <a:gd name="connsiteX12" fmla="*/ 4449 w 9756"/>
              <a:gd name="connsiteY12" fmla="*/ 9992 h 10000"/>
              <a:gd name="connsiteX13" fmla="*/ 5127 w 9756"/>
              <a:gd name="connsiteY13" fmla="*/ 9992 h 10000"/>
              <a:gd name="connsiteX14" fmla="*/ 5751 w 9756"/>
              <a:gd name="connsiteY14" fmla="*/ 9972 h 10000"/>
              <a:gd name="connsiteX15" fmla="*/ 5877 w 9756"/>
              <a:gd name="connsiteY15" fmla="*/ 9822 h 10000"/>
              <a:gd name="connsiteX16" fmla="*/ 5867 w 9756"/>
              <a:gd name="connsiteY16" fmla="*/ 9571 h 10000"/>
              <a:gd name="connsiteX17" fmla="*/ 5737 w 9756"/>
              <a:gd name="connsiteY17" fmla="*/ 9313 h 10000"/>
              <a:gd name="connsiteX18" fmla="*/ 5690 w 9756"/>
              <a:gd name="connsiteY18" fmla="*/ 8995 h 10000"/>
              <a:gd name="connsiteX19" fmla="*/ 5685 w 9756"/>
              <a:gd name="connsiteY19" fmla="*/ 8600 h 10000"/>
              <a:gd name="connsiteX20" fmla="*/ 5776 w 9756"/>
              <a:gd name="connsiteY20" fmla="*/ 8204 h 10000"/>
              <a:gd name="connsiteX21" fmla="*/ 5986 w 9756"/>
              <a:gd name="connsiteY21" fmla="*/ 7617 h 10000"/>
              <a:gd name="connsiteX22" fmla="*/ 6102 w 9756"/>
              <a:gd name="connsiteY22" fmla="*/ 7310 h 10000"/>
              <a:gd name="connsiteX23" fmla="*/ 6419 w 9756"/>
              <a:gd name="connsiteY23" fmla="*/ 6529 h 10000"/>
              <a:gd name="connsiteX24" fmla="*/ 6595 w 9756"/>
              <a:gd name="connsiteY24" fmla="*/ 5810 h 10000"/>
              <a:gd name="connsiteX25" fmla="*/ 6621 w 9756"/>
              <a:gd name="connsiteY25" fmla="*/ 5257 h 10000"/>
              <a:gd name="connsiteX26" fmla="*/ 6553 w 9756"/>
              <a:gd name="connsiteY26" fmla="*/ 4694 h 10000"/>
              <a:gd name="connsiteX27" fmla="*/ 6372 w 9756"/>
              <a:gd name="connsiteY27" fmla="*/ 3960 h 10000"/>
              <a:gd name="connsiteX28" fmla="*/ 6187 w 9756"/>
              <a:gd name="connsiteY28" fmla="*/ 3310 h 10000"/>
              <a:gd name="connsiteX29" fmla="*/ 5893 w 9756"/>
              <a:gd name="connsiteY29" fmla="*/ 2386 h 10000"/>
              <a:gd name="connsiteX30" fmla="*/ 5844 w 9756"/>
              <a:gd name="connsiteY30" fmla="*/ 1143 h 10000"/>
              <a:gd name="connsiteX31" fmla="*/ 7175 w 9756"/>
              <a:gd name="connsiteY31" fmla="*/ 1358 h 10000"/>
              <a:gd name="connsiteX32" fmla="*/ 8048 w 9756"/>
              <a:gd name="connsiteY32" fmla="*/ 2363 h 10000"/>
              <a:gd name="connsiteX33" fmla="*/ 9441 w 9756"/>
              <a:gd name="connsiteY33" fmla="*/ 4299 h 10000"/>
              <a:gd name="connsiteX34" fmla="*/ 8834 w 9756"/>
              <a:gd name="connsiteY34" fmla="*/ 6660 h 10000"/>
              <a:gd name="connsiteX35" fmla="*/ 9756 w 9756"/>
              <a:gd name="connsiteY35" fmla="*/ 4221 h 10000"/>
              <a:gd name="connsiteX36" fmla="*/ 8880 w 9756"/>
              <a:gd name="connsiteY36" fmla="*/ 2913 h 10000"/>
              <a:gd name="connsiteX37" fmla="*/ 8147 w 9756"/>
              <a:gd name="connsiteY37" fmla="*/ 1510 h 10000"/>
              <a:gd name="connsiteX38" fmla="*/ 7383 w 9756"/>
              <a:gd name="connsiteY38" fmla="*/ 829 h 10000"/>
              <a:gd name="connsiteX39" fmla="*/ 6481 w 9756"/>
              <a:gd name="connsiteY39" fmla="*/ 798 h 10000"/>
              <a:gd name="connsiteX40" fmla="*/ 5539 w 9756"/>
              <a:gd name="connsiteY40" fmla="*/ 717 h 10000"/>
              <a:gd name="connsiteX41" fmla="*/ 5314 w 9756"/>
              <a:gd name="connsiteY41" fmla="*/ 603 h 10000"/>
              <a:gd name="connsiteX42" fmla="*/ 5146 w 9756"/>
              <a:gd name="connsiteY42" fmla="*/ 70 h 10000"/>
              <a:gd name="connsiteX43" fmla="*/ 4820 w 9756"/>
              <a:gd name="connsiteY43" fmla="*/ 39 h 10000"/>
              <a:gd name="connsiteX44" fmla="*/ 4697 w 9756"/>
              <a:gd name="connsiteY44" fmla="*/ 344 h 10000"/>
              <a:gd name="connsiteX45" fmla="*/ 4506 w 9756"/>
              <a:gd name="connsiteY45" fmla="*/ 759 h 10000"/>
              <a:gd name="connsiteX46" fmla="*/ 3670 w 9756"/>
              <a:gd name="connsiteY46" fmla="*/ 742 h 10000"/>
              <a:gd name="connsiteX47" fmla="*/ 2617 w 9756"/>
              <a:gd name="connsiteY47" fmla="*/ 937 h 10000"/>
              <a:gd name="connsiteX48" fmla="*/ 1959 w 9756"/>
              <a:gd name="connsiteY48" fmla="*/ 896 h 10000"/>
              <a:gd name="connsiteX49" fmla="*/ 1136 w 9756"/>
              <a:gd name="connsiteY49" fmla="*/ 888 h 10000"/>
              <a:gd name="connsiteX50" fmla="*/ 520 w 9756"/>
              <a:gd name="connsiteY50" fmla="*/ 1197 h 10000"/>
              <a:gd name="connsiteX51" fmla="*/ 313 w 9756"/>
              <a:gd name="connsiteY51" fmla="*/ 2346 h 10000"/>
              <a:gd name="connsiteX52" fmla="*/ 2 w 9756"/>
              <a:gd name="connsiteY52" fmla="*/ 4571 h 10000"/>
              <a:gd name="connsiteX53" fmla="*/ 161 w 9756"/>
              <a:gd name="connsiteY53" fmla="*/ 6339 h 10000"/>
              <a:gd name="connsiteX54" fmla="*/ 157 w 9756"/>
              <a:gd name="connsiteY54" fmla="*/ 4515 h 10000"/>
              <a:gd name="connsiteX55" fmla="*/ 522 w 9756"/>
              <a:gd name="connsiteY55" fmla="*/ 2855 h 10000"/>
              <a:gd name="connsiteX56" fmla="*/ 816 w 9756"/>
              <a:gd name="connsiteY56" fmla="*/ 1601 h 10000"/>
              <a:gd name="connsiteX57" fmla="*/ 1144 w 9756"/>
              <a:gd name="connsiteY57" fmla="*/ 1251 h 10000"/>
              <a:gd name="connsiteX58" fmla="*/ 1906 w 9756"/>
              <a:gd name="connsiteY58" fmla="*/ 1163 h 10000"/>
              <a:gd name="connsiteX59" fmla="*/ 2640 w 9756"/>
              <a:gd name="connsiteY59" fmla="*/ 1228 h 10000"/>
              <a:gd name="connsiteX60" fmla="*/ 3292 w 9756"/>
              <a:gd name="connsiteY60" fmla="*/ 1152 h 10000"/>
              <a:gd name="connsiteX61" fmla="*/ 3933 w 9756"/>
              <a:gd name="connsiteY61" fmla="*/ 995 h 10000"/>
              <a:gd name="connsiteX62" fmla="*/ 4163 w 9756"/>
              <a:gd name="connsiteY62" fmla="*/ 1364 h 10000"/>
              <a:gd name="connsiteX63" fmla="*/ 4144 w 9756"/>
              <a:gd name="connsiteY63" fmla="*/ 2143 h 10000"/>
              <a:gd name="connsiteX0" fmla="*/ 4248 w 10000"/>
              <a:gd name="connsiteY0" fmla="*/ 2143 h 10000"/>
              <a:gd name="connsiteX1" fmla="*/ 3845 w 10000"/>
              <a:gd name="connsiteY1" fmla="*/ 3888 h 10000"/>
              <a:gd name="connsiteX2" fmla="*/ 3723 w 10000"/>
              <a:gd name="connsiteY2" fmla="*/ 4718 h 10000"/>
              <a:gd name="connsiteX3" fmla="*/ 3570 w 10000"/>
              <a:gd name="connsiteY3" fmla="*/ 5859 h 10000"/>
              <a:gd name="connsiteX4" fmla="*/ 3856 w 10000"/>
              <a:gd name="connsiteY4" fmla="*/ 7182 h 10000"/>
              <a:gd name="connsiteX5" fmla="*/ 4232 w 10000"/>
              <a:gd name="connsiteY5" fmla="*/ 7883 h 10000"/>
              <a:gd name="connsiteX6" fmla="*/ 4389 w 10000"/>
              <a:gd name="connsiteY6" fmla="*/ 8266 h 10000"/>
              <a:gd name="connsiteX7" fmla="*/ 4476 w 10000"/>
              <a:gd name="connsiteY7" fmla="*/ 8571 h 10000"/>
              <a:gd name="connsiteX8" fmla="*/ 4511 w 10000"/>
              <a:gd name="connsiteY8" fmla="*/ 9095 h 10000"/>
              <a:gd name="connsiteX9" fmla="*/ 4389 w 10000"/>
              <a:gd name="connsiteY9" fmla="*/ 9450 h 10000"/>
              <a:gd name="connsiteX10" fmla="*/ 4330 w 10000"/>
              <a:gd name="connsiteY10" fmla="*/ 9728 h 10000"/>
              <a:gd name="connsiteX11" fmla="*/ 4378 w 10000"/>
              <a:gd name="connsiteY11" fmla="*/ 9866 h 10000"/>
              <a:gd name="connsiteX12" fmla="*/ 4560 w 10000"/>
              <a:gd name="connsiteY12" fmla="*/ 9992 h 10000"/>
              <a:gd name="connsiteX13" fmla="*/ 5255 w 10000"/>
              <a:gd name="connsiteY13" fmla="*/ 9992 h 10000"/>
              <a:gd name="connsiteX14" fmla="*/ 5895 w 10000"/>
              <a:gd name="connsiteY14" fmla="*/ 9972 h 10000"/>
              <a:gd name="connsiteX15" fmla="*/ 6024 w 10000"/>
              <a:gd name="connsiteY15" fmla="*/ 9822 h 10000"/>
              <a:gd name="connsiteX16" fmla="*/ 6014 w 10000"/>
              <a:gd name="connsiteY16" fmla="*/ 9571 h 10000"/>
              <a:gd name="connsiteX17" fmla="*/ 5880 w 10000"/>
              <a:gd name="connsiteY17" fmla="*/ 9313 h 10000"/>
              <a:gd name="connsiteX18" fmla="*/ 5832 w 10000"/>
              <a:gd name="connsiteY18" fmla="*/ 8995 h 10000"/>
              <a:gd name="connsiteX19" fmla="*/ 5827 w 10000"/>
              <a:gd name="connsiteY19" fmla="*/ 8600 h 10000"/>
              <a:gd name="connsiteX20" fmla="*/ 5920 w 10000"/>
              <a:gd name="connsiteY20" fmla="*/ 8204 h 10000"/>
              <a:gd name="connsiteX21" fmla="*/ 6136 w 10000"/>
              <a:gd name="connsiteY21" fmla="*/ 7617 h 10000"/>
              <a:gd name="connsiteX22" fmla="*/ 6255 w 10000"/>
              <a:gd name="connsiteY22" fmla="*/ 7310 h 10000"/>
              <a:gd name="connsiteX23" fmla="*/ 6580 w 10000"/>
              <a:gd name="connsiteY23" fmla="*/ 6529 h 10000"/>
              <a:gd name="connsiteX24" fmla="*/ 6760 w 10000"/>
              <a:gd name="connsiteY24" fmla="*/ 5810 h 10000"/>
              <a:gd name="connsiteX25" fmla="*/ 6787 w 10000"/>
              <a:gd name="connsiteY25" fmla="*/ 5257 h 10000"/>
              <a:gd name="connsiteX26" fmla="*/ 6717 w 10000"/>
              <a:gd name="connsiteY26" fmla="*/ 4694 h 10000"/>
              <a:gd name="connsiteX27" fmla="*/ 6531 w 10000"/>
              <a:gd name="connsiteY27" fmla="*/ 3960 h 10000"/>
              <a:gd name="connsiteX28" fmla="*/ 6342 w 10000"/>
              <a:gd name="connsiteY28" fmla="*/ 3310 h 10000"/>
              <a:gd name="connsiteX29" fmla="*/ 6040 w 10000"/>
              <a:gd name="connsiteY29" fmla="*/ 2386 h 10000"/>
              <a:gd name="connsiteX30" fmla="*/ 5990 w 10000"/>
              <a:gd name="connsiteY30" fmla="*/ 1143 h 10000"/>
              <a:gd name="connsiteX31" fmla="*/ 7354 w 10000"/>
              <a:gd name="connsiteY31" fmla="*/ 1358 h 10000"/>
              <a:gd name="connsiteX32" fmla="*/ 8249 w 10000"/>
              <a:gd name="connsiteY32" fmla="*/ 2363 h 10000"/>
              <a:gd name="connsiteX33" fmla="*/ 8482 w 10000"/>
              <a:gd name="connsiteY33" fmla="*/ 4522 h 10000"/>
              <a:gd name="connsiteX34" fmla="*/ 9055 w 10000"/>
              <a:gd name="connsiteY34" fmla="*/ 6660 h 10000"/>
              <a:gd name="connsiteX35" fmla="*/ 10000 w 10000"/>
              <a:gd name="connsiteY35" fmla="*/ 4221 h 10000"/>
              <a:gd name="connsiteX36" fmla="*/ 9102 w 10000"/>
              <a:gd name="connsiteY36" fmla="*/ 2913 h 10000"/>
              <a:gd name="connsiteX37" fmla="*/ 8351 w 10000"/>
              <a:gd name="connsiteY37" fmla="*/ 1510 h 10000"/>
              <a:gd name="connsiteX38" fmla="*/ 7568 w 10000"/>
              <a:gd name="connsiteY38" fmla="*/ 829 h 10000"/>
              <a:gd name="connsiteX39" fmla="*/ 6643 w 10000"/>
              <a:gd name="connsiteY39" fmla="*/ 798 h 10000"/>
              <a:gd name="connsiteX40" fmla="*/ 5678 w 10000"/>
              <a:gd name="connsiteY40" fmla="*/ 717 h 10000"/>
              <a:gd name="connsiteX41" fmla="*/ 5447 w 10000"/>
              <a:gd name="connsiteY41" fmla="*/ 603 h 10000"/>
              <a:gd name="connsiteX42" fmla="*/ 5275 w 10000"/>
              <a:gd name="connsiteY42" fmla="*/ 70 h 10000"/>
              <a:gd name="connsiteX43" fmla="*/ 4941 w 10000"/>
              <a:gd name="connsiteY43" fmla="*/ 39 h 10000"/>
              <a:gd name="connsiteX44" fmla="*/ 4814 w 10000"/>
              <a:gd name="connsiteY44" fmla="*/ 344 h 10000"/>
              <a:gd name="connsiteX45" fmla="*/ 4619 w 10000"/>
              <a:gd name="connsiteY45" fmla="*/ 759 h 10000"/>
              <a:gd name="connsiteX46" fmla="*/ 3762 w 10000"/>
              <a:gd name="connsiteY46" fmla="*/ 742 h 10000"/>
              <a:gd name="connsiteX47" fmla="*/ 2682 w 10000"/>
              <a:gd name="connsiteY47" fmla="*/ 937 h 10000"/>
              <a:gd name="connsiteX48" fmla="*/ 2008 w 10000"/>
              <a:gd name="connsiteY48" fmla="*/ 896 h 10000"/>
              <a:gd name="connsiteX49" fmla="*/ 1164 w 10000"/>
              <a:gd name="connsiteY49" fmla="*/ 888 h 10000"/>
              <a:gd name="connsiteX50" fmla="*/ 533 w 10000"/>
              <a:gd name="connsiteY50" fmla="*/ 1197 h 10000"/>
              <a:gd name="connsiteX51" fmla="*/ 321 w 10000"/>
              <a:gd name="connsiteY51" fmla="*/ 2346 h 10000"/>
              <a:gd name="connsiteX52" fmla="*/ 2 w 10000"/>
              <a:gd name="connsiteY52" fmla="*/ 4571 h 10000"/>
              <a:gd name="connsiteX53" fmla="*/ 165 w 10000"/>
              <a:gd name="connsiteY53" fmla="*/ 6339 h 10000"/>
              <a:gd name="connsiteX54" fmla="*/ 161 w 10000"/>
              <a:gd name="connsiteY54" fmla="*/ 4515 h 10000"/>
              <a:gd name="connsiteX55" fmla="*/ 535 w 10000"/>
              <a:gd name="connsiteY55" fmla="*/ 2855 h 10000"/>
              <a:gd name="connsiteX56" fmla="*/ 836 w 10000"/>
              <a:gd name="connsiteY56" fmla="*/ 1601 h 10000"/>
              <a:gd name="connsiteX57" fmla="*/ 1173 w 10000"/>
              <a:gd name="connsiteY57" fmla="*/ 1251 h 10000"/>
              <a:gd name="connsiteX58" fmla="*/ 1954 w 10000"/>
              <a:gd name="connsiteY58" fmla="*/ 1163 h 10000"/>
              <a:gd name="connsiteX59" fmla="*/ 2706 w 10000"/>
              <a:gd name="connsiteY59" fmla="*/ 1228 h 10000"/>
              <a:gd name="connsiteX60" fmla="*/ 3374 w 10000"/>
              <a:gd name="connsiteY60" fmla="*/ 1152 h 10000"/>
              <a:gd name="connsiteX61" fmla="*/ 4031 w 10000"/>
              <a:gd name="connsiteY61" fmla="*/ 995 h 10000"/>
              <a:gd name="connsiteX62" fmla="*/ 4267 w 10000"/>
              <a:gd name="connsiteY62" fmla="*/ 1364 h 10000"/>
              <a:gd name="connsiteX63" fmla="*/ 4248 w 10000"/>
              <a:gd name="connsiteY63" fmla="*/ 2143 h 10000"/>
              <a:gd name="connsiteX0" fmla="*/ 4248 w 9111"/>
              <a:gd name="connsiteY0" fmla="*/ 2143 h 10000"/>
              <a:gd name="connsiteX1" fmla="*/ 3845 w 9111"/>
              <a:gd name="connsiteY1" fmla="*/ 3888 h 10000"/>
              <a:gd name="connsiteX2" fmla="*/ 3723 w 9111"/>
              <a:gd name="connsiteY2" fmla="*/ 4718 h 10000"/>
              <a:gd name="connsiteX3" fmla="*/ 3570 w 9111"/>
              <a:gd name="connsiteY3" fmla="*/ 5859 h 10000"/>
              <a:gd name="connsiteX4" fmla="*/ 3856 w 9111"/>
              <a:gd name="connsiteY4" fmla="*/ 7182 h 10000"/>
              <a:gd name="connsiteX5" fmla="*/ 4232 w 9111"/>
              <a:gd name="connsiteY5" fmla="*/ 7883 h 10000"/>
              <a:gd name="connsiteX6" fmla="*/ 4389 w 9111"/>
              <a:gd name="connsiteY6" fmla="*/ 8266 h 10000"/>
              <a:gd name="connsiteX7" fmla="*/ 4476 w 9111"/>
              <a:gd name="connsiteY7" fmla="*/ 8571 h 10000"/>
              <a:gd name="connsiteX8" fmla="*/ 4511 w 9111"/>
              <a:gd name="connsiteY8" fmla="*/ 9095 h 10000"/>
              <a:gd name="connsiteX9" fmla="*/ 4389 w 9111"/>
              <a:gd name="connsiteY9" fmla="*/ 9450 h 10000"/>
              <a:gd name="connsiteX10" fmla="*/ 4330 w 9111"/>
              <a:gd name="connsiteY10" fmla="*/ 9728 h 10000"/>
              <a:gd name="connsiteX11" fmla="*/ 4378 w 9111"/>
              <a:gd name="connsiteY11" fmla="*/ 9866 h 10000"/>
              <a:gd name="connsiteX12" fmla="*/ 4560 w 9111"/>
              <a:gd name="connsiteY12" fmla="*/ 9992 h 10000"/>
              <a:gd name="connsiteX13" fmla="*/ 5255 w 9111"/>
              <a:gd name="connsiteY13" fmla="*/ 9992 h 10000"/>
              <a:gd name="connsiteX14" fmla="*/ 5895 w 9111"/>
              <a:gd name="connsiteY14" fmla="*/ 9972 h 10000"/>
              <a:gd name="connsiteX15" fmla="*/ 6024 w 9111"/>
              <a:gd name="connsiteY15" fmla="*/ 9822 h 10000"/>
              <a:gd name="connsiteX16" fmla="*/ 6014 w 9111"/>
              <a:gd name="connsiteY16" fmla="*/ 9571 h 10000"/>
              <a:gd name="connsiteX17" fmla="*/ 5880 w 9111"/>
              <a:gd name="connsiteY17" fmla="*/ 9313 h 10000"/>
              <a:gd name="connsiteX18" fmla="*/ 5832 w 9111"/>
              <a:gd name="connsiteY18" fmla="*/ 8995 h 10000"/>
              <a:gd name="connsiteX19" fmla="*/ 5827 w 9111"/>
              <a:gd name="connsiteY19" fmla="*/ 8600 h 10000"/>
              <a:gd name="connsiteX20" fmla="*/ 5920 w 9111"/>
              <a:gd name="connsiteY20" fmla="*/ 8204 h 10000"/>
              <a:gd name="connsiteX21" fmla="*/ 6136 w 9111"/>
              <a:gd name="connsiteY21" fmla="*/ 7617 h 10000"/>
              <a:gd name="connsiteX22" fmla="*/ 6255 w 9111"/>
              <a:gd name="connsiteY22" fmla="*/ 7310 h 10000"/>
              <a:gd name="connsiteX23" fmla="*/ 6580 w 9111"/>
              <a:gd name="connsiteY23" fmla="*/ 6529 h 10000"/>
              <a:gd name="connsiteX24" fmla="*/ 6760 w 9111"/>
              <a:gd name="connsiteY24" fmla="*/ 5810 h 10000"/>
              <a:gd name="connsiteX25" fmla="*/ 6787 w 9111"/>
              <a:gd name="connsiteY25" fmla="*/ 5257 h 10000"/>
              <a:gd name="connsiteX26" fmla="*/ 6717 w 9111"/>
              <a:gd name="connsiteY26" fmla="*/ 4694 h 10000"/>
              <a:gd name="connsiteX27" fmla="*/ 6531 w 9111"/>
              <a:gd name="connsiteY27" fmla="*/ 3960 h 10000"/>
              <a:gd name="connsiteX28" fmla="*/ 6342 w 9111"/>
              <a:gd name="connsiteY28" fmla="*/ 3310 h 10000"/>
              <a:gd name="connsiteX29" fmla="*/ 6040 w 9111"/>
              <a:gd name="connsiteY29" fmla="*/ 2386 h 10000"/>
              <a:gd name="connsiteX30" fmla="*/ 5990 w 9111"/>
              <a:gd name="connsiteY30" fmla="*/ 1143 h 10000"/>
              <a:gd name="connsiteX31" fmla="*/ 7354 w 9111"/>
              <a:gd name="connsiteY31" fmla="*/ 1358 h 10000"/>
              <a:gd name="connsiteX32" fmla="*/ 8249 w 9111"/>
              <a:gd name="connsiteY32" fmla="*/ 2363 h 10000"/>
              <a:gd name="connsiteX33" fmla="*/ 8482 w 9111"/>
              <a:gd name="connsiteY33" fmla="*/ 4522 h 10000"/>
              <a:gd name="connsiteX34" fmla="*/ 9055 w 9111"/>
              <a:gd name="connsiteY34" fmla="*/ 6660 h 10000"/>
              <a:gd name="connsiteX35" fmla="*/ 8805 w 9111"/>
              <a:gd name="connsiteY35" fmla="*/ 4521 h 10000"/>
              <a:gd name="connsiteX36" fmla="*/ 9102 w 9111"/>
              <a:gd name="connsiteY36" fmla="*/ 2913 h 10000"/>
              <a:gd name="connsiteX37" fmla="*/ 8351 w 9111"/>
              <a:gd name="connsiteY37" fmla="*/ 1510 h 10000"/>
              <a:gd name="connsiteX38" fmla="*/ 7568 w 9111"/>
              <a:gd name="connsiteY38" fmla="*/ 829 h 10000"/>
              <a:gd name="connsiteX39" fmla="*/ 6643 w 9111"/>
              <a:gd name="connsiteY39" fmla="*/ 798 h 10000"/>
              <a:gd name="connsiteX40" fmla="*/ 5678 w 9111"/>
              <a:gd name="connsiteY40" fmla="*/ 717 h 10000"/>
              <a:gd name="connsiteX41" fmla="*/ 5447 w 9111"/>
              <a:gd name="connsiteY41" fmla="*/ 603 h 10000"/>
              <a:gd name="connsiteX42" fmla="*/ 5275 w 9111"/>
              <a:gd name="connsiteY42" fmla="*/ 70 h 10000"/>
              <a:gd name="connsiteX43" fmla="*/ 4941 w 9111"/>
              <a:gd name="connsiteY43" fmla="*/ 39 h 10000"/>
              <a:gd name="connsiteX44" fmla="*/ 4814 w 9111"/>
              <a:gd name="connsiteY44" fmla="*/ 344 h 10000"/>
              <a:gd name="connsiteX45" fmla="*/ 4619 w 9111"/>
              <a:gd name="connsiteY45" fmla="*/ 759 h 10000"/>
              <a:gd name="connsiteX46" fmla="*/ 3762 w 9111"/>
              <a:gd name="connsiteY46" fmla="*/ 742 h 10000"/>
              <a:gd name="connsiteX47" fmla="*/ 2682 w 9111"/>
              <a:gd name="connsiteY47" fmla="*/ 937 h 10000"/>
              <a:gd name="connsiteX48" fmla="*/ 2008 w 9111"/>
              <a:gd name="connsiteY48" fmla="*/ 896 h 10000"/>
              <a:gd name="connsiteX49" fmla="*/ 1164 w 9111"/>
              <a:gd name="connsiteY49" fmla="*/ 888 h 10000"/>
              <a:gd name="connsiteX50" fmla="*/ 533 w 9111"/>
              <a:gd name="connsiteY50" fmla="*/ 1197 h 10000"/>
              <a:gd name="connsiteX51" fmla="*/ 321 w 9111"/>
              <a:gd name="connsiteY51" fmla="*/ 2346 h 10000"/>
              <a:gd name="connsiteX52" fmla="*/ 2 w 9111"/>
              <a:gd name="connsiteY52" fmla="*/ 4571 h 10000"/>
              <a:gd name="connsiteX53" fmla="*/ 165 w 9111"/>
              <a:gd name="connsiteY53" fmla="*/ 6339 h 10000"/>
              <a:gd name="connsiteX54" fmla="*/ 161 w 9111"/>
              <a:gd name="connsiteY54" fmla="*/ 4515 h 10000"/>
              <a:gd name="connsiteX55" fmla="*/ 535 w 9111"/>
              <a:gd name="connsiteY55" fmla="*/ 2855 h 10000"/>
              <a:gd name="connsiteX56" fmla="*/ 836 w 9111"/>
              <a:gd name="connsiteY56" fmla="*/ 1601 h 10000"/>
              <a:gd name="connsiteX57" fmla="*/ 1173 w 9111"/>
              <a:gd name="connsiteY57" fmla="*/ 1251 h 10000"/>
              <a:gd name="connsiteX58" fmla="*/ 1954 w 9111"/>
              <a:gd name="connsiteY58" fmla="*/ 1163 h 10000"/>
              <a:gd name="connsiteX59" fmla="*/ 2706 w 9111"/>
              <a:gd name="connsiteY59" fmla="*/ 1228 h 10000"/>
              <a:gd name="connsiteX60" fmla="*/ 3374 w 9111"/>
              <a:gd name="connsiteY60" fmla="*/ 1152 h 10000"/>
              <a:gd name="connsiteX61" fmla="*/ 4031 w 9111"/>
              <a:gd name="connsiteY61" fmla="*/ 995 h 10000"/>
              <a:gd name="connsiteX62" fmla="*/ 4267 w 9111"/>
              <a:gd name="connsiteY62" fmla="*/ 1364 h 10000"/>
              <a:gd name="connsiteX63" fmla="*/ 4248 w 9111"/>
              <a:gd name="connsiteY63" fmla="*/ 2143 h 10000"/>
              <a:gd name="connsiteX0" fmla="*/ 4662 w 9939"/>
              <a:gd name="connsiteY0" fmla="*/ 2143 h 10000"/>
              <a:gd name="connsiteX1" fmla="*/ 4220 w 9939"/>
              <a:gd name="connsiteY1" fmla="*/ 3888 h 10000"/>
              <a:gd name="connsiteX2" fmla="*/ 4086 w 9939"/>
              <a:gd name="connsiteY2" fmla="*/ 4718 h 10000"/>
              <a:gd name="connsiteX3" fmla="*/ 3918 w 9939"/>
              <a:gd name="connsiteY3" fmla="*/ 5859 h 10000"/>
              <a:gd name="connsiteX4" fmla="*/ 4232 w 9939"/>
              <a:gd name="connsiteY4" fmla="*/ 7182 h 10000"/>
              <a:gd name="connsiteX5" fmla="*/ 4645 w 9939"/>
              <a:gd name="connsiteY5" fmla="*/ 7883 h 10000"/>
              <a:gd name="connsiteX6" fmla="*/ 4817 w 9939"/>
              <a:gd name="connsiteY6" fmla="*/ 8266 h 10000"/>
              <a:gd name="connsiteX7" fmla="*/ 4913 w 9939"/>
              <a:gd name="connsiteY7" fmla="*/ 8571 h 10000"/>
              <a:gd name="connsiteX8" fmla="*/ 4951 w 9939"/>
              <a:gd name="connsiteY8" fmla="*/ 9095 h 10000"/>
              <a:gd name="connsiteX9" fmla="*/ 4817 w 9939"/>
              <a:gd name="connsiteY9" fmla="*/ 9450 h 10000"/>
              <a:gd name="connsiteX10" fmla="*/ 4752 w 9939"/>
              <a:gd name="connsiteY10" fmla="*/ 9728 h 10000"/>
              <a:gd name="connsiteX11" fmla="*/ 4805 w 9939"/>
              <a:gd name="connsiteY11" fmla="*/ 9866 h 10000"/>
              <a:gd name="connsiteX12" fmla="*/ 5005 w 9939"/>
              <a:gd name="connsiteY12" fmla="*/ 9992 h 10000"/>
              <a:gd name="connsiteX13" fmla="*/ 5768 w 9939"/>
              <a:gd name="connsiteY13" fmla="*/ 9992 h 10000"/>
              <a:gd name="connsiteX14" fmla="*/ 6470 w 9939"/>
              <a:gd name="connsiteY14" fmla="*/ 9972 h 10000"/>
              <a:gd name="connsiteX15" fmla="*/ 6612 w 9939"/>
              <a:gd name="connsiteY15" fmla="*/ 9822 h 10000"/>
              <a:gd name="connsiteX16" fmla="*/ 6601 w 9939"/>
              <a:gd name="connsiteY16" fmla="*/ 9571 h 10000"/>
              <a:gd name="connsiteX17" fmla="*/ 6454 w 9939"/>
              <a:gd name="connsiteY17" fmla="*/ 9313 h 10000"/>
              <a:gd name="connsiteX18" fmla="*/ 6401 w 9939"/>
              <a:gd name="connsiteY18" fmla="*/ 8995 h 10000"/>
              <a:gd name="connsiteX19" fmla="*/ 6396 w 9939"/>
              <a:gd name="connsiteY19" fmla="*/ 8600 h 10000"/>
              <a:gd name="connsiteX20" fmla="*/ 6498 w 9939"/>
              <a:gd name="connsiteY20" fmla="*/ 8204 h 10000"/>
              <a:gd name="connsiteX21" fmla="*/ 6735 w 9939"/>
              <a:gd name="connsiteY21" fmla="*/ 7617 h 10000"/>
              <a:gd name="connsiteX22" fmla="*/ 6865 w 9939"/>
              <a:gd name="connsiteY22" fmla="*/ 7310 h 10000"/>
              <a:gd name="connsiteX23" fmla="*/ 7222 w 9939"/>
              <a:gd name="connsiteY23" fmla="*/ 6529 h 10000"/>
              <a:gd name="connsiteX24" fmla="*/ 7420 w 9939"/>
              <a:gd name="connsiteY24" fmla="*/ 5810 h 10000"/>
              <a:gd name="connsiteX25" fmla="*/ 7449 w 9939"/>
              <a:gd name="connsiteY25" fmla="*/ 5257 h 10000"/>
              <a:gd name="connsiteX26" fmla="*/ 7372 w 9939"/>
              <a:gd name="connsiteY26" fmla="*/ 4694 h 10000"/>
              <a:gd name="connsiteX27" fmla="*/ 7168 w 9939"/>
              <a:gd name="connsiteY27" fmla="*/ 3960 h 10000"/>
              <a:gd name="connsiteX28" fmla="*/ 6961 w 9939"/>
              <a:gd name="connsiteY28" fmla="*/ 3310 h 10000"/>
              <a:gd name="connsiteX29" fmla="*/ 6629 w 9939"/>
              <a:gd name="connsiteY29" fmla="*/ 2386 h 10000"/>
              <a:gd name="connsiteX30" fmla="*/ 6574 w 9939"/>
              <a:gd name="connsiteY30" fmla="*/ 1143 h 10000"/>
              <a:gd name="connsiteX31" fmla="*/ 8072 w 9939"/>
              <a:gd name="connsiteY31" fmla="*/ 1358 h 10000"/>
              <a:gd name="connsiteX32" fmla="*/ 9054 w 9939"/>
              <a:gd name="connsiteY32" fmla="*/ 2363 h 10000"/>
              <a:gd name="connsiteX33" fmla="*/ 9310 w 9939"/>
              <a:gd name="connsiteY33" fmla="*/ 4522 h 10000"/>
              <a:gd name="connsiteX34" fmla="*/ 9939 w 9939"/>
              <a:gd name="connsiteY34" fmla="*/ 6660 h 10000"/>
              <a:gd name="connsiteX35" fmla="*/ 9664 w 9939"/>
              <a:gd name="connsiteY35" fmla="*/ 4521 h 10000"/>
              <a:gd name="connsiteX36" fmla="*/ 9513 w 9939"/>
              <a:gd name="connsiteY36" fmla="*/ 3320 h 10000"/>
              <a:gd name="connsiteX37" fmla="*/ 9166 w 9939"/>
              <a:gd name="connsiteY37" fmla="*/ 1510 h 10000"/>
              <a:gd name="connsiteX38" fmla="*/ 8306 w 9939"/>
              <a:gd name="connsiteY38" fmla="*/ 829 h 10000"/>
              <a:gd name="connsiteX39" fmla="*/ 7291 w 9939"/>
              <a:gd name="connsiteY39" fmla="*/ 798 h 10000"/>
              <a:gd name="connsiteX40" fmla="*/ 6232 w 9939"/>
              <a:gd name="connsiteY40" fmla="*/ 717 h 10000"/>
              <a:gd name="connsiteX41" fmla="*/ 5978 w 9939"/>
              <a:gd name="connsiteY41" fmla="*/ 603 h 10000"/>
              <a:gd name="connsiteX42" fmla="*/ 5790 w 9939"/>
              <a:gd name="connsiteY42" fmla="*/ 70 h 10000"/>
              <a:gd name="connsiteX43" fmla="*/ 5423 w 9939"/>
              <a:gd name="connsiteY43" fmla="*/ 39 h 10000"/>
              <a:gd name="connsiteX44" fmla="*/ 5284 w 9939"/>
              <a:gd name="connsiteY44" fmla="*/ 344 h 10000"/>
              <a:gd name="connsiteX45" fmla="*/ 5070 w 9939"/>
              <a:gd name="connsiteY45" fmla="*/ 759 h 10000"/>
              <a:gd name="connsiteX46" fmla="*/ 4129 w 9939"/>
              <a:gd name="connsiteY46" fmla="*/ 742 h 10000"/>
              <a:gd name="connsiteX47" fmla="*/ 2944 w 9939"/>
              <a:gd name="connsiteY47" fmla="*/ 937 h 10000"/>
              <a:gd name="connsiteX48" fmla="*/ 2204 w 9939"/>
              <a:gd name="connsiteY48" fmla="*/ 896 h 10000"/>
              <a:gd name="connsiteX49" fmla="*/ 1278 w 9939"/>
              <a:gd name="connsiteY49" fmla="*/ 888 h 10000"/>
              <a:gd name="connsiteX50" fmla="*/ 585 w 9939"/>
              <a:gd name="connsiteY50" fmla="*/ 1197 h 10000"/>
              <a:gd name="connsiteX51" fmla="*/ 352 w 9939"/>
              <a:gd name="connsiteY51" fmla="*/ 2346 h 10000"/>
              <a:gd name="connsiteX52" fmla="*/ 2 w 9939"/>
              <a:gd name="connsiteY52" fmla="*/ 4571 h 10000"/>
              <a:gd name="connsiteX53" fmla="*/ 181 w 9939"/>
              <a:gd name="connsiteY53" fmla="*/ 6339 h 10000"/>
              <a:gd name="connsiteX54" fmla="*/ 177 w 9939"/>
              <a:gd name="connsiteY54" fmla="*/ 4515 h 10000"/>
              <a:gd name="connsiteX55" fmla="*/ 587 w 9939"/>
              <a:gd name="connsiteY55" fmla="*/ 2855 h 10000"/>
              <a:gd name="connsiteX56" fmla="*/ 918 w 9939"/>
              <a:gd name="connsiteY56" fmla="*/ 1601 h 10000"/>
              <a:gd name="connsiteX57" fmla="*/ 1287 w 9939"/>
              <a:gd name="connsiteY57" fmla="*/ 1251 h 10000"/>
              <a:gd name="connsiteX58" fmla="*/ 2145 w 9939"/>
              <a:gd name="connsiteY58" fmla="*/ 1163 h 10000"/>
              <a:gd name="connsiteX59" fmla="*/ 2970 w 9939"/>
              <a:gd name="connsiteY59" fmla="*/ 1228 h 10000"/>
              <a:gd name="connsiteX60" fmla="*/ 3703 w 9939"/>
              <a:gd name="connsiteY60" fmla="*/ 1152 h 10000"/>
              <a:gd name="connsiteX61" fmla="*/ 4424 w 9939"/>
              <a:gd name="connsiteY61" fmla="*/ 995 h 10000"/>
              <a:gd name="connsiteX62" fmla="*/ 4683 w 9939"/>
              <a:gd name="connsiteY62" fmla="*/ 1364 h 10000"/>
              <a:gd name="connsiteX63" fmla="*/ 4662 w 9939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72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57 w 10000"/>
              <a:gd name="connsiteY38" fmla="*/ 829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57 w 10000"/>
              <a:gd name="connsiteY38" fmla="*/ 829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84 w 10000"/>
              <a:gd name="connsiteY38" fmla="*/ 1158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84 w 10000"/>
              <a:gd name="connsiteY38" fmla="*/ 1158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9222 w 10000"/>
              <a:gd name="connsiteY37" fmla="*/ 1510 h 10000"/>
              <a:gd name="connsiteX38" fmla="*/ 8384 w 10000"/>
              <a:gd name="connsiteY38" fmla="*/ 1158 h 10000"/>
              <a:gd name="connsiteX39" fmla="*/ 7336 w 10000"/>
              <a:gd name="connsiteY39" fmla="*/ 798 h 10000"/>
              <a:gd name="connsiteX40" fmla="*/ 6270 w 10000"/>
              <a:gd name="connsiteY40" fmla="*/ 717 h 10000"/>
              <a:gd name="connsiteX41" fmla="*/ 6015 w 10000"/>
              <a:gd name="connsiteY41" fmla="*/ 603 h 10000"/>
              <a:gd name="connsiteX42" fmla="*/ 5826 w 10000"/>
              <a:gd name="connsiteY42" fmla="*/ 70 h 10000"/>
              <a:gd name="connsiteX43" fmla="*/ 5456 w 10000"/>
              <a:gd name="connsiteY43" fmla="*/ 39 h 10000"/>
              <a:gd name="connsiteX44" fmla="*/ 5316 w 10000"/>
              <a:gd name="connsiteY44" fmla="*/ 344 h 10000"/>
              <a:gd name="connsiteX45" fmla="*/ 5101 w 10000"/>
              <a:gd name="connsiteY45" fmla="*/ 759 h 10000"/>
              <a:gd name="connsiteX46" fmla="*/ 4154 w 10000"/>
              <a:gd name="connsiteY46" fmla="*/ 742 h 10000"/>
              <a:gd name="connsiteX47" fmla="*/ 2962 w 10000"/>
              <a:gd name="connsiteY47" fmla="*/ 937 h 10000"/>
              <a:gd name="connsiteX48" fmla="*/ 2218 w 10000"/>
              <a:gd name="connsiteY48" fmla="*/ 896 h 10000"/>
              <a:gd name="connsiteX49" fmla="*/ 1286 w 10000"/>
              <a:gd name="connsiteY49" fmla="*/ 888 h 10000"/>
              <a:gd name="connsiteX50" fmla="*/ 589 w 10000"/>
              <a:gd name="connsiteY50" fmla="*/ 1197 h 10000"/>
              <a:gd name="connsiteX51" fmla="*/ 354 w 10000"/>
              <a:gd name="connsiteY51" fmla="*/ 2346 h 10000"/>
              <a:gd name="connsiteX52" fmla="*/ 2 w 10000"/>
              <a:gd name="connsiteY52" fmla="*/ 4571 h 10000"/>
              <a:gd name="connsiteX53" fmla="*/ 182 w 10000"/>
              <a:gd name="connsiteY53" fmla="*/ 6339 h 10000"/>
              <a:gd name="connsiteX54" fmla="*/ 178 w 10000"/>
              <a:gd name="connsiteY54" fmla="*/ 4515 h 10000"/>
              <a:gd name="connsiteX55" fmla="*/ 591 w 10000"/>
              <a:gd name="connsiteY55" fmla="*/ 2855 h 10000"/>
              <a:gd name="connsiteX56" fmla="*/ 924 w 10000"/>
              <a:gd name="connsiteY56" fmla="*/ 1601 h 10000"/>
              <a:gd name="connsiteX57" fmla="*/ 1295 w 10000"/>
              <a:gd name="connsiteY57" fmla="*/ 1251 h 10000"/>
              <a:gd name="connsiteX58" fmla="*/ 2158 w 10000"/>
              <a:gd name="connsiteY58" fmla="*/ 1163 h 10000"/>
              <a:gd name="connsiteX59" fmla="*/ 2988 w 10000"/>
              <a:gd name="connsiteY59" fmla="*/ 1228 h 10000"/>
              <a:gd name="connsiteX60" fmla="*/ 3726 w 10000"/>
              <a:gd name="connsiteY60" fmla="*/ 1152 h 10000"/>
              <a:gd name="connsiteX61" fmla="*/ 4451 w 10000"/>
              <a:gd name="connsiteY61" fmla="*/ 995 h 10000"/>
              <a:gd name="connsiteX62" fmla="*/ 4712 w 10000"/>
              <a:gd name="connsiteY62" fmla="*/ 1364 h 10000"/>
              <a:gd name="connsiteX63" fmla="*/ 4691 w 10000"/>
              <a:gd name="connsiteY63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571 w 10000"/>
              <a:gd name="connsiteY36" fmla="*/ 332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178 w 10000"/>
              <a:gd name="connsiteY53" fmla="*/ 4515 h 10000"/>
              <a:gd name="connsiteX54" fmla="*/ 591 w 10000"/>
              <a:gd name="connsiteY54" fmla="*/ 2855 h 10000"/>
              <a:gd name="connsiteX55" fmla="*/ 924 w 10000"/>
              <a:gd name="connsiteY55" fmla="*/ 1601 h 10000"/>
              <a:gd name="connsiteX56" fmla="*/ 1295 w 10000"/>
              <a:gd name="connsiteY56" fmla="*/ 1251 h 10000"/>
              <a:gd name="connsiteX57" fmla="*/ 2158 w 10000"/>
              <a:gd name="connsiteY57" fmla="*/ 1163 h 10000"/>
              <a:gd name="connsiteX58" fmla="*/ 2988 w 10000"/>
              <a:gd name="connsiteY58" fmla="*/ 1228 h 10000"/>
              <a:gd name="connsiteX59" fmla="*/ 3726 w 10000"/>
              <a:gd name="connsiteY59" fmla="*/ 1152 h 10000"/>
              <a:gd name="connsiteX60" fmla="*/ 4451 w 10000"/>
              <a:gd name="connsiteY60" fmla="*/ 995 h 10000"/>
              <a:gd name="connsiteX61" fmla="*/ 4712 w 10000"/>
              <a:gd name="connsiteY61" fmla="*/ 1364 h 10000"/>
              <a:gd name="connsiteX62" fmla="*/ 4691 w 10000"/>
              <a:gd name="connsiteY62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110 w 10000"/>
              <a:gd name="connsiteY32" fmla="*/ 2363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238 w 10000"/>
              <a:gd name="connsiteY36" fmla="*/ 211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178 w 10000"/>
              <a:gd name="connsiteY53" fmla="*/ 4515 h 10000"/>
              <a:gd name="connsiteX54" fmla="*/ 591 w 10000"/>
              <a:gd name="connsiteY54" fmla="*/ 2855 h 10000"/>
              <a:gd name="connsiteX55" fmla="*/ 924 w 10000"/>
              <a:gd name="connsiteY55" fmla="*/ 1601 h 10000"/>
              <a:gd name="connsiteX56" fmla="*/ 1295 w 10000"/>
              <a:gd name="connsiteY56" fmla="*/ 1251 h 10000"/>
              <a:gd name="connsiteX57" fmla="*/ 2158 w 10000"/>
              <a:gd name="connsiteY57" fmla="*/ 1163 h 10000"/>
              <a:gd name="connsiteX58" fmla="*/ 2988 w 10000"/>
              <a:gd name="connsiteY58" fmla="*/ 1228 h 10000"/>
              <a:gd name="connsiteX59" fmla="*/ 3726 w 10000"/>
              <a:gd name="connsiteY59" fmla="*/ 1152 h 10000"/>
              <a:gd name="connsiteX60" fmla="*/ 4451 w 10000"/>
              <a:gd name="connsiteY60" fmla="*/ 995 h 10000"/>
              <a:gd name="connsiteX61" fmla="*/ 4712 w 10000"/>
              <a:gd name="connsiteY61" fmla="*/ 1364 h 10000"/>
              <a:gd name="connsiteX62" fmla="*/ 4691 w 10000"/>
              <a:gd name="connsiteY62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043 w 10000"/>
              <a:gd name="connsiteY32" fmla="*/ 2411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238 w 10000"/>
              <a:gd name="connsiteY36" fmla="*/ 211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178 w 10000"/>
              <a:gd name="connsiteY53" fmla="*/ 4515 h 10000"/>
              <a:gd name="connsiteX54" fmla="*/ 591 w 10000"/>
              <a:gd name="connsiteY54" fmla="*/ 2855 h 10000"/>
              <a:gd name="connsiteX55" fmla="*/ 924 w 10000"/>
              <a:gd name="connsiteY55" fmla="*/ 1601 h 10000"/>
              <a:gd name="connsiteX56" fmla="*/ 1295 w 10000"/>
              <a:gd name="connsiteY56" fmla="*/ 1251 h 10000"/>
              <a:gd name="connsiteX57" fmla="*/ 2158 w 10000"/>
              <a:gd name="connsiteY57" fmla="*/ 1163 h 10000"/>
              <a:gd name="connsiteX58" fmla="*/ 2988 w 10000"/>
              <a:gd name="connsiteY58" fmla="*/ 1228 h 10000"/>
              <a:gd name="connsiteX59" fmla="*/ 3726 w 10000"/>
              <a:gd name="connsiteY59" fmla="*/ 1152 h 10000"/>
              <a:gd name="connsiteX60" fmla="*/ 4451 w 10000"/>
              <a:gd name="connsiteY60" fmla="*/ 995 h 10000"/>
              <a:gd name="connsiteX61" fmla="*/ 4712 w 10000"/>
              <a:gd name="connsiteY61" fmla="*/ 1364 h 10000"/>
              <a:gd name="connsiteX62" fmla="*/ 4691 w 10000"/>
              <a:gd name="connsiteY62" fmla="*/ 2143 h 10000"/>
              <a:gd name="connsiteX0" fmla="*/ 4691 w 10000"/>
              <a:gd name="connsiteY0" fmla="*/ 2143 h 10000"/>
              <a:gd name="connsiteX1" fmla="*/ 4246 w 10000"/>
              <a:gd name="connsiteY1" fmla="*/ 3888 h 10000"/>
              <a:gd name="connsiteX2" fmla="*/ 4111 w 10000"/>
              <a:gd name="connsiteY2" fmla="*/ 4718 h 10000"/>
              <a:gd name="connsiteX3" fmla="*/ 3942 w 10000"/>
              <a:gd name="connsiteY3" fmla="*/ 5859 h 10000"/>
              <a:gd name="connsiteX4" fmla="*/ 4258 w 10000"/>
              <a:gd name="connsiteY4" fmla="*/ 7182 h 10000"/>
              <a:gd name="connsiteX5" fmla="*/ 4674 w 10000"/>
              <a:gd name="connsiteY5" fmla="*/ 7883 h 10000"/>
              <a:gd name="connsiteX6" fmla="*/ 4847 w 10000"/>
              <a:gd name="connsiteY6" fmla="*/ 8266 h 10000"/>
              <a:gd name="connsiteX7" fmla="*/ 4943 w 10000"/>
              <a:gd name="connsiteY7" fmla="*/ 8571 h 10000"/>
              <a:gd name="connsiteX8" fmla="*/ 4981 w 10000"/>
              <a:gd name="connsiteY8" fmla="*/ 9095 h 10000"/>
              <a:gd name="connsiteX9" fmla="*/ 4847 w 10000"/>
              <a:gd name="connsiteY9" fmla="*/ 9450 h 10000"/>
              <a:gd name="connsiteX10" fmla="*/ 4781 w 10000"/>
              <a:gd name="connsiteY10" fmla="*/ 9728 h 10000"/>
              <a:gd name="connsiteX11" fmla="*/ 4834 w 10000"/>
              <a:gd name="connsiteY11" fmla="*/ 9866 h 10000"/>
              <a:gd name="connsiteX12" fmla="*/ 5036 w 10000"/>
              <a:gd name="connsiteY12" fmla="*/ 9992 h 10000"/>
              <a:gd name="connsiteX13" fmla="*/ 5803 w 10000"/>
              <a:gd name="connsiteY13" fmla="*/ 9992 h 10000"/>
              <a:gd name="connsiteX14" fmla="*/ 6510 w 10000"/>
              <a:gd name="connsiteY14" fmla="*/ 9972 h 10000"/>
              <a:gd name="connsiteX15" fmla="*/ 6653 w 10000"/>
              <a:gd name="connsiteY15" fmla="*/ 9822 h 10000"/>
              <a:gd name="connsiteX16" fmla="*/ 6642 w 10000"/>
              <a:gd name="connsiteY16" fmla="*/ 9571 h 10000"/>
              <a:gd name="connsiteX17" fmla="*/ 6494 w 10000"/>
              <a:gd name="connsiteY17" fmla="*/ 9313 h 10000"/>
              <a:gd name="connsiteX18" fmla="*/ 6440 w 10000"/>
              <a:gd name="connsiteY18" fmla="*/ 8995 h 10000"/>
              <a:gd name="connsiteX19" fmla="*/ 6435 w 10000"/>
              <a:gd name="connsiteY19" fmla="*/ 8600 h 10000"/>
              <a:gd name="connsiteX20" fmla="*/ 6538 w 10000"/>
              <a:gd name="connsiteY20" fmla="*/ 8204 h 10000"/>
              <a:gd name="connsiteX21" fmla="*/ 6776 w 10000"/>
              <a:gd name="connsiteY21" fmla="*/ 7617 h 10000"/>
              <a:gd name="connsiteX22" fmla="*/ 6907 w 10000"/>
              <a:gd name="connsiteY22" fmla="*/ 7310 h 10000"/>
              <a:gd name="connsiteX23" fmla="*/ 7266 w 10000"/>
              <a:gd name="connsiteY23" fmla="*/ 6529 h 10000"/>
              <a:gd name="connsiteX24" fmla="*/ 7466 w 10000"/>
              <a:gd name="connsiteY24" fmla="*/ 5810 h 10000"/>
              <a:gd name="connsiteX25" fmla="*/ 7495 w 10000"/>
              <a:gd name="connsiteY25" fmla="*/ 5257 h 10000"/>
              <a:gd name="connsiteX26" fmla="*/ 7417 w 10000"/>
              <a:gd name="connsiteY26" fmla="*/ 4694 h 10000"/>
              <a:gd name="connsiteX27" fmla="*/ 7212 w 10000"/>
              <a:gd name="connsiteY27" fmla="*/ 3960 h 10000"/>
              <a:gd name="connsiteX28" fmla="*/ 7004 w 10000"/>
              <a:gd name="connsiteY28" fmla="*/ 3310 h 10000"/>
              <a:gd name="connsiteX29" fmla="*/ 6670 w 10000"/>
              <a:gd name="connsiteY29" fmla="*/ 2386 h 10000"/>
              <a:gd name="connsiteX30" fmla="*/ 6614 w 10000"/>
              <a:gd name="connsiteY30" fmla="*/ 1143 h 10000"/>
              <a:gd name="connsiteX31" fmla="*/ 8122 w 10000"/>
              <a:gd name="connsiteY31" fmla="*/ 1358 h 10000"/>
              <a:gd name="connsiteX32" fmla="*/ 9043 w 10000"/>
              <a:gd name="connsiteY32" fmla="*/ 2411 h 10000"/>
              <a:gd name="connsiteX33" fmla="*/ 9367 w 10000"/>
              <a:gd name="connsiteY33" fmla="*/ 4522 h 10000"/>
              <a:gd name="connsiteX34" fmla="*/ 10000 w 10000"/>
              <a:gd name="connsiteY34" fmla="*/ 6660 h 10000"/>
              <a:gd name="connsiteX35" fmla="*/ 9643 w 10000"/>
              <a:gd name="connsiteY35" fmla="*/ 4521 h 10000"/>
              <a:gd name="connsiteX36" fmla="*/ 9238 w 10000"/>
              <a:gd name="connsiteY36" fmla="*/ 2110 h 10000"/>
              <a:gd name="connsiteX37" fmla="*/ 8384 w 10000"/>
              <a:gd name="connsiteY37" fmla="*/ 1158 h 10000"/>
              <a:gd name="connsiteX38" fmla="*/ 7336 w 10000"/>
              <a:gd name="connsiteY38" fmla="*/ 798 h 10000"/>
              <a:gd name="connsiteX39" fmla="*/ 6270 w 10000"/>
              <a:gd name="connsiteY39" fmla="*/ 717 h 10000"/>
              <a:gd name="connsiteX40" fmla="*/ 6015 w 10000"/>
              <a:gd name="connsiteY40" fmla="*/ 603 h 10000"/>
              <a:gd name="connsiteX41" fmla="*/ 5826 w 10000"/>
              <a:gd name="connsiteY41" fmla="*/ 70 h 10000"/>
              <a:gd name="connsiteX42" fmla="*/ 5456 w 10000"/>
              <a:gd name="connsiteY42" fmla="*/ 39 h 10000"/>
              <a:gd name="connsiteX43" fmla="*/ 5316 w 10000"/>
              <a:gd name="connsiteY43" fmla="*/ 344 h 10000"/>
              <a:gd name="connsiteX44" fmla="*/ 5101 w 10000"/>
              <a:gd name="connsiteY44" fmla="*/ 759 h 10000"/>
              <a:gd name="connsiteX45" fmla="*/ 4154 w 10000"/>
              <a:gd name="connsiteY45" fmla="*/ 742 h 10000"/>
              <a:gd name="connsiteX46" fmla="*/ 2962 w 10000"/>
              <a:gd name="connsiteY46" fmla="*/ 937 h 10000"/>
              <a:gd name="connsiteX47" fmla="*/ 2218 w 10000"/>
              <a:gd name="connsiteY47" fmla="*/ 896 h 10000"/>
              <a:gd name="connsiteX48" fmla="*/ 1286 w 10000"/>
              <a:gd name="connsiteY48" fmla="*/ 888 h 10000"/>
              <a:gd name="connsiteX49" fmla="*/ 589 w 10000"/>
              <a:gd name="connsiteY49" fmla="*/ 1197 h 10000"/>
              <a:gd name="connsiteX50" fmla="*/ 354 w 10000"/>
              <a:gd name="connsiteY50" fmla="*/ 2346 h 10000"/>
              <a:gd name="connsiteX51" fmla="*/ 2 w 10000"/>
              <a:gd name="connsiteY51" fmla="*/ 4571 h 10000"/>
              <a:gd name="connsiteX52" fmla="*/ 182 w 10000"/>
              <a:gd name="connsiteY52" fmla="*/ 6339 h 10000"/>
              <a:gd name="connsiteX53" fmla="*/ 591 w 10000"/>
              <a:gd name="connsiteY53" fmla="*/ 2855 h 10000"/>
              <a:gd name="connsiteX54" fmla="*/ 924 w 10000"/>
              <a:gd name="connsiteY54" fmla="*/ 1601 h 10000"/>
              <a:gd name="connsiteX55" fmla="*/ 1295 w 10000"/>
              <a:gd name="connsiteY55" fmla="*/ 1251 h 10000"/>
              <a:gd name="connsiteX56" fmla="*/ 2158 w 10000"/>
              <a:gd name="connsiteY56" fmla="*/ 1163 h 10000"/>
              <a:gd name="connsiteX57" fmla="*/ 2988 w 10000"/>
              <a:gd name="connsiteY57" fmla="*/ 1228 h 10000"/>
              <a:gd name="connsiteX58" fmla="*/ 3726 w 10000"/>
              <a:gd name="connsiteY58" fmla="*/ 1152 h 10000"/>
              <a:gd name="connsiteX59" fmla="*/ 4451 w 10000"/>
              <a:gd name="connsiteY59" fmla="*/ 995 h 10000"/>
              <a:gd name="connsiteX60" fmla="*/ 4712 w 10000"/>
              <a:gd name="connsiteY60" fmla="*/ 1364 h 10000"/>
              <a:gd name="connsiteX61" fmla="*/ 4691 w 10000"/>
              <a:gd name="connsiteY61" fmla="*/ 2143 h 10000"/>
              <a:gd name="connsiteX0" fmla="*/ 4516 w 9825"/>
              <a:gd name="connsiteY0" fmla="*/ 2143 h 10000"/>
              <a:gd name="connsiteX1" fmla="*/ 4071 w 9825"/>
              <a:gd name="connsiteY1" fmla="*/ 3888 h 10000"/>
              <a:gd name="connsiteX2" fmla="*/ 3936 w 9825"/>
              <a:gd name="connsiteY2" fmla="*/ 4718 h 10000"/>
              <a:gd name="connsiteX3" fmla="*/ 3767 w 9825"/>
              <a:gd name="connsiteY3" fmla="*/ 5859 h 10000"/>
              <a:gd name="connsiteX4" fmla="*/ 4083 w 9825"/>
              <a:gd name="connsiteY4" fmla="*/ 7182 h 10000"/>
              <a:gd name="connsiteX5" fmla="*/ 4499 w 9825"/>
              <a:gd name="connsiteY5" fmla="*/ 7883 h 10000"/>
              <a:gd name="connsiteX6" fmla="*/ 4672 w 9825"/>
              <a:gd name="connsiteY6" fmla="*/ 8266 h 10000"/>
              <a:gd name="connsiteX7" fmla="*/ 4768 w 9825"/>
              <a:gd name="connsiteY7" fmla="*/ 8571 h 10000"/>
              <a:gd name="connsiteX8" fmla="*/ 4806 w 9825"/>
              <a:gd name="connsiteY8" fmla="*/ 9095 h 10000"/>
              <a:gd name="connsiteX9" fmla="*/ 4672 w 9825"/>
              <a:gd name="connsiteY9" fmla="*/ 9450 h 10000"/>
              <a:gd name="connsiteX10" fmla="*/ 4606 w 9825"/>
              <a:gd name="connsiteY10" fmla="*/ 9728 h 10000"/>
              <a:gd name="connsiteX11" fmla="*/ 4659 w 9825"/>
              <a:gd name="connsiteY11" fmla="*/ 9866 h 10000"/>
              <a:gd name="connsiteX12" fmla="*/ 4861 w 9825"/>
              <a:gd name="connsiteY12" fmla="*/ 9992 h 10000"/>
              <a:gd name="connsiteX13" fmla="*/ 5628 w 9825"/>
              <a:gd name="connsiteY13" fmla="*/ 9992 h 10000"/>
              <a:gd name="connsiteX14" fmla="*/ 6335 w 9825"/>
              <a:gd name="connsiteY14" fmla="*/ 9972 h 10000"/>
              <a:gd name="connsiteX15" fmla="*/ 6478 w 9825"/>
              <a:gd name="connsiteY15" fmla="*/ 9822 h 10000"/>
              <a:gd name="connsiteX16" fmla="*/ 6467 w 9825"/>
              <a:gd name="connsiteY16" fmla="*/ 9571 h 10000"/>
              <a:gd name="connsiteX17" fmla="*/ 6319 w 9825"/>
              <a:gd name="connsiteY17" fmla="*/ 9313 h 10000"/>
              <a:gd name="connsiteX18" fmla="*/ 6265 w 9825"/>
              <a:gd name="connsiteY18" fmla="*/ 8995 h 10000"/>
              <a:gd name="connsiteX19" fmla="*/ 6260 w 9825"/>
              <a:gd name="connsiteY19" fmla="*/ 8600 h 10000"/>
              <a:gd name="connsiteX20" fmla="*/ 6363 w 9825"/>
              <a:gd name="connsiteY20" fmla="*/ 8204 h 10000"/>
              <a:gd name="connsiteX21" fmla="*/ 6601 w 9825"/>
              <a:gd name="connsiteY21" fmla="*/ 7617 h 10000"/>
              <a:gd name="connsiteX22" fmla="*/ 6732 w 9825"/>
              <a:gd name="connsiteY22" fmla="*/ 7310 h 10000"/>
              <a:gd name="connsiteX23" fmla="*/ 7091 w 9825"/>
              <a:gd name="connsiteY23" fmla="*/ 6529 h 10000"/>
              <a:gd name="connsiteX24" fmla="*/ 7291 w 9825"/>
              <a:gd name="connsiteY24" fmla="*/ 5810 h 10000"/>
              <a:gd name="connsiteX25" fmla="*/ 7320 w 9825"/>
              <a:gd name="connsiteY25" fmla="*/ 5257 h 10000"/>
              <a:gd name="connsiteX26" fmla="*/ 7242 w 9825"/>
              <a:gd name="connsiteY26" fmla="*/ 4694 h 10000"/>
              <a:gd name="connsiteX27" fmla="*/ 7037 w 9825"/>
              <a:gd name="connsiteY27" fmla="*/ 3960 h 10000"/>
              <a:gd name="connsiteX28" fmla="*/ 6829 w 9825"/>
              <a:gd name="connsiteY28" fmla="*/ 3310 h 10000"/>
              <a:gd name="connsiteX29" fmla="*/ 6495 w 9825"/>
              <a:gd name="connsiteY29" fmla="*/ 2386 h 10000"/>
              <a:gd name="connsiteX30" fmla="*/ 6439 w 9825"/>
              <a:gd name="connsiteY30" fmla="*/ 1143 h 10000"/>
              <a:gd name="connsiteX31" fmla="*/ 7947 w 9825"/>
              <a:gd name="connsiteY31" fmla="*/ 1358 h 10000"/>
              <a:gd name="connsiteX32" fmla="*/ 8868 w 9825"/>
              <a:gd name="connsiteY32" fmla="*/ 2411 h 10000"/>
              <a:gd name="connsiteX33" fmla="*/ 9192 w 9825"/>
              <a:gd name="connsiteY33" fmla="*/ 4522 h 10000"/>
              <a:gd name="connsiteX34" fmla="*/ 9825 w 9825"/>
              <a:gd name="connsiteY34" fmla="*/ 6660 h 10000"/>
              <a:gd name="connsiteX35" fmla="*/ 9468 w 9825"/>
              <a:gd name="connsiteY35" fmla="*/ 4521 h 10000"/>
              <a:gd name="connsiteX36" fmla="*/ 9063 w 9825"/>
              <a:gd name="connsiteY36" fmla="*/ 2110 h 10000"/>
              <a:gd name="connsiteX37" fmla="*/ 8209 w 9825"/>
              <a:gd name="connsiteY37" fmla="*/ 1158 h 10000"/>
              <a:gd name="connsiteX38" fmla="*/ 7161 w 9825"/>
              <a:gd name="connsiteY38" fmla="*/ 798 h 10000"/>
              <a:gd name="connsiteX39" fmla="*/ 6095 w 9825"/>
              <a:gd name="connsiteY39" fmla="*/ 717 h 10000"/>
              <a:gd name="connsiteX40" fmla="*/ 5840 w 9825"/>
              <a:gd name="connsiteY40" fmla="*/ 603 h 10000"/>
              <a:gd name="connsiteX41" fmla="*/ 5651 w 9825"/>
              <a:gd name="connsiteY41" fmla="*/ 70 h 10000"/>
              <a:gd name="connsiteX42" fmla="*/ 5281 w 9825"/>
              <a:gd name="connsiteY42" fmla="*/ 39 h 10000"/>
              <a:gd name="connsiteX43" fmla="*/ 5141 w 9825"/>
              <a:gd name="connsiteY43" fmla="*/ 344 h 10000"/>
              <a:gd name="connsiteX44" fmla="*/ 4926 w 9825"/>
              <a:gd name="connsiteY44" fmla="*/ 759 h 10000"/>
              <a:gd name="connsiteX45" fmla="*/ 3979 w 9825"/>
              <a:gd name="connsiteY45" fmla="*/ 742 h 10000"/>
              <a:gd name="connsiteX46" fmla="*/ 2787 w 9825"/>
              <a:gd name="connsiteY46" fmla="*/ 937 h 10000"/>
              <a:gd name="connsiteX47" fmla="*/ 2043 w 9825"/>
              <a:gd name="connsiteY47" fmla="*/ 896 h 10000"/>
              <a:gd name="connsiteX48" fmla="*/ 1111 w 9825"/>
              <a:gd name="connsiteY48" fmla="*/ 888 h 10000"/>
              <a:gd name="connsiteX49" fmla="*/ 414 w 9825"/>
              <a:gd name="connsiteY49" fmla="*/ 1197 h 10000"/>
              <a:gd name="connsiteX50" fmla="*/ 179 w 9825"/>
              <a:gd name="connsiteY50" fmla="*/ 2346 h 10000"/>
              <a:gd name="connsiteX51" fmla="*/ 7 w 9825"/>
              <a:gd name="connsiteY51" fmla="*/ 6339 h 10000"/>
              <a:gd name="connsiteX52" fmla="*/ 416 w 9825"/>
              <a:gd name="connsiteY52" fmla="*/ 2855 h 10000"/>
              <a:gd name="connsiteX53" fmla="*/ 749 w 9825"/>
              <a:gd name="connsiteY53" fmla="*/ 1601 h 10000"/>
              <a:gd name="connsiteX54" fmla="*/ 1120 w 9825"/>
              <a:gd name="connsiteY54" fmla="*/ 1251 h 10000"/>
              <a:gd name="connsiteX55" fmla="*/ 1983 w 9825"/>
              <a:gd name="connsiteY55" fmla="*/ 1163 h 10000"/>
              <a:gd name="connsiteX56" fmla="*/ 2813 w 9825"/>
              <a:gd name="connsiteY56" fmla="*/ 1228 h 10000"/>
              <a:gd name="connsiteX57" fmla="*/ 3551 w 9825"/>
              <a:gd name="connsiteY57" fmla="*/ 1152 h 10000"/>
              <a:gd name="connsiteX58" fmla="*/ 4276 w 9825"/>
              <a:gd name="connsiteY58" fmla="*/ 995 h 10000"/>
              <a:gd name="connsiteX59" fmla="*/ 4537 w 9825"/>
              <a:gd name="connsiteY59" fmla="*/ 1364 h 10000"/>
              <a:gd name="connsiteX60" fmla="*/ 4516 w 9825"/>
              <a:gd name="connsiteY60" fmla="*/ 2143 h 10000"/>
              <a:gd name="connsiteX0" fmla="*/ 4503 w 9907"/>
              <a:gd name="connsiteY0" fmla="*/ 2143 h 10000"/>
              <a:gd name="connsiteX1" fmla="*/ 4051 w 9907"/>
              <a:gd name="connsiteY1" fmla="*/ 3888 h 10000"/>
              <a:gd name="connsiteX2" fmla="*/ 3913 w 9907"/>
              <a:gd name="connsiteY2" fmla="*/ 4718 h 10000"/>
              <a:gd name="connsiteX3" fmla="*/ 3741 w 9907"/>
              <a:gd name="connsiteY3" fmla="*/ 5859 h 10000"/>
              <a:gd name="connsiteX4" fmla="*/ 4063 w 9907"/>
              <a:gd name="connsiteY4" fmla="*/ 7182 h 10000"/>
              <a:gd name="connsiteX5" fmla="*/ 4486 w 9907"/>
              <a:gd name="connsiteY5" fmla="*/ 7883 h 10000"/>
              <a:gd name="connsiteX6" fmla="*/ 4662 w 9907"/>
              <a:gd name="connsiteY6" fmla="*/ 8266 h 10000"/>
              <a:gd name="connsiteX7" fmla="*/ 4760 w 9907"/>
              <a:gd name="connsiteY7" fmla="*/ 8571 h 10000"/>
              <a:gd name="connsiteX8" fmla="*/ 4799 w 9907"/>
              <a:gd name="connsiteY8" fmla="*/ 9095 h 10000"/>
              <a:gd name="connsiteX9" fmla="*/ 4662 w 9907"/>
              <a:gd name="connsiteY9" fmla="*/ 9450 h 10000"/>
              <a:gd name="connsiteX10" fmla="*/ 4595 w 9907"/>
              <a:gd name="connsiteY10" fmla="*/ 9728 h 10000"/>
              <a:gd name="connsiteX11" fmla="*/ 4649 w 9907"/>
              <a:gd name="connsiteY11" fmla="*/ 9866 h 10000"/>
              <a:gd name="connsiteX12" fmla="*/ 4855 w 9907"/>
              <a:gd name="connsiteY12" fmla="*/ 9992 h 10000"/>
              <a:gd name="connsiteX13" fmla="*/ 5635 w 9907"/>
              <a:gd name="connsiteY13" fmla="*/ 9992 h 10000"/>
              <a:gd name="connsiteX14" fmla="*/ 6355 w 9907"/>
              <a:gd name="connsiteY14" fmla="*/ 9972 h 10000"/>
              <a:gd name="connsiteX15" fmla="*/ 6500 w 9907"/>
              <a:gd name="connsiteY15" fmla="*/ 9822 h 10000"/>
              <a:gd name="connsiteX16" fmla="*/ 6489 w 9907"/>
              <a:gd name="connsiteY16" fmla="*/ 9571 h 10000"/>
              <a:gd name="connsiteX17" fmla="*/ 6339 w 9907"/>
              <a:gd name="connsiteY17" fmla="*/ 9313 h 10000"/>
              <a:gd name="connsiteX18" fmla="*/ 6284 w 9907"/>
              <a:gd name="connsiteY18" fmla="*/ 8995 h 10000"/>
              <a:gd name="connsiteX19" fmla="*/ 6279 w 9907"/>
              <a:gd name="connsiteY19" fmla="*/ 8600 h 10000"/>
              <a:gd name="connsiteX20" fmla="*/ 6383 w 9907"/>
              <a:gd name="connsiteY20" fmla="*/ 8204 h 10000"/>
              <a:gd name="connsiteX21" fmla="*/ 6626 w 9907"/>
              <a:gd name="connsiteY21" fmla="*/ 7617 h 10000"/>
              <a:gd name="connsiteX22" fmla="*/ 6759 w 9907"/>
              <a:gd name="connsiteY22" fmla="*/ 7310 h 10000"/>
              <a:gd name="connsiteX23" fmla="*/ 7124 w 9907"/>
              <a:gd name="connsiteY23" fmla="*/ 6529 h 10000"/>
              <a:gd name="connsiteX24" fmla="*/ 7328 w 9907"/>
              <a:gd name="connsiteY24" fmla="*/ 5810 h 10000"/>
              <a:gd name="connsiteX25" fmla="*/ 7357 w 9907"/>
              <a:gd name="connsiteY25" fmla="*/ 5257 h 10000"/>
              <a:gd name="connsiteX26" fmla="*/ 7278 w 9907"/>
              <a:gd name="connsiteY26" fmla="*/ 4694 h 10000"/>
              <a:gd name="connsiteX27" fmla="*/ 7069 w 9907"/>
              <a:gd name="connsiteY27" fmla="*/ 3960 h 10000"/>
              <a:gd name="connsiteX28" fmla="*/ 6858 w 9907"/>
              <a:gd name="connsiteY28" fmla="*/ 3310 h 10000"/>
              <a:gd name="connsiteX29" fmla="*/ 6518 w 9907"/>
              <a:gd name="connsiteY29" fmla="*/ 2386 h 10000"/>
              <a:gd name="connsiteX30" fmla="*/ 6461 w 9907"/>
              <a:gd name="connsiteY30" fmla="*/ 1143 h 10000"/>
              <a:gd name="connsiteX31" fmla="*/ 7996 w 9907"/>
              <a:gd name="connsiteY31" fmla="*/ 1358 h 10000"/>
              <a:gd name="connsiteX32" fmla="*/ 8933 w 9907"/>
              <a:gd name="connsiteY32" fmla="*/ 2411 h 10000"/>
              <a:gd name="connsiteX33" fmla="*/ 9263 w 9907"/>
              <a:gd name="connsiteY33" fmla="*/ 4522 h 10000"/>
              <a:gd name="connsiteX34" fmla="*/ 9907 w 9907"/>
              <a:gd name="connsiteY34" fmla="*/ 6660 h 10000"/>
              <a:gd name="connsiteX35" fmla="*/ 9544 w 9907"/>
              <a:gd name="connsiteY35" fmla="*/ 4521 h 10000"/>
              <a:gd name="connsiteX36" fmla="*/ 9131 w 9907"/>
              <a:gd name="connsiteY36" fmla="*/ 2110 h 10000"/>
              <a:gd name="connsiteX37" fmla="*/ 8262 w 9907"/>
              <a:gd name="connsiteY37" fmla="*/ 1158 h 10000"/>
              <a:gd name="connsiteX38" fmla="*/ 7196 w 9907"/>
              <a:gd name="connsiteY38" fmla="*/ 798 h 10000"/>
              <a:gd name="connsiteX39" fmla="*/ 6111 w 9907"/>
              <a:gd name="connsiteY39" fmla="*/ 717 h 10000"/>
              <a:gd name="connsiteX40" fmla="*/ 5851 w 9907"/>
              <a:gd name="connsiteY40" fmla="*/ 603 h 10000"/>
              <a:gd name="connsiteX41" fmla="*/ 5659 w 9907"/>
              <a:gd name="connsiteY41" fmla="*/ 70 h 10000"/>
              <a:gd name="connsiteX42" fmla="*/ 5282 w 9907"/>
              <a:gd name="connsiteY42" fmla="*/ 39 h 10000"/>
              <a:gd name="connsiteX43" fmla="*/ 5140 w 9907"/>
              <a:gd name="connsiteY43" fmla="*/ 344 h 10000"/>
              <a:gd name="connsiteX44" fmla="*/ 4921 w 9907"/>
              <a:gd name="connsiteY44" fmla="*/ 759 h 10000"/>
              <a:gd name="connsiteX45" fmla="*/ 3957 w 9907"/>
              <a:gd name="connsiteY45" fmla="*/ 742 h 10000"/>
              <a:gd name="connsiteX46" fmla="*/ 2744 w 9907"/>
              <a:gd name="connsiteY46" fmla="*/ 937 h 10000"/>
              <a:gd name="connsiteX47" fmla="*/ 1986 w 9907"/>
              <a:gd name="connsiteY47" fmla="*/ 896 h 10000"/>
              <a:gd name="connsiteX48" fmla="*/ 1038 w 9907"/>
              <a:gd name="connsiteY48" fmla="*/ 888 h 10000"/>
              <a:gd name="connsiteX49" fmla="*/ 328 w 9907"/>
              <a:gd name="connsiteY49" fmla="*/ 1197 h 10000"/>
              <a:gd name="connsiteX50" fmla="*/ 89 w 9907"/>
              <a:gd name="connsiteY50" fmla="*/ 2346 h 10000"/>
              <a:gd name="connsiteX51" fmla="*/ 1800 w 9907"/>
              <a:gd name="connsiteY51" fmla="*/ 6368 h 10000"/>
              <a:gd name="connsiteX52" fmla="*/ 330 w 9907"/>
              <a:gd name="connsiteY52" fmla="*/ 2855 h 10000"/>
              <a:gd name="connsiteX53" fmla="*/ 669 w 9907"/>
              <a:gd name="connsiteY53" fmla="*/ 1601 h 10000"/>
              <a:gd name="connsiteX54" fmla="*/ 1047 w 9907"/>
              <a:gd name="connsiteY54" fmla="*/ 1251 h 10000"/>
              <a:gd name="connsiteX55" fmla="*/ 1925 w 9907"/>
              <a:gd name="connsiteY55" fmla="*/ 1163 h 10000"/>
              <a:gd name="connsiteX56" fmla="*/ 2770 w 9907"/>
              <a:gd name="connsiteY56" fmla="*/ 1228 h 10000"/>
              <a:gd name="connsiteX57" fmla="*/ 3521 w 9907"/>
              <a:gd name="connsiteY57" fmla="*/ 1152 h 10000"/>
              <a:gd name="connsiteX58" fmla="*/ 4259 w 9907"/>
              <a:gd name="connsiteY58" fmla="*/ 995 h 10000"/>
              <a:gd name="connsiteX59" fmla="*/ 4525 w 9907"/>
              <a:gd name="connsiteY59" fmla="*/ 1364 h 10000"/>
              <a:gd name="connsiteX60" fmla="*/ 4503 w 9907"/>
              <a:gd name="connsiteY60" fmla="*/ 2143 h 10000"/>
              <a:gd name="connsiteX0" fmla="*/ 4544 w 9999"/>
              <a:gd name="connsiteY0" fmla="*/ 2143 h 10000"/>
              <a:gd name="connsiteX1" fmla="*/ 4088 w 9999"/>
              <a:gd name="connsiteY1" fmla="*/ 3888 h 10000"/>
              <a:gd name="connsiteX2" fmla="*/ 3949 w 9999"/>
              <a:gd name="connsiteY2" fmla="*/ 4718 h 10000"/>
              <a:gd name="connsiteX3" fmla="*/ 3775 w 9999"/>
              <a:gd name="connsiteY3" fmla="*/ 5859 h 10000"/>
              <a:gd name="connsiteX4" fmla="*/ 4100 w 9999"/>
              <a:gd name="connsiteY4" fmla="*/ 7182 h 10000"/>
              <a:gd name="connsiteX5" fmla="*/ 4527 w 9999"/>
              <a:gd name="connsiteY5" fmla="*/ 7883 h 10000"/>
              <a:gd name="connsiteX6" fmla="*/ 4705 w 9999"/>
              <a:gd name="connsiteY6" fmla="*/ 8266 h 10000"/>
              <a:gd name="connsiteX7" fmla="*/ 4804 w 9999"/>
              <a:gd name="connsiteY7" fmla="*/ 8571 h 10000"/>
              <a:gd name="connsiteX8" fmla="*/ 4843 w 9999"/>
              <a:gd name="connsiteY8" fmla="*/ 9095 h 10000"/>
              <a:gd name="connsiteX9" fmla="*/ 4705 w 9999"/>
              <a:gd name="connsiteY9" fmla="*/ 9450 h 10000"/>
              <a:gd name="connsiteX10" fmla="*/ 4637 w 9999"/>
              <a:gd name="connsiteY10" fmla="*/ 9728 h 10000"/>
              <a:gd name="connsiteX11" fmla="*/ 4692 w 9999"/>
              <a:gd name="connsiteY11" fmla="*/ 9866 h 10000"/>
              <a:gd name="connsiteX12" fmla="*/ 4900 w 9999"/>
              <a:gd name="connsiteY12" fmla="*/ 9992 h 10000"/>
              <a:gd name="connsiteX13" fmla="*/ 5687 w 9999"/>
              <a:gd name="connsiteY13" fmla="*/ 9992 h 10000"/>
              <a:gd name="connsiteX14" fmla="*/ 6414 w 9999"/>
              <a:gd name="connsiteY14" fmla="*/ 9972 h 10000"/>
              <a:gd name="connsiteX15" fmla="*/ 6560 w 9999"/>
              <a:gd name="connsiteY15" fmla="*/ 9822 h 10000"/>
              <a:gd name="connsiteX16" fmla="*/ 6549 w 9999"/>
              <a:gd name="connsiteY16" fmla="*/ 9571 h 10000"/>
              <a:gd name="connsiteX17" fmla="*/ 6398 w 9999"/>
              <a:gd name="connsiteY17" fmla="*/ 9313 h 10000"/>
              <a:gd name="connsiteX18" fmla="*/ 6342 w 9999"/>
              <a:gd name="connsiteY18" fmla="*/ 8995 h 10000"/>
              <a:gd name="connsiteX19" fmla="*/ 6337 w 9999"/>
              <a:gd name="connsiteY19" fmla="*/ 8600 h 10000"/>
              <a:gd name="connsiteX20" fmla="*/ 6442 w 9999"/>
              <a:gd name="connsiteY20" fmla="*/ 8204 h 10000"/>
              <a:gd name="connsiteX21" fmla="*/ 6687 w 9999"/>
              <a:gd name="connsiteY21" fmla="*/ 7617 h 10000"/>
              <a:gd name="connsiteX22" fmla="*/ 6821 w 9999"/>
              <a:gd name="connsiteY22" fmla="*/ 7310 h 10000"/>
              <a:gd name="connsiteX23" fmla="*/ 7190 w 9999"/>
              <a:gd name="connsiteY23" fmla="*/ 6529 h 10000"/>
              <a:gd name="connsiteX24" fmla="*/ 7396 w 9999"/>
              <a:gd name="connsiteY24" fmla="*/ 5810 h 10000"/>
              <a:gd name="connsiteX25" fmla="*/ 7425 w 9999"/>
              <a:gd name="connsiteY25" fmla="*/ 5257 h 10000"/>
              <a:gd name="connsiteX26" fmla="*/ 7345 w 9999"/>
              <a:gd name="connsiteY26" fmla="*/ 4694 h 10000"/>
              <a:gd name="connsiteX27" fmla="*/ 7134 w 9999"/>
              <a:gd name="connsiteY27" fmla="*/ 3960 h 10000"/>
              <a:gd name="connsiteX28" fmla="*/ 6921 w 9999"/>
              <a:gd name="connsiteY28" fmla="*/ 3310 h 10000"/>
              <a:gd name="connsiteX29" fmla="*/ 6578 w 9999"/>
              <a:gd name="connsiteY29" fmla="*/ 2386 h 10000"/>
              <a:gd name="connsiteX30" fmla="*/ 6521 w 9999"/>
              <a:gd name="connsiteY30" fmla="*/ 1143 h 10000"/>
              <a:gd name="connsiteX31" fmla="*/ 8070 w 9999"/>
              <a:gd name="connsiteY31" fmla="*/ 1358 h 10000"/>
              <a:gd name="connsiteX32" fmla="*/ 9016 w 9999"/>
              <a:gd name="connsiteY32" fmla="*/ 2411 h 10000"/>
              <a:gd name="connsiteX33" fmla="*/ 9349 w 9999"/>
              <a:gd name="connsiteY33" fmla="*/ 4522 h 10000"/>
              <a:gd name="connsiteX34" fmla="*/ 9999 w 9999"/>
              <a:gd name="connsiteY34" fmla="*/ 6660 h 10000"/>
              <a:gd name="connsiteX35" fmla="*/ 9633 w 9999"/>
              <a:gd name="connsiteY35" fmla="*/ 4521 h 10000"/>
              <a:gd name="connsiteX36" fmla="*/ 9216 w 9999"/>
              <a:gd name="connsiteY36" fmla="*/ 2110 h 10000"/>
              <a:gd name="connsiteX37" fmla="*/ 8339 w 9999"/>
              <a:gd name="connsiteY37" fmla="*/ 1158 h 10000"/>
              <a:gd name="connsiteX38" fmla="*/ 7263 w 9999"/>
              <a:gd name="connsiteY38" fmla="*/ 798 h 10000"/>
              <a:gd name="connsiteX39" fmla="*/ 6167 w 9999"/>
              <a:gd name="connsiteY39" fmla="*/ 717 h 10000"/>
              <a:gd name="connsiteX40" fmla="*/ 5905 w 9999"/>
              <a:gd name="connsiteY40" fmla="*/ 603 h 10000"/>
              <a:gd name="connsiteX41" fmla="*/ 5711 w 9999"/>
              <a:gd name="connsiteY41" fmla="*/ 70 h 10000"/>
              <a:gd name="connsiteX42" fmla="*/ 5331 w 9999"/>
              <a:gd name="connsiteY42" fmla="*/ 39 h 10000"/>
              <a:gd name="connsiteX43" fmla="*/ 5187 w 9999"/>
              <a:gd name="connsiteY43" fmla="*/ 344 h 10000"/>
              <a:gd name="connsiteX44" fmla="*/ 4966 w 9999"/>
              <a:gd name="connsiteY44" fmla="*/ 759 h 10000"/>
              <a:gd name="connsiteX45" fmla="*/ 3993 w 9999"/>
              <a:gd name="connsiteY45" fmla="*/ 742 h 10000"/>
              <a:gd name="connsiteX46" fmla="*/ 2769 w 9999"/>
              <a:gd name="connsiteY46" fmla="*/ 937 h 10000"/>
              <a:gd name="connsiteX47" fmla="*/ 2004 w 9999"/>
              <a:gd name="connsiteY47" fmla="*/ 896 h 10000"/>
              <a:gd name="connsiteX48" fmla="*/ 1047 w 9999"/>
              <a:gd name="connsiteY48" fmla="*/ 888 h 10000"/>
              <a:gd name="connsiteX49" fmla="*/ 330 w 9999"/>
              <a:gd name="connsiteY49" fmla="*/ 1197 h 10000"/>
              <a:gd name="connsiteX50" fmla="*/ 89 w 9999"/>
              <a:gd name="connsiteY50" fmla="*/ 2346 h 10000"/>
              <a:gd name="connsiteX51" fmla="*/ 1816 w 9999"/>
              <a:gd name="connsiteY51" fmla="*/ 6368 h 10000"/>
              <a:gd name="connsiteX52" fmla="*/ 2209 w 9999"/>
              <a:gd name="connsiteY52" fmla="*/ 2962 h 10000"/>
              <a:gd name="connsiteX53" fmla="*/ 674 w 9999"/>
              <a:gd name="connsiteY53" fmla="*/ 1601 h 10000"/>
              <a:gd name="connsiteX54" fmla="*/ 1056 w 9999"/>
              <a:gd name="connsiteY54" fmla="*/ 1251 h 10000"/>
              <a:gd name="connsiteX55" fmla="*/ 1942 w 9999"/>
              <a:gd name="connsiteY55" fmla="*/ 1163 h 10000"/>
              <a:gd name="connsiteX56" fmla="*/ 2795 w 9999"/>
              <a:gd name="connsiteY56" fmla="*/ 1228 h 10000"/>
              <a:gd name="connsiteX57" fmla="*/ 3553 w 9999"/>
              <a:gd name="connsiteY57" fmla="*/ 1152 h 10000"/>
              <a:gd name="connsiteX58" fmla="*/ 4298 w 9999"/>
              <a:gd name="connsiteY58" fmla="*/ 995 h 10000"/>
              <a:gd name="connsiteX59" fmla="*/ 4566 w 9999"/>
              <a:gd name="connsiteY59" fmla="*/ 1364 h 10000"/>
              <a:gd name="connsiteX60" fmla="*/ 4544 w 9999"/>
              <a:gd name="connsiteY60" fmla="*/ 2143 h 10000"/>
              <a:gd name="connsiteX0" fmla="*/ 4234 w 9690"/>
              <a:gd name="connsiteY0" fmla="*/ 2143 h 10000"/>
              <a:gd name="connsiteX1" fmla="*/ 3778 w 9690"/>
              <a:gd name="connsiteY1" fmla="*/ 3888 h 10000"/>
              <a:gd name="connsiteX2" fmla="*/ 3639 w 9690"/>
              <a:gd name="connsiteY2" fmla="*/ 4718 h 10000"/>
              <a:gd name="connsiteX3" fmla="*/ 3465 w 9690"/>
              <a:gd name="connsiteY3" fmla="*/ 5859 h 10000"/>
              <a:gd name="connsiteX4" fmla="*/ 3790 w 9690"/>
              <a:gd name="connsiteY4" fmla="*/ 7182 h 10000"/>
              <a:gd name="connsiteX5" fmla="*/ 4217 w 9690"/>
              <a:gd name="connsiteY5" fmla="*/ 7883 h 10000"/>
              <a:gd name="connsiteX6" fmla="*/ 4395 w 9690"/>
              <a:gd name="connsiteY6" fmla="*/ 8266 h 10000"/>
              <a:gd name="connsiteX7" fmla="*/ 4494 w 9690"/>
              <a:gd name="connsiteY7" fmla="*/ 8571 h 10000"/>
              <a:gd name="connsiteX8" fmla="*/ 4533 w 9690"/>
              <a:gd name="connsiteY8" fmla="*/ 9095 h 10000"/>
              <a:gd name="connsiteX9" fmla="*/ 4395 w 9690"/>
              <a:gd name="connsiteY9" fmla="*/ 9450 h 10000"/>
              <a:gd name="connsiteX10" fmla="*/ 4327 w 9690"/>
              <a:gd name="connsiteY10" fmla="*/ 9728 h 10000"/>
              <a:gd name="connsiteX11" fmla="*/ 4382 w 9690"/>
              <a:gd name="connsiteY11" fmla="*/ 9866 h 10000"/>
              <a:gd name="connsiteX12" fmla="*/ 4590 w 9690"/>
              <a:gd name="connsiteY12" fmla="*/ 9992 h 10000"/>
              <a:gd name="connsiteX13" fmla="*/ 5378 w 9690"/>
              <a:gd name="connsiteY13" fmla="*/ 9992 h 10000"/>
              <a:gd name="connsiteX14" fmla="*/ 6105 w 9690"/>
              <a:gd name="connsiteY14" fmla="*/ 9972 h 10000"/>
              <a:gd name="connsiteX15" fmla="*/ 6251 w 9690"/>
              <a:gd name="connsiteY15" fmla="*/ 9822 h 10000"/>
              <a:gd name="connsiteX16" fmla="*/ 6240 w 9690"/>
              <a:gd name="connsiteY16" fmla="*/ 9571 h 10000"/>
              <a:gd name="connsiteX17" fmla="*/ 6089 w 9690"/>
              <a:gd name="connsiteY17" fmla="*/ 9313 h 10000"/>
              <a:gd name="connsiteX18" fmla="*/ 6033 w 9690"/>
              <a:gd name="connsiteY18" fmla="*/ 8995 h 10000"/>
              <a:gd name="connsiteX19" fmla="*/ 6028 w 9690"/>
              <a:gd name="connsiteY19" fmla="*/ 8600 h 10000"/>
              <a:gd name="connsiteX20" fmla="*/ 6133 w 9690"/>
              <a:gd name="connsiteY20" fmla="*/ 8204 h 10000"/>
              <a:gd name="connsiteX21" fmla="*/ 6378 w 9690"/>
              <a:gd name="connsiteY21" fmla="*/ 7617 h 10000"/>
              <a:gd name="connsiteX22" fmla="*/ 6512 w 9690"/>
              <a:gd name="connsiteY22" fmla="*/ 7310 h 10000"/>
              <a:gd name="connsiteX23" fmla="*/ 6881 w 9690"/>
              <a:gd name="connsiteY23" fmla="*/ 6529 h 10000"/>
              <a:gd name="connsiteX24" fmla="*/ 7087 w 9690"/>
              <a:gd name="connsiteY24" fmla="*/ 5810 h 10000"/>
              <a:gd name="connsiteX25" fmla="*/ 7116 w 9690"/>
              <a:gd name="connsiteY25" fmla="*/ 5257 h 10000"/>
              <a:gd name="connsiteX26" fmla="*/ 7036 w 9690"/>
              <a:gd name="connsiteY26" fmla="*/ 4694 h 10000"/>
              <a:gd name="connsiteX27" fmla="*/ 6825 w 9690"/>
              <a:gd name="connsiteY27" fmla="*/ 3960 h 10000"/>
              <a:gd name="connsiteX28" fmla="*/ 6612 w 9690"/>
              <a:gd name="connsiteY28" fmla="*/ 3310 h 10000"/>
              <a:gd name="connsiteX29" fmla="*/ 6269 w 9690"/>
              <a:gd name="connsiteY29" fmla="*/ 2386 h 10000"/>
              <a:gd name="connsiteX30" fmla="*/ 6212 w 9690"/>
              <a:gd name="connsiteY30" fmla="*/ 1143 h 10000"/>
              <a:gd name="connsiteX31" fmla="*/ 7761 w 9690"/>
              <a:gd name="connsiteY31" fmla="*/ 1358 h 10000"/>
              <a:gd name="connsiteX32" fmla="*/ 8707 w 9690"/>
              <a:gd name="connsiteY32" fmla="*/ 2411 h 10000"/>
              <a:gd name="connsiteX33" fmla="*/ 9040 w 9690"/>
              <a:gd name="connsiteY33" fmla="*/ 4522 h 10000"/>
              <a:gd name="connsiteX34" fmla="*/ 9690 w 9690"/>
              <a:gd name="connsiteY34" fmla="*/ 6660 h 10000"/>
              <a:gd name="connsiteX35" fmla="*/ 9324 w 9690"/>
              <a:gd name="connsiteY35" fmla="*/ 4521 h 10000"/>
              <a:gd name="connsiteX36" fmla="*/ 8907 w 9690"/>
              <a:gd name="connsiteY36" fmla="*/ 2110 h 10000"/>
              <a:gd name="connsiteX37" fmla="*/ 8030 w 9690"/>
              <a:gd name="connsiteY37" fmla="*/ 1158 h 10000"/>
              <a:gd name="connsiteX38" fmla="*/ 6954 w 9690"/>
              <a:gd name="connsiteY38" fmla="*/ 798 h 10000"/>
              <a:gd name="connsiteX39" fmla="*/ 5858 w 9690"/>
              <a:gd name="connsiteY39" fmla="*/ 717 h 10000"/>
              <a:gd name="connsiteX40" fmla="*/ 5596 w 9690"/>
              <a:gd name="connsiteY40" fmla="*/ 603 h 10000"/>
              <a:gd name="connsiteX41" fmla="*/ 5402 w 9690"/>
              <a:gd name="connsiteY41" fmla="*/ 70 h 10000"/>
              <a:gd name="connsiteX42" fmla="*/ 5022 w 9690"/>
              <a:gd name="connsiteY42" fmla="*/ 39 h 10000"/>
              <a:gd name="connsiteX43" fmla="*/ 4878 w 9690"/>
              <a:gd name="connsiteY43" fmla="*/ 344 h 10000"/>
              <a:gd name="connsiteX44" fmla="*/ 4656 w 9690"/>
              <a:gd name="connsiteY44" fmla="*/ 759 h 10000"/>
              <a:gd name="connsiteX45" fmla="*/ 3683 w 9690"/>
              <a:gd name="connsiteY45" fmla="*/ 742 h 10000"/>
              <a:gd name="connsiteX46" fmla="*/ 2459 w 9690"/>
              <a:gd name="connsiteY46" fmla="*/ 937 h 10000"/>
              <a:gd name="connsiteX47" fmla="*/ 1694 w 9690"/>
              <a:gd name="connsiteY47" fmla="*/ 896 h 10000"/>
              <a:gd name="connsiteX48" fmla="*/ 737 w 9690"/>
              <a:gd name="connsiteY48" fmla="*/ 888 h 10000"/>
              <a:gd name="connsiteX49" fmla="*/ 20 w 9690"/>
              <a:gd name="connsiteY49" fmla="*/ 1197 h 10000"/>
              <a:gd name="connsiteX50" fmla="*/ 1519 w 9690"/>
              <a:gd name="connsiteY50" fmla="*/ 3053 h 10000"/>
              <a:gd name="connsiteX51" fmla="*/ 1506 w 9690"/>
              <a:gd name="connsiteY51" fmla="*/ 6368 h 10000"/>
              <a:gd name="connsiteX52" fmla="*/ 1899 w 9690"/>
              <a:gd name="connsiteY52" fmla="*/ 2962 h 10000"/>
              <a:gd name="connsiteX53" fmla="*/ 364 w 9690"/>
              <a:gd name="connsiteY53" fmla="*/ 1601 h 10000"/>
              <a:gd name="connsiteX54" fmla="*/ 746 w 9690"/>
              <a:gd name="connsiteY54" fmla="*/ 1251 h 10000"/>
              <a:gd name="connsiteX55" fmla="*/ 1632 w 9690"/>
              <a:gd name="connsiteY55" fmla="*/ 1163 h 10000"/>
              <a:gd name="connsiteX56" fmla="*/ 2485 w 9690"/>
              <a:gd name="connsiteY56" fmla="*/ 1228 h 10000"/>
              <a:gd name="connsiteX57" fmla="*/ 3243 w 9690"/>
              <a:gd name="connsiteY57" fmla="*/ 1152 h 10000"/>
              <a:gd name="connsiteX58" fmla="*/ 3988 w 9690"/>
              <a:gd name="connsiteY58" fmla="*/ 995 h 10000"/>
              <a:gd name="connsiteX59" fmla="*/ 4256 w 9690"/>
              <a:gd name="connsiteY59" fmla="*/ 1364 h 10000"/>
              <a:gd name="connsiteX60" fmla="*/ 4234 w 9690"/>
              <a:gd name="connsiteY60" fmla="*/ 2143 h 10000"/>
              <a:gd name="connsiteX0" fmla="*/ 4368 w 9999"/>
              <a:gd name="connsiteY0" fmla="*/ 2143 h 10000"/>
              <a:gd name="connsiteX1" fmla="*/ 3898 w 9999"/>
              <a:gd name="connsiteY1" fmla="*/ 3888 h 10000"/>
              <a:gd name="connsiteX2" fmla="*/ 3754 w 9999"/>
              <a:gd name="connsiteY2" fmla="*/ 4718 h 10000"/>
              <a:gd name="connsiteX3" fmla="*/ 3575 w 9999"/>
              <a:gd name="connsiteY3" fmla="*/ 5859 h 10000"/>
              <a:gd name="connsiteX4" fmla="*/ 3910 w 9999"/>
              <a:gd name="connsiteY4" fmla="*/ 7182 h 10000"/>
              <a:gd name="connsiteX5" fmla="*/ 4351 w 9999"/>
              <a:gd name="connsiteY5" fmla="*/ 7883 h 10000"/>
              <a:gd name="connsiteX6" fmla="*/ 4535 w 9999"/>
              <a:gd name="connsiteY6" fmla="*/ 8266 h 10000"/>
              <a:gd name="connsiteX7" fmla="*/ 4637 w 9999"/>
              <a:gd name="connsiteY7" fmla="*/ 8571 h 10000"/>
              <a:gd name="connsiteX8" fmla="*/ 4677 w 9999"/>
              <a:gd name="connsiteY8" fmla="*/ 9095 h 10000"/>
              <a:gd name="connsiteX9" fmla="*/ 4535 w 9999"/>
              <a:gd name="connsiteY9" fmla="*/ 9450 h 10000"/>
              <a:gd name="connsiteX10" fmla="*/ 4464 w 9999"/>
              <a:gd name="connsiteY10" fmla="*/ 9728 h 10000"/>
              <a:gd name="connsiteX11" fmla="*/ 4521 w 9999"/>
              <a:gd name="connsiteY11" fmla="*/ 9866 h 10000"/>
              <a:gd name="connsiteX12" fmla="*/ 4736 w 9999"/>
              <a:gd name="connsiteY12" fmla="*/ 9992 h 10000"/>
              <a:gd name="connsiteX13" fmla="*/ 5549 w 9999"/>
              <a:gd name="connsiteY13" fmla="*/ 9992 h 10000"/>
              <a:gd name="connsiteX14" fmla="*/ 6299 w 9999"/>
              <a:gd name="connsiteY14" fmla="*/ 9972 h 10000"/>
              <a:gd name="connsiteX15" fmla="*/ 6450 w 9999"/>
              <a:gd name="connsiteY15" fmla="*/ 9822 h 10000"/>
              <a:gd name="connsiteX16" fmla="*/ 6439 w 9999"/>
              <a:gd name="connsiteY16" fmla="*/ 9571 h 10000"/>
              <a:gd name="connsiteX17" fmla="*/ 6283 w 9999"/>
              <a:gd name="connsiteY17" fmla="*/ 9313 h 10000"/>
              <a:gd name="connsiteX18" fmla="*/ 6225 w 9999"/>
              <a:gd name="connsiteY18" fmla="*/ 8995 h 10000"/>
              <a:gd name="connsiteX19" fmla="*/ 6220 w 9999"/>
              <a:gd name="connsiteY19" fmla="*/ 8600 h 10000"/>
              <a:gd name="connsiteX20" fmla="*/ 6328 w 9999"/>
              <a:gd name="connsiteY20" fmla="*/ 8204 h 10000"/>
              <a:gd name="connsiteX21" fmla="*/ 6581 w 9999"/>
              <a:gd name="connsiteY21" fmla="*/ 7617 h 10000"/>
              <a:gd name="connsiteX22" fmla="*/ 6719 w 9999"/>
              <a:gd name="connsiteY22" fmla="*/ 7310 h 10000"/>
              <a:gd name="connsiteX23" fmla="*/ 7100 w 9999"/>
              <a:gd name="connsiteY23" fmla="*/ 6529 h 10000"/>
              <a:gd name="connsiteX24" fmla="*/ 7313 w 9999"/>
              <a:gd name="connsiteY24" fmla="*/ 5810 h 10000"/>
              <a:gd name="connsiteX25" fmla="*/ 7343 w 9999"/>
              <a:gd name="connsiteY25" fmla="*/ 5257 h 10000"/>
              <a:gd name="connsiteX26" fmla="*/ 7260 w 9999"/>
              <a:gd name="connsiteY26" fmla="*/ 4694 h 10000"/>
              <a:gd name="connsiteX27" fmla="*/ 7042 w 9999"/>
              <a:gd name="connsiteY27" fmla="*/ 3960 h 10000"/>
              <a:gd name="connsiteX28" fmla="*/ 6823 w 9999"/>
              <a:gd name="connsiteY28" fmla="*/ 3310 h 10000"/>
              <a:gd name="connsiteX29" fmla="*/ 6469 w 9999"/>
              <a:gd name="connsiteY29" fmla="*/ 2386 h 10000"/>
              <a:gd name="connsiteX30" fmla="*/ 6410 w 9999"/>
              <a:gd name="connsiteY30" fmla="*/ 1143 h 10000"/>
              <a:gd name="connsiteX31" fmla="*/ 8008 w 9999"/>
              <a:gd name="connsiteY31" fmla="*/ 1358 h 10000"/>
              <a:gd name="connsiteX32" fmla="*/ 8985 w 9999"/>
              <a:gd name="connsiteY32" fmla="*/ 2411 h 10000"/>
              <a:gd name="connsiteX33" fmla="*/ 9328 w 9999"/>
              <a:gd name="connsiteY33" fmla="*/ 4522 h 10000"/>
              <a:gd name="connsiteX34" fmla="*/ 9999 w 9999"/>
              <a:gd name="connsiteY34" fmla="*/ 6660 h 10000"/>
              <a:gd name="connsiteX35" fmla="*/ 9621 w 9999"/>
              <a:gd name="connsiteY35" fmla="*/ 4521 h 10000"/>
              <a:gd name="connsiteX36" fmla="*/ 9191 w 9999"/>
              <a:gd name="connsiteY36" fmla="*/ 2110 h 10000"/>
              <a:gd name="connsiteX37" fmla="*/ 8286 w 9999"/>
              <a:gd name="connsiteY37" fmla="*/ 1158 h 10000"/>
              <a:gd name="connsiteX38" fmla="*/ 7175 w 9999"/>
              <a:gd name="connsiteY38" fmla="*/ 798 h 10000"/>
              <a:gd name="connsiteX39" fmla="*/ 6044 w 9999"/>
              <a:gd name="connsiteY39" fmla="*/ 717 h 10000"/>
              <a:gd name="connsiteX40" fmla="*/ 5774 w 9999"/>
              <a:gd name="connsiteY40" fmla="*/ 603 h 10000"/>
              <a:gd name="connsiteX41" fmla="*/ 5574 w 9999"/>
              <a:gd name="connsiteY41" fmla="*/ 70 h 10000"/>
              <a:gd name="connsiteX42" fmla="*/ 5182 w 9999"/>
              <a:gd name="connsiteY42" fmla="*/ 39 h 10000"/>
              <a:gd name="connsiteX43" fmla="*/ 5033 w 9999"/>
              <a:gd name="connsiteY43" fmla="*/ 344 h 10000"/>
              <a:gd name="connsiteX44" fmla="*/ 4804 w 9999"/>
              <a:gd name="connsiteY44" fmla="*/ 759 h 10000"/>
              <a:gd name="connsiteX45" fmla="*/ 3800 w 9999"/>
              <a:gd name="connsiteY45" fmla="*/ 742 h 10000"/>
              <a:gd name="connsiteX46" fmla="*/ 2537 w 9999"/>
              <a:gd name="connsiteY46" fmla="*/ 937 h 10000"/>
              <a:gd name="connsiteX47" fmla="*/ 1747 w 9999"/>
              <a:gd name="connsiteY47" fmla="*/ 896 h 10000"/>
              <a:gd name="connsiteX48" fmla="*/ 760 w 9999"/>
              <a:gd name="connsiteY48" fmla="*/ 888 h 10000"/>
              <a:gd name="connsiteX49" fmla="*/ 20 w 9999"/>
              <a:gd name="connsiteY49" fmla="*/ 1197 h 10000"/>
              <a:gd name="connsiteX50" fmla="*/ 1567 w 9999"/>
              <a:gd name="connsiteY50" fmla="*/ 3053 h 10000"/>
              <a:gd name="connsiteX51" fmla="*/ 1553 w 9999"/>
              <a:gd name="connsiteY51" fmla="*/ 6368 h 10000"/>
              <a:gd name="connsiteX52" fmla="*/ 1959 w 9999"/>
              <a:gd name="connsiteY52" fmla="*/ 2962 h 10000"/>
              <a:gd name="connsiteX53" fmla="*/ 1746 w 9999"/>
              <a:gd name="connsiteY53" fmla="*/ 1698 h 10000"/>
              <a:gd name="connsiteX54" fmla="*/ 769 w 9999"/>
              <a:gd name="connsiteY54" fmla="*/ 1251 h 10000"/>
              <a:gd name="connsiteX55" fmla="*/ 1683 w 9999"/>
              <a:gd name="connsiteY55" fmla="*/ 1163 h 10000"/>
              <a:gd name="connsiteX56" fmla="*/ 2563 w 9999"/>
              <a:gd name="connsiteY56" fmla="*/ 1228 h 10000"/>
              <a:gd name="connsiteX57" fmla="*/ 3346 w 9999"/>
              <a:gd name="connsiteY57" fmla="*/ 1152 h 10000"/>
              <a:gd name="connsiteX58" fmla="*/ 4115 w 9999"/>
              <a:gd name="connsiteY58" fmla="*/ 995 h 10000"/>
              <a:gd name="connsiteX59" fmla="*/ 4391 w 9999"/>
              <a:gd name="connsiteY59" fmla="*/ 1364 h 10000"/>
              <a:gd name="connsiteX60" fmla="*/ 4368 w 9999"/>
              <a:gd name="connsiteY60" fmla="*/ 2143 h 10000"/>
              <a:gd name="connsiteX0" fmla="*/ 4368 w 10000"/>
              <a:gd name="connsiteY0" fmla="*/ 2143 h 10000"/>
              <a:gd name="connsiteX1" fmla="*/ 3898 w 10000"/>
              <a:gd name="connsiteY1" fmla="*/ 3888 h 10000"/>
              <a:gd name="connsiteX2" fmla="*/ 3754 w 10000"/>
              <a:gd name="connsiteY2" fmla="*/ 4718 h 10000"/>
              <a:gd name="connsiteX3" fmla="*/ 3575 w 10000"/>
              <a:gd name="connsiteY3" fmla="*/ 5859 h 10000"/>
              <a:gd name="connsiteX4" fmla="*/ 3910 w 10000"/>
              <a:gd name="connsiteY4" fmla="*/ 7182 h 10000"/>
              <a:gd name="connsiteX5" fmla="*/ 4351 w 10000"/>
              <a:gd name="connsiteY5" fmla="*/ 7883 h 10000"/>
              <a:gd name="connsiteX6" fmla="*/ 4535 w 10000"/>
              <a:gd name="connsiteY6" fmla="*/ 8266 h 10000"/>
              <a:gd name="connsiteX7" fmla="*/ 4637 w 10000"/>
              <a:gd name="connsiteY7" fmla="*/ 8571 h 10000"/>
              <a:gd name="connsiteX8" fmla="*/ 4677 w 10000"/>
              <a:gd name="connsiteY8" fmla="*/ 9095 h 10000"/>
              <a:gd name="connsiteX9" fmla="*/ 4535 w 10000"/>
              <a:gd name="connsiteY9" fmla="*/ 9450 h 10000"/>
              <a:gd name="connsiteX10" fmla="*/ 4464 w 10000"/>
              <a:gd name="connsiteY10" fmla="*/ 9728 h 10000"/>
              <a:gd name="connsiteX11" fmla="*/ 4521 w 10000"/>
              <a:gd name="connsiteY11" fmla="*/ 9866 h 10000"/>
              <a:gd name="connsiteX12" fmla="*/ 4736 w 10000"/>
              <a:gd name="connsiteY12" fmla="*/ 9992 h 10000"/>
              <a:gd name="connsiteX13" fmla="*/ 5550 w 10000"/>
              <a:gd name="connsiteY13" fmla="*/ 9992 h 10000"/>
              <a:gd name="connsiteX14" fmla="*/ 6300 w 10000"/>
              <a:gd name="connsiteY14" fmla="*/ 9972 h 10000"/>
              <a:gd name="connsiteX15" fmla="*/ 6451 w 10000"/>
              <a:gd name="connsiteY15" fmla="*/ 9822 h 10000"/>
              <a:gd name="connsiteX16" fmla="*/ 6440 w 10000"/>
              <a:gd name="connsiteY16" fmla="*/ 9571 h 10000"/>
              <a:gd name="connsiteX17" fmla="*/ 6284 w 10000"/>
              <a:gd name="connsiteY17" fmla="*/ 9313 h 10000"/>
              <a:gd name="connsiteX18" fmla="*/ 6226 w 10000"/>
              <a:gd name="connsiteY18" fmla="*/ 8995 h 10000"/>
              <a:gd name="connsiteX19" fmla="*/ 6221 w 10000"/>
              <a:gd name="connsiteY19" fmla="*/ 8600 h 10000"/>
              <a:gd name="connsiteX20" fmla="*/ 6329 w 10000"/>
              <a:gd name="connsiteY20" fmla="*/ 8204 h 10000"/>
              <a:gd name="connsiteX21" fmla="*/ 6582 w 10000"/>
              <a:gd name="connsiteY21" fmla="*/ 7617 h 10000"/>
              <a:gd name="connsiteX22" fmla="*/ 6720 w 10000"/>
              <a:gd name="connsiteY22" fmla="*/ 7310 h 10000"/>
              <a:gd name="connsiteX23" fmla="*/ 7101 w 10000"/>
              <a:gd name="connsiteY23" fmla="*/ 6529 h 10000"/>
              <a:gd name="connsiteX24" fmla="*/ 7314 w 10000"/>
              <a:gd name="connsiteY24" fmla="*/ 5810 h 10000"/>
              <a:gd name="connsiteX25" fmla="*/ 7344 w 10000"/>
              <a:gd name="connsiteY25" fmla="*/ 5257 h 10000"/>
              <a:gd name="connsiteX26" fmla="*/ 7261 w 10000"/>
              <a:gd name="connsiteY26" fmla="*/ 4694 h 10000"/>
              <a:gd name="connsiteX27" fmla="*/ 7043 w 10000"/>
              <a:gd name="connsiteY27" fmla="*/ 3960 h 10000"/>
              <a:gd name="connsiteX28" fmla="*/ 6824 w 10000"/>
              <a:gd name="connsiteY28" fmla="*/ 3310 h 10000"/>
              <a:gd name="connsiteX29" fmla="*/ 6470 w 10000"/>
              <a:gd name="connsiteY29" fmla="*/ 2386 h 10000"/>
              <a:gd name="connsiteX30" fmla="*/ 6411 w 10000"/>
              <a:gd name="connsiteY30" fmla="*/ 1143 h 10000"/>
              <a:gd name="connsiteX31" fmla="*/ 8009 w 10000"/>
              <a:gd name="connsiteY31" fmla="*/ 1358 h 10000"/>
              <a:gd name="connsiteX32" fmla="*/ 8986 w 10000"/>
              <a:gd name="connsiteY32" fmla="*/ 2411 h 10000"/>
              <a:gd name="connsiteX33" fmla="*/ 9329 w 10000"/>
              <a:gd name="connsiteY33" fmla="*/ 4522 h 10000"/>
              <a:gd name="connsiteX34" fmla="*/ 10000 w 10000"/>
              <a:gd name="connsiteY34" fmla="*/ 6660 h 10000"/>
              <a:gd name="connsiteX35" fmla="*/ 9622 w 10000"/>
              <a:gd name="connsiteY35" fmla="*/ 4521 h 10000"/>
              <a:gd name="connsiteX36" fmla="*/ 9192 w 10000"/>
              <a:gd name="connsiteY36" fmla="*/ 2110 h 10000"/>
              <a:gd name="connsiteX37" fmla="*/ 8287 w 10000"/>
              <a:gd name="connsiteY37" fmla="*/ 1158 h 10000"/>
              <a:gd name="connsiteX38" fmla="*/ 7176 w 10000"/>
              <a:gd name="connsiteY38" fmla="*/ 798 h 10000"/>
              <a:gd name="connsiteX39" fmla="*/ 6045 w 10000"/>
              <a:gd name="connsiteY39" fmla="*/ 717 h 10000"/>
              <a:gd name="connsiteX40" fmla="*/ 5775 w 10000"/>
              <a:gd name="connsiteY40" fmla="*/ 603 h 10000"/>
              <a:gd name="connsiteX41" fmla="*/ 5575 w 10000"/>
              <a:gd name="connsiteY41" fmla="*/ 70 h 10000"/>
              <a:gd name="connsiteX42" fmla="*/ 5183 w 10000"/>
              <a:gd name="connsiteY42" fmla="*/ 39 h 10000"/>
              <a:gd name="connsiteX43" fmla="*/ 5034 w 10000"/>
              <a:gd name="connsiteY43" fmla="*/ 344 h 10000"/>
              <a:gd name="connsiteX44" fmla="*/ 4804 w 10000"/>
              <a:gd name="connsiteY44" fmla="*/ 759 h 10000"/>
              <a:gd name="connsiteX45" fmla="*/ 3800 w 10000"/>
              <a:gd name="connsiteY45" fmla="*/ 742 h 10000"/>
              <a:gd name="connsiteX46" fmla="*/ 2537 w 10000"/>
              <a:gd name="connsiteY46" fmla="*/ 937 h 10000"/>
              <a:gd name="connsiteX47" fmla="*/ 1747 w 10000"/>
              <a:gd name="connsiteY47" fmla="*/ 896 h 10000"/>
              <a:gd name="connsiteX48" fmla="*/ 760 w 10000"/>
              <a:gd name="connsiteY48" fmla="*/ 888 h 10000"/>
              <a:gd name="connsiteX49" fmla="*/ 20 w 10000"/>
              <a:gd name="connsiteY49" fmla="*/ 1197 h 10000"/>
              <a:gd name="connsiteX50" fmla="*/ 1567 w 10000"/>
              <a:gd name="connsiteY50" fmla="*/ 3053 h 10000"/>
              <a:gd name="connsiteX51" fmla="*/ 1553 w 10000"/>
              <a:gd name="connsiteY51" fmla="*/ 6368 h 10000"/>
              <a:gd name="connsiteX52" fmla="*/ 1959 w 10000"/>
              <a:gd name="connsiteY52" fmla="*/ 2962 h 10000"/>
              <a:gd name="connsiteX53" fmla="*/ 769 w 10000"/>
              <a:gd name="connsiteY53" fmla="*/ 1251 h 10000"/>
              <a:gd name="connsiteX54" fmla="*/ 1683 w 10000"/>
              <a:gd name="connsiteY54" fmla="*/ 1163 h 10000"/>
              <a:gd name="connsiteX55" fmla="*/ 2563 w 10000"/>
              <a:gd name="connsiteY55" fmla="*/ 1228 h 10000"/>
              <a:gd name="connsiteX56" fmla="*/ 3346 w 10000"/>
              <a:gd name="connsiteY56" fmla="*/ 1152 h 10000"/>
              <a:gd name="connsiteX57" fmla="*/ 4115 w 10000"/>
              <a:gd name="connsiteY57" fmla="*/ 995 h 10000"/>
              <a:gd name="connsiteX58" fmla="*/ 4391 w 10000"/>
              <a:gd name="connsiteY58" fmla="*/ 1364 h 10000"/>
              <a:gd name="connsiteX59" fmla="*/ 4368 w 10000"/>
              <a:gd name="connsiteY59" fmla="*/ 2143 h 10000"/>
              <a:gd name="connsiteX0" fmla="*/ 4368 w 10000"/>
              <a:gd name="connsiteY0" fmla="*/ 2143 h 10000"/>
              <a:gd name="connsiteX1" fmla="*/ 3898 w 10000"/>
              <a:gd name="connsiteY1" fmla="*/ 3888 h 10000"/>
              <a:gd name="connsiteX2" fmla="*/ 3754 w 10000"/>
              <a:gd name="connsiteY2" fmla="*/ 4718 h 10000"/>
              <a:gd name="connsiteX3" fmla="*/ 3575 w 10000"/>
              <a:gd name="connsiteY3" fmla="*/ 5859 h 10000"/>
              <a:gd name="connsiteX4" fmla="*/ 3910 w 10000"/>
              <a:gd name="connsiteY4" fmla="*/ 7182 h 10000"/>
              <a:gd name="connsiteX5" fmla="*/ 4351 w 10000"/>
              <a:gd name="connsiteY5" fmla="*/ 7883 h 10000"/>
              <a:gd name="connsiteX6" fmla="*/ 4535 w 10000"/>
              <a:gd name="connsiteY6" fmla="*/ 8266 h 10000"/>
              <a:gd name="connsiteX7" fmla="*/ 4637 w 10000"/>
              <a:gd name="connsiteY7" fmla="*/ 8571 h 10000"/>
              <a:gd name="connsiteX8" fmla="*/ 4677 w 10000"/>
              <a:gd name="connsiteY8" fmla="*/ 9095 h 10000"/>
              <a:gd name="connsiteX9" fmla="*/ 4535 w 10000"/>
              <a:gd name="connsiteY9" fmla="*/ 9450 h 10000"/>
              <a:gd name="connsiteX10" fmla="*/ 4464 w 10000"/>
              <a:gd name="connsiteY10" fmla="*/ 9728 h 10000"/>
              <a:gd name="connsiteX11" fmla="*/ 4521 w 10000"/>
              <a:gd name="connsiteY11" fmla="*/ 9866 h 10000"/>
              <a:gd name="connsiteX12" fmla="*/ 4736 w 10000"/>
              <a:gd name="connsiteY12" fmla="*/ 9992 h 10000"/>
              <a:gd name="connsiteX13" fmla="*/ 5550 w 10000"/>
              <a:gd name="connsiteY13" fmla="*/ 9992 h 10000"/>
              <a:gd name="connsiteX14" fmla="*/ 6300 w 10000"/>
              <a:gd name="connsiteY14" fmla="*/ 9972 h 10000"/>
              <a:gd name="connsiteX15" fmla="*/ 6451 w 10000"/>
              <a:gd name="connsiteY15" fmla="*/ 9822 h 10000"/>
              <a:gd name="connsiteX16" fmla="*/ 6440 w 10000"/>
              <a:gd name="connsiteY16" fmla="*/ 9571 h 10000"/>
              <a:gd name="connsiteX17" fmla="*/ 6284 w 10000"/>
              <a:gd name="connsiteY17" fmla="*/ 9313 h 10000"/>
              <a:gd name="connsiteX18" fmla="*/ 6226 w 10000"/>
              <a:gd name="connsiteY18" fmla="*/ 8995 h 10000"/>
              <a:gd name="connsiteX19" fmla="*/ 6221 w 10000"/>
              <a:gd name="connsiteY19" fmla="*/ 8600 h 10000"/>
              <a:gd name="connsiteX20" fmla="*/ 6329 w 10000"/>
              <a:gd name="connsiteY20" fmla="*/ 8204 h 10000"/>
              <a:gd name="connsiteX21" fmla="*/ 6582 w 10000"/>
              <a:gd name="connsiteY21" fmla="*/ 7617 h 10000"/>
              <a:gd name="connsiteX22" fmla="*/ 6720 w 10000"/>
              <a:gd name="connsiteY22" fmla="*/ 7310 h 10000"/>
              <a:gd name="connsiteX23" fmla="*/ 7101 w 10000"/>
              <a:gd name="connsiteY23" fmla="*/ 6529 h 10000"/>
              <a:gd name="connsiteX24" fmla="*/ 7314 w 10000"/>
              <a:gd name="connsiteY24" fmla="*/ 5810 h 10000"/>
              <a:gd name="connsiteX25" fmla="*/ 7344 w 10000"/>
              <a:gd name="connsiteY25" fmla="*/ 5257 h 10000"/>
              <a:gd name="connsiteX26" fmla="*/ 7261 w 10000"/>
              <a:gd name="connsiteY26" fmla="*/ 4694 h 10000"/>
              <a:gd name="connsiteX27" fmla="*/ 7043 w 10000"/>
              <a:gd name="connsiteY27" fmla="*/ 3960 h 10000"/>
              <a:gd name="connsiteX28" fmla="*/ 6824 w 10000"/>
              <a:gd name="connsiteY28" fmla="*/ 3310 h 10000"/>
              <a:gd name="connsiteX29" fmla="*/ 6470 w 10000"/>
              <a:gd name="connsiteY29" fmla="*/ 2386 h 10000"/>
              <a:gd name="connsiteX30" fmla="*/ 6411 w 10000"/>
              <a:gd name="connsiteY30" fmla="*/ 1143 h 10000"/>
              <a:gd name="connsiteX31" fmla="*/ 8009 w 10000"/>
              <a:gd name="connsiteY31" fmla="*/ 1358 h 10000"/>
              <a:gd name="connsiteX32" fmla="*/ 8986 w 10000"/>
              <a:gd name="connsiteY32" fmla="*/ 2411 h 10000"/>
              <a:gd name="connsiteX33" fmla="*/ 9329 w 10000"/>
              <a:gd name="connsiteY33" fmla="*/ 4522 h 10000"/>
              <a:gd name="connsiteX34" fmla="*/ 10000 w 10000"/>
              <a:gd name="connsiteY34" fmla="*/ 6660 h 10000"/>
              <a:gd name="connsiteX35" fmla="*/ 9622 w 10000"/>
              <a:gd name="connsiteY35" fmla="*/ 4521 h 10000"/>
              <a:gd name="connsiteX36" fmla="*/ 9192 w 10000"/>
              <a:gd name="connsiteY36" fmla="*/ 2110 h 10000"/>
              <a:gd name="connsiteX37" fmla="*/ 8287 w 10000"/>
              <a:gd name="connsiteY37" fmla="*/ 1158 h 10000"/>
              <a:gd name="connsiteX38" fmla="*/ 7176 w 10000"/>
              <a:gd name="connsiteY38" fmla="*/ 798 h 10000"/>
              <a:gd name="connsiteX39" fmla="*/ 6045 w 10000"/>
              <a:gd name="connsiteY39" fmla="*/ 717 h 10000"/>
              <a:gd name="connsiteX40" fmla="*/ 5775 w 10000"/>
              <a:gd name="connsiteY40" fmla="*/ 603 h 10000"/>
              <a:gd name="connsiteX41" fmla="*/ 5575 w 10000"/>
              <a:gd name="connsiteY41" fmla="*/ 70 h 10000"/>
              <a:gd name="connsiteX42" fmla="*/ 5183 w 10000"/>
              <a:gd name="connsiteY42" fmla="*/ 39 h 10000"/>
              <a:gd name="connsiteX43" fmla="*/ 5034 w 10000"/>
              <a:gd name="connsiteY43" fmla="*/ 344 h 10000"/>
              <a:gd name="connsiteX44" fmla="*/ 4804 w 10000"/>
              <a:gd name="connsiteY44" fmla="*/ 759 h 10000"/>
              <a:gd name="connsiteX45" fmla="*/ 3800 w 10000"/>
              <a:gd name="connsiteY45" fmla="*/ 742 h 10000"/>
              <a:gd name="connsiteX46" fmla="*/ 2537 w 10000"/>
              <a:gd name="connsiteY46" fmla="*/ 937 h 10000"/>
              <a:gd name="connsiteX47" fmla="*/ 1747 w 10000"/>
              <a:gd name="connsiteY47" fmla="*/ 896 h 10000"/>
              <a:gd name="connsiteX48" fmla="*/ 760 w 10000"/>
              <a:gd name="connsiteY48" fmla="*/ 888 h 10000"/>
              <a:gd name="connsiteX49" fmla="*/ 20 w 10000"/>
              <a:gd name="connsiteY49" fmla="*/ 1197 h 10000"/>
              <a:gd name="connsiteX50" fmla="*/ 1567 w 10000"/>
              <a:gd name="connsiteY50" fmla="*/ 3053 h 10000"/>
              <a:gd name="connsiteX51" fmla="*/ 1553 w 10000"/>
              <a:gd name="connsiteY51" fmla="*/ 6368 h 10000"/>
              <a:gd name="connsiteX52" fmla="*/ 1959 w 10000"/>
              <a:gd name="connsiteY52" fmla="*/ 2962 h 10000"/>
              <a:gd name="connsiteX53" fmla="*/ 2437 w 10000"/>
              <a:gd name="connsiteY53" fmla="*/ 1997 h 10000"/>
              <a:gd name="connsiteX54" fmla="*/ 1683 w 10000"/>
              <a:gd name="connsiteY54" fmla="*/ 1163 h 10000"/>
              <a:gd name="connsiteX55" fmla="*/ 2563 w 10000"/>
              <a:gd name="connsiteY55" fmla="*/ 1228 h 10000"/>
              <a:gd name="connsiteX56" fmla="*/ 3346 w 10000"/>
              <a:gd name="connsiteY56" fmla="*/ 1152 h 10000"/>
              <a:gd name="connsiteX57" fmla="*/ 4115 w 10000"/>
              <a:gd name="connsiteY57" fmla="*/ 995 h 10000"/>
              <a:gd name="connsiteX58" fmla="*/ 4391 w 10000"/>
              <a:gd name="connsiteY58" fmla="*/ 1364 h 10000"/>
              <a:gd name="connsiteX59" fmla="*/ 4368 w 10000"/>
              <a:gd name="connsiteY59" fmla="*/ 2143 h 10000"/>
              <a:gd name="connsiteX0" fmla="*/ 4368 w 10000"/>
              <a:gd name="connsiteY0" fmla="*/ 2143 h 10000"/>
              <a:gd name="connsiteX1" fmla="*/ 3898 w 10000"/>
              <a:gd name="connsiteY1" fmla="*/ 3888 h 10000"/>
              <a:gd name="connsiteX2" fmla="*/ 3754 w 10000"/>
              <a:gd name="connsiteY2" fmla="*/ 4718 h 10000"/>
              <a:gd name="connsiteX3" fmla="*/ 3575 w 10000"/>
              <a:gd name="connsiteY3" fmla="*/ 5859 h 10000"/>
              <a:gd name="connsiteX4" fmla="*/ 3910 w 10000"/>
              <a:gd name="connsiteY4" fmla="*/ 7182 h 10000"/>
              <a:gd name="connsiteX5" fmla="*/ 4351 w 10000"/>
              <a:gd name="connsiteY5" fmla="*/ 7883 h 10000"/>
              <a:gd name="connsiteX6" fmla="*/ 4535 w 10000"/>
              <a:gd name="connsiteY6" fmla="*/ 8266 h 10000"/>
              <a:gd name="connsiteX7" fmla="*/ 4637 w 10000"/>
              <a:gd name="connsiteY7" fmla="*/ 8571 h 10000"/>
              <a:gd name="connsiteX8" fmla="*/ 4677 w 10000"/>
              <a:gd name="connsiteY8" fmla="*/ 9095 h 10000"/>
              <a:gd name="connsiteX9" fmla="*/ 4535 w 10000"/>
              <a:gd name="connsiteY9" fmla="*/ 9450 h 10000"/>
              <a:gd name="connsiteX10" fmla="*/ 4464 w 10000"/>
              <a:gd name="connsiteY10" fmla="*/ 9728 h 10000"/>
              <a:gd name="connsiteX11" fmla="*/ 4521 w 10000"/>
              <a:gd name="connsiteY11" fmla="*/ 9866 h 10000"/>
              <a:gd name="connsiteX12" fmla="*/ 4736 w 10000"/>
              <a:gd name="connsiteY12" fmla="*/ 9992 h 10000"/>
              <a:gd name="connsiteX13" fmla="*/ 5550 w 10000"/>
              <a:gd name="connsiteY13" fmla="*/ 9992 h 10000"/>
              <a:gd name="connsiteX14" fmla="*/ 6300 w 10000"/>
              <a:gd name="connsiteY14" fmla="*/ 9972 h 10000"/>
              <a:gd name="connsiteX15" fmla="*/ 6451 w 10000"/>
              <a:gd name="connsiteY15" fmla="*/ 9822 h 10000"/>
              <a:gd name="connsiteX16" fmla="*/ 6440 w 10000"/>
              <a:gd name="connsiteY16" fmla="*/ 9571 h 10000"/>
              <a:gd name="connsiteX17" fmla="*/ 6284 w 10000"/>
              <a:gd name="connsiteY17" fmla="*/ 9313 h 10000"/>
              <a:gd name="connsiteX18" fmla="*/ 6226 w 10000"/>
              <a:gd name="connsiteY18" fmla="*/ 8995 h 10000"/>
              <a:gd name="connsiteX19" fmla="*/ 6221 w 10000"/>
              <a:gd name="connsiteY19" fmla="*/ 8600 h 10000"/>
              <a:gd name="connsiteX20" fmla="*/ 6329 w 10000"/>
              <a:gd name="connsiteY20" fmla="*/ 8204 h 10000"/>
              <a:gd name="connsiteX21" fmla="*/ 6582 w 10000"/>
              <a:gd name="connsiteY21" fmla="*/ 7617 h 10000"/>
              <a:gd name="connsiteX22" fmla="*/ 6720 w 10000"/>
              <a:gd name="connsiteY22" fmla="*/ 7310 h 10000"/>
              <a:gd name="connsiteX23" fmla="*/ 7101 w 10000"/>
              <a:gd name="connsiteY23" fmla="*/ 6529 h 10000"/>
              <a:gd name="connsiteX24" fmla="*/ 7314 w 10000"/>
              <a:gd name="connsiteY24" fmla="*/ 5810 h 10000"/>
              <a:gd name="connsiteX25" fmla="*/ 7344 w 10000"/>
              <a:gd name="connsiteY25" fmla="*/ 5257 h 10000"/>
              <a:gd name="connsiteX26" fmla="*/ 7261 w 10000"/>
              <a:gd name="connsiteY26" fmla="*/ 4694 h 10000"/>
              <a:gd name="connsiteX27" fmla="*/ 7043 w 10000"/>
              <a:gd name="connsiteY27" fmla="*/ 3960 h 10000"/>
              <a:gd name="connsiteX28" fmla="*/ 6824 w 10000"/>
              <a:gd name="connsiteY28" fmla="*/ 3310 h 10000"/>
              <a:gd name="connsiteX29" fmla="*/ 6470 w 10000"/>
              <a:gd name="connsiteY29" fmla="*/ 2386 h 10000"/>
              <a:gd name="connsiteX30" fmla="*/ 6411 w 10000"/>
              <a:gd name="connsiteY30" fmla="*/ 1143 h 10000"/>
              <a:gd name="connsiteX31" fmla="*/ 8009 w 10000"/>
              <a:gd name="connsiteY31" fmla="*/ 1358 h 10000"/>
              <a:gd name="connsiteX32" fmla="*/ 8986 w 10000"/>
              <a:gd name="connsiteY32" fmla="*/ 2411 h 10000"/>
              <a:gd name="connsiteX33" fmla="*/ 9329 w 10000"/>
              <a:gd name="connsiteY33" fmla="*/ 4522 h 10000"/>
              <a:gd name="connsiteX34" fmla="*/ 10000 w 10000"/>
              <a:gd name="connsiteY34" fmla="*/ 6660 h 10000"/>
              <a:gd name="connsiteX35" fmla="*/ 9622 w 10000"/>
              <a:gd name="connsiteY35" fmla="*/ 4521 h 10000"/>
              <a:gd name="connsiteX36" fmla="*/ 9192 w 10000"/>
              <a:gd name="connsiteY36" fmla="*/ 2110 h 10000"/>
              <a:gd name="connsiteX37" fmla="*/ 8287 w 10000"/>
              <a:gd name="connsiteY37" fmla="*/ 1158 h 10000"/>
              <a:gd name="connsiteX38" fmla="*/ 7176 w 10000"/>
              <a:gd name="connsiteY38" fmla="*/ 798 h 10000"/>
              <a:gd name="connsiteX39" fmla="*/ 6045 w 10000"/>
              <a:gd name="connsiteY39" fmla="*/ 717 h 10000"/>
              <a:gd name="connsiteX40" fmla="*/ 5775 w 10000"/>
              <a:gd name="connsiteY40" fmla="*/ 603 h 10000"/>
              <a:gd name="connsiteX41" fmla="*/ 5575 w 10000"/>
              <a:gd name="connsiteY41" fmla="*/ 70 h 10000"/>
              <a:gd name="connsiteX42" fmla="*/ 5183 w 10000"/>
              <a:gd name="connsiteY42" fmla="*/ 39 h 10000"/>
              <a:gd name="connsiteX43" fmla="*/ 5034 w 10000"/>
              <a:gd name="connsiteY43" fmla="*/ 344 h 10000"/>
              <a:gd name="connsiteX44" fmla="*/ 4804 w 10000"/>
              <a:gd name="connsiteY44" fmla="*/ 759 h 10000"/>
              <a:gd name="connsiteX45" fmla="*/ 3800 w 10000"/>
              <a:gd name="connsiteY45" fmla="*/ 742 h 10000"/>
              <a:gd name="connsiteX46" fmla="*/ 2537 w 10000"/>
              <a:gd name="connsiteY46" fmla="*/ 937 h 10000"/>
              <a:gd name="connsiteX47" fmla="*/ 1747 w 10000"/>
              <a:gd name="connsiteY47" fmla="*/ 896 h 10000"/>
              <a:gd name="connsiteX48" fmla="*/ 760 w 10000"/>
              <a:gd name="connsiteY48" fmla="*/ 888 h 10000"/>
              <a:gd name="connsiteX49" fmla="*/ 20 w 10000"/>
              <a:gd name="connsiteY49" fmla="*/ 1197 h 10000"/>
              <a:gd name="connsiteX50" fmla="*/ 1567 w 10000"/>
              <a:gd name="connsiteY50" fmla="*/ 3053 h 10000"/>
              <a:gd name="connsiteX51" fmla="*/ 1553 w 10000"/>
              <a:gd name="connsiteY51" fmla="*/ 6368 h 10000"/>
              <a:gd name="connsiteX52" fmla="*/ 1959 w 10000"/>
              <a:gd name="connsiteY52" fmla="*/ 2962 h 10000"/>
              <a:gd name="connsiteX53" fmla="*/ 1683 w 10000"/>
              <a:gd name="connsiteY53" fmla="*/ 1163 h 10000"/>
              <a:gd name="connsiteX54" fmla="*/ 2563 w 10000"/>
              <a:gd name="connsiteY54" fmla="*/ 1228 h 10000"/>
              <a:gd name="connsiteX55" fmla="*/ 3346 w 10000"/>
              <a:gd name="connsiteY55" fmla="*/ 1152 h 10000"/>
              <a:gd name="connsiteX56" fmla="*/ 4115 w 10000"/>
              <a:gd name="connsiteY56" fmla="*/ 995 h 10000"/>
              <a:gd name="connsiteX57" fmla="*/ 4391 w 10000"/>
              <a:gd name="connsiteY57" fmla="*/ 1364 h 10000"/>
              <a:gd name="connsiteX58" fmla="*/ 4368 w 10000"/>
              <a:gd name="connsiteY58" fmla="*/ 2143 h 10000"/>
              <a:gd name="connsiteX0" fmla="*/ 3609 w 9241"/>
              <a:gd name="connsiteY0" fmla="*/ 2143 h 10000"/>
              <a:gd name="connsiteX1" fmla="*/ 3139 w 9241"/>
              <a:gd name="connsiteY1" fmla="*/ 3888 h 10000"/>
              <a:gd name="connsiteX2" fmla="*/ 2995 w 9241"/>
              <a:gd name="connsiteY2" fmla="*/ 4718 h 10000"/>
              <a:gd name="connsiteX3" fmla="*/ 2816 w 9241"/>
              <a:gd name="connsiteY3" fmla="*/ 5859 h 10000"/>
              <a:gd name="connsiteX4" fmla="*/ 3151 w 9241"/>
              <a:gd name="connsiteY4" fmla="*/ 7182 h 10000"/>
              <a:gd name="connsiteX5" fmla="*/ 3592 w 9241"/>
              <a:gd name="connsiteY5" fmla="*/ 7883 h 10000"/>
              <a:gd name="connsiteX6" fmla="*/ 3776 w 9241"/>
              <a:gd name="connsiteY6" fmla="*/ 8266 h 10000"/>
              <a:gd name="connsiteX7" fmla="*/ 3878 w 9241"/>
              <a:gd name="connsiteY7" fmla="*/ 8571 h 10000"/>
              <a:gd name="connsiteX8" fmla="*/ 3918 w 9241"/>
              <a:gd name="connsiteY8" fmla="*/ 9095 h 10000"/>
              <a:gd name="connsiteX9" fmla="*/ 3776 w 9241"/>
              <a:gd name="connsiteY9" fmla="*/ 9450 h 10000"/>
              <a:gd name="connsiteX10" fmla="*/ 3705 w 9241"/>
              <a:gd name="connsiteY10" fmla="*/ 9728 h 10000"/>
              <a:gd name="connsiteX11" fmla="*/ 3762 w 9241"/>
              <a:gd name="connsiteY11" fmla="*/ 9866 h 10000"/>
              <a:gd name="connsiteX12" fmla="*/ 3977 w 9241"/>
              <a:gd name="connsiteY12" fmla="*/ 9992 h 10000"/>
              <a:gd name="connsiteX13" fmla="*/ 4791 w 9241"/>
              <a:gd name="connsiteY13" fmla="*/ 9992 h 10000"/>
              <a:gd name="connsiteX14" fmla="*/ 5541 w 9241"/>
              <a:gd name="connsiteY14" fmla="*/ 9972 h 10000"/>
              <a:gd name="connsiteX15" fmla="*/ 5692 w 9241"/>
              <a:gd name="connsiteY15" fmla="*/ 9822 h 10000"/>
              <a:gd name="connsiteX16" fmla="*/ 5681 w 9241"/>
              <a:gd name="connsiteY16" fmla="*/ 9571 h 10000"/>
              <a:gd name="connsiteX17" fmla="*/ 5525 w 9241"/>
              <a:gd name="connsiteY17" fmla="*/ 9313 h 10000"/>
              <a:gd name="connsiteX18" fmla="*/ 5467 w 9241"/>
              <a:gd name="connsiteY18" fmla="*/ 8995 h 10000"/>
              <a:gd name="connsiteX19" fmla="*/ 5462 w 9241"/>
              <a:gd name="connsiteY19" fmla="*/ 8600 h 10000"/>
              <a:gd name="connsiteX20" fmla="*/ 5570 w 9241"/>
              <a:gd name="connsiteY20" fmla="*/ 8204 h 10000"/>
              <a:gd name="connsiteX21" fmla="*/ 5823 w 9241"/>
              <a:gd name="connsiteY21" fmla="*/ 7617 h 10000"/>
              <a:gd name="connsiteX22" fmla="*/ 5961 w 9241"/>
              <a:gd name="connsiteY22" fmla="*/ 7310 h 10000"/>
              <a:gd name="connsiteX23" fmla="*/ 6342 w 9241"/>
              <a:gd name="connsiteY23" fmla="*/ 6529 h 10000"/>
              <a:gd name="connsiteX24" fmla="*/ 6555 w 9241"/>
              <a:gd name="connsiteY24" fmla="*/ 5810 h 10000"/>
              <a:gd name="connsiteX25" fmla="*/ 6585 w 9241"/>
              <a:gd name="connsiteY25" fmla="*/ 5257 h 10000"/>
              <a:gd name="connsiteX26" fmla="*/ 6502 w 9241"/>
              <a:gd name="connsiteY26" fmla="*/ 4694 h 10000"/>
              <a:gd name="connsiteX27" fmla="*/ 6284 w 9241"/>
              <a:gd name="connsiteY27" fmla="*/ 3960 h 10000"/>
              <a:gd name="connsiteX28" fmla="*/ 6065 w 9241"/>
              <a:gd name="connsiteY28" fmla="*/ 3310 h 10000"/>
              <a:gd name="connsiteX29" fmla="*/ 5711 w 9241"/>
              <a:gd name="connsiteY29" fmla="*/ 2386 h 10000"/>
              <a:gd name="connsiteX30" fmla="*/ 5652 w 9241"/>
              <a:gd name="connsiteY30" fmla="*/ 1143 h 10000"/>
              <a:gd name="connsiteX31" fmla="*/ 7250 w 9241"/>
              <a:gd name="connsiteY31" fmla="*/ 1358 h 10000"/>
              <a:gd name="connsiteX32" fmla="*/ 8227 w 9241"/>
              <a:gd name="connsiteY32" fmla="*/ 2411 h 10000"/>
              <a:gd name="connsiteX33" fmla="*/ 8570 w 9241"/>
              <a:gd name="connsiteY33" fmla="*/ 4522 h 10000"/>
              <a:gd name="connsiteX34" fmla="*/ 9241 w 9241"/>
              <a:gd name="connsiteY34" fmla="*/ 6660 h 10000"/>
              <a:gd name="connsiteX35" fmla="*/ 8863 w 9241"/>
              <a:gd name="connsiteY35" fmla="*/ 4521 h 10000"/>
              <a:gd name="connsiteX36" fmla="*/ 8433 w 9241"/>
              <a:gd name="connsiteY36" fmla="*/ 2110 h 10000"/>
              <a:gd name="connsiteX37" fmla="*/ 7528 w 9241"/>
              <a:gd name="connsiteY37" fmla="*/ 1158 h 10000"/>
              <a:gd name="connsiteX38" fmla="*/ 6417 w 9241"/>
              <a:gd name="connsiteY38" fmla="*/ 798 h 10000"/>
              <a:gd name="connsiteX39" fmla="*/ 5286 w 9241"/>
              <a:gd name="connsiteY39" fmla="*/ 717 h 10000"/>
              <a:gd name="connsiteX40" fmla="*/ 5016 w 9241"/>
              <a:gd name="connsiteY40" fmla="*/ 603 h 10000"/>
              <a:gd name="connsiteX41" fmla="*/ 4816 w 9241"/>
              <a:gd name="connsiteY41" fmla="*/ 70 h 10000"/>
              <a:gd name="connsiteX42" fmla="*/ 4424 w 9241"/>
              <a:gd name="connsiteY42" fmla="*/ 39 h 10000"/>
              <a:gd name="connsiteX43" fmla="*/ 4275 w 9241"/>
              <a:gd name="connsiteY43" fmla="*/ 344 h 10000"/>
              <a:gd name="connsiteX44" fmla="*/ 4045 w 9241"/>
              <a:gd name="connsiteY44" fmla="*/ 759 h 10000"/>
              <a:gd name="connsiteX45" fmla="*/ 3041 w 9241"/>
              <a:gd name="connsiteY45" fmla="*/ 742 h 10000"/>
              <a:gd name="connsiteX46" fmla="*/ 1778 w 9241"/>
              <a:gd name="connsiteY46" fmla="*/ 937 h 10000"/>
              <a:gd name="connsiteX47" fmla="*/ 988 w 9241"/>
              <a:gd name="connsiteY47" fmla="*/ 896 h 10000"/>
              <a:gd name="connsiteX48" fmla="*/ 1 w 9241"/>
              <a:gd name="connsiteY48" fmla="*/ 888 h 10000"/>
              <a:gd name="connsiteX49" fmla="*/ 808 w 9241"/>
              <a:gd name="connsiteY49" fmla="*/ 3053 h 10000"/>
              <a:gd name="connsiteX50" fmla="*/ 794 w 9241"/>
              <a:gd name="connsiteY50" fmla="*/ 6368 h 10000"/>
              <a:gd name="connsiteX51" fmla="*/ 1200 w 9241"/>
              <a:gd name="connsiteY51" fmla="*/ 2962 h 10000"/>
              <a:gd name="connsiteX52" fmla="*/ 924 w 9241"/>
              <a:gd name="connsiteY52" fmla="*/ 1163 h 10000"/>
              <a:gd name="connsiteX53" fmla="*/ 1804 w 9241"/>
              <a:gd name="connsiteY53" fmla="*/ 1228 h 10000"/>
              <a:gd name="connsiteX54" fmla="*/ 2587 w 9241"/>
              <a:gd name="connsiteY54" fmla="*/ 1152 h 10000"/>
              <a:gd name="connsiteX55" fmla="*/ 3356 w 9241"/>
              <a:gd name="connsiteY55" fmla="*/ 995 h 10000"/>
              <a:gd name="connsiteX56" fmla="*/ 3632 w 9241"/>
              <a:gd name="connsiteY56" fmla="*/ 1364 h 10000"/>
              <a:gd name="connsiteX57" fmla="*/ 3609 w 9241"/>
              <a:gd name="connsiteY57" fmla="*/ 2143 h 10000"/>
              <a:gd name="connsiteX0" fmla="*/ 3051 w 9146"/>
              <a:gd name="connsiteY0" fmla="*/ 2143 h 10000"/>
              <a:gd name="connsiteX1" fmla="*/ 2543 w 9146"/>
              <a:gd name="connsiteY1" fmla="*/ 3888 h 10000"/>
              <a:gd name="connsiteX2" fmla="*/ 2387 w 9146"/>
              <a:gd name="connsiteY2" fmla="*/ 4718 h 10000"/>
              <a:gd name="connsiteX3" fmla="*/ 2193 w 9146"/>
              <a:gd name="connsiteY3" fmla="*/ 5859 h 10000"/>
              <a:gd name="connsiteX4" fmla="*/ 2556 w 9146"/>
              <a:gd name="connsiteY4" fmla="*/ 7182 h 10000"/>
              <a:gd name="connsiteX5" fmla="*/ 3033 w 9146"/>
              <a:gd name="connsiteY5" fmla="*/ 7883 h 10000"/>
              <a:gd name="connsiteX6" fmla="*/ 3232 w 9146"/>
              <a:gd name="connsiteY6" fmla="*/ 8266 h 10000"/>
              <a:gd name="connsiteX7" fmla="*/ 3343 w 9146"/>
              <a:gd name="connsiteY7" fmla="*/ 8571 h 10000"/>
              <a:gd name="connsiteX8" fmla="*/ 3386 w 9146"/>
              <a:gd name="connsiteY8" fmla="*/ 9095 h 10000"/>
              <a:gd name="connsiteX9" fmla="*/ 3232 w 9146"/>
              <a:gd name="connsiteY9" fmla="*/ 9450 h 10000"/>
              <a:gd name="connsiteX10" fmla="*/ 3155 w 9146"/>
              <a:gd name="connsiteY10" fmla="*/ 9728 h 10000"/>
              <a:gd name="connsiteX11" fmla="*/ 3217 w 9146"/>
              <a:gd name="connsiteY11" fmla="*/ 9866 h 10000"/>
              <a:gd name="connsiteX12" fmla="*/ 3450 w 9146"/>
              <a:gd name="connsiteY12" fmla="*/ 9992 h 10000"/>
              <a:gd name="connsiteX13" fmla="*/ 4331 w 9146"/>
              <a:gd name="connsiteY13" fmla="*/ 9992 h 10000"/>
              <a:gd name="connsiteX14" fmla="*/ 5142 w 9146"/>
              <a:gd name="connsiteY14" fmla="*/ 9972 h 10000"/>
              <a:gd name="connsiteX15" fmla="*/ 5306 w 9146"/>
              <a:gd name="connsiteY15" fmla="*/ 9822 h 10000"/>
              <a:gd name="connsiteX16" fmla="*/ 5294 w 9146"/>
              <a:gd name="connsiteY16" fmla="*/ 9571 h 10000"/>
              <a:gd name="connsiteX17" fmla="*/ 5125 w 9146"/>
              <a:gd name="connsiteY17" fmla="*/ 9313 h 10000"/>
              <a:gd name="connsiteX18" fmla="*/ 5062 w 9146"/>
              <a:gd name="connsiteY18" fmla="*/ 8995 h 10000"/>
              <a:gd name="connsiteX19" fmla="*/ 5057 w 9146"/>
              <a:gd name="connsiteY19" fmla="*/ 8600 h 10000"/>
              <a:gd name="connsiteX20" fmla="*/ 5173 w 9146"/>
              <a:gd name="connsiteY20" fmla="*/ 8204 h 10000"/>
              <a:gd name="connsiteX21" fmla="*/ 5447 w 9146"/>
              <a:gd name="connsiteY21" fmla="*/ 7617 h 10000"/>
              <a:gd name="connsiteX22" fmla="*/ 5597 w 9146"/>
              <a:gd name="connsiteY22" fmla="*/ 7310 h 10000"/>
              <a:gd name="connsiteX23" fmla="*/ 6009 w 9146"/>
              <a:gd name="connsiteY23" fmla="*/ 6529 h 10000"/>
              <a:gd name="connsiteX24" fmla="*/ 6239 w 9146"/>
              <a:gd name="connsiteY24" fmla="*/ 5810 h 10000"/>
              <a:gd name="connsiteX25" fmla="*/ 6272 w 9146"/>
              <a:gd name="connsiteY25" fmla="*/ 5257 h 10000"/>
              <a:gd name="connsiteX26" fmla="*/ 6182 w 9146"/>
              <a:gd name="connsiteY26" fmla="*/ 4694 h 10000"/>
              <a:gd name="connsiteX27" fmla="*/ 5946 w 9146"/>
              <a:gd name="connsiteY27" fmla="*/ 3960 h 10000"/>
              <a:gd name="connsiteX28" fmla="*/ 5709 w 9146"/>
              <a:gd name="connsiteY28" fmla="*/ 3310 h 10000"/>
              <a:gd name="connsiteX29" fmla="*/ 5326 w 9146"/>
              <a:gd name="connsiteY29" fmla="*/ 2386 h 10000"/>
              <a:gd name="connsiteX30" fmla="*/ 5262 w 9146"/>
              <a:gd name="connsiteY30" fmla="*/ 1143 h 10000"/>
              <a:gd name="connsiteX31" fmla="*/ 6991 w 9146"/>
              <a:gd name="connsiteY31" fmla="*/ 1358 h 10000"/>
              <a:gd name="connsiteX32" fmla="*/ 8049 w 9146"/>
              <a:gd name="connsiteY32" fmla="*/ 2411 h 10000"/>
              <a:gd name="connsiteX33" fmla="*/ 8420 w 9146"/>
              <a:gd name="connsiteY33" fmla="*/ 4522 h 10000"/>
              <a:gd name="connsiteX34" fmla="*/ 9146 w 9146"/>
              <a:gd name="connsiteY34" fmla="*/ 6660 h 10000"/>
              <a:gd name="connsiteX35" fmla="*/ 8737 w 9146"/>
              <a:gd name="connsiteY35" fmla="*/ 4521 h 10000"/>
              <a:gd name="connsiteX36" fmla="*/ 8272 w 9146"/>
              <a:gd name="connsiteY36" fmla="*/ 2110 h 10000"/>
              <a:gd name="connsiteX37" fmla="*/ 7292 w 9146"/>
              <a:gd name="connsiteY37" fmla="*/ 1158 h 10000"/>
              <a:gd name="connsiteX38" fmla="*/ 6090 w 9146"/>
              <a:gd name="connsiteY38" fmla="*/ 798 h 10000"/>
              <a:gd name="connsiteX39" fmla="*/ 4866 w 9146"/>
              <a:gd name="connsiteY39" fmla="*/ 717 h 10000"/>
              <a:gd name="connsiteX40" fmla="*/ 4574 w 9146"/>
              <a:gd name="connsiteY40" fmla="*/ 603 h 10000"/>
              <a:gd name="connsiteX41" fmla="*/ 4358 w 9146"/>
              <a:gd name="connsiteY41" fmla="*/ 70 h 10000"/>
              <a:gd name="connsiteX42" fmla="*/ 3933 w 9146"/>
              <a:gd name="connsiteY42" fmla="*/ 39 h 10000"/>
              <a:gd name="connsiteX43" fmla="*/ 3772 w 9146"/>
              <a:gd name="connsiteY43" fmla="*/ 344 h 10000"/>
              <a:gd name="connsiteX44" fmla="*/ 3523 w 9146"/>
              <a:gd name="connsiteY44" fmla="*/ 759 h 10000"/>
              <a:gd name="connsiteX45" fmla="*/ 2437 w 9146"/>
              <a:gd name="connsiteY45" fmla="*/ 742 h 10000"/>
              <a:gd name="connsiteX46" fmla="*/ 1070 w 9146"/>
              <a:gd name="connsiteY46" fmla="*/ 937 h 10000"/>
              <a:gd name="connsiteX47" fmla="*/ 215 w 9146"/>
              <a:gd name="connsiteY47" fmla="*/ 896 h 10000"/>
              <a:gd name="connsiteX48" fmla="*/ 20 w 9146"/>
              <a:gd name="connsiteY48" fmla="*/ 3053 h 10000"/>
              <a:gd name="connsiteX49" fmla="*/ 5 w 9146"/>
              <a:gd name="connsiteY49" fmla="*/ 6368 h 10000"/>
              <a:gd name="connsiteX50" fmla="*/ 445 w 9146"/>
              <a:gd name="connsiteY50" fmla="*/ 2962 h 10000"/>
              <a:gd name="connsiteX51" fmla="*/ 146 w 9146"/>
              <a:gd name="connsiteY51" fmla="*/ 1163 h 10000"/>
              <a:gd name="connsiteX52" fmla="*/ 1098 w 9146"/>
              <a:gd name="connsiteY52" fmla="*/ 1228 h 10000"/>
              <a:gd name="connsiteX53" fmla="*/ 1945 w 9146"/>
              <a:gd name="connsiteY53" fmla="*/ 1152 h 10000"/>
              <a:gd name="connsiteX54" fmla="*/ 2778 w 9146"/>
              <a:gd name="connsiteY54" fmla="*/ 995 h 10000"/>
              <a:gd name="connsiteX55" fmla="*/ 3076 w 9146"/>
              <a:gd name="connsiteY55" fmla="*/ 1364 h 10000"/>
              <a:gd name="connsiteX56" fmla="*/ 3051 w 9146"/>
              <a:gd name="connsiteY56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235 w 10000"/>
              <a:gd name="connsiteY47" fmla="*/ 896 h 10000"/>
              <a:gd name="connsiteX48" fmla="*/ 22 w 10000"/>
              <a:gd name="connsiteY48" fmla="*/ 3053 h 10000"/>
              <a:gd name="connsiteX49" fmla="*/ 5 w 10000"/>
              <a:gd name="connsiteY49" fmla="*/ 6368 h 10000"/>
              <a:gd name="connsiteX50" fmla="*/ 487 w 10000"/>
              <a:gd name="connsiteY50" fmla="*/ 2962 h 10000"/>
              <a:gd name="connsiteX51" fmla="*/ 1201 w 10000"/>
              <a:gd name="connsiteY51" fmla="*/ 1228 h 10000"/>
              <a:gd name="connsiteX52" fmla="*/ 2127 w 10000"/>
              <a:gd name="connsiteY52" fmla="*/ 1152 h 10000"/>
              <a:gd name="connsiteX53" fmla="*/ 3037 w 10000"/>
              <a:gd name="connsiteY53" fmla="*/ 995 h 10000"/>
              <a:gd name="connsiteX54" fmla="*/ 3363 w 10000"/>
              <a:gd name="connsiteY54" fmla="*/ 1364 h 10000"/>
              <a:gd name="connsiteX55" fmla="*/ 3336 w 10000"/>
              <a:gd name="connsiteY55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22 w 10000"/>
              <a:gd name="connsiteY47" fmla="*/ 3053 h 10000"/>
              <a:gd name="connsiteX48" fmla="*/ 5 w 10000"/>
              <a:gd name="connsiteY48" fmla="*/ 6368 h 10000"/>
              <a:gd name="connsiteX49" fmla="*/ 487 w 10000"/>
              <a:gd name="connsiteY49" fmla="*/ 2962 h 10000"/>
              <a:gd name="connsiteX50" fmla="*/ 1201 w 10000"/>
              <a:gd name="connsiteY50" fmla="*/ 1228 h 10000"/>
              <a:gd name="connsiteX51" fmla="*/ 2127 w 10000"/>
              <a:gd name="connsiteY51" fmla="*/ 1152 h 10000"/>
              <a:gd name="connsiteX52" fmla="*/ 3037 w 10000"/>
              <a:gd name="connsiteY52" fmla="*/ 995 h 10000"/>
              <a:gd name="connsiteX53" fmla="*/ 3363 w 10000"/>
              <a:gd name="connsiteY53" fmla="*/ 1364 h 10000"/>
              <a:gd name="connsiteX54" fmla="*/ 3336 w 10000"/>
              <a:gd name="connsiteY54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22 w 10000"/>
              <a:gd name="connsiteY47" fmla="*/ 3053 h 10000"/>
              <a:gd name="connsiteX48" fmla="*/ 5 w 10000"/>
              <a:gd name="connsiteY48" fmla="*/ 6368 h 10000"/>
              <a:gd name="connsiteX49" fmla="*/ 487 w 10000"/>
              <a:gd name="connsiteY49" fmla="*/ 2962 h 10000"/>
              <a:gd name="connsiteX50" fmla="*/ 1201 w 10000"/>
              <a:gd name="connsiteY50" fmla="*/ 1228 h 10000"/>
              <a:gd name="connsiteX51" fmla="*/ 2378 w 10000"/>
              <a:gd name="connsiteY51" fmla="*/ 1016 h 10000"/>
              <a:gd name="connsiteX52" fmla="*/ 3037 w 10000"/>
              <a:gd name="connsiteY52" fmla="*/ 995 h 10000"/>
              <a:gd name="connsiteX53" fmla="*/ 3363 w 10000"/>
              <a:gd name="connsiteY53" fmla="*/ 1364 h 10000"/>
              <a:gd name="connsiteX54" fmla="*/ 3336 w 10000"/>
              <a:gd name="connsiteY54" fmla="*/ 2143 h 10000"/>
              <a:gd name="connsiteX0" fmla="*/ 3336 w 10000"/>
              <a:gd name="connsiteY0" fmla="*/ 2143 h 10000"/>
              <a:gd name="connsiteX1" fmla="*/ 2780 w 10000"/>
              <a:gd name="connsiteY1" fmla="*/ 3888 h 10000"/>
              <a:gd name="connsiteX2" fmla="*/ 2610 w 10000"/>
              <a:gd name="connsiteY2" fmla="*/ 4718 h 10000"/>
              <a:gd name="connsiteX3" fmla="*/ 2398 w 10000"/>
              <a:gd name="connsiteY3" fmla="*/ 5859 h 10000"/>
              <a:gd name="connsiteX4" fmla="*/ 2795 w 10000"/>
              <a:gd name="connsiteY4" fmla="*/ 7182 h 10000"/>
              <a:gd name="connsiteX5" fmla="*/ 3316 w 10000"/>
              <a:gd name="connsiteY5" fmla="*/ 7883 h 10000"/>
              <a:gd name="connsiteX6" fmla="*/ 3534 w 10000"/>
              <a:gd name="connsiteY6" fmla="*/ 8266 h 10000"/>
              <a:gd name="connsiteX7" fmla="*/ 3655 w 10000"/>
              <a:gd name="connsiteY7" fmla="*/ 8571 h 10000"/>
              <a:gd name="connsiteX8" fmla="*/ 3702 w 10000"/>
              <a:gd name="connsiteY8" fmla="*/ 9095 h 10000"/>
              <a:gd name="connsiteX9" fmla="*/ 3534 w 10000"/>
              <a:gd name="connsiteY9" fmla="*/ 9450 h 10000"/>
              <a:gd name="connsiteX10" fmla="*/ 3450 w 10000"/>
              <a:gd name="connsiteY10" fmla="*/ 9728 h 10000"/>
              <a:gd name="connsiteX11" fmla="*/ 3517 w 10000"/>
              <a:gd name="connsiteY11" fmla="*/ 9866 h 10000"/>
              <a:gd name="connsiteX12" fmla="*/ 3772 w 10000"/>
              <a:gd name="connsiteY12" fmla="*/ 9992 h 10000"/>
              <a:gd name="connsiteX13" fmla="*/ 4735 w 10000"/>
              <a:gd name="connsiteY13" fmla="*/ 9992 h 10000"/>
              <a:gd name="connsiteX14" fmla="*/ 5622 w 10000"/>
              <a:gd name="connsiteY14" fmla="*/ 9972 h 10000"/>
              <a:gd name="connsiteX15" fmla="*/ 5801 w 10000"/>
              <a:gd name="connsiteY15" fmla="*/ 9822 h 10000"/>
              <a:gd name="connsiteX16" fmla="*/ 5788 w 10000"/>
              <a:gd name="connsiteY16" fmla="*/ 9571 h 10000"/>
              <a:gd name="connsiteX17" fmla="*/ 5604 w 10000"/>
              <a:gd name="connsiteY17" fmla="*/ 9313 h 10000"/>
              <a:gd name="connsiteX18" fmla="*/ 5535 w 10000"/>
              <a:gd name="connsiteY18" fmla="*/ 8995 h 10000"/>
              <a:gd name="connsiteX19" fmla="*/ 5529 w 10000"/>
              <a:gd name="connsiteY19" fmla="*/ 8600 h 10000"/>
              <a:gd name="connsiteX20" fmla="*/ 5656 w 10000"/>
              <a:gd name="connsiteY20" fmla="*/ 8204 h 10000"/>
              <a:gd name="connsiteX21" fmla="*/ 5956 w 10000"/>
              <a:gd name="connsiteY21" fmla="*/ 7617 h 10000"/>
              <a:gd name="connsiteX22" fmla="*/ 6120 w 10000"/>
              <a:gd name="connsiteY22" fmla="*/ 7310 h 10000"/>
              <a:gd name="connsiteX23" fmla="*/ 6570 w 10000"/>
              <a:gd name="connsiteY23" fmla="*/ 6529 h 10000"/>
              <a:gd name="connsiteX24" fmla="*/ 6822 w 10000"/>
              <a:gd name="connsiteY24" fmla="*/ 5810 h 10000"/>
              <a:gd name="connsiteX25" fmla="*/ 6858 w 10000"/>
              <a:gd name="connsiteY25" fmla="*/ 5257 h 10000"/>
              <a:gd name="connsiteX26" fmla="*/ 6759 w 10000"/>
              <a:gd name="connsiteY26" fmla="*/ 4694 h 10000"/>
              <a:gd name="connsiteX27" fmla="*/ 6501 w 10000"/>
              <a:gd name="connsiteY27" fmla="*/ 3960 h 10000"/>
              <a:gd name="connsiteX28" fmla="*/ 6242 w 10000"/>
              <a:gd name="connsiteY28" fmla="*/ 3310 h 10000"/>
              <a:gd name="connsiteX29" fmla="*/ 5823 w 10000"/>
              <a:gd name="connsiteY29" fmla="*/ 2386 h 10000"/>
              <a:gd name="connsiteX30" fmla="*/ 5753 w 10000"/>
              <a:gd name="connsiteY30" fmla="*/ 1143 h 10000"/>
              <a:gd name="connsiteX31" fmla="*/ 7644 w 10000"/>
              <a:gd name="connsiteY31" fmla="*/ 1358 h 10000"/>
              <a:gd name="connsiteX32" fmla="*/ 8801 w 10000"/>
              <a:gd name="connsiteY32" fmla="*/ 2411 h 10000"/>
              <a:gd name="connsiteX33" fmla="*/ 9206 w 10000"/>
              <a:gd name="connsiteY33" fmla="*/ 4522 h 10000"/>
              <a:gd name="connsiteX34" fmla="*/ 10000 w 10000"/>
              <a:gd name="connsiteY34" fmla="*/ 6660 h 10000"/>
              <a:gd name="connsiteX35" fmla="*/ 9553 w 10000"/>
              <a:gd name="connsiteY35" fmla="*/ 4521 h 10000"/>
              <a:gd name="connsiteX36" fmla="*/ 9044 w 10000"/>
              <a:gd name="connsiteY36" fmla="*/ 2110 h 10000"/>
              <a:gd name="connsiteX37" fmla="*/ 7973 w 10000"/>
              <a:gd name="connsiteY37" fmla="*/ 1158 h 10000"/>
              <a:gd name="connsiteX38" fmla="*/ 6659 w 10000"/>
              <a:gd name="connsiteY38" fmla="*/ 798 h 10000"/>
              <a:gd name="connsiteX39" fmla="*/ 5320 w 10000"/>
              <a:gd name="connsiteY39" fmla="*/ 717 h 10000"/>
              <a:gd name="connsiteX40" fmla="*/ 5001 w 10000"/>
              <a:gd name="connsiteY40" fmla="*/ 603 h 10000"/>
              <a:gd name="connsiteX41" fmla="*/ 4765 w 10000"/>
              <a:gd name="connsiteY41" fmla="*/ 70 h 10000"/>
              <a:gd name="connsiteX42" fmla="*/ 4300 w 10000"/>
              <a:gd name="connsiteY42" fmla="*/ 39 h 10000"/>
              <a:gd name="connsiteX43" fmla="*/ 4124 w 10000"/>
              <a:gd name="connsiteY43" fmla="*/ 344 h 10000"/>
              <a:gd name="connsiteX44" fmla="*/ 3852 w 10000"/>
              <a:gd name="connsiteY44" fmla="*/ 759 h 10000"/>
              <a:gd name="connsiteX45" fmla="*/ 2665 w 10000"/>
              <a:gd name="connsiteY45" fmla="*/ 742 h 10000"/>
              <a:gd name="connsiteX46" fmla="*/ 1170 w 10000"/>
              <a:gd name="connsiteY46" fmla="*/ 937 h 10000"/>
              <a:gd name="connsiteX47" fmla="*/ 55 w 10000"/>
              <a:gd name="connsiteY47" fmla="*/ 3915 h 10000"/>
              <a:gd name="connsiteX48" fmla="*/ 5 w 10000"/>
              <a:gd name="connsiteY48" fmla="*/ 6368 h 10000"/>
              <a:gd name="connsiteX49" fmla="*/ 487 w 10000"/>
              <a:gd name="connsiteY49" fmla="*/ 2962 h 10000"/>
              <a:gd name="connsiteX50" fmla="*/ 1201 w 10000"/>
              <a:gd name="connsiteY50" fmla="*/ 1228 h 10000"/>
              <a:gd name="connsiteX51" fmla="*/ 2378 w 10000"/>
              <a:gd name="connsiteY51" fmla="*/ 1016 h 10000"/>
              <a:gd name="connsiteX52" fmla="*/ 3037 w 10000"/>
              <a:gd name="connsiteY52" fmla="*/ 995 h 10000"/>
              <a:gd name="connsiteX53" fmla="*/ 3363 w 10000"/>
              <a:gd name="connsiteY53" fmla="*/ 1364 h 10000"/>
              <a:gd name="connsiteX54" fmla="*/ 3336 w 10000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519 w 10032"/>
              <a:gd name="connsiteY49" fmla="*/ 2962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720 w 10032"/>
              <a:gd name="connsiteY49" fmla="*/ 2962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553 w 10032"/>
              <a:gd name="connsiteY49" fmla="*/ 3930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453 w 10032"/>
              <a:gd name="connsiteY49" fmla="*/ 3930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68 w 10032"/>
              <a:gd name="connsiteY0" fmla="*/ 2143 h 10000"/>
              <a:gd name="connsiteX1" fmla="*/ 2812 w 10032"/>
              <a:gd name="connsiteY1" fmla="*/ 3888 h 10000"/>
              <a:gd name="connsiteX2" fmla="*/ 2642 w 10032"/>
              <a:gd name="connsiteY2" fmla="*/ 4718 h 10000"/>
              <a:gd name="connsiteX3" fmla="*/ 2430 w 10032"/>
              <a:gd name="connsiteY3" fmla="*/ 5859 h 10000"/>
              <a:gd name="connsiteX4" fmla="*/ 2827 w 10032"/>
              <a:gd name="connsiteY4" fmla="*/ 7182 h 10000"/>
              <a:gd name="connsiteX5" fmla="*/ 3348 w 10032"/>
              <a:gd name="connsiteY5" fmla="*/ 7883 h 10000"/>
              <a:gd name="connsiteX6" fmla="*/ 3566 w 10032"/>
              <a:gd name="connsiteY6" fmla="*/ 8266 h 10000"/>
              <a:gd name="connsiteX7" fmla="*/ 3687 w 10032"/>
              <a:gd name="connsiteY7" fmla="*/ 8571 h 10000"/>
              <a:gd name="connsiteX8" fmla="*/ 3734 w 10032"/>
              <a:gd name="connsiteY8" fmla="*/ 9095 h 10000"/>
              <a:gd name="connsiteX9" fmla="*/ 3566 w 10032"/>
              <a:gd name="connsiteY9" fmla="*/ 9450 h 10000"/>
              <a:gd name="connsiteX10" fmla="*/ 3482 w 10032"/>
              <a:gd name="connsiteY10" fmla="*/ 9728 h 10000"/>
              <a:gd name="connsiteX11" fmla="*/ 3549 w 10032"/>
              <a:gd name="connsiteY11" fmla="*/ 9866 h 10000"/>
              <a:gd name="connsiteX12" fmla="*/ 3804 w 10032"/>
              <a:gd name="connsiteY12" fmla="*/ 9992 h 10000"/>
              <a:gd name="connsiteX13" fmla="*/ 4767 w 10032"/>
              <a:gd name="connsiteY13" fmla="*/ 9992 h 10000"/>
              <a:gd name="connsiteX14" fmla="*/ 5654 w 10032"/>
              <a:gd name="connsiteY14" fmla="*/ 9972 h 10000"/>
              <a:gd name="connsiteX15" fmla="*/ 5833 w 10032"/>
              <a:gd name="connsiteY15" fmla="*/ 9822 h 10000"/>
              <a:gd name="connsiteX16" fmla="*/ 5820 w 10032"/>
              <a:gd name="connsiteY16" fmla="*/ 9571 h 10000"/>
              <a:gd name="connsiteX17" fmla="*/ 5636 w 10032"/>
              <a:gd name="connsiteY17" fmla="*/ 9313 h 10000"/>
              <a:gd name="connsiteX18" fmla="*/ 5567 w 10032"/>
              <a:gd name="connsiteY18" fmla="*/ 8995 h 10000"/>
              <a:gd name="connsiteX19" fmla="*/ 5561 w 10032"/>
              <a:gd name="connsiteY19" fmla="*/ 8600 h 10000"/>
              <a:gd name="connsiteX20" fmla="*/ 5688 w 10032"/>
              <a:gd name="connsiteY20" fmla="*/ 8204 h 10000"/>
              <a:gd name="connsiteX21" fmla="*/ 5988 w 10032"/>
              <a:gd name="connsiteY21" fmla="*/ 7617 h 10000"/>
              <a:gd name="connsiteX22" fmla="*/ 6152 w 10032"/>
              <a:gd name="connsiteY22" fmla="*/ 7310 h 10000"/>
              <a:gd name="connsiteX23" fmla="*/ 6602 w 10032"/>
              <a:gd name="connsiteY23" fmla="*/ 6529 h 10000"/>
              <a:gd name="connsiteX24" fmla="*/ 6854 w 10032"/>
              <a:gd name="connsiteY24" fmla="*/ 5810 h 10000"/>
              <a:gd name="connsiteX25" fmla="*/ 6890 w 10032"/>
              <a:gd name="connsiteY25" fmla="*/ 5257 h 10000"/>
              <a:gd name="connsiteX26" fmla="*/ 6791 w 10032"/>
              <a:gd name="connsiteY26" fmla="*/ 4694 h 10000"/>
              <a:gd name="connsiteX27" fmla="*/ 6533 w 10032"/>
              <a:gd name="connsiteY27" fmla="*/ 3960 h 10000"/>
              <a:gd name="connsiteX28" fmla="*/ 6274 w 10032"/>
              <a:gd name="connsiteY28" fmla="*/ 3310 h 10000"/>
              <a:gd name="connsiteX29" fmla="*/ 5855 w 10032"/>
              <a:gd name="connsiteY29" fmla="*/ 2386 h 10000"/>
              <a:gd name="connsiteX30" fmla="*/ 5785 w 10032"/>
              <a:gd name="connsiteY30" fmla="*/ 1143 h 10000"/>
              <a:gd name="connsiteX31" fmla="*/ 7676 w 10032"/>
              <a:gd name="connsiteY31" fmla="*/ 1358 h 10000"/>
              <a:gd name="connsiteX32" fmla="*/ 8833 w 10032"/>
              <a:gd name="connsiteY32" fmla="*/ 2411 h 10000"/>
              <a:gd name="connsiteX33" fmla="*/ 9238 w 10032"/>
              <a:gd name="connsiteY33" fmla="*/ 4522 h 10000"/>
              <a:gd name="connsiteX34" fmla="*/ 10032 w 10032"/>
              <a:gd name="connsiteY34" fmla="*/ 6660 h 10000"/>
              <a:gd name="connsiteX35" fmla="*/ 9585 w 10032"/>
              <a:gd name="connsiteY35" fmla="*/ 4521 h 10000"/>
              <a:gd name="connsiteX36" fmla="*/ 9076 w 10032"/>
              <a:gd name="connsiteY36" fmla="*/ 2110 h 10000"/>
              <a:gd name="connsiteX37" fmla="*/ 8005 w 10032"/>
              <a:gd name="connsiteY37" fmla="*/ 1158 h 10000"/>
              <a:gd name="connsiteX38" fmla="*/ 6691 w 10032"/>
              <a:gd name="connsiteY38" fmla="*/ 798 h 10000"/>
              <a:gd name="connsiteX39" fmla="*/ 5352 w 10032"/>
              <a:gd name="connsiteY39" fmla="*/ 717 h 10000"/>
              <a:gd name="connsiteX40" fmla="*/ 5033 w 10032"/>
              <a:gd name="connsiteY40" fmla="*/ 603 h 10000"/>
              <a:gd name="connsiteX41" fmla="*/ 4797 w 10032"/>
              <a:gd name="connsiteY41" fmla="*/ 70 h 10000"/>
              <a:gd name="connsiteX42" fmla="*/ 4332 w 10032"/>
              <a:gd name="connsiteY42" fmla="*/ 39 h 10000"/>
              <a:gd name="connsiteX43" fmla="*/ 4156 w 10032"/>
              <a:gd name="connsiteY43" fmla="*/ 344 h 10000"/>
              <a:gd name="connsiteX44" fmla="*/ 3884 w 10032"/>
              <a:gd name="connsiteY44" fmla="*/ 759 h 10000"/>
              <a:gd name="connsiteX45" fmla="*/ 2697 w 10032"/>
              <a:gd name="connsiteY45" fmla="*/ 742 h 10000"/>
              <a:gd name="connsiteX46" fmla="*/ 1202 w 10032"/>
              <a:gd name="connsiteY46" fmla="*/ 937 h 10000"/>
              <a:gd name="connsiteX47" fmla="*/ 87 w 10032"/>
              <a:gd name="connsiteY47" fmla="*/ 3915 h 10000"/>
              <a:gd name="connsiteX48" fmla="*/ 37 w 10032"/>
              <a:gd name="connsiteY48" fmla="*/ 6368 h 10000"/>
              <a:gd name="connsiteX49" fmla="*/ 453 w 10032"/>
              <a:gd name="connsiteY49" fmla="*/ 3930 h 10000"/>
              <a:gd name="connsiteX50" fmla="*/ 1233 w 10032"/>
              <a:gd name="connsiteY50" fmla="*/ 1228 h 10000"/>
              <a:gd name="connsiteX51" fmla="*/ 2410 w 10032"/>
              <a:gd name="connsiteY51" fmla="*/ 1016 h 10000"/>
              <a:gd name="connsiteX52" fmla="*/ 3069 w 10032"/>
              <a:gd name="connsiteY52" fmla="*/ 995 h 10000"/>
              <a:gd name="connsiteX53" fmla="*/ 3395 w 10032"/>
              <a:gd name="connsiteY53" fmla="*/ 1364 h 10000"/>
              <a:gd name="connsiteX54" fmla="*/ 3368 w 10032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236 w 10035"/>
              <a:gd name="connsiteY50" fmla="*/ 1228 h 10000"/>
              <a:gd name="connsiteX51" fmla="*/ 2413 w 10035"/>
              <a:gd name="connsiteY51" fmla="*/ 1016 h 10000"/>
              <a:gd name="connsiteX52" fmla="*/ 3072 w 10035"/>
              <a:gd name="connsiteY52" fmla="*/ 995 h 10000"/>
              <a:gd name="connsiteX53" fmla="*/ 3398 w 10035"/>
              <a:gd name="connsiteY53" fmla="*/ 1364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236 w 10035"/>
              <a:gd name="connsiteY50" fmla="*/ 1228 h 10000"/>
              <a:gd name="connsiteX51" fmla="*/ 2200 w 10035"/>
              <a:gd name="connsiteY51" fmla="*/ 1008 h 10000"/>
              <a:gd name="connsiteX52" fmla="*/ 2413 w 10035"/>
              <a:gd name="connsiteY52" fmla="*/ 1016 h 10000"/>
              <a:gd name="connsiteX53" fmla="*/ 3072 w 10035"/>
              <a:gd name="connsiteY53" fmla="*/ 995 h 10000"/>
              <a:gd name="connsiteX54" fmla="*/ 3398 w 10035"/>
              <a:gd name="connsiteY54" fmla="*/ 1364 h 10000"/>
              <a:gd name="connsiteX55" fmla="*/ 3371 w 10035"/>
              <a:gd name="connsiteY55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00 w 10035"/>
              <a:gd name="connsiteY51" fmla="*/ 1008 h 10000"/>
              <a:gd name="connsiteX52" fmla="*/ 2413 w 10035"/>
              <a:gd name="connsiteY52" fmla="*/ 1016 h 10000"/>
              <a:gd name="connsiteX53" fmla="*/ 3072 w 10035"/>
              <a:gd name="connsiteY53" fmla="*/ 995 h 10000"/>
              <a:gd name="connsiteX54" fmla="*/ 3398 w 10035"/>
              <a:gd name="connsiteY54" fmla="*/ 1364 h 10000"/>
              <a:gd name="connsiteX55" fmla="*/ 3371 w 10035"/>
              <a:gd name="connsiteY55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413 w 10035"/>
              <a:gd name="connsiteY51" fmla="*/ 1016 h 10000"/>
              <a:gd name="connsiteX52" fmla="*/ 3072 w 10035"/>
              <a:gd name="connsiteY52" fmla="*/ 995 h 10000"/>
              <a:gd name="connsiteX53" fmla="*/ 3398 w 10035"/>
              <a:gd name="connsiteY53" fmla="*/ 1364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398 w 10035"/>
              <a:gd name="connsiteY53" fmla="*/ 1364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599 w 10035"/>
              <a:gd name="connsiteY53" fmla="*/ 1209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599 w 10035"/>
              <a:gd name="connsiteY53" fmla="*/ 1209 h 10000"/>
              <a:gd name="connsiteX54" fmla="*/ 3371 w 10035"/>
              <a:gd name="connsiteY54" fmla="*/ 2143 h 10000"/>
              <a:gd name="connsiteX0" fmla="*/ 3371 w 10035"/>
              <a:gd name="connsiteY0" fmla="*/ 2143 h 10000"/>
              <a:gd name="connsiteX1" fmla="*/ 2815 w 10035"/>
              <a:gd name="connsiteY1" fmla="*/ 3888 h 10000"/>
              <a:gd name="connsiteX2" fmla="*/ 2645 w 10035"/>
              <a:gd name="connsiteY2" fmla="*/ 4718 h 10000"/>
              <a:gd name="connsiteX3" fmla="*/ 2433 w 10035"/>
              <a:gd name="connsiteY3" fmla="*/ 5859 h 10000"/>
              <a:gd name="connsiteX4" fmla="*/ 2830 w 10035"/>
              <a:gd name="connsiteY4" fmla="*/ 7182 h 10000"/>
              <a:gd name="connsiteX5" fmla="*/ 3351 w 10035"/>
              <a:gd name="connsiteY5" fmla="*/ 7883 h 10000"/>
              <a:gd name="connsiteX6" fmla="*/ 3569 w 10035"/>
              <a:gd name="connsiteY6" fmla="*/ 8266 h 10000"/>
              <a:gd name="connsiteX7" fmla="*/ 3690 w 10035"/>
              <a:gd name="connsiteY7" fmla="*/ 8571 h 10000"/>
              <a:gd name="connsiteX8" fmla="*/ 3737 w 10035"/>
              <a:gd name="connsiteY8" fmla="*/ 9095 h 10000"/>
              <a:gd name="connsiteX9" fmla="*/ 3569 w 10035"/>
              <a:gd name="connsiteY9" fmla="*/ 9450 h 10000"/>
              <a:gd name="connsiteX10" fmla="*/ 3485 w 10035"/>
              <a:gd name="connsiteY10" fmla="*/ 9728 h 10000"/>
              <a:gd name="connsiteX11" fmla="*/ 3552 w 10035"/>
              <a:gd name="connsiteY11" fmla="*/ 9866 h 10000"/>
              <a:gd name="connsiteX12" fmla="*/ 3807 w 10035"/>
              <a:gd name="connsiteY12" fmla="*/ 9992 h 10000"/>
              <a:gd name="connsiteX13" fmla="*/ 4770 w 10035"/>
              <a:gd name="connsiteY13" fmla="*/ 9992 h 10000"/>
              <a:gd name="connsiteX14" fmla="*/ 5657 w 10035"/>
              <a:gd name="connsiteY14" fmla="*/ 9972 h 10000"/>
              <a:gd name="connsiteX15" fmla="*/ 5836 w 10035"/>
              <a:gd name="connsiteY15" fmla="*/ 9822 h 10000"/>
              <a:gd name="connsiteX16" fmla="*/ 5823 w 10035"/>
              <a:gd name="connsiteY16" fmla="*/ 9571 h 10000"/>
              <a:gd name="connsiteX17" fmla="*/ 5639 w 10035"/>
              <a:gd name="connsiteY17" fmla="*/ 9313 h 10000"/>
              <a:gd name="connsiteX18" fmla="*/ 5570 w 10035"/>
              <a:gd name="connsiteY18" fmla="*/ 8995 h 10000"/>
              <a:gd name="connsiteX19" fmla="*/ 5564 w 10035"/>
              <a:gd name="connsiteY19" fmla="*/ 8600 h 10000"/>
              <a:gd name="connsiteX20" fmla="*/ 5691 w 10035"/>
              <a:gd name="connsiteY20" fmla="*/ 8204 h 10000"/>
              <a:gd name="connsiteX21" fmla="*/ 5991 w 10035"/>
              <a:gd name="connsiteY21" fmla="*/ 7617 h 10000"/>
              <a:gd name="connsiteX22" fmla="*/ 6155 w 10035"/>
              <a:gd name="connsiteY22" fmla="*/ 7310 h 10000"/>
              <a:gd name="connsiteX23" fmla="*/ 6605 w 10035"/>
              <a:gd name="connsiteY23" fmla="*/ 6529 h 10000"/>
              <a:gd name="connsiteX24" fmla="*/ 6857 w 10035"/>
              <a:gd name="connsiteY24" fmla="*/ 5810 h 10000"/>
              <a:gd name="connsiteX25" fmla="*/ 6893 w 10035"/>
              <a:gd name="connsiteY25" fmla="*/ 5257 h 10000"/>
              <a:gd name="connsiteX26" fmla="*/ 6794 w 10035"/>
              <a:gd name="connsiteY26" fmla="*/ 4694 h 10000"/>
              <a:gd name="connsiteX27" fmla="*/ 6536 w 10035"/>
              <a:gd name="connsiteY27" fmla="*/ 3960 h 10000"/>
              <a:gd name="connsiteX28" fmla="*/ 6277 w 10035"/>
              <a:gd name="connsiteY28" fmla="*/ 3310 h 10000"/>
              <a:gd name="connsiteX29" fmla="*/ 5858 w 10035"/>
              <a:gd name="connsiteY29" fmla="*/ 2386 h 10000"/>
              <a:gd name="connsiteX30" fmla="*/ 5788 w 10035"/>
              <a:gd name="connsiteY30" fmla="*/ 1143 h 10000"/>
              <a:gd name="connsiteX31" fmla="*/ 7679 w 10035"/>
              <a:gd name="connsiteY31" fmla="*/ 1358 h 10000"/>
              <a:gd name="connsiteX32" fmla="*/ 8836 w 10035"/>
              <a:gd name="connsiteY32" fmla="*/ 2411 h 10000"/>
              <a:gd name="connsiteX33" fmla="*/ 9241 w 10035"/>
              <a:gd name="connsiteY33" fmla="*/ 4522 h 10000"/>
              <a:gd name="connsiteX34" fmla="*/ 10035 w 10035"/>
              <a:gd name="connsiteY34" fmla="*/ 6660 h 10000"/>
              <a:gd name="connsiteX35" fmla="*/ 9588 w 10035"/>
              <a:gd name="connsiteY35" fmla="*/ 4521 h 10000"/>
              <a:gd name="connsiteX36" fmla="*/ 9079 w 10035"/>
              <a:gd name="connsiteY36" fmla="*/ 2110 h 10000"/>
              <a:gd name="connsiteX37" fmla="*/ 8008 w 10035"/>
              <a:gd name="connsiteY37" fmla="*/ 1158 h 10000"/>
              <a:gd name="connsiteX38" fmla="*/ 6694 w 10035"/>
              <a:gd name="connsiteY38" fmla="*/ 798 h 10000"/>
              <a:gd name="connsiteX39" fmla="*/ 5355 w 10035"/>
              <a:gd name="connsiteY39" fmla="*/ 717 h 10000"/>
              <a:gd name="connsiteX40" fmla="*/ 5036 w 10035"/>
              <a:gd name="connsiteY40" fmla="*/ 603 h 10000"/>
              <a:gd name="connsiteX41" fmla="*/ 4800 w 10035"/>
              <a:gd name="connsiteY41" fmla="*/ 70 h 10000"/>
              <a:gd name="connsiteX42" fmla="*/ 4335 w 10035"/>
              <a:gd name="connsiteY42" fmla="*/ 39 h 10000"/>
              <a:gd name="connsiteX43" fmla="*/ 4159 w 10035"/>
              <a:gd name="connsiteY43" fmla="*/ 344 h 10000"/>
              <a:gd name="connsiteX44" fmla="*/ 3887 w 10035"/>
              <a:gd name="connsiteY44" fmla="*/ 759 h 10000"/>
              <a:gd name="connsiteX45" fmla="*/ 2700 w 10035"/>
              <a:gd name="connsiteY45" fmla="*/ 742 h 10000"/>
              <a:gd name="connsiteX46" fmla="*/ 787 w 10035"/>
              <a:gd name="connsiteY46" fmla="*/ 1363 h 10000"/>
              <a:gd name="connsiteX47" fmla="*/ 90 w 10035"/>
              <a:gd name="connsiteY47" fmla="*/ 3915 h 10000"/>
              <a:gd name="connsiteX48" fmla="*/ 40 w 10035"/>
              <a:gd name="connsiteY48" fmla="*/ 6368 h 10000"/>
              <a:gd name="connsiteX49" fmla="*/ 456 w 10035"/>
              <a:gd name="connsiteY49" fmla="*/ 3930 h 10000"/>
              <a:gd name="connsiteX50" fmla="*/ 1085 w 10035"/>
              <a:gd name="connsiteY50" fmla="*/ 1518 h 10000"/>
              <a:gd name="connsiteX51" fmla="*/ 2229 w 10035"/>
              <a:gd name="connsiteY51" fmla="*/ 1006 h 10000"/>
              <a:gd name="connsiteX52" fmla="*/ 3072 w 10035"/>
              <a:gd name="connsiteY52" fmla="*/ 995 h 10000"/>
              <a:gd name="connsiteX53" fmla="*/ 3599 w 10035"/>
              <a:gd name="connsiteY53" fmla="*/ 1209 h 10000"/>
              <a:gd name="connsiteX54" fmla="*/ 3371 w 10035"/>
              <a:gd name="connsiteY54" fmla="*/ 214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0035" h="10000">
                <a:moveTo>
                  <a:pt x="3371" y="2143"/>
                </a:moveTo>
                <a:cubicBezTo>
                  <a:pt x="3240" y="2590"/>
                  <a:pt x="2935" y="3459"/>
                  <a:pt x="2815" y="3888"/>
                </a:cubicBezTo>
                <a:cubicBezTo>
                  <a:pt x="2691" y="4317"/>
                  <a:pt x="2700" y="4519"/>
                  <a:pt x="2645" y="4718"/>
                </a:cubicBezTo>
                <a:cubicBezTo>
                  <a:pt x="2587" y="4916"/>
                  <a:pt x="2463" y="5277"/>
                  <a:pt x="2433" y="5859"/>
                </a:cubicBezTo>
                <a:cubicBezTo>
                  <a:pt x="2404" y="6441"/>
                  <a:pt x="2675" y="6845"/>
                  <a:pt x="2830" y="7182"/>
                </a:cubicBezTo>
                <a:cubicBezTo>
                  <a:pt x="2983" y="7519"/>
                  <a:pt x="3220" y="7697"/>
                  <a:pt x="3351" y="7883"/>
                </a:cubicBezTo>
                <a:cubicBezTo>
                  <a:pt x="3473" y="8063"/>
                  <a:pt x="3506" y="8154"/>
                  <a:pt x="3569" y="8266"/>
                </a:cubicBezTo>
                <a:cubicBezTo>
                  <a:pt x="3622" y="8381"/>
                  <a:pt x="3664" y="8436"/>
                  <a:pt x="3690" y="8571"/>
                </a:cubicBezTo>
                <a:cubicBezTo>
                  <a:pt x="3717" y="8713"/>
                  <a:pt x="3758" y="8949"/>
                  <a:pt x="3737" y="9095"/>
                </a:cubicBezTo>
                <a:cubicBezTo>
                  <a:pt x="3717" y="9238"/>
                  <a:pt x="3610" y="9344"/>
                  <a:pt x="3569" y="9450"/>
                </a:cubicBezTo>
                <a:cubicBezTo>
                  <a:pt x="3527" y="9556"/>
                  <a:pt x="3485" y="9662"/>
                  <a:pt x="3485" y="9728"/>
                </a:cubicBezTo>
                <a:cubicBezTo>
                  <a:pt x="3485" y="9794"/>
                  <a:pt x="3506" y="9822"/>
                  <a:pt x="3552" y="9866"/>
                </a:cubicBezTo>
                <a:cubicBezTo>
                  <a:pt x="3610" y="9909"/>
                  <a:pt x="3602" y="9972"/>
                  <a:pt x="3807" y="9992"/>
                </a:cubicBezTo>
                <a:cubicBezTo>
                  <a:pt x="4009" y="10010"/>
                  <a:pt x="4464" y="9995"/>
                  <a:pt x="4770" y="9992"/>
                </a:cubicBezTo>
                <a:cubicBezTo>
                  <a:pt x="5075" y="9986"/>
                  <a:pt x="5483" y="9999"/>
                  <a:pt x="5657" y="9972"/>
                </a:cubicBezTo>
                <a:cubicBezTo>
                  <a:pt x="5836" y="9944"/>
                  <a:pt x="5809" y="9890"/>
                  <a:pt x="5836" y="9822"/>
                </a:cubicBezTo>
                <a:cubicBezTo>
                  <a:pt x="5863" y="9755"/>
                  <a:pt x="5858" y="9658"/>
                  <a:pt x="5823" y="9571"/>
                </a:cubicBezTo>
                <a:cubicBezTo>
                  <a:pt x="5788" y="9486"/>
                  <a:pt x="5679" y="9408"/>
                  <a:pt x="5639" y="9313"/>
                </a:cubicBezTo>
                <a:cubicBezTo>
                  <a:pt x="5597" y="9218"/>
                  <a:pt x="5582" y="9113"/>
                  <a:pt x="5570" y="8995"/>
                </a:cubicBezTo>
                <a:cubicBezTo>
                  <a:pt x="5555" y="8879"/>
                  <a:pt x="5542" y="8734"/>
                  <a:pt x="5564" y="8600"/>
                </a:cubicBezTo>
                <a:cubicBezTo>
                  <a:pt x="5582" y="8466"/>
                  <a:pt x="5622" y="8369"/>
                  <a:pt x="5691" y="8204"/>
                </a:cubicBezTo>
                <a:cubicBezTo>
                  <a:pt x="5760" y="8039"/>
                  <a:pt x="5916" y="7766"/>
                  <a:pt x="5991" y="7617"/>
                </a:cubicBezTo>
                <a:cubicBezTo>
                  <a:pt x="6067" y="7468"/>
                  <a:pt x="6054" y="7491"/>
                  <a:pt x="6155" y="7310"/>
                </a:cubicBezTo>
                <a:cubicBezTo>
                  <a:pt x="6256" y="7129"/>
                  <a:pt x="6495" y="6795"/>
                  <a:pt x="6605" y="6529"/>
                </a:cubicBezTo>
                <a:cubicBezTo>
                  <a:pt x="6625" y="6432"/>
                  <a:pt x="6822" y="5955"/>
                  <a:pt x="6857" y="5810"/>
                </a:cubicBezTo>
                <a:cubicBezTo>
                  <a:pt x="6893" y="5669"/>
                  <a:pt x="6904" y="5443"/>
                  <a:pt x="6893" y="5257"/>
                </a:cubicBezTo>
                <a:cubicBezTo>
                  <a:pt x="6881" y="5071"/>
                  <a:pt x="6855" y="4910"/>
                  <a:pt x="6794" y="4694"/>
                </a:cubicBezTo>
                <a:cubicBezTo>
                  <a:pt x="6737" y="4478"/>
                  <a:pt x="6631" y="4192"/>
                  <a:pt x="6536" y="3960"/>
                </a:cubicBezTo>
                <a:cubicBezTo>
                  <a:pt x="6452" y="3729"/>
                  <a:pt x="6391" y="3572"/>
                  <a:pt x="6277" y="3310"/>
                </a:cubicBezTo>
                <a:cubicBezTo>
                  <a:pt x="6160" y="3048"/>
                  <a:pt x="5938" y="2744"/>
                  <a:pt x="5858" y="2386"/>
                </a:cubicBezTo>
                <a:cubicBezTo>
                  <a:pt x="5784" y="2026"/>
                  <a:pt x="5484" y="1314"/>
                  <a:pt x="5788" y="1143"/>
                </a:cubicBezTo>
                <a:cubicBezTo>
                  <a:pt x="6093" y="972"/>
                  <a:pt x="7170" y="1147"/>
                  <a:pt x="7679" y="1358"/>
                </a:cubicBezTo>
                <a:cubicBezTo>
                  <a:pt x="8188" y="1569"/>
                  <a:pt x="8574" y="1884"/>
                  <a:pt x="8836" y="2411"/>
                </a:cubicBezTo>
                <a:cubicBezTo>
                  <a:pt x="9095" y="2938"/>
                  <a:pt x="9130" y="3861"/>
                  <a:pt x="9241" y="4522"/>
                </a:cubicBezTo>
                <a:cubicBezTo>
                  <a:pt x="9310" y="5116"/>
                  <a:pt x="9961" y="6682"/>
                  <a:pt x="10035" y="6660"/>
                </a:cubicBezTo>
                <a:cubicBezTo>
                  <a:pt x="10055" y="6604"/>
                  <a:pt x="9609" y="5174"/>
                  <a:pt x="9588" y="4521"/>
                </a:cubicBezTo>
                <a:cubicBezTo>
                  <a:pt x="9556" y="4271"/>
                  <a:pt x="9343" y="2670"/>
                  <a:pt x="9079" y="2110"/>
                </a:cubicBezTo>
                <a:cubicBezTo>
                  <a:pt x="8816" y="1550"/>
                  <a:pt x="8391" y="1384"/>
                  <a:pt x="8008" y="1158"/>
                </a:cubicBezTo>
                <a:cubicBezTo>
                  <a:pt x="7649" y="998"/>
                  <a:pt x="7288" y="852"/>
                  <a:pt x="6694" y="798"/>
                </a:cubicBezTo>
                <a:cubicBezTo>
                  <a:pt x="6116" y="773"/>
                  <a:pt x="5630" y="750"/>
                  <a:pt x="5355" y="717"/>
                </a:cubicBezTo>
                <a:cubicBezTo>
                  <a:pt x="5078" y="684"/>
                  <a:pt x="5129" y="713"/>
                  <a:pt x="5036" y="603"/>
                </a:cubicBezTo>
                <a:cubicBezTo>
                  <a:pt x="4939" y="495"/>
                  <a:pt x="4913" y="164"/>
                  <a:pt x="4800" y="70"/>
                </a:cubicBezTo>
                <a:cubicBezTo>
                  <a:pt x="4686" y="-25"/>
                  <a:pt x="4442" y="-9"/>
                  <a:pt x="4335" y="39"/>
                </a:cubicBezTo>
                <a:cubicBezTo>
                  <a:pt x="4229" y="86"/>
                  <a:pt x="4236" y="223"/>
                  <a:pt x="4159" y="344"/>
                </a:cubicBezTo>
                <a:cubicBezTo>
                  <a:pt x="4082" y="466"/>
                  <a:pt x="4055" y="763"/>
                  <a:pt x="3887" y="759"/>
                </a:cubicBezTo>
                <a:cubicBezTo>
                  <a:pt x="3717" y="752"/>
                  <a:pt x="3160" y="770"/>
                  <a:pt x="2700" y="742"/>
                </a:cubicBezTo>
                <a:cubicBezTo>
                  <a:pt x="2253" y="772"/>
                  <a:pt x="1222" y="834"/>
                  <a:pt x="787" y="1363"/>
                </a:cubicBezTo>
                <a:cubicBezTo>
                  <a:pt x="352" y="1892"/>
                  <a:pt x="215" y="3081"/>
                  <a:pt x="90" y="3915"/>
                </a:cubicBezTo>
                <a:cubicBezTo>
                  <a:pt x="-35" y="4749"/>
                  <a:pt x="-8" y="6283"/>
                  <a:pt x="40" y="6368"/>
                </a:cubicBezTo>
                <a:cubicBezTo>
                  <a:pt x="164" y="6082"/>
                  <a:pt x="282" y="4738"/>
                  <a:pt x="456" y="3930"/>
                </a:cubicBezTo>
                <a:cubicBezTo>
                  <a:pt x="630" y="3122"/>
                  <a:pt x="759" y="2004"/>
                  <a:pt x="1085" y="1518"/>
                </a:cubicBezTo>
                <a:cubicBezTo>
                  <a:pt x="1411" y="1032"/>
                  <a:pt x="1898" y="1093"/>
                  <a:pt x="2229" y="1006"/>
                </a:cubicBezTo>
                <a:cubicBezTo>
                  <a:pt x="2374" y="1004"/>
                  <a:pt x="2499" y="988"/>
                  <a:pt x="3072" y="995"/>
                </a:cubicBezTo>
                <a:cubicBezTo>
                  <a:pt x="3535" y="1088"/>
                  <a:pt x="3552" y="1004"/>
                  <a:pt x="3599" y="1209"/>
                </a:cubicBezTo>
                <a:cubicBezTo>
                  <a:pt x="3640" y="1416"/>
                  <a:pt x="3502" y="1697"/>
                  <a:pt x="3371" y="2143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6"/>
          <p:cNvSpPr>
            <a:spLocks/>
          </p:cNvSpPr>
          <p:nvPr/>
        </p:nvSpPr>
        <p:spPr bwMode="auto">
          <a:xfrm>
            <a:off x="2457442" y="5967931"/>
            <a:ext cx="372379" cy="517522"/>
          </a:xfrm>
          <a:custGeom>
            <a:avLst/>
            <a:gdLst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408 w 2092"/>
              <a:gd name="connsiteY58" fmla="*/ 1535 h 2911"/>
              <a:gd name="connsiteX59" fmla="*/ 1379 w 2092"/>
              <a:gd name="connsiteY59" fmla="*/ 1463 h 2911"/>
              <a:gd name="connsiteX60" fmla="*/ 1344 w 2092"/>
              <a:gd name="connsiteY60" fmla="*/ 1367 h 2911"/>
              <a:gd name="connsiteX61" fmla="*/ 1305 w 2092"/>
              <a:gd name="connsiteY61" fmla="*/ 1201 h 2911"/>
              <a:gd name="connsiteX62" fmla="*/ 1243 w 2092"/>
              <a:gd name="connsiteY62" fmla="*/ 965 h 2911"/>
              <a:gd name="connsiteX63" fmla="*/ 1233 w 2092"/>
              <a:gd name="connsiteY63" fmla="*/ 648 h 2911"/>
              <a:gd name="connsiteX64" fmla="*/ 1495 w 2092"/>
              <a:gd name="connsiteY64" fmla="*/ 249 h 2911"/>
              <a:gd name="connsiteX65" fmla="*/ 1735 w 2092"/>
              <a:gd name="connsiteY65" fmla="*/ 104 h 2911"/>
              <a:gd name="connsiteX66" fmla="*/ 1912 w 2092"/>
              <a:gd name="connsiteY66" fmla="*/ 116 h 2911"/>
              <a:gd name="connsiteX67" fmla="*/ 2042 w 2092"/>
              <a:gd name="connsiteY67" fmla="*/ 197 h 2911"/>
              <a:gd name="connsiteX68" fmla="*/ 2086 w 2092"/>
              <a:gd name="connsiteY68" fmla="*/ 189 h 2911"/>
              <a:gd name="connsiteX69" fmla="*/ 2063 w 2092"/>
              <a:gd name="connsiteY69" fmla="*/ 109 h 2911"/>
              <a:gd name="connsiteX70" fmla="*/ 1910 w 2092"/>
              <a:gd name="connsiteY70" fmla="*/ 31 h 2911"/>
              <a:gd name="connsiteX71" fmla="*/ 1740 w 2092"/>
              <a:gd name="connsiteY71" fmla="*/ 18 h 2911"/>
              <a:gd name="connsiteX72" fmla="*/ 1493 w 2092"/>
              <a:gd name="connsiteY72" fmla="*/ 138 h 2911"/>
              <a:gd name="connsiteX73" fmla="*/ 1253 w 2092"/>
              <a:gd name="connsiteY73" fmla="*/ 415 h 2911"/>
              <a:gd name="connsiteX74" fmla="*/ 1169 w 2092"/>
              <a:gd name="connsiteY74" fmla="*/ 539 h 2911"/>
              <a:gd name="connsiteX75" fmla="*/ 1122 w 2092"/>
              <a:gd name="connsiteY75" fmla="*/ 510 h 2911"/>
              <a:gd name="connsiteX76" fmla="*/ 1087 w 2092"/>
              <a:gd name="connsiteY76" fmla="*/ 374 h 2911"/>
              <a:gd name="connsiteX77" fmla="*/ 1019 w 2092"/>
              <a:gd name="connsiteY77" fmla="*/ 366 h 2911"/>
              <a:gd name="connsiteX78" fmla="*/ 993 w 2092"/>
              <a:gd name="connsiteY78" fmla="*/ 444 h 2911"/>
              <a:gd name="connsiteX79" fmla="*/ 953 w 2092"/>
              <a:gd name="connsiteY79" fmla="*/ 550 h 2911"/>
              <a:gd name="connsiteX80" fmla="*/ 844 w 2092"/>
              <a:gd name="connsiteY80" fmla="*/ 433 h 2911"/>
              <a:gd name="connsiteX81" fmla="*/ 756 w 2092"/>
              <a:gd name="connsiteY81" fmla="*/ 326 h 2911"/>
              <a:gd name="connsiteX82" fmla="*/ 605 w 2092"/>
              <a:gd name="connsiteY82" fmla="*/ 167 h 2911"/>
              <a:gd name="connsiteX83" fmla="*/ 377 w 2092"/>
              <a:gd name="connsiteY83" fmla="*/ 60 h 2911"/>
              <a:gd name="connsiteX84" fmla="*/ 184 w 2092"/>
              <a:gd name="connsiteY84" fmla="*/ 69 h 2911"/>
              <a:gd name="connsiteX85" fmla="*/ 38 w 2092"/>
              <a:gd name="connsiteY85" fmla="*/ 162 h 2911"/>
              <a:gd name="connsiteX86" fmla="*/ 4 w 2092"/>
              <a:gd name="connsiteY86" fmla="*/ 215 h 2911"/>
              <a:gd name="connsiteX87" fmla="*/ 13 w 2092"/>
              <a:gd name="connsiteY87" fmla="*/ 248 h 2911"/>
              <a:gd name="connsiteX88" fmla="*/ 61 w 2092"/>
              <a:gd name="connsiteY88" fmla="*/ 246 h 2911"/>
              <a:gd name="connsiteX89" fmla="*/ 144 w 2092"/>
              <a:gd name="connsiteY89" fmla="*/ 173 h 2911"/>
              <a:gd name="connsiteX90" fmla="*/ 256 w 2092"/>
              <a:gd name="connsiteY90" fmla="*/ 127 h 2911"/>
              <a:gd name="connsiteX91" fmla="*/ 434 w 2092"/>
              <a:gd name="connsiteY91" fmla="*/ 149 h 2911"/>
              <a:gd name="connsiteX92" fmla="*/ 572 w 2092"/>
              <a:gd name="connsiteY92" fmla="*/ 237 h 2911"/>
              <a:gd name="connsiteX93" fmla="*/ 659 w 2092"/>
              <a:gd name="connsiteY93" fmla="*/ 333 h 2911"/>
              <a:gd name="connsiteX94" fmla="*/ 748 w 2092"/>
              <a:gd name="connsiteY94" fmla="*/ 442 h 2911"/>
              <a:gd name="connsiteX95" fmla="*/ 835 w 2092"/>
              <a:gd name="connsiteY95" fmla="*/ 586 h 2911"/>
              <a:gd name="connsiteX96" fmla="*/ 881 w 2092"/>
              <a:gd name="connsiteY96" fmla="*/ 704 h 2911"/>
              <a:gd name="connsiteX97" fmla="*/ 877 w 2092"/>
              <a:gd name="connsiteY97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79 w 2092"/>
              <a:gd name="connsiteY58" fmla="*/ 1463 h 2911"/>
              <a:gd name="connsiteX59" fmla="*/ 1344 w 2092"/>
              <a:gd name="connsiteY59" fmla="*/ 1367 h 2911"/>
              <a:gd name="connsiteX60" fmla="*/ 1305 w 2092"/>
              <a:gd name="connsiteY60" fmla="*/ 1201 h 2911"/>
              <a:gd name="connsiteX61" fmla="*/ 1243 w 2092"/>
              <a:gd name="connsiteY61" fmla="*/ 965 h 2911"/>
              <a:gd name="connsiteX62" fmla="*/ 1233 w 2092"/>
              <a:gd name="connsiteY62" fmla="*/ 648 h 2911"/>
              <a:gd name="connsiteX63" fmla="*/ 1495 w 2092"/>
              <a:gd name="connsiteY63" fmla="*/ 249 h 2911"/>
              <a:gd name="connsiteX64" fmla="*/ 1735 w 2092"/>
              <a:gd name="connsiteY64" fmla="*/ 104 h 2911"/>
              <a:gd name="connsiteX65" fmla="*/ 1912 w 2092"/>
              <a:gd name="connsiteY65" fmla="*/ 116 h 2911"/>
              <a:gd name="connsiteX66" fmla="*/ 2042 w 2092"/>
              <a:gd name="connsiteY66" fmla="*/ 197 h 2911"/>
              <a:gd name="connsiteX67" fmla="*/ 2086 w 2092"/>
              <a:gd name="connsiteY67" fmla="*/ 189 h 2911"/>
              <a:gd name="connsiteX68" fmla="*/ 2063 w 2092"/>
              <a:gd name="connsiteY68" fmla="*/ 109 h 2911"/>
              <a:gd name="connsiteX69" fmla="*/ 1910 w 2092"/>
              <a:gd name="connsiteY69" fmla="*/ 31 h 2911"/>
              <a:gd name="connsiteX70" fmla="*/ 1740 w 2092"/>
              <a:gd name="connsiteY70" fmla="*/ 18 h 2911"/>
              <a:gd name="connsiteX71" fmla="*/ 1493 w 2092"/>
              <a:gd name="connsiteY71" fmla="*/ 138 h 2911"/>
              <a:gd name="connsiteX72" fmla="*/ 1253 w 2092"/>
              <a:gd name="connsiteY72" fmla="*/ 415 h 2911"/>
              <a:gd name="connsiteX73" fmla="*/ 1169 w 2092"/>
              <a:gd name="connsiteY73" fmla="*/ 539 h 2911"/>
              <a:gd name="connsiteX74" fmla="*/ 1122 w 2092"/>
              <a:gd name="connsiteY74" fmla="*/ 510 h 2911"/>
              <a:gd name="connsiteX75" fmla="*/ 1087 w 2092"/>
              <a:gd name="connsiteY75" fmla="*/ 374 h 2911"/>
              <a:gd name="connsiteX76" fmla="*/ 1019 w 2092"/>
              <a:gd name="connsiteY76" fmla="*/ 366 h 2911"/>
              <a:gd name="connsiteX77" fmla="*/ 993 w 2092"/>
              <a:gd name="connsiteY77" fmla="*/ 444 h 2911"/>
              <a:gd name="connsiteX78" fmla="*/ 953 w 2092"/>
              <a:gd name="connsiteY78" fmla="*/ 550 h 2911"/>
              <a:gd name="connsiteX79" fmla="*/ 844 w 2092"/>
              <a:gd name="connsiteY79" fmla="*/ 433 h 2911"/>
              <a:gd name="connsiteX80" fmla="*/ 756 w 2092"/>
              <a:gd name="connsiteY80" fmla="*/ 326 h 2911"/>
              <a:gd name="connsiteX81" fmla="*/ 605 w 2092"/>
              <a:gd name="connsiteY81" fmla="*/ 167 h 2911"/>
              <a:gd name="connsiteX82" fmla="*/ 377 w 2092"/>
              <a:gd name="connsiteY82" fmla="*/ 60 h 2911"/>
              <a:gd name="connsiteX83" fmla="*/ 184 w 2092"/>
              <a:gd name="connsiteY83" fmla="*/ 69 h 2911"/>
              <a:gd name="connsiteX84" fmla="*/ 38 w 2092"/>
              <a:gd name="connsiteY84" fmla="*/ 162 h 2911"/>
              <a:gd name="connsiteX85" fmla="*/ 4 w 2092"/>
              <a:gd name="connsiteY85" fmla="*/ 215 h 2911"/>
              <a:gd name="connsiteX86" fmla="*/ 13 w 2092"/>
              <a:gd name="connsiteY86" fmla="*/ 248 h 2911"/>
              <a:gd name="connsiteX87" fmla="*/ 61 w 2092"/>
              <a:gd name="connsiteY87" fmla="*/ 246 h 2911"/>
              <a:gd name="connsiteX88" fmla="*/ 144 w 2092"/>
              <a:gd name="connsiteY88" fmla="*/ 173 h 2911"/>
              <a:gd name="connsiteX89" fmla="*/ 256 w 2092"/>
              <a:gd name="connsiteY89" fmla="*/ 127 h 2911"/>
              <a:gd name="connsiteX90" fmla="*/ 434 w 2092"/>
              <a:gd name="connsiteY90" fmla="*/ 149 h 2911"/>
              <a:gd name="connsiteX91" fmla="*/ 572 w 2092"/>
              <a:gd name="connsiteY91" fmla="*/ 237 h 2911"/>
              <a:gd name="connsiteX92" fmla="*/ 659 w 2092"/>
              <a:gd name="connsiteY92" fmla="*/ 333 h 2911"/>
              <a:gd name="connsiteX93" fmla="*/ 748 w 2092"/>
              <a:gd name="connsiteY93" fmla="*/ 442 h 2911"/>
              <a:gd name="connsiteX94" fmla="*/ 835 w 2092"/>
              <a:gd name="connsiteY94" fmla="*/ 586 h 2911"/>
              <a:gd name="connsiteX95" fmla="*/ 881 w 2092"/>
              <a:gd name="connsiteY95" fmla="*/ 704 h 2911"/>
              <a:gd name="connsiteX96" fmla="*/ 877 w 2092"/>
              <a:gd name="connsiteY96" fmla="*/ 903 h 2911"/>
              <a:gd name="connsiteX0" fmla="*/ 877 w 2092"/>
              <a:gd name="connsiteY0" fmla="*/ 903 h 2911"/>
              <a:gd name="connsiteX1" fmla="*/ 795 w 2092"/>
              <a:gd name="connsiteY1" fmla="*/ 1349 h 2911"/>
              <a:gd name="connsiteX2" fmla="*/ 770 w 2092"/>
              <a:gd name="connsiteY2" fmla="*/ 1560 h 2911"/>
              <a:gd name="connsiteX3" fmla="*/ 746 w 2092"/>
              <a:gd name="connsiteY3" fmla="*/ 1656 h 2911"/>
              <a:gd name="connsiteX4" fmla="*/ 685 w 2092"/>
              <a:gd name="connsiteY4" fmla="*/ 1740 h 2911"/>
              <a:gd name="connsiteX5" fmla="*/ 654 w 2092"/>
              <a:gd name="connsiteY5" fmla="*/ 1784 h 2911"/>
              <a:gd name="connsiteX6" fmla="*/ 635 w 2092"/>
              <a:gd name="connsiteY6" fmla="*/ 1827 h 2911"/>
              <a:gd name="connsiteX7" fmla="*/ 656 w 2092"/>
              <a:gd name="connsiteY7" fmla="*/ 1876 h 2911"/>
              <a:gd name="connsiteX8" fmla="*/ 709 w 2092"/>
              <a:gd name="connsiteY8" fmla="*/ 1930 h 2911"/>
              <a:gd name="connsiteX9" fmla="*/ 740 w 2092"/>
              <a:gd name="connsiteY9" fmla="*/ 2029 h 2911"/>
              <a:gd name="connsiteX10" fmla="*/ 759 w 2092"/>
              <a:gd name="connsiteY10" fmla="*/ 2100 h 2911"/>
              <a:gd name="connsiteX11" fmla="*/ 797 w 2092"/>
              <a:gd name="connsiteY11" fmla="*/ 2189 h 2911"/>
              <a:gd name="connsiteX12" fmla="*/ 874 w 2092"/>
              <a:gd name="connsiteY12" fmla="*/ 2368 h 2911"/>
              <a:gd name="connsiteX13" fmla="*/ 906 w 2092"/>
              <a:gd name="connsiteY13" fmla="*/ 2466 h 2911"/>
              <a:gd name="connsiteX14" fmla="*/ 924 w 2092"/>
              <a:gd name="connsiteY14" fmla="*/ 2544 h 2911"/>
              <a:gd name="connsiteX15" fmla="*/ 931 w 2092"/>
              <a:gd name="connsiteY15" fmla="*/ 2677 h 2911"/>
              <a:gd name="connsiteX16" fmla="*/ 906 w 2092"/>
              <a:gd name="connsiteY16" fmla="*/ 2768 h 2911"/>
              <a:gd name="connsiteX17" fmla="*/ 894 w 2092"/>
              <a:gd name="connsiteY17" fmla="*/ 2839 h 2911"/>
              <a:gd name="connsiteX18" fmla="*/ 904 w 2092"/>
              <a:gd name="connsiteY18" fmla="*/ 2874 h 2911"/>
              <a:gd name="connsiteX19" fmla="*/ 941 w 2092"/>
              <a:gd name="connsiteY19" fmla="*/ 2906 h 2911"/>
              <a:gd name="connsiteX20" fmla="*/ 1083 w 2092"/>
              <a:gd name="connsiteY20" fmla="*/ 2906 h 2911"/>
              <a:gd name="connsiteX21" fmla="*/ 1214 w 2092"/>
              <a:gd name="connsiteY21" fmla="*/ 2901 h 2911"/>
              <a:gd name="connsiteX22" fmla="*/ 1240 w 2092"/>
              <a:gd name="connsiteY22" fmla="*/ 2863 h 2911"/>
              <a:gd name="connsiteX23" fmla="*/ 1238 w 2092"/>
              <a:gd name="connsiteY23" fmla="*/ 2799 h 2911"/>
              <a:gd name="connsiteX24" fmla="*/ 1211 w 2092"/>
              <a:gd name="connsiteY24" fmla="*/ 2733 h 2911"/>
              <a:gd name="connsiteX25" fmla="*/ 1201 w 2092"/>
              <a:gd name="connsiteY25" fmla="*/ 2652 h 2911"/>
              <a:gd name="connsiteX26" fmla="*/ 1200 w 2092"/>
              <a:gd name="connsiteY26" fmla="*/ 2551 h 2911"/>
              <a:gd name="connsiteX27" fmla="*/ 1219 w 2092"/>
              <a:gd name="connsiteY27" fmla="*/ 2450 h 2911"/>
              <a:gd name="connsiteX28" fmla="*/ 1263 w 2092"/>
              <a:gd name="connsiteY28" fmla="*/ 2300 h 2911"/>
              <a:gd name="connsiteX29" fmla="*/ 1287 w 2092"/>
              <a:gd name="connsiteY29" fmla="*/ 2222 h 2911"/>
              <a:gd name="connsiteX30" fmla="*/ 1307 w 2092"/>
              <a:gd name="connsiteY30" fmla="*/ 2188 h 2911"/>
              <a:gd name="connsiteX31" fmla="*/ 1378 w 2092"/>
              <a:gd name="connsiteY31" fmla="*/ 2251 h 2911"/>
              <a:gd name="connsiteX32" fmla="*/ 1455 w 2092"/>
              <a:gd name="connsiteY32" fmla="*/ 2286 h 2911"/>
              <a:gd name="connsiteX33" fmla="*/ 1574 w 2092"/>
              <a:gd name="connsiteY33" fmla="*/ 2315 h 2911"/>
              <a:gd name="connsiteX34" fmla="*/ 1665 w 2092"/>
              <a:gd name="connsiteY34" fmla="*/ 2322 h 2911"/>
              <a:gd name="connsiteX35" fmla="*/ 1748 w 2092"/>
              <a:gd name="connsiteY35" fmla="*/ 2372 h 2911"/>
              <a:gd name="connsiteX36" fmla="*/ 1800 w 2092"/>
              <a:gd name="connsiteY36" fmla="*/ 2414 h 2911"/>
              <a:gd name="connsiteX37" fmla="*/ 1849 w 2092"/>
              <a:gd name="connsiteY37" fmla="*/ 2426 h 2911"/>
              <a:gd name="connsiteX38" fmla="*/ 1844 w 2092"/>
              <a:gd name="connsiteY38" fmla="*/ 2387 h 2911"/>
              <a:gd name="connsiteX39" fmla="*/ 1788 w 2092"/>
              <a:gd name="connsiteY39" fmla="*/ 2346 h 2911"/>
              <a:gd name="connsiteX40" fmla="*/ 1750 w 2092"/>
              <a:gd name="connsiteY40" fmla="*/ 2300 h 2911"/>
              <a:gd name="connsiteX41" fmla="*/ 1745 w 2092"/>
              <a:gd name="connsiteY41" fmla="*/ 2257 h 2911"/>
              <a:gd name="connsiteX42" fmla="*/ 1789 w 2092"/>
              <a:gd name="connsiteY42" fmla="*/ 2213 h 2911"/>
              <a:gd name="connsiteX43" fmla="*/ 1831 w 2092"/>
              <a:gd name="connsiteY43" fmla="*/ 2164 h 2911"/>
              <a:gd name="connsiteX44" fmla="*/ 1770 w 2092"/>
              <a:gd name="connsiteY44" fmla="*/ 2067 h 2911"/>
              <a:gd name="connsiteX45" fmla="*/ 1838 w 2092"/>
              <a:gd name="connsiteY45" fmla="*/ 1977 h 2911"/>
              <a:gd name="connsiteX46" fmla="*/ 1864 w 2092"/>
              <a:gd name="connsiteY46" fmla="*/ 1951 h 2911"/>
              <a:gd name="connsiteX47" fmla="*/ 1853 w 2092"/>
              <a:gd name="connsiteY47" fmla="*/ 1916 h 2911"/>
              <a:gd name="connsiteX48" fmla="*/ 1802 w 2092"/>
              <a:gd name="connsiteY48" fmla="*/ 1942 h 2911"/>
              <a:gd name="connsiteX49" fmla="*/ 1729 w 2092"/>
              <a:gd name="connsiteY49" fmla="*/ 1998 h 2911"/>
              <a:gd name="connsiteX50" fmla="*/ 1666 w 2092"/>
              <a:gd name="connsiteY50" fmla="*/ 1987 h 2911"/>
              <a:gd name="connsiteX51" fmla="*/ 1562 w 2092"/>
              <a:gd name="connsiteY51" fmla="*/ 1955 h 2911"/>
              <a:gd name="connsiteX52" fmla="*/ 1453 w 2092"/>
              <a:gd name="connsiteY52" fmla="*/ 1951 h 2911"/>
              <a:gd name="connsiteX53" fmla="*/ 1368 w 2092"/>
              <a:gd name="connsiteY53" fmla="*/ 1960 h 2911"/>
              <a:gd name="connsiteX54" fmla="*/ 1366 w 2092"/>
              <a:gd name="connsiteY54" fmla="*/ 1916 h 2911"/>
              <a:gd name="connsiteX55" fmla="*/ 1386 w 2092"/>
              <a:gd name="connsiteY55" fmla="*/ 1814 h 2911"/>
              <a:gd name="connsiteX56" fmla="*/ 1398 w 2092"/>
              <a:gd name="connsiteY56" fmla="*/ 1698 h 2911"/>
              <a:gd name="connsiteX57" fmla="*/ 1382 w 2092"/>
              <a:gd name="connsiteY57" fmla="*/ 1554 h 2911"/>
              <a:gd name="connsiteX58" fmla="*/ 1344 w 2092"/>
              <a:gd name="connsiteY58" fmla="*/ 1367 h 2911"/>
              <a:gd name="connsiteX59" fmla="*/ 1305 w 2092"/>
              <a:gd name="connsiteY59" fmla="*/ 1201 h 2911"/>
              <a:gd name="connsiteX60" fmla="*/ 1243 w 2092"/>
              <a:gd name="connsiteY60" fmla="*/ 965 h 2911"/>
              <a:gd name="connsiteX61" fmla="*/ 1233 w 2092"/>
              <a:gd name="connsiteY61" fmla="*/ 648 h 2911"/>
              <a:gd name="connsiteX62" fmla="*/ 1495 w 2092"/>
              <a:gd name="connsiteY62" fmla="*/ 249 h 2911"/>
              <a:gd name="connsiteX63" fmla="*/ 1735 w 2092"/>
              <a:gd name="connsiteY63" fmla="*/ 104 h 2911"/>
              <a:gd name="connsiteX64" fmla="*/ 1912 w 2092"/>
              <a:gd name="connsiteY64" fmla="*/ 116 h 2911"/>
              <a:gd name="connsiteX65" fmla="*/ 2042 w 2092"/>
              <a:gd name="connsiteY65" fmla="*/ 197 h 2911"/>
              <a:gd name="connsiteX66" fmla="*/ 2086 w 2092"/>
              <a:gd name="connsiteY66" fmla="*/ 189 h 2911"/>
              <a:gd name="connsiteX67" fmla="*/ 2063 w 2092"/>
              <a:gd name="connsiteY67" fmla="*/ 109 h 2911"/>
              <a:gd name="connsiteX68" fmla="*/ 1910 w 2092"/>
              <a:gd name="connsiteY68" fmla="*/ 31 h 2911"/>
              <a:gd name="connsiteX69" fmla="*/ 1740 w 2092"/>
              <a:gd name="connsiteY69" fmla="*/ 18 h 2911"/>
              <a:gd name="connsiteX70" fmla="*/ 1493 w 2092"/>
              <a:gd name="connsiteY70" fmla="*/ 138 h 2911"/>
              <a:gd name="connsiteX71" fmla="*/ 1253 w 2092"/>
              <a:gd name="connsiteY71" fmla="*/ 415 h 2911"/>
              <a:gd name="connsiteX72" fmla="*/ 1169 w 2092"/>
              <a:gd name="connsiteY72" fmla="*/ 539 h 2911"/>
              <a:gd name="connsiteX73" fmla="*/ 1122 w 2092"/>
              <a:gd name="connsiteY73" fmla="*/ 510 h 2911"/>
              <a:gd name="connsiteX74" fmla="*/ 1087 w 2092"/>
              <a:gd name="connsiteY74" fmla="*/ 374 h 2911"/>
              <a:gd name="connsiteX75" fmla="*/ 1019 w 2092"/>
              <a:gd name="connsiteY75" fmla="*/ 366 h 2911"/>
              <a:gd name="connsiteX76" fmla="*/ 993 w 2092"/>
              <a:gd name="connsiteY76" fmla="*/ 444 h 2911"/>
              <a:gd name="connsiteX77" fmla="*/ 953 w 2092"/>
              <a:gd name="connsiteY77" fmla="*/ 550 h 2911"/>
              <a:gd name="connsiteX78" fmla="*/ 844 w 2092"/>
              <a:gd name="connsiteY78" fmla="*/ 433 h 2911"/>
              <a:gd name="connsiteX79" fmla="*/ 756 w 2092"/>
              <a:gd name="connsiteY79" fmla="*/ 326 h 2911"/>
              <a:gd name="connsiteX80" fmla="*/ 605 w 2092"/>
              <a:gd name="connsiteY80" fmla="*/ 167 h 2911"/>
              <a:gd name="connsiteX81" fmla="*/ 377 w 2092"/>
              <a:gd name="connsiteY81" fmla="*/ 60 h 2911"/>
              <a:gd name="connsiteX82" fmla="*/ 184 w 2092"/>
              <a:gd name="connsiteY82" fmla="*/ 69 h 2911"/>
              <a:gd name="connsiteX83" fmla="*/ 38 w 2092"/>
              <a:gd name="connsiteY83" fmla="*/ 162 h 2911"/>
              <a:gd name="connsiteX84" fmla="*/ 4 w 2092"/>
              <a:gd name="connsiteY84" fmla="*/ 215 h 2911"/>
              <a:gd name="connsiteX85" fmla="*/ 13 w 2092"/>
              <a:gd name="connsiteY85" fmla="*/ 248 h 2911"/>
              <a:gd name="connsiteX86" fmla="*/ 61 w 2092"/>
              <a:gd name="connsiteY86" fmla="*/ 246 h 2911"/>
              <a:gd name="connsiteX87" fmla="*/ 144 w 2092"/>
              <a:gd name="connsiteY87" fmla="*/ 173 h 2911"/>
              <a:gd name="connsiteX88" fmla="*/ 256 w 2092"/>
              <a:gd name="connsiteY88" fmla="*/ 127 h 2911"/>
              <a:gd name="connsiteX89" fmla="*/ 434 w 2092"/>
              <a:gd name="connsiteY89" fmla="*/ 149 h 2911"/>
              <a:gd name="connsiteX90" fmla="*/ 572 w 2092"/>
              <a:gd name="connsiteY90" fmla="*/ 237 h 2911"/>
              <a:gd name="connsiteX91" fmla="*/ 659 w 2092"/>
              <a:gd name="connsiteY91" fmla="*/ 333 h 2911"/>
              <a:gd name="connsiteX92" fmla="*/ 748 w 2092"/>
              <a:gd name="connsiteY92" fmla="*/ 442 h 2911"/>
              <a:gd name="connsiteX93" fmla="*/ 835 w 2092"/>
              <a:gd name="connsiteY93" fmla="*/ 586 h 2911"/>
              <a:gd name="connsiteX94" fmla="*/ 881 w 2092"/>
              <a:gd name="connsiteY94" fmla="*/ 704 h 2911"/>
              <a:gd name="connsiteX95" fmla="*/ 877 w 2092"/>
              <a:gd name="connsiteY95" fmla="*/ 903 h 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2092" h="2911">
                <a:moveTo>
                  <a:pt x="877" y="903"/>
                </a:moveTo>
                <a:cubicBezTo>
                  <a:pt x="863" y="1010"/>
                  <a:pt x="813" y="1239"/>
                  <a:pt x="795" y="1349"/>
                </a:cubicBezTo>
                <a:cubicBezTo>
                  <a:pt x="777" y="1458"/>
                  <a:pt x="778" y="1509"/>
                  <a:pt x="770" y="1560"/>
                </a:cubicBezTo>
                <a:cubicBezTo>
                  <a:pt x="761" y="1611"/>
                  <a:pt x="760" y="1626"/>
                  <a:pt x="746" y="1656"/>
                </a:cubicBezTo>
                <a:cubicBezTo>
                  <a:pt x="732" y="1686"/>
                  <a:pt x="700" y="1719"/>
                  <a:pt x="685" y="1740"/>
                </a:cubicBezTo>
                <a:cubicBezTo>
                  <a:pt x="670" y="1761"/>
                  <a:pt x="662" y="1770"/>
                  <a:pt x="654" y="1784"/>
                </a:cubicBezTo>
                <a:cubicBezTo>
                  <a:pt x="646" y="1798"/>
                  <a:pt x="635" y="1812"/>
                  <a:pt x="635" y="1827"/>
                </a:cubicBezTo>
                <a:cubicBezTo>
                  <a:pt x="635" y="1843"/>
                  <a:pt x="644" y="1859"/>
                  <a:pt x="656" y="1876"/>
                </a:cubicBezTo>
                <a:cubicBezTo>
                  <a:pt x="668" y="1893"/>
                  <a:pt x="695" y="1905"/>
                  <a:pt x="709" y="1930"/>
                </a:cubicBezTo>
                <a:cubicBezTo>
                  <a:pt x="723" y="1955"/>
                  <a:pt x="732" y="2001"/>
                  <a:pt x="740" y="2029"/>
                </a:cubicBezTo>
                <a:cubicBezTo>
                  <a:pt x="748" y="2057"/>
                  <a:pt x="750" y="2073"/>
                  <a:pt x="759" y="2100"/>
                </a:cubicBezTo>
                <a:cubicBezTo>
                  <a:pt x="768" y="2127"/>
                  <a:pt x="778" y="2144"/>
                  <a:pt x="797" y="2189"/>
                </a:cubicBezTo>
                <a:cubicBezTo>
                  <a:pt x="816" y="2234"/>
                  <a:pt x="855" y="2321"/>
                  <a:pt x="874" y="2368"/>
                </a:cubicBezTo>
                <a:cubicBezTo>
                  <a:pt x="892" y="2414"/>
                  <a:pt x="897" y="2437"/>
                  <a:pt x="906" y="2466"/>
                </a:cubicBezTo>
                <a:cubicBezTo>
                  <a:pt x="914" y="2495"/>
                  <a:pt x="920" y="2509"/>
                  <a:pt x="924" y="2544"/>
                </a:cubicBezTo>
                <a:cubicBezTo>
                  <a:pt x="928" y="2580"/>
                  <a:pt x="934" y="2640"/>
                  <a:pt x="931" y="2677"/>
                </a:cubicBezTo>
                <a:cubicBezTo>
                  <a:pt x="928" y="2714"/>
                  <a:pt x="912" y="2741"/>
                  <a:pt x="906" y="2768"/>
                </a:cubicBezTo>
                <a:cubicBezTo>
                  <a:pt x="900" y="2795"/>
                  <a:pt x="894" y="2822"/>
                  <a:pt x="894" y="2839"/>
                </a:cubicBezTo>
                <a:cubicBezTo>
                  <a:pt x="894" y="2856"/>
                  <a:pt x="897" y="2863"/>
                  <a:pt x="904" y="2874"/>
                </a:cubicBezTo>
                <a:cubicBezTo>
                  <a:pt x="912" y="2885"/>
                  <a:pt x="911" y="2901"/>
                  <a:pt x="941" y="2906"/>
                </a:cubicBezTo>
                <a:cubicBezTo>
                  <a:pt x="971" y="2911"/>
                  <a:pt x="1038" y="2907"/>
                  <a:pt x="1083" y="2906"/>
                </a:cubicBezTo>
                <a:cubicBezTo>
                  <a:pt x="1128" y="2905"/>
                  <a:pt x="1188" y="2908"/>
                  <a:pt x="1214" y="2901"/>
                </a:cubicBezTo>
                <a:cubicBezTo>
                  <a:pt x="1240" y="2894"/>
                  <a:pt x="1236" y="2880"/>
                  <a:pt x="1240" y="2863"/>
                </a:cubicBezTo>
                <a:cubicBezTo>
                  <a:pt x="1244" y="2846"/>
                  <a:pt x="1243" y="2821"/>
                  <a:pt x="1238" y="2799"/>
                </a:cubicBezTo>
                <a:cubicBezTo>
                  <a:pt x="1233" y="2777"/>
                  <a:pt x="1217" y="2757"/>
                  <a:pt x="1211" y="2733"/>
                </a:cubicBezTo>
                <a:cubicBezTo>
                  <a:pt x="1205" y="2709"/>
                  <a:pt x="1203" y="2682"/>
                  <a:pt x="1201" y="2652"/>
                </a:cubicBezTo>
                <a:cubicBezTo>
                  <a:pt x="1199" y="2622"/>
                  <a:pt x="1197" y="2585"/>
                  <a:pt x="1200" y="2551"/>
                </a:cubicBezTo>
                <a:cubicBezTo>
                  <a:pt x="1203" y="2517"/>
                  <a:pt x="1209" y="2492"/>
                  <a:pt x="1219" y="2450"/>
                </a:cubicBezTo>
                <a:cubicBezTo>
                  <a:pt x="1229" y="2408"/>
                  <a:pt x="1252" y="2338"/>
                  <a:pt x="1263" y="2300"/>
                </a:cubicBezTo>
                <a:cubicBezTo>
                  <a:pt x="1274" y="2262"/>
                  <a:pt x="1280" y="2241"/>
                  <a:pt x="1287" y="2222"/>
                </a:cubicBezTo>
                <a:cubicBezTo>
                  <a:pt x="1294" y="2203"/>
                  <a:pt x="1292" y="2183"/>
                  <a:pt x="1307" y="2188"/>
                </a:cubicBezTo>
                <a:cubicBezTo>
                  <a:pt x="1322" y="2192"/>
                  <a:pt x="1353" y="2235"/>
                  <a:pt x="1378" y="2251"/>
                </a:cubicBezTo>
                <a:cubicBezTo>
                  <a:pt x="1403" y="2267"/>
                  <a:pt x="1422" y="2275"/>
                  <a:pt x="1455" y="2286"/>
                </a:cubicBezTo>
                <a:cubicBezTo>
                  <a:pt x="1488" y="2297"/>
                  <a:pt x="1539" y="2309"/>
                  <a:pt x="1574" y="2315"/>
                </a:cubicBezTo>
                <a:cubicBezTo>
                  <a:pt x="1609" y="2321"/>
                  <a:pt x="1636" y="2313"/>
                  <a:pt x="1665" y="2322"/>
                </a:cubicBezTo>
                <a:cubicBezTo>
                  <a:pt x="1693" y="2331"/>
                  <a:pt x="1725" y="2357"/>
                  <a:pt x="1748" y="2372"/>
                </a:cubicBezTo>
                <a:cubicBezTo>
                  <a:pt x="1770" y="2388"/>
                  <a:pt x="1783" y="2405"/>
                  <a:pt x="1800" y="2414"/>
                </a:cubicBezTo>
                <a:cubicBezTo>
                  <a:pt x="1817" y="2423"/>
                  <a:pt x="1842" y="2431"/>
                  <a:pt x="1849" y="2426"/>
                </a:cubicBezTo>
                <a:cubicBezTo>
                  <a:pt x="1857" y="2421"/>
                  <a:pt x="1854" y="2401"/>
                  <a:pt x="1844" y="2387"/>
                </a:cubicBezTo>
                <a:cubicBezTo>
                  <a:pt x="1834" y="2373"/>
                  <a:pt x="1804" y="2360"/>
                  <a:pt x="1788" y="2346"/>
                </a:cubicBezTo>
                <a:cubicBezTo>
                  <a:pt x="1772" y="2331"/>
                  <a:pt x="1757" y="2315"/>
                  <a:pt x="1750" y="2300"/>
                </a:cubicBezTo>
                <a:cubicBezTo>
                  <a:pt x="1744" y="2286"/>
                  <a:pt x="1739" y="2271"/>
                  <a:pt x="1745" y="2257"/>
                </a:cubicBezTo>
                <a:cubicBezTo>
                  <a:pt x="1752" y="2242"/>
                  <a:pt x="1775" y="2229"/>
                  <a:pt x="1789" y="2213"/>
                </a:cubicBezTo>
                <a:cubicBezTo>
                  <a:pt x="1803" y="2198"/>
                  <a:pt x="1834" y="2188"/>
                  <a:pt x="1831" y="2164"/>
                </a:cubicBezTo>
                <a:cubicBezTo>
                  <a:pt x="1828" y="2139"/>
                  <a:pt x="1770" y="2097"/>
                  <a:pt x="1770" y="2067"/>
                </a:cubicBezTo>
                <a:cubicBezTo>
                  <a:pt x="1771" y="2036"/>
                  <a:pt x="1822" y="1996"/>
                  <a:pt x="1838" y="1977"/>
                </a:cubicBezTo>
                <a:cubicBezTo>
                  <a:pt x="1854" y="1958"/>
                  <a:pt x="1862" y="1961"/>
                  <a:pt x="1864" y="1951"/>
                </a:cubicBezTo>
                <a:cubicBezTo>
                  <a:pt x="1867" y="1941"/>
                  <a:pt x="1863" y="1918"/>
                  <a:pt x="1853" y="1916"/>
                </a:cubicBezTo>
                <a:cubicBezTo>
                  <a:pt x="1843" y="1915"/>
                  <a:pt x="1823" y="1928"/>
                  <a:pt x="1802" y="1942"/>
                </a:cubicBezTo>
                <a:cubicBezTo>
                  <a:pt x="1781" y="1956"/>
                  <a:pt x="1751" y="1991"/>
                  <a:pt x="1729" y="1998"/>
                </a:cubicBezTo>
                <a:cubicBezTo>
                  <a:pt x="1706" y="2006"/>
                  <a:pt x="1694" y="1995"/>
                  <a:pt x="1666" y="1987"/>
                </a:cubicBezTo>
                <a:cubicBezTo>
                  <a:pt x="1639" y="1980"/>
                  <a:pt x="1598" y="1961"/>
                  <a:pt x="1562" y="1955"/>
                </a:cubicBezTo>
                <a:cubicBezTo>
                  <a:pt x="1527" y="1948"/>
                  <a:pt x="1486" y="1950"/>
                  <a:pt x="1453" y="1951"/>
                </a:cubicBezTo>
                <a:cubicBezTo>
                  <a:pt x="1420" y="1952"/>
                  <a:pt x="1382" y="1966"/>
                  <a:pt x="1368" y="1960"/>
                </a:cubicBezTo>
                <a:cubicBezTo>
                  <a:pt x="1353" y="1955"/>
                  <a:pt x="1362" y="1941"/>
                  <a:pt x="1366" y="1916"/>
                </a:cubicBezTo>
                <a:cubicBezTo>
                  <a:pt x="1369" y="1892"/>
                  <a:pt x="1381" y="1851"/>
                  <a:pt x="1386" y="1814"/>
                </a:cubicBezTo>
                <a:cubicBezTo>
                  <a:pt x="1391" y="1778"/>
                  <a:pt x="1399" y="1741"/>
                  <a:pt x="1398" y="1698"/>
                </a:cubicBezTo>
                <a:cubicBezTo>
                  <a:pt x="1397" y="1655"/>
                  <a:pt x="1391" y="1609"/>
                  <a:pt x="1382" y="1554"/>
                </a:cubicBezTo>
                <a:cubicBezTo>
                  <a:pt x="1373" y="1499"/>
                  <a:pt x="1357" y="1426"/>
                  <a:pt x="1344" y="1367"/>
                </a:cubicBezTo>
                <a:cubicBezTo>
                  <a:pt x="1331" y="1308"/>
                  <a:pt x="1322" y="1268"/>
                  <a:pt x="1305" y="1201"/>
                </a:cubicBezTo>
                <a:cubicBezTo>
                  <a:pt x="1288" y="1134"/>
                  <a:pt x="1255" y="1056"/>
                  <a:pt x="1243" y="965"/>
                </a:cubicBezTo>
                <a:cubicBezTo>
                  <a:pt x="1232" y="873"/>
                  <a:pt x="1191" y="767"/>
                  <a:pt x="1233" y="648"/>
                </a:cubicBezTo>
                <a:cubicBezTo>
                  <a:pt x="1275" y="529"/>
                  <a:pt x="1411" y="340"/>
                  <a:pt x="1495" y="249"/>
                </a:cubicBezTo>
                <a:cubicBezTo>
                  <a:pt x="1579" y="158"/>
                  <a:pt x="1666" y="126"/>
                  <a:pt x="1735" y="104"/>
                </a:cubicBezTo>
                <a:cubicBezTo>
                  <a:pt x="1805" y="82"/>
                  <a:pt x="1860" y="101"/>
                  <a:pt x="1912" y="116"/>
                </a:cubicBezTo>
                <a:cubicBezTo>
                  <a:pt x="1963" y="132"/>
                  <a:pt x="2013" y="185"/>
                  <a:pt x="2042" y="197"/>
                </a:cubicBezTo>
                <a:cubicBezTo>
                  <a:pt x="2072" y="208"/>
                  <a:pt x="2083" y="204"/>
                  <a:pt x="2086" y="189"/>
                </a:cubicBezTo>
                <a:cubicBezTo>
                  <a:pt x="2089" y="175"/>
                  <a:pt x="2092" y="136"/>
                  <a:pt x="2063" y="109"/>
                </a:cubicBezTo>
                <a:cubicBezTo>
                  <a:pt x="2033" y="83"/>
                  <a:pt x="1964" y="46"/>
                  <a:pt x="1910" y="31"/>
                </a:cubicBezTo>
                <a:cubicBezTo>
                  <a:pt x="1856" y="15"/>
                  <a:pt x="1810" y="0"/>
                  <a:pt x="1740" y="18"/>
                </a:cubicBezTo>
                <a:cubicBezTo>
                  <a:pt x="1671" y="36"/>
                  <a:pt x="1575" y="72"/>
                  <a:pt x="1493" y="138"/>
                </a:cubicBezTo>
                <a:cubicBezTo>
                  <a:pt x="1412" y="205"/>
                  <a:pt x="1307" y="349"/>
                  <a:pt x="1253" y="415"/>
                </a:cubicBezTo>
                <a:cubicBezTo>
                  <a:pt x="1200" y="481"/>
                  <a:pt x="1191" y="523"/>
                  <a:pt x="1169" y="539"/>
                </a:cubicBezTo>
                <a:cubicBezTo>
                  <a:pt x="1148" y="554"/>
                  <a:pt x="1136" y="538"/>
                  <a:pt x="1122" y="510"/>
                </a:cubicBezTo>
                <a:cubicBezTo>
                  <a:pt x="1108" y="482"/>
                  <a:pt x="1104" y="398"/>
                  <a:pt x="1087" y="374"/>
                </a:cubicBezTo>
                <a:cubicBezTo>
                  <a:pt x="1070" y="350"/>
                  <a:pt x="1035" y="354"/>
                  <a:pt x="1019" y="366"/>
                </a:cubicBezTo>
                <a:cubicBezTo>
                  <a:pt x="1003" y="378"/>
                  <a:pt x="1004" y="413"/>
                  <a:pt x="993" y="444"/>
                </a:cubicBezTo>
                <a:cubicBezTo>
                  <a:pt x="982" y="475"/>
                  <a:pt x="978" y="551"/>
                  <a:pt x="953" y="550"/>
                </a:cubicBezTo>
                <a:cubicBezTo>
                  <a:pt x="928" y="548"/>
                  <a:pt x="876" y="470"/>
                  <a:pt x="844" y="433"/>
                </a:cubicBezTo>
                <a:cubicBezTo>
                  <a:pt x="811" y="396"/>
                  <a:pt x="796" y="370"/>
                  <a:pt x="756" y="326"/>
                </a:cubicBezTo>
                <a:cubicBezTo>
                  <a:pt x="717" y="281"/>
                  <a:pt x="668" y="212"/>
                  <a:pt x="605" y="167"/>
                </a:cubicBezTo>
                <a:cubicBezTo>
                  <a:pt x="542" y="123"/>
                  <a:pt x="447" y="76"/>
                  <a:pt x="377" y="60"/>
                </a:cubicBezTo>
                <a:cubicBezTo>
                  <a:pt x="306" y="44"/>
                  <a:pt x="240" y="52"/>
                  <a:pt x="184" y="69"/>
                </a:cubicBezTo>
                <a:cubicBezTo>
                  <a:pt x="128" y="86"/>
                  <a:pt x="68" y="137"/>
                  <a:pt x="38" y="162"/>
                </a:cubicBezTo>
                <a:cubicBezTo>
                  <a:pt x="8" y="187"/>
                  <a:pt x="8" y="200"/>
                  <a:pt x="4" y="215"/>
                </a:cubicBezTo>
                <a:cubicBezTo>
                  <a:pt x="0" y="229"/>
                  <a:pt x="3" y="242"/>
                  <a:pt x="13" y="248"/>
                </a:cubicBezTo>
                <a:cubicBezTo>
                  <a:pt x="22" y="253"/>
                  <a:pt x="39" y="258"/>
                  <a:pt x="61" y="246"/>
                </a:cubicBezTo>
                <a:cubicBezTo>
                  <a:pt x="83" y="233"/>
                  <a:pt x="111" y="193"/>
                  <a:pt x="144" y="173"/>
                </a:cubicBezTo>
                <a:cubicBezTo>
                  <a:pt x="176" y="153"/>
                  <a:pt x="207" y="131"/>
                  <a:pt x="256" y="127"/>
                </a:cubicBezTo>
                <a:cubicBezTo>
                  <a:pt x="305" y="124"/>
                  <a:pt x="381" y="131"/>
                  <a:pt x="434" y="149"/>
                </a:cubicBezTo>
                <a:cubicBezTo>
                  <a:pt x="487" y="167"/>
                  <a:pt x="535" y="207"/>
                  <a:pt x="572" y="237"/>
                </a:cubicBezTo>
                <a:cubicBezTo>
                  <a:pt x="609" y="267"/>
                  <a:pt x="630" y="299"/>
                  <a:pt x="659" y="333"/>
                </a:cubicBezTo>
                <a:cubicBezTo>
                  <a:pt x="688" y="367"/>
                  <a:pt x="719" y="400"/>
                  <a:pt x="748" y="442"/>
                </a:cubicBezTo>
                <a:cubicBezTo>
                  <a:pt x="777" y="484"/>
                  <a:pt x="813" y="542"/>
                  <a:pt x="835" y="586"/>
                </a:cubicBezTo>
                <a:cubicBezTo>
                  <a:pt x="857" y="630"/>
                  <a:pt x="874" y="652"/>
                  <a:pt x="881" y="704"/>
                </a:cubicBezTo>
                <a:cubicBezTo>
                  <a:pt x="887" y="757"/>
                  <a:pt x="891" y="796"/>
                  <a:pt x="877" y="903"/>
                </a:cubicBez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908425" y="5983401"/>
            <a:ext cx="1016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Myriad Pro"/>
                <a:cs typeface="Myriad Pro"/>
              </a:rPr>
              <a:t>AGING  </a:t>
            </a:r>
          </a:p>
          <a:p>
            <a:pPr algn="ctr"/>
            <a:r>
              <a:rPr lang="en-US" dirty="0">
                <a:latin typeface="Myriad Pro"/>
                <a:cs typeface="Myriad Pro"/>
              </a:rPr>
              <a:t> MORTAL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7527" y="5983401"/>
            <a:ext cx="1196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Myriad Pro"/>
                <a:cs typeface="Myriad Pro"/>
              </a:rPr>
              <a:t>REVERTANT</a:t>
            </a:r>
          </a:p>
          <a:p>
            <a:pPr algn="ctr"/>
            <a:r>
              <a:rPr lang="en-US" dirty="0">
                <a:latin typeface="Myriad Pro"/>
                <a:cs typeface="Myriad Pro"/>
              </a:rPr>
              <a:t>IMMORTAL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2506136" y="5880099"/>
            <a:ext cx="16679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4267202" y="5880099"/>
            <a:ext cx="16679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143472" y="5502920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0" dirty="0">
                <a:latin typeface="Myriad Pro"/>
                <a:cs typeface="Myriad Pro"/>
              </a:rPr>
              <a:t>183 genes (transcripts)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0878" y="3828636"/>
            <a:ext cx="2076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0" dirty="0">
                <a:latin typeface="Myriad Pro"/>
                <a:cs typeface="Myriad Pro"/>
              </a:rPr>
              <a:t>1174 genes (transcripts)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6129868" y="2468033"/>
            <a:ext cx="1" cy="30607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6129868" y="5568953"/>
            <a:ext cx="1059" cy="22300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" name="Group 5"/>
          <p:cNvGrpSpPr/>
          <p:nvPr/>
        </p:nvGrpSpPr>
        <p:grpSpPr>
          <a:xfrm>
            <a:off x="6193701" y="4182532"/>
            <a:ext cx="2478564" cy="983613"/>
            <a:chOff x="6193701" y="4182530"/>
            <a:chExt cx="2478564" cy="983613"/>
          </a:xfrm>
        </p:grpSpPr>
        <p:sp>
          <p:nvSpPr>
            <p:cNvPr id="22" name="TextBox 21"/>
            <p:cNvSpPr txBox="1"/>
            <p:nvPr/>
          </p:nvSpPr>
          <p:spPr>
            <a:xfrm>
              <a:off x="6193701" y="4489035"/>
              <a:ext cx="2478564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solidFill>
                    <a:srgbClr val="FF0000"/>
                  </a:solidFill>
                  <a:latin typeface="Myriad Pro"/>
                  <a:cs typeface="Myriad Pro"/>
                </a:rPr>
                <a:t>42 transcripts of transposons</a:t>
              </a:r>
            </a:p>
            <a:p>
              <a:pPr algn="ctr"/>
              <a:r>
                <a:rPr lang="en-US" sz="1200" b="0" dirty="0">
                  <a:solidFill>
                    <a:srgbClr val="FF0000"/>
                  </a:solidFill>
                  <a:latin typeface="Myriad Pro"/>
                  <a:cs typeface="Myriad Pro"/>
                </a:rPr>
                <a:t>Gypsy, Line-1, </a:t>
              </a:r>
            </a:p>
            <a:p>
              <a:pPr algn="ctr"/>
              <a:r>
                <a:rPr lang="en-US" sz="1200" b="0" dirty="0">
                  <a:solidFill>
                    <a:srgbClr val="FF0000"/>
                  </a:solidFill>
                  <a:latin typeface="Myriad Pro"/>
                  <a:cs typeface="Myriad Pro"/>
                </a:rPr>
                <a:t>Tcb1, IS4, </a:t>
              </a:r>
              <a:r>
                <a:rPr lang="en-US" sz="1200" b="0" dirty="0" err="1">
                  <a:solidFill>
                    <a:srgbClr val="FF0000"/>
                  </a:solidFill>
                  <a:latin typeface="Myriad Pro"/>
                  <a:cs typeface="Myriad Pro"/>
                </a:rPr>
                <a:t>Tigger</a:t>
              </a:r>
              <a:r>
                <a:rPr lang="en-US" sz="1200" b="0" dirty="0">
                  <a:solidFill>
                    <a:srgbClr val="FF0000"/>
                  </a:solidFill>
                  <a:latin typeface="Myriad Pro"/>
                  <a:cs typeface="Myriad Pro"/>
                </a:rPr>
                <a:t> and </a:t>
              </a:r>
              <a:r>
                <a:rPr lang="en-US" sz="1200" b="0" dirty="0" err="1">
                  <a:solidFill>
                    <a:srgbClr val="FF0000"/>
                  </a:solidFill>
                  <a:latin typeface="Myriad Pro"/>
                  <a:cs typeface="Myriad Pro"/>
                </a:rPr>
                <a:t>PiggyBac</a:t>
              </a:r>
              <a:endParaRPr lang="en-US" sz="1200" b="0" dirty="0">
                <a:solidFill>
                  <a:srgbClr val="FF0000"/>
                </a:solidFill>
                <a:latin typeface="Myriad Pro"/>
                <a:cs typeface="Myriad Pro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 flipH="1">
              <a:off x="6985000" y="4182530"/>
              <a:ext cx="0" cy="35560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1" name="Group 30"/>
          <p:cNvGrpSpPr/>
          <p:nvPr/>
        </p:nvGrpSpPr>
        <p:grpSpPr>
          <a:xfrm>
            <a:off x="5664200" y="945734"/>
            <a:ext cx="3644900" cy="2521366"/>
            <a:chOff x="5803900" y="1123534"/>
            <a:chExt cx="3644900" cy="2521366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5803900" y="1770380"/>
              <a:ext cx="3644900" cy="18745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122261" y="2761834"/>
              <a:ext cx="1027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Total 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Transcripts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98520" y="1123534"/>
              <a:ext cx="20505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Myriad Pro"/>
                  <a:cs typeface="Myriad Pro"/>
                </a:rPr>
                <a:t>Differentially-Expressed</a:t>
              </a:r>
            </a:p>
            <a:p>
              <a:pPr algn="ctr"/>
              <a:r>
                <a:rPr lang="en-US" b="0" dirty="0">
                  <a:latin typeface="Myriad Pro"/>
                  <a:cs typeface="Myriad Pro"/>
                </a:rPr>
                <a:t>~ 1 %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 bwMode="auto">
            <a:xfrm>
              <a:off x="7594600" y="1612900"/>
              <a:ext cx="0" cy="2074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2260602" y="304800"/>
            <a:ext cx="645160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30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Transcriptome of Inducible Aging </a:t>
            </a:r>
          </a:p>
        </p:txBody>
      </p:sp>
    </p:spTree>
    <p:extLst>
      <p:ext uri="{BB962C8B-B14F-4D97-AF65-F5344CB8AC3E}">
        <p14:creationId xmlns:p14="http://schemas.microsoft.com/office/powerpoint/2010/main" val="35551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AFA15-6380-4B06-5567-E7A3C4DC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8186AFD1-82DB-DDB6-6D03-61FCE2610963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41944" y="943489"/>
            <a:ext cx="5735606" cy="579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88E813-FB42-9DE3-C55C-75AD2805656D}"/>
              </a:ext>
            </a:extLst>
          </p:cNvPr>
          <p:cNvSpPr/>
          <p:nvPr/>
        </p:nvSpPr>
        <p:spPr bwMode="auto">
          <a:xfrm>
            <a:off x="5099030" y="3065973"/>
            <a:ext cx="2203212" cy="775779"/>
          </a:xfrm>
          <a:prstGeom prst="rect">
            <a:avLst/>
          </a:prstGeom>
          <a:solidFill>
            <a:srgbClr val="FF6600">
              <a:alpha val="3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900" dirty="0"/>
          </a:p>
        </p:txBody>
      </p:sp>
      <p:sp>
        <p:nvSpPr>
          <p:cNvPr id="31748" name="Rectangle 11">
            <a:extLst>
              <a:ext uri="{FF2B5EF4-FFF2-40B4-BE49-F238E27FC236}">
                <a16:creationId xmlns:a16="http://schemas.microsoft.com/office/drawing/2014/main" id="{D830D544-1D27-6EB2-4DE1-F1FF8CA08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493" y="1125210"/>
            <a:ext cx="20762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/>
            <a:r>
              <a:rPr lang="en-US" b="0" dirty="0">
                <a:ea typeface="Arial" charset="0"/>
                <a:cs typeface="Arial" charset="0"/>
              </a:rPr>
              <a:t>Nawrocki et al. 2013. </a:t>
            </a:r>
          </a:p>
          <a:p>
            <a:pPr algn="r"/>
            <a:r>
              <a:rPr lang="en-US" b="0" i="1" dirty="0">
                <a:ea typeface="Arial" charset="0"/>
                <a:cs typeface="Arial" charset="0"/>
              </a:rPr>
              <a:t>Mol </a:t>
            </a:r>
            <a:r>
              <a:rPr lang="en-US" b="0" i="1" dirty="0" err="1">
                <a:ea typeface="Arial" charset="0"/>
                <a:cs typeface="Arial" charset="0"/>
              </a:rPr>
              <a:t>Phyl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i="1" dirty="0" err="1">
                <a:ea typeface="Arial" charset="0"/>
                <a:cs typeface="Arial" charset="0"/>
              </a:rPr>
              <a:t>Evol</a:t>
            </a:r>
            <a:r>
              <a:rPr lang="en-US" b="0" i="1" dirty="0">
                <a:ea typeface="Arial" charset="0"/>
                <a:cs typeface="Arial" charset="0"/>
              </a:rPr>
              <a:t> </a:t>
            </a:r>
            <a:r>
              <a:rPr lang="en-US" b="0" dirty="0">
                <a:ea typeface="Arial" charset="0"/>
                <a:cs typeface="Arial" charset="0"/>
              </a:rPr>
              <a:t>67: 60-71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7BA37E9-D435-E95A-1EBB-616AAD49F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526" y="137180"/>
            <a:ext cx="50922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marL="457200" indent="-457200" algn="r">
              <a:buSzPct val="100000"/>
              <a:defRPr/>
            </a:pPr>
            <a:r>
              <a:rPr lang="en-US" sz="2800" b="0" dirty="0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Hydra is in the Family </a:t>
            </a:r>
            <a:r>
              <a:rPr lang="en-US" sz="2800" b="0" dirty="0" err="1">
                <a:solidFill>
                  <a:srgbClr val="000000"/>
                </a:solidFill>
                <a:latin typeface="Myriad Pro"/>
                <a:ea typeface="Arial" charset="0"/>
                <a:cs typeface="Myriad Pro"/>
              </a:rPr>
              <a:t>Hydridae</a:t>
            </a:r>
            <a:endParaRPr lang="en-US" sz="2800" b="0" dirty="0">
              <a:solidFill>
                <a:srgbClr val="000000"/>
              </a:solidFill>
              <a:latin typeface="Myriad Pro"/>
              <a:ea typeface="Arial" charset="0"/>
              <a:cs typeface="Myriad Pr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5C098D-0663-52B2-9C05-ED032707280A}"/>
              </a:ext>
            </a:extLst>
          </p:cNvPr>
          <p:cNvCxnSpPr/>
          <p:nvPr/>
        </p:nvCxnSpPr>
        <p:spPr bwMode="auto">
          <a:xfrm>
            <a:off x="482600" y="660400"/>
            <a:ext cx="81661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0DC50E-C8F1-0030-C49E-C6920A961F0E}"/>
              </a:ext>
            </a:extLst>
          </p:cNvPr>
          <p:cNvGrpSpPr/>
          <p:nvPr/>
        </p:nvGrpSpPr>
        <p:grpSpPr>
          <a:xfrm>
            <a:off x="262758" y="3453862"/>
            <a:ext cx="4500677" cy="2974485"/>
            <a:chOff x="241736" y="3622994"/>
            <a:chExt cx="4500677" cy="29744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8E3514-C0B8-DD6A-E6AB-D23D1FD7DD3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1736" y="3622994"/>
              <a:ext cx="4500677" cy="257460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43A917-4F02-E3A1-5821-172150C7ED78}"/>
                </a:ext>
              </a:extLst>
            </p:cNvPr>
            <p:cNvSpPr txBox="1"/>
            <p:nvPr/>
          </p:nvSpPr>
          <p:spPr>
            <a:xfrm>
              <a:off x="630124" y="6289702"/>
              <a:ext cx="26118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 err="1">
                  <a:latin typeface="Arial" panose="020B0604020202020204" pitchFamily="34" charset="0"/>
                  <a:cs typeface="Arial" panose="020B0604020202020204" pitchFamily="34" charset="0"/>
                </a:rPr>
                <a:t>Kayal</a:t>
              </a:r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 et al. 2015.  </a:t>
              </a:r>
              <a:r>
                <a:rPr lang="en-US" b="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PeerJ</a:t>
              </a:r>
              <a: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  <a:t> 3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9226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58CDA6-D483-5F9C-D55D-661C4160037D}"/>
              </a:ext>
            </a:extLst>
          </p:cNvPr>
          <p:cNvPicPr>
            <a:picLocks noChangeAspect="1"/>
          </p:cNvPicPr>
          <p:nvPr/>
        </p:nvPicPr>
        <p:blipFill>
          <a:blip/>
          <a:srcRect l="37922" t="31000" r="5352" b="26333"/>
          <a:stretch>
            <a:fillRect/>
          </a:stretch>
        </p:blipFill>
        <p:spPr>
          <a:xfrm>
            <a:off x="1634489" y="0"/>
            <a:ext cx="7045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9397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Blank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Blank">
    <a:majorFont>
      <a:latin typeface="Times"/>
      <a:ea typeface=""/>
      <a:cs typeface=""/>
    </a:majorFont>
    <a:minorFont>
      <a:latin typeface="Time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Daniel's G4:Applications:Microsoft Office X:Templates:Presentations:Designs:Stream</Template>
  <TotalTime>101292</TotalTime>
  <Words>5529</Words>
  <Application>Microsoft Macintosh PowerPoint</Application>
  <PresentationFormat>On-screen Show (4:3)</PresentationFormat>
  <Paragraphs>1467</Paragraphs>
  <Slides>85</Slides>
  <Notes>11</Notes>
  <HiddenSlides>0</HiddenSlides>
  <MMClips>1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104" baseType="lpstr">
      <vt:lpstr>ＭＳ Ｐゴシック</vt:lpstr>
      <vt:lpstr>-apple-system</vt:lpstr>
      <vt:lpstr>Apple Color Emoji</vt:lpstr>
      <vt:lpstr>Aptos</vt:lpstr>
      <vt:lpstr>Aptos Display</vt:lpstr>
      <vt:lpstr>Arial</vt:lpstr>
      <vt:lpstr>Arial</vt:lpstr>
      <vt:lpstr>Calibri</vt:lpstr>
      <vt:lpstr>Consolas</vt:lpstr>
      <vt:lpstr>Harding</vt:lpstr>
      <vt:lpstr>Helvetica</vt:lpstr>
      <vt:lpstr>Menlo</vt:lpstr>
      <vt:lpstr>Myriad Pro</vt:lpstr>
      <vt:lpstr>Source Sans Pro Web</vt:lpstr>
      <vt:lpstr>Times</vt:lpstr>
      <vt:lpstr>Times New Roman</vt:lpstr>
      <vt:lpstr>Blank</vt:lpstr>
      <vt:lpstr>Office Theme</vt:lpstr>
      <vt:lpstr>Microsoft Excel 97 - 2004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Pomona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Martínez</dc:creator>
  <cp:lastModifiedBy>Daniel E. Martinez</cp:lastModifiedBy>
  <cp:revision>1547</cp:revision>
  <cp:lastPrinted>2025-07-03T18:12:53Z</cp:lastPrinted>
  <dcterms:created xsi:type="dcterms:W3CDTF">2013-06-27T17:05:32Z</dcterms:created>
  <dcterms:modified xsi:type="dcterms:W3CDTF">2026-10-22T13:50:33Z</dcterms:modified>
</cp:coreProperties>
</file>